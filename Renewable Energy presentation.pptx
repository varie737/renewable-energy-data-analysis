
<file path=[Content_Types].xml><?xml version="1.0" encoding="utf-8"?>
<Types xmlns="http://schemas.openxmlformats.org/package/2006/content-types">
  <Default Extension="emf" ContentType="image/x-emf"/>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4" r:id="rId4"/>
  </p:sldMasterIdLst>
  <p:notesMasterIdLst>
    <p:notesMasterId r:id="rId25"/>
  </p:notesMasterIdLst>
  <p:sldIdLst>
    <p:sldId id="256" r:id="rId5"/>
    <p:sldId id="264" r:id="rId6"/>
    <p:sldId id="259" r:id="rId7"/>
    <p:sldId id="265" r:id="rId8"/>
    <p:sldId id="261" r:id="rId9"/>
    <p:sldId id="275" r:id="rId10"/>
    <p:sldId id="269" r:id="rId11"/>
    <p:sldId id="272" r:id="rId12"/>
    <p:sldId id="260" r:id="rId13"/>
    <p:sldId id="258" r:id="rId14"/>
    <p:sldId id="267" r:id="rId15"/>
    <p:sldId id="262" r:id="rId16"/>
    <p:sldId id="263" r:id="rId17"/>
    <p:sldId id="312" r:id="rId18"/>
    <p:sldId id="313" r:id="rId19"/>
    <p:sldId id="278" r:id="rId20"/>
    <p:sldId id="314" r:id="rId21"/>
    <p:sldId id="266" r:id="rId22"/>
    <p:sldId id="288" r:id="rId23"/>
    <p:sldId id="289" r:id="rId24"/>
  </p:sldIdLst>
  <p:sldSz cx="9144000" cy="5143500" type="screen16x9"/>
  <p:notesSz cx="6858000" cy="9144000"/>
  <p:embeddedFontLst>
    <p:embeddedFont>
      <p:font typeface="Albert Sans Medium" panose="020B0604020202020204" charset="0"/>
      <p:regular r:id="rId26"/>
      <p:bold r:id="rId27"/>
      <p:italic r:id="rId28"/>
      <p:boldItalic r:id="rId29"/>
    </p:embeddedFont>
    <p:embeddedFont>
      <p:font typeface="Anaheim" panose="020B0604020202020204" charset="0"/>
      <p:regular r:id="rId30"/>
      <p:bold r:id="rId31"/>
    </p:embeddedFont>
    <p:embeddedFont>
      <p:font typeface="Bebas Neue" panose="020B0606020202050201" pitchFamily="34" charset="0"/>
      <p:regular r:id="rId32"/>
    </p:embeddedFont>
    <p:embeddedFont>
      <p:font typeface="Nunito Light" pitchFamily="2" charset="0"/>
      <p:regular r:id="rId33"/>
      <p:italic r:id="rId34"/>
    </p:embeddedFont>
    <p:embeddedFont>
      <p:font typeface="PT Sans" panose="020B0503020203020204" pitchFamily="34" charset="0"/>
      <p:regular r:id="rId35"/>
      <p:bold r:id="rId36"/>
      <p:italic r:id="rId37"/>
      <p:boldItalic r:id="rId38"/>
    </p:embeddedFont>
    <p:embeddedFont>
      <p:font typeface="Syncopate" panose="020B0604020202020204" charset="0"/>
      <p:regular r:id="rId39"/>
      <p:bold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Intro - Varsha" id="{C29BBC7E-ED61-4F98-9845-5D0BC83CC274}">
          <p14:sldIdLst>
            <p14:sldId id="256"/>
            <p14:sldId id="264"/>
            <p14:sldId id="259"/>
          </p14:sldIdLst>
        </p14:section>
        <p14:section name="Data - Micah" id="{0D8C8806-9B33-423F-84E8-8EA01B3C75C6}">
          <p14:sldIdLst>
            <p14:sldId id="265"/>
            <p14:sldId id="261"/>
            <p14:sldId id="275"/>
            <p14:sldId id="269"/>
            <p14:sldId id="272"/>
          </p14:sldIdLst>
        </p14:section>
        <p14:section name="Methodology - Daniel" id="{B40F66E5-1FF1-48A4-A351-2B8014DEB5B9}">
          <p14:sldIdLst>
            <p14:sldId id="260"/>
            <p14:sldId id="258"/>
            <p14:sldId id="267"/>
          </p14:sldIdLst>
        </p14:section>
        <p14:section name="Results - Adam" id="{F9724FE6-B511-4546-A15A-6308361ED2CB}">
          <p14:sldIdLst>
            <p14:sldId id="262"/>
            <p14:sldId id="263"/>
            <p14:sldId id="312"/>
            <p14:sldId id="313"/>
            <p14:sldId id="278"/>
            <p14:sldId id="314"/>
          </p14:sldIdLst>
        </p14:section>
        <p14:section name="Wrap up - Varsha" id="{DBED6E70-BBC7-4CE7-B60A-66AC6A133919}">
          <p14:sldIdLst>
            <p14:sldId id="266"/>
            <p14:sldId id="288"/>
            <p14:sldId id="28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97B2791-3F30-4156-B765-005B21FADA1D}">
  <a:tblStyle styleId="{397B2791-3F30-4156-B765-005B21FADA1D}"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21F4343A-CB00-4FE4-9116-CAAB756CBA68}"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769"/>
    <p:restoredTop sz="94664"/>
  </p:normalViewPr>
  <p:slideViewPr>
    <p:cSldViewPr snapToGrid="0">
      <p:cViewPr varScale="1">
        <p:scale>
          <a:sx n="111" d="100"/>
          <a:sy n="111" d="100"/>
        </p:scale>
        <p:origin x="859" y="77"/>
      </p:cViewPr>
      <p:guideLst/>
    </p:cSldViewPr>
  </p:slideViewPr>
  <p:notesTextViewPr>
    <p:cViewPr>
      <p:scale>
        <a:sx n="1" d="1"/>
        <a:sy n="1" d="1"/>
      </p:scale>
      <p:origin x="0" y="0"/>
    </p:cViewPr>
  </p:notesTextViewPr>
  <p:sorterViewPr>
    <p:cViewPr varScale="1">
      <p:scale>
        <a:sx n="1" d="1"/>
        <a:sy n="1" d="1"/>
      </p:scale>
      <p:origin x="0" y="-2683"/>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1.fntdata"/><Relationship Id="rId39" Type="http://schemas.openxmlformats.org/officeDocument/2006/relationships/font" Target="fonts/font14.fntdata"/><Relationship Id="rId21" Type="http://schemas.openxmlformats.org/officeDocument/2006/relationships/slide" Target="slides/slide17.xml"/><Relationship Id="rId34" Type="http://schemas.openxmlformats.org/officeDocument/2006/relationships/font" Target="fonts/font9.fntdata"/><Relationship Id="rId42"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font" Target="fonts/font4.fntdata"/><Relationship Id="rId41"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font" Target="fonts/font7.fntdata"/><Relationship Id="rId37" Type="http://schemas.openxmlformats.org/officeDocument/2006/relationships/font" Target="fonts/font12.fntdata"/><Relationship Id="rId40" Type="http://schemas.openxmlformats.org/officeDocument/2006/relationships/font" Target="fonts/font15.fntdata"/><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font" Target="fonts/font3.fntdata"/><Relationship Id="rId36" Type="http://schemas.openxmlformats.org/officeDocument/2006/relationships/font" Target="fonts/font11.fnt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6.fntdata"/><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font" Target="fonts/font10.fntdata"/><Relationship Id="rId43"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33" Type="http://schemas.openxmlformats.org/officeDocument/2006/relationships/font" Target="fonts/font8.fntdata"/><Relationship Id="rId38" Type="http://schemas.openxmlformats.org/officeDocument/2006/relationships/font" Target="fonts/font1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9"/>
        <p:cNvGrpSpPr/>
        <p:nvPr/>
      </p:nvGrpSpPr>
      <p:grpSpPr>
        <a:xfrm>
          <a:off x="0" y="0"/>
          <a:ext cx="0" cy="0"/>
          <a:chOff x="0" y="0"/>
          <a:chExt cx="0" cy="0"/>
        </a:xfrm>
      </p:grpSpPr>
      <p:sp>
        <p:nvSpPr>
          <p:cNvPr id="1670" name="Google Shape;1670;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71" name="Google Shape;1671;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Good morning everyone. Our project focuses on predicting renewable energy supply shortfalls in Germany. The main idea is to understand when wind and solar generation may not be enough to meet electricity demand, and then use forecasting, scenario analysis, and battery storage modelling to support energy planning</a:t>
            </a: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9"/>
        <p:cNvGrpSpPr/>
        <p:nvPr/>
      </p:nvGrpSpPr>
      <p:grpSpPr>
        <a:xfrm>
          <a:off x="0" y="0"/>
          <a:ext cx="0" cy="0"/>
          <a:chOff x="0" y="0"/>
          <a:chExt cx="0" cy="0"/>
        </a:xfrm>
      </p:grpSpPr>
      <p:sp>
        <p:nvSpPr>
          <p:cNvPr id="2240" name="Google Shape;2240;g1dc87a2d568_0_1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41" name="Google Shape;2241;g1dc87a2d568_0_1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At a high level, our project used over fifty thousand hourly observations, compared four forecasting approaches, and then extended the analysis into three renewable generation scenarios. So the project is not only about predicting shortfall, but also about helping users understand what could happen under different renewable conditions.</a:t>
            </a: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5"/>
        <p:cNvGrpSpPr/>
        <p:nvPr/>
      </p:nvGrpSpPr>
      <p:grpSpPr>
        <a:xfrm>
          <a:off x="0" y="0"/>
          <a:ext cx="0" cy="0"/>
          <a:chOff x="0" y="0"/>
          <a:chExt cx="0" cy="0"/>
        </a:xfrm>
      </p:grpSpPr>
      <p:sp>
        <p:nvSpPr>
          <p:cNvPr id="1816" name="Google Shape;1816;g54dda1946d_6_2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17" name="Google Shape;1817;g54dda1946d_6_2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The problem is not that renewable energy is bad. The problem is that it is variable. Solar depends on sunlight, wind depends on wind speed, but electricity demand still exists even when the weather is not ideal. So our project focuses on predicting the gap between demand and renewable generation</a:t>
            </a: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4"/>
        <p:cNvGrpSpPr/>
        <p:nvPr/>
      </p:nvGrpSpPr>
      <p:grpSpPr>
        <a:xfrm>
          <a:off x="0" y="0"/>
          <a:ext cx="0" cy="0"/>
          <a:chOff x="0" y="0"/>
          <a:chExt cx="0" cy="0"/>
        </a:xfrm>
      </p:grpSpPr>
      <p:sp>
        <p:nvSpPr>
          <p:cNvPr id="2305" name="Google Shape;2305;g1dc87a2d568_0_2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6" name="Google Shape;2306;g1dc87a2d568_0_2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We chose Germany because it has a strong renewable energy sector, but also strong seasonal variation. That makes it a good country to study because renewable output can change a lot across the year, especially between summer and winter.</a:t>
            </a: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0"/>
        <p:cNvGrpSpPr/>
        <p:nvPr/>
      </p:nvGrpSpPr>
      <p:grpSpPr>
        <a:xfrm>
          <a:off x="0" y="0"/>
          <a:ext cx="0" cy="0"/>
          <a:chOff x="0" y="0"/>
          <a:chExt cx="0" cy="0"/>
        </a:xfrm>
      </p:grpSpPr>
      <p:sp>
        <p:nvSpPr>
          <p:cNvPr id="2031" name="Google Shape;2031;g1dc87a2d568_0_1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32" name="Google Shape;2032;g1dc87a2d568_0_1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We combined electricity data with weather data because wind and solar generation are directly connected to weather. Solar irradiance helps explain solar output, wind speed helps explain wind output, and temperature can also relate to demand patterns.</a:t>
            </a: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3"/>
        <p:cNvGrpSpPr/>
        <p:nvPr/>
      </p:nvGrpSpPr>
      <p:grpSpPr>
        <a:xfrm>
          <a:off x="0" y="0"/>
          <a:ext cx="0" cy="0"/>
          <a:chOff x="0" y="0"/>
          <a:chExt cx="0" cy="0"/>
        </a:xfrm>
      </p:grpSpPr>
      <p:sp>
        <p:nvSpPr>
          <p:cNvPr id="2974" name="Google Shape;2974;g1dc87a2d568_0_4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5" name="Google Shape;2975;g1dc87a2d568_0_4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Before modelling, we had to clean and align the data. Since this is time-series data, timestamp consistency was very important. After merging the electricity and weather datasets, we removed missing values and prepared the data for forecasting.</a:t>
            </a: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3"/>
        <p:cNvGrpSpPr/>
        <p:nvPr/>
      </p:nvGrpSpPr>
      <p:grpSpPr>
        <a:xfrm>
          <a:off x="0" y="0"/>
          <a:ext cx="0" cy="0"/>
          <a:chOff x="0" y="0"/>
          <a:chExt cx="0" cy="0"/>
        </a:xfrm>
      </p:grpSpPr>
      <p:sp>
        <p:nvSpPr>
          <p:cNvPr id="2684" name="Google Shape;2684;g1dc87a2d568_0_3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5" name="Google Shape;2685;g1dc87a2d568_0_3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The most important variable in our project is renewable energy shortfall. We calculated it by subtracting wind and solar generation from electricity load. This tells us how much demand is still left after renewable generation is counted.</a:t>
            </a:r>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4"/>
        <p:cNvGrpSpPr/>
        <p:nvPr/>
      </p:nvGrpSpPr>
      <p:grpSpPr>
        <a:xfrm>
          <a:off x="0" y="0"/>
          <a:ext cx="0" cy="0"/>
          <a:chOff x="0" y="0"/>
          <a:chExt cx="0" cy="0"/>
        </a:xfrm>
      </p:grpSpPr>
      <p:sp>
        <p:nvSpPr>
          <p:cNvPr id="2835" name="Google Shape;2835;g1dc87a2d568_0_3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36" name="Google Shape;2836;g1dc87a2d568_0_3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This chart shows that shortfall is not just random. It has repeating seasonal </a:t>
            </a:r>
            <a:r>
              <a:rPr lang="en-US" sz="1100" b="0" i="0" u="none" strike="noStrike" cap="none" dirty="0" err="1">
                <a:solidFill>
                  <a:srgbClr val="000000"/>
                </a:solidFill>
                <a:effectLst/>
                <a:latin typeface="Arial"/>
                <a:ea typeface="Arial"/>
                <a:cs typeface="Arial"/>
                <a:sym typeface="Arial"/>
              </a:rPr>
              <a:t>behaviour</a:t>
            </a:r>
            <a:r>
              <a:rPr lang="en-US" sz="1100" b="0" i="0" u="none" strike="noStrike" cap="none" dirty="0">
                <a:solidFill>
                  <a:srgbClr val="000000"/>
                </a:solidFill>
                <a:effectLst/>
                <a:latin typeface="Arial"/>
                <a:ea typeface="Arial"/>
                <a:cs typeface="Arial"/>
                <a:sym typeface="Arial"/>
              </a:rPr>
              <a:t>, but it also has sharp spikes. That is why time-series forecasting is useful here. The model needs to learn both the big seasonal patterns and the smaller short-term movements</a:t>
            </a:r>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8"/>
        <p:cNvGrpSpPr/>
        <p:nvPr/>
      </p:nvGrpSpPr>
      <p:grpSpPr>
        <a:xfrm>
          <a:off x="0" y="0"/>
          <a:ext cx="0" cy="0"/>
          <a:chOff x="0" y="0"/>
          <a:chExt cx="0" cy="0"/>
        </a:xfrm>
      </p:grpSpPr>
      <p:sp>
        <p:nvSpPr>
          <p:cNvPr id="1979" name="Google Shape;1979;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0" name="Google Shape;1980;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Our workflow starts with data collection and cleaning, then feature engineering, then model training. After selecting the best model, we extend the project with scenario analysis and battery storage simulation. The dashboard then makes those results easier to explore.</a:t>
            </a:r>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2"/>
        <p:cNvGrpSpPr/>
        <p:nvPr/>
      </p:nvGrpSpPr>
      <p:grpSpPr>
        <a:xfrm>
          <a:off x="0" y="0"/>
          <a:ext cx="0" cy="0"/>
          <a:chOff x="0" y="0"/>
          <a:chExt cx="0" cy="0"/>
        </a:xfrm>
      </p:grpSpPr>
      <p:sp>
        <p:nvSpPr>
          <p:cNvPr id="1793" name="Google Shape;1793;gd431007ba2_0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4" name="Google Shape;1794;gd431007ba2_0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US" sz="1100" b="0" i="0" u="none" strike="noStrike" cap="none" dirty="0">
                <a:solidFill>
                  <a:srgbClr val="000000"/>
                </a:solidFill>
                <a:effectLst/>
                <a:latin typeface="Arial"/>
                <a:ea typeface="Arial"/>
                <a:cs typeface="Arial"/>
                <a:sym typeface="Arial"/>
              </a:rPr>
              <a:t>Feature engineering basically means turning the raw data into useful signals for the model. We did not only give the model weather values. We also gave it time information, like the hour and month, because electricity demand and renewable generation follow daily and seasonal cycles. Most importantly, we created lag features, meaning past shortfall values from the previous hour, previous day, and previous week. This matters because energy systems have patterns. What happened recently often helps predict what will happen next.</a:t>
            </a:r>
            <a:endParaRPr sz="1200" i="1" dirty="0">
              <a:solidFill>
                <a:srgbClr val="595959"/>
              </a:solidFill>
              <a:latin typeface="Anaheim"/>
              <a:ea typeface="Anaheim"/>
              <a:cs typeface="Anaheim"/>
              <a:sym typeface="Anaheim"/>
            </a:endParaRPr>
          </a:p>
          <a:p>
            <a:pPr marL="0" lvl="0" indent="0" algn="l" rtl="0">
              <a:spcBef>
                <a:spcPts val="0"/>
              </a:spcBef>
              <a:spcAft>
                <a:spcPts val="0"/>
              </a:spcAft>
              <a:buNone/>
            </a:pPr>
            <a:endParaRPr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3"/>
        <p:cNvGrpSpPr/>
        <p:nvPr/>
      </p:nvGrpSpPr>
      <p:grpSpPr>
        <a:xfrm>
          <a:off x="0" y="0"/>
          <a:ext cx="0" cy="0"/>
          <a:chOff x="0" y="0"/>
          <a:chExt cx="0" cy="0"/>
        </a:xfrm>
      </p:grpSpPr>
      <p:sp>
        <p:nvSpPr>
          <p:cNvPr id="2554" name="Google Shape;2554;g1dc87a2d568_0_3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55" name="Google Shape;2555;g1dc87a2d568_0_3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We did not only test one model. We compared four setups so we could see what actually improved forecasting. The Random Forest without lag served as a useful comparison because it shows what happens when the model does not have recent historical shortfall values.</a:t>
            </a:r>
            <a:endParaRPr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9"/>
        <p:cNvGrpSpPr/>
        <p:nvPr/>
      </p:nvGrpSpPr>
      <p:grpSpPr>
        <a:xfrm>
          <a:off x="0" y="0"/>
          <a:ext cx="0" cy="0"/>
          <a:chOff x="0" y="0"/>
          <a:chExt cx="0" cy="0"/>
        </a:xfrm>
      </p:grpSpPr>
      <p:sp>
        <p:nvSpPr>
          <p:cNvPr id="2040" name="Google Shape;2040;g1dc87a2d568_0_1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41" name="Google Shape;2041;g1dc87a2d568_0_1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The main result is that </a:t>
            </a:r>
            <a:r>
              <a:rPr lang="en-US" sz="1100" b="0" i="0" u="none" strike="noStrike" cap="none" dirty="0" err="1">
                <a:solidFill>
                  <a:srgbClr val="000000"/>
                </a:solidFill>
                <a:effectLst/>
                <a:latin typeface="Arial"/>
                <a:ea typeface="Arial"/>
                <a:cs typeface="Arial"/>
                <a:sym typeface="Arial"/>
              </a:rPr>
              <a:t>NeuralProphet</a:t>
            </a:r>
            <a:r>
              <a:rPr lang="en-US" sz="1100" b="0" i="0" u="none" strike="noStrike" cap="none" dirty="0">
                <a:solidFill>
                  <a:srgbClr val="000000"/>
                </a:solidFill>
                <a:effectLst/>
                <a:latin typeface="Arial"/>
                <a:ea typeface="Arial"/>
                <a:cs typeface="Arial"/>
                <a:sym typeface="Arial"/>
              </a:rPr>
              <a:t> was the best model. It had the lowest RMSE and the highest R². The comparison also shows that lag features matter a lot. Random Forest with lag features performed much better than Random Forest without lag features, meaning recent history carries a lot of information.</a:t>
            </a:r>
            <a:endParaRPr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7"/>
        <p:cNvGrpSpPr/>
        <p:nvPr/>
      </p:nvGrpSpPr>
      <p:grpSpPr>
        <a:xfrm>
          <a:off x="0" y="0"/>
          <a:ext cx="0" cy="0"/>
          <a:chOff x="0" y="0"/>
          <a:chExt cx="0" cy="0"/>
        </a:xfrm>
      </p:grpSpPr>
      <p:sp>
        <p:nvSpPr>
          <p:cNvPr id="2208" name="Google Shape;2208;g1dc87a2d568_0_1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09" name="Google Shape;2209;g1dc87a2d568_0_1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This chart helps prove that the model is not only good on paper. Visually, the prediction follows the actual pattern closely. It still has small errors during sudden changes, which makes sense because those are harder for any model to predict.</a:t>
            </a:r>
            <a:endParaRPr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9">
          <a:extLst>
            <a:ext uri="{FF2B5EF4-FFF2-40B4-BE49-F238E27FC236}">
              <a16:creationId xmlns:a16="http://schemas.microsoft.com/office/drawing/2014/main" id="{66074D5A-92F9-8536-DF54-8732D28C5346}"/>
            </a:ext>
          </a:extLst>
        </p:cNvPr>
        <p:cNvGrpSpPr/>
        <p:nvPr/>
      </p:nvGrpSpPr>
      <p:grpSpPr>
        <a:xfrm>
          <a:off x="0" y="0"/>
          <a:ext cx="0" cy="0"/>
          <a:chOff x="0" y="0"/>
          <a:chExt cx="0" cy="0"/>
        </a:xfrm>
      </p:grpSpPr>
      <p:sp>
        <p:nvSpPr>
          <p:cNvPr id="2240" name="Google Shape;2240;g1dc87a2d568_0_174:notes">
            <a:extLst>
              <a:ext uri="{FF2B5EF4-FFF2-40B4-BE49-F238E27FC236}">
                <a16:creationId xmlns:a16="http://schemas.microsoft.com/office/drawing/2014/main" id="{9E90DD96-FD20-B6F4-F881-5037B143206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41" name="Google Shape;2241;g1dc87a2d568_0_174:notes">
            <a:extLst>
              <a:ext uri="{FF2B5EF4-FFF2-40B4-BE49-F238E27FC236}">
                <a16:creationId xmlns:a16="http://schemas.microsoft.com/office/drawing/2014/main" id="{C0624888-F555-A1F5-D57A-61C622598C9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The scenarios help us move beyond one forecast. The worst case represents low wind and low solar output, the average case is the baseline, and the best case represents higher renewable output. Demand was kept constant so we could isolate how changes in renewable generation affect shortfall. Even in the best case, renewables covered only 38.1% of average demand, and shortfall still occurred on 2,094 out of 2,101 days. So the scenario analysis shows that increasing renewable output helps, but it does not remove the need for storage, imports, or backup generation.</a:t>
            </a:r>
            <a:endParaRPr dirty="0"/>
          </a:p>
        </p:txBody>
      </p:sp>
    </p:spTree>
    <p:extLst>
      <p:ext uri="{BB962C8B-B14F-4D97-AF65-F5344CB8AC3E}">
        <p14:creationId xmlns:p14="http://schemas.microsoft.com/office/powerpoint/2010/main" val="111772179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9">
          <a:extLst>
            <a:ext uri="{FF2B5EF4-FFF2-40B4-BE49-F238E27FC236}">
              <a16:creationId xmlns:a16="http://schemas.microsoft.com/office/drawing/2014/main" id="{3A0C3B2F-2229-63BA-205E-56D568F5AC5E}"/>
            </a:ext>
          </a:extLst>
        </p:cNvPr>
        <p:cNvGrpSpPr/>
        <p:nvPr/>
      </p:nvGrpSpPr>
      <p:grpSpPr>
        <a:xfrm>
          <a:off x="0" y="0"/>
          <a:ext cx="0" cy="0"/>
          <a:chOff x="0" y="0"/>
          <a:chExt cx="0" cy="0"/>
        </a:xfrm>
      </p:grpSpPr>
      <p:sp>
        <p:nvSpPr>
          <p:cNvPr id="2040" name="Google Shape;2040;g1dc87a2d568_0_142:notes">
            <a:extLst>
              <a:ext uri="{FF2B5EF4-FFF2-40B4-BE49-F238E27FC236}">
                <a16:creationId xmlns:a16="http://schemas.microsoft.com/office/drawing/2014/main" id="{F3C28CB1-0E34-3FEE-4ACC-C9C7190123C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41" name="Google Shape;2041;g1dc87a2d568_0_142:notes">
            <a:extLst>
              <a:ext uri="{FF2B5EF4-FFF2-40B4-BE49-F238E27FC236}">
                <a16:creationId xmlns:a16="http://schemas.microsoft.com/office/drawing/2014/main" id="{C4D5A5B1-BD43-EBFA-7AE0-22AD2109A2D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The heatmap makes the seasonal pattern easier to see. The redder cells show larger shortfalls. This matters because grid planning is not only about the average shortfall. It is also about knowing when the system is most stressed</a:t>
            </a:r>
            <a:endParaRPr dirty="0"/>
          </a:p>
        </p:txBody>
      </p:sp>
    </p:spTree>
    <p:extLst>
      <p:ext uri="{BB962C8B-B14F-4D97-AF65-F5344CB8AC3E}">
        <p14:creationId xmlns:p14="http://schemas.microsoft.com/office/powerpoint/2010/main" val="408026875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0"/>
        <p:cNvGrpSpPr/>
        <p:nvPr/>
      </p:nvGrpSpPr>
      <p:grpSpPr>
        <a:xfrm>
          <a:off x="0" y="0"/>
          <a:ext cx="0" cy="0"/>
          <a:chOff x="0" y="0"/>
          <a:chExt cx="0" cy="0"/>
        </a:xfrm>
      </p:grpSpPr>
      <p:sp>
        <p:nvSpPr>
          <p:cNvPr id="3071" name="Google Shape;3071;g1dc87a2d568_0_4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2" name="Google Shape;3072;g1dc87a2d568_0_4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The battery model uses a greedy dispatch method. That means when renewables exceed demand, the battery charges. When there is a shortfall, the battery discharges to reduce unmet demand. It also uses realistic constraints like efficiency, state of charge limits, and charging/discharging limits. Battery storage does help, and the reduction improves as capacity increases. But even the largest battery tested only reduced shortfall by 11.3% to 14.4%. That means batteries are part of the solution, but not the full solution.</a:t>
            </a:r>
            <a:endParaRPr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1"/>
        <p:cNvGrpSpPr/>
        <p:nvPr/>
      </p:nvGrpSpPr>
      <p:grpSpPr>
        <a:xfrm>
          <a:off x="0" y="0"/>
          <a:ext cx="0" cy="0"/>
          <a:chOff x="0" y="0"/>
          <a:chExt cx="0" cy="0"/>
        </a:xfrm>
      </p:grpSpPr>
      <p:sp>
        <p:nvSpPr>
          <p:cNvPr id="2452" name="Google Shape;2452;g1dc87a2d568_0_2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53" name="Google Shape;2453;g1dc87a2d568_0_2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This slide is important because it shows we understand the trade-offs. The scenarios are simplified, the battery sizes are limited, and the battery simulation uses daily data. So the results should be seen as a decision-support analysis, not a perfect simulation of the entire German grid.</a:t>
            </a:r>
            <a:endParaRPr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5"/>
        <p:cNvGrpSpPr/>
        <p:nvPr/>
      </p:nvGrpSpPr>
      <p:grpSpPr>
        <a:xfrm>
          <a:off x="0" y="0"/>
          <a:ext cx="0" cy="0"/>
          <a:chOff x="0" y="0"/>
          <a:chExt cx="0" cy="0"/>
        </a:xfrm>
      </p:grpSpPr>
      <p:sp>
        <p:nvSpPr>
          <p:cNvPr id="3486" name="Google Shape;3486;g1dc87a2d568_0_6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87" name="Google Shape;3487;g1dc87a2d568_0_6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Our final takeaway is that forecasting can be accurate and useful, but forecasting alone does not fix the energy gap. </a:t>
            </a:r>
            <a:r>
              <a:rPr lang="en-US" sz="1100" b="0" i="0" u="none" strike="noStrike" cap="none" dirty="0" err="1">
                <a:solidFill>
                  <a:srgbClr val="000000"/>
                </a:solidFill>
                <a:effectLst/>
                <a:latin typeface="Arial"/>
                <a:ea typeface="Arial"/>
                <a:cs typeface="Arial"/>
                <a:sym typeface="Arial"/>
              </a:rPr>
              <a:t>NeuralProphet</a:t>
            </a:r>
            <a:r>
              <a:rPr lang="en-US" sz="1100" b="0" i="0" u="none" strike="noStrike" cap="none" dirty="0">
                <a:solidFill>
                  <a:srgbClr val="000000"/>
                </a:solidFill>
                <a:effectLst/>
                <a:latin typeface="Arial"/>
                <a:ea typeface="Arial"/>
                <a:cs typeface="Arial"/>
                <a:sym typeface="Arial"/>
              </a:rPr>
              <a:t> performed best, the scenario analysis showed persistent shortfall, and the battery results showed that storage helps but cannot solve the problem by itself at the tested scale. Future work would make the model more realistic using live weather forecasts, hourly storage simulation, and additional storage technologies.</a:t>
            </a:r>
            <a:endParaRPr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1"/>
        <p:cNvGrpSpPr/>
        <p:nvPr/>
      </p:nvGrpSpPr>
      <p:grpSpPr>
        <a:xfrm>
          <a:off x="0" y="0"/>
          <a:ext cx="0" cy="0"/>
          <a:chOff x="0" y="0"/>
          <a:chExt cx="0" cy="0"/>
        </a:xfrm>
      </p:grpSpPr>
      <p:sp>
        <p:nvSpPr>
          <p:cNvPr id="3512" name="Google Shape;3512;g1dc87a2d568_0_6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13" name="Google Shape;3513;g1dc87a2d568_0_6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pic>
        <p:nvPicPr>
          <p:cNvPr id="9" name="Google Shape;9;p2"/>
          <p:cNvPicPr preferRelativeResize="0"/>
          <p:nvPr/>
        </p:nvPicPr>
        <p:blipFill>
          <a:blip r:embed="rId2">
            <a:alphaModFix/>
          </a:blip>
          <a:stretch>
            <a:fillRect/>
          </a:stretch>
        </p:blipFill>
        <p:spPr>
          <a:xfrm rot="10800000" flipH="1">
            <a:off x="-2356575" y="0"/>
            <a:ext cx="4684899" cy="1945675"/>
          </a:xfrm>
          <a:prstGeom prst="rect">
            <a:avLst/>
          </a:prstGeom>
          <a:noFill/>
          <a:ln>
            <a:noFill/>
          </a:ln>
        </p:spPr>
      </p:pic>
      <p:pic>
        <p:nvPicPr>
          <p:cNvPr id="10" name="Google Shape;10;p2"/>
          <p:cNvPicPr preferRelativeResize="0"/>
          <p:nvPr/>
        </p:nvPicPr>
        <p:blipFill>
          <a:blip r:embed="rId3">
            <a:alphaModFix/>
          </a:blip>
          <a:stretch>
            <a:fillRect/>
          </a:stretch>
        </p:blipFill>
        <p:spPr>
          <a:xfrm>
            <a:off x="6878600" y="-38700"/>
            <a:ext cx="3287800" cy="2801050"/>
          </a:xfrm>
          <a:prstGeom prst="rect">
            <a:avLst/>
          </a:prstGeom>
          <a:noFill/>
          <a:ln>
            <a:noFill/>
          </a:ln>
        </p:spPr>
      </p:pic>
      <p:grpSp>
        <p:nvGrpSpPr>
          <p:cNvPr id="11" name="Google Shape;11;p2"/>
          <p:cNvGrpSpPr/>
          <p:nvPr/>
        </p:nvGrpSpPr>
        <p:grpSpPr>
          <a:xfrm>
            <a:off x="-276739" y="3546580"/>
            <a:ext cx="9697465" cy="1596919"/>
            <a:chOff x="-3450" y="3500225"/>
            <a:chExt cx="7717225" cy="1270825"/>
          </a:xfrm>
        </p:grpSpPr>
        <p:sp>
          <p:nvSpPr>
            <p:cNvPr id="12" name="Google Shape;12;p2"/>
            <p:cNvSpPr/>
            <p:nvPr/>
          </p:nvSpPr>
          <p:spPr>
            <a:xfrm>
              <a:off x="-3450" y="3500225"/>
              <a:ext cx="7717225" cy="1270825"/>
            </a:xfrm>
            <a:custGeom>
              <a:avLst/>
              <a:gdLst/>
              <a:ahLst/>
              <a:cxnLst/>
              <a:rect l="l" t="t" r="r" b="b"/>
              <a:pathLst>
                <a:path w="308689" h="50833" extrusionOk="0">
                  <a:moveTo>
                    <a:pt x="10839" y="0"/>
                  </a:moveTo>
                  <a:cubicBezTo>
                    <a:pt x="4790" y="0"/>
                    <a:pt x="1" y="4201"/>
                    <a:pt x="1" y="9411"/>
                  </a:cubicBezTo>
                  <a:lnTo>
                    <a:pt x="1" y="41506"/>
                  </a:lnTo>
                  <a:cubicBezTo>
                    <a:pt x="1" y="46631"/>
                    <a:pt x="4874" y="50832"/>
                    <a:pt x="10839" y="50832"/>
                  </a:cubicBezTo>
                  <a:lnTo>
                    <a:pt x="297850" y="50832"/>
                  </a:lnTo>
                  <a:cubicBezTo>
                    <a:pt x="303815" y="50832"/>
                    <a:pt x="308688" y="46631"/>
                    <a:pt x="308688" y="41506"/>
                  </a:cubicBezTo>
                  <a:lnTo>
                    <a:pt x="308688" y="9411"/>
                  </a:lnTo>
                  <a:cubicBezTo>
                    <a:pt x="308688" y="4201"/>
                    <a:pt x="303815" y="0"/>
                    <a:pt x="297850" y="0"/>
                  </a:cubicBezTo>
                  <a:close/>
                </a:path>
              </a:pathLst>
            </a:custGeom>
            <a:solidFill>
              <a:srgbClr val="97B8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154100" y="3611005"/>
              <a:ext cx="5534800" cy="420125"/>
            </a:xfrm>
            <a:custGeom>
              <a:avLst/>
              <a:gdLst/>
              <a:ahLst/>
              <a:cxnLst/>
              <a:rect l="l" t="t" r="r" b="b"/>
              <a:pathLst>
                <a:path w="221392" h="16805" extrusionOk="0">
                  <a:moveTo>
                    <a:pt x="6554" y="0"/>
                  </a:moveTo>
                  <a:cubicBezTo>
                    <a:pt x="2941" y="0"/>
                    <a:pt x="0" y="2857"/>
                    <a:pt x="0" y="6386"/>
                  </a:cubicBezTo>
                  <a:cubicBezTo>
                    <a:pt x="0" y="9915"/>
                    <a:pt x="2941" y="12855"/>
                    <a:pt x="6554" y="12855"/>
                  </a:cubicBezTo>
                  <a:lnTo>
                    <a:pt x="10335" y="12855"/>
                  </a:lnTo>
                  <a:cubicBezTo>
                    <a:pt x="10335" y="13023"/>
                    <a:pt x="10167" y="13275"/>
                    <a:pt x="10167" y="13443"/>
                  </a:cubicBezTo>
                  <a:cubicBezTo>
                    <a:pt x="10167" y="15376"/>
                    <a:pt x="11763" y="16804"/>
                    <a:pt x="13695" y="16804"/>
                  </a:cubicBezTo>
                  <a:lnTo>
                    <a:pt x="69988" y="16804"/>
                  </a:lnTo>
                  <a:cubicBezTo>
                    <a:pt x="71837" y="16804"/>
                    <a:pt x="73433" y="15376"/>
                    <a:pt x="73433" y="13443"/>
                  </a:cubicBezTo>
                  <a:cubicBezTo>
                    <a:pt x="73433" y="13275"/>
                    <a:pt x="73433" y="13023"/>
                    <a:pt x="73349" y="12855"/>
                  </a:cubicBezTo>
                  <a:lnTo>
                    <a:pt x="214922" y="12855"/>
                  </a:lnTo>
                  <a:cubicBezTo>
                    <a:pt x="218451" y="12855"/>
                    <a:pt x="221391" y="9999"/>
                    <a:pt x="221391" y="6386"/>
                  </a:cubicBezTo>
                  <a:cubicBezTo>
                    <a:pt x="221391" y="2941"/>
                    <a:pt x="218451" y="0"/>
                    <a:pt x="2149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294825" y="4131930"/>
              <a:ext cx="1657300" cy="420125"/>
            </a:xfrm>
            <a:custGeom>
              <a:avLst/>
              <a:gdLst/>
              <a:ahLst/>
              <a:cxnLst/>
              <a:rect l="l" t="t" r="r" b="b"/>
              <a:pathLst>
                <a:path w="66292" h="16805" extrusionOk="0">
                  <a:moveTo>
                    <a:pt x="4117" y="0"/>
                  </a:moveTo>
                  <a:cubicBezTo>
                    <a:pt x="1849" y="0"/>
                    <a:pt x="1" y="1765"/>
                    <a:pt x="1" y="3949"/>
                  </a:cubicBezTo>
                  <a:cubicBezTo>
                    <a:pt x="1" y="6218"/>
                    <a:pt x="1933" y="7982"/>
                    <a:pt x="4117" y="7982"/>
                  </a:cubicBezTo>
                  <a:lnTo>
                    <a:pt x="4454" y="7982"/>
                  </a:lnTo>
                  <a:cubicBezTo>
                    <a:pt x="4370" y="8318"/>
                    <a:pt x="4370" y="8738"/>
                    <a:pt x="4370" y="8990"/>
                  </a:cubicBezTo>
                  <a:cubicBezTo>
                    <a:pt x="4370" y="11763"/>
                    <a:pt x="6554" y="13863"/>
                    <a:pt x="9327" y="13863"/>
                  </a:cubicBezTo>
                  <a:lnTo>
                    <a:pt x="23358" y="13863"/>
                  </a:lnTo>
                  <a:lnTo>
                    <a:pt x="23358" y="14283"/>
                  </a:lnTo>
                  <a:cubicBezTo>
                    <a:pt x="23358" y="15628"/>
                    <a:pt x="24534" y="16804"/>
                    <a:pt x="25963" y="16804"/>
                  </a:cubicBezTo>
                  <a:lnTo>
                    <a:pt x="63687" y="16804"/>
                  </a:lnTo>
                  <a:cubicBezTo>
                    <a:pt x="65200" y="16804"/>
                    <a:pt x="66292" y="15628"/>
                    <a:pt x="66292" y="14283"/>
                  </a:cubicBezTo>
                  <a:cubicBezTo>
                    <a:pt x="66292" y="12939"/>
                    <a:pt x="65200" y="11763"/>
                    <a:pt x="63687" y="11763"/>
                  </a:cubicBezTo>
                  <a:lnTo>
                    <a:pt x="49404" y="11763"/>
                  </a:lnTo>
                  <a:cubicBezTo>
                    <a:pt x="49908" y="11007"/>
                    <a:pt x="50244" y="10082"/>
                    <a:pt x="50244" y="8990"/>
                  </a:cubicBezTo>
                  <a:cubicBezTo>
                    <a:pt x="50244" y="8738"/>
                    <a:pt x="50244" y="8318"/>
                    <a:pt x="50160" y="7982"/>
                  </a:cubicBezTo>
                  <a:lnTo>
                    <a:pt x="59990" y="7982"/>
                  </a:lnTo>
                  <a:cubicBezTo>
                    <a:pt x="62343" y="7982"/>
                    <a:pt x="64107" y="6218"/>
                    <a:pt x="64107" y="3949"/>
                  </a:cubicBezTo>
                  <a:cubicBezTo>
                    <a:pt x="64107" y="1765"/>
                    <a:pt x="62259" y="0"/>
                    <a:pt x="5999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 name="Google Shape;15;p2"/>
          <p:cNvGrpSpPr/>
          <p:nvPr/>
        </p:nvGrpSpPr>
        <p:grpSpPr>
          <a:xfrm>
            <a:off x="316570" y="91583"/>
            <a:ext cx="7575680" cy="667470"/>
            <a:chOff x="888978" y="1113996"/>
            <a:chExt cx="5436050" cy="478954"/>
          </a:xfrm>
        </p:grpSpPr>
        <p:sp>
          <p:nvSpPr>
            <p:cNvPr id="16" name="Google Shape;16;p2"/>
            <p:cNvSpPr/>
            <p:nvPr/>
          </p:nvSpPr>
          <p:spPr>
            <a:xfrm>
              <a:off x="5713753" y="1282053"/>
              <a:ext cx="611275" cy="306700"/>
            </a:xfrm>
            <a:custGeom>
              <a:avLst/>
              <a:gdLst/>
              <a:ahLst/>
              <a:cxnLst/>
              <a:rect l="l" t="t" r="r" b="b"/>
              <a:pathLst>
                <a:path w="24451" h="12268" extrusionOk="0">
                  <a:moveTo>
                    <a:pt x="22182" y="4706"/>
                  </a:moveTo>
                  <a:lnTo>
                    <a:pt x="18821" y="4706"/>
                  </a:lnTo>
                  <a:cubicBezTo>
                    <a:pt x="18569" y="3362"/>
                    <a:pt x="17477" y="2185"/>
                    <a:pt x="15881" y="2185"/>
                  </a:cubicBezTo>
                  <a:lnTo>
                    <a:pt x="12268" y="2185"/>
                  </a:lnTo>
                  <a:lnTo>
                    <a:pt x="12268" y="1849"/>
                  </a:lnTo>
                  <a:cubicBezTo>
                    <a:pt x="12268" y="841"/>
                    <a:pt x="11428" y="1"/>
                    <a:pt x="10335" y="1"/>
                  </a:cubicBezTo>
                  <a:lnTo>
                    <a:pt x="8235" y="1"/>
                  </a:lnTo>
                  <a:cubicBezTo>
                    <a:pt x="7143" y="1"/>
                    <a:pt x="6218" y="841"/>
                    <a:pt x="6218" y="1849"/>
                  </a:cubicBezTo>
                  <a:lnTo>
                    <a:pt x="6218" y="2185"/>
                  </a:lnTo>
                  <a:lnTo>
                    <a:pt x="5126" y="2185"/>
                  </a:lnTo>
                  <a:cubicBezTo>
                    <a:pt x="3614" y="2185"/>
                    <a:pt x="2185" y="3446"/>
                    <a:pt x="2185" y="5042"/>
                  </a:cubicBezTo>
                  <a:cubicBezTo>
                    <a:pt x="925" y="5126"/>
                    <a:pt x="1" y="6050"/>
                    <a:pt x="1" y="7311"/>
                  </a:cubicBezTo>
                  <a:cubicBezTo>
                    <a:pt x="1" y="8571"/>
                    <a:pt x="1093" y="9663"/>
                    <a:pt x="2269" y="9663"/>
                  </a:cubicBezTo>
                  <a:lnTo>
                    <a:pt x="3194" y="9663"/>
                  </a:lnTo>
                  <a:cubicBezTo>
                    <a:pt x="3614" y="10503"/>
                    <a:pt x="4370" y="11007"/>
                    <a:pt x="5378" y="11007"/>
                  </a:cubicBezTo>
                  <a:lnTo>
                    <a:pt x="7815" y="11007"/>
                  </a:lnTo>
                  <a:cubicBezTo>
                    <a:pt x="8235" y="11764"/>
                    <a:pt x="8907" y="12268"/>
                    <a:pt x="9747" y="12268"/>
                  </a:cubicBezTo>
                  <a:lnTo>
                    <a:pt x="11764" y="12268"/>
                  </a:lnTo>
                  <a:cubicBezTo>
                    <a:pt x="12688" y="12268"/>
                    <a:pt x="13444" y="11764"/>
                    <a:pt x="13780" y="11007"/>
                  </a:cubicBezTo>
                  <a:lnTo>
                    <a:pt x="13864" y="11007"/>
                  </a:lnTo>
                  <a:cubicBezTo>
                    <a:pt x="15040" y="11007"/>
                    <a:pt x="15965" y="10251"/>
                    <a:pt x="16301" y="9327"/>
                  </a:cubicBezTo>
                  <a:lnTo>
                    <a:pt x="21762" y="9327"/>
                  </a:lnTo>
                  <a:cubicBezTo>
                    <a:pt x="23022" y="9327"/>
                    <a:pt x="24030" y="8235"/>
                    <a:pt x="24030" y="6974"/>
                  </a:cubicBezTo>
                  <a:cubicBezTo>
                    <a:pt x="24451" y="5714"/>
                    <a:pt x="23442" y="4706"/>
                    <a:pt x="22182" y="470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2332550" y="1113996"/>
              <a:ext cx="313000" cy="168075"/>
            </a:xfrm>
            <a:custGeom>
              <a:avLst/>
              <a:gdLst/>
              <a:ahLst/>
              <a:cxnLst/>
              <a:rect l="l" t="t" r="r" b="b"/>
              <a:pathLst>
                <a:path w="12520" h="6723" extrusionOk="0">
                  <a:moveTo>
                    <a:pt x="11259" y="2774"/>
                  </a:moveTo>
                  <a:lnTo>
                    <a:pt x="10251" y="2774"/>
                  </a:lnTo>
                  <a:cubicBezTo>
                    <a:pt x="10251" y="2606"/>
                    <a:pt x="10335" y="2522"/>
                    <a:pt x="10335" y="2438"/>
                  </a:cubicBezTo>
                  <a:cubicBezTo>
                    <a:pt x="10335" y="1765"/>
                    <a:pt x="9831" y="1261"/>
                    <a:pt x="9159" y="1261"/>
                  </a:cubicBezTo>
                  <a:lnTo>
                    <a:pt x="8235" y="1261"/>
                  </a:lnTo>
                  <a:lnTo>
                    <a:pt x="8235" y="1009"/>
                  </a:lnTo>
                  <a:cubicBezTo>
                    <a:pt x="8235" y="505"/>
                    <a:pt x="7815" y="1"/>
                    <a:pt x="7142" y="1"/>
                  </a:cubicBezTo>
                  <a:lnTo>
                    <a:pt x="5126" y="1"/>
                  </a:lnTo>
                  <a:cubicBezTo>
                    <a:pt x="4622" y="1"/>
                    <a:pt x="4202" y="337"/>
                    <a:pt x="4118" y="841"/>
                  </a:cubicBezTo>
                  <a:lnTo>
                    <a:pt x="3530" y="841"/>
                  </a:lnTo>
                  <a:cubicBezTo>
                    <a:pt x="2857" y="841"/>
                    <a:pt x="2269" y="1345"/>
                    <a:pt x="2269" y="2017"/>
                  </a:cubicBezTo>
                  <a:lnTo>
                    <a:pt x="1429" y="2017"/>
                  </a:lnTo>
                  <a:cubicBezTo>
                    <a:pt x="673" y="2017"/>
                    <a:pt x="1" y="2606"/>
                    <a:pt x="1" y="3362"/>
                  </a:cubicBezTo>
                  <a:cubicBezTo>
                    <a:pt x="1" y="4118"/>
                    <a:pt x="673" y="4706"/>
                    <a:pt x="1429" y="4706"/>
                  </a:cubicBezTo>
                  <a:lnTo>
                    <a:pt x="2101" y="4706"/>
                  </a:lnTo>
                  <a:cubicBezTo>
                    <a:pt x="2353" y="5210"/>
                    <a:pt x="2857" y="5630"/>
                    <a:pt x="3530" y="5630"/>
                  </a:cubicBezTo>
                  <a:lnTo>
                    <a:pt x="3614" y="5630"/>
                  </a:lnTo>
                  <a:cubicBezTo>
                    <a:pt x="3698" y="6302"/>
                    <a:pt x="4118" y="6723"/>
                    <a:pt x="4874" y="6723"/>
                  </a:cubicBezTo>
                  <a:lnTo>
                    <a:pt x="6722" y="6723"/>
                  </a:lnTo>
                  <a:cubicBezTo>
                    <a:pt x="7394" y="6723"/>
                    <a:pt x="7899" y="6302"/>
                    <a:pt x="7983" y="5630"/>
                  </a:cubicBezTo>
                  <a:lnTo>
                    <a:pt x="8235" y="5630"/>
                  </a:lnTo>
                  <a:cubicBezTo>
                    <a:pt x="8655" y="5630"/>
                    <a:pt x="9075" y="5462"/>
                    <a:pt x="9327" y="5126"/>
                  </a:cubicBezTo>
                  <a:lnTo>
                    <a:pt x="11259" y="5126"/>
                  </a:lnTo>
                  <a:cubicBezTo>
                    <a:pt x="11847" y="5126"/>
                    <a:pt x="12520" y="4622"/>
                    <a:pt x="12520" y="3950"/>
                  </a:cubicBezTo>
                  <a:cubicBezTo>
                    <a:pt x="12436" y="3278"/>
                    <a:pt x="11931" y="2774"/>
                    <a:pt x="11259" y="277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888978" y="1277850"/>
              <a:ext cx="569250" cy="315100"/>
            </a:xfrm>
            <a:custGeom>
              <a:avLst/>
              <a:gdLst/>
              <a:ahLst/>
              <a:cxnLst/>
              <a:rect l="l" t="t" r="r" b="b"/>
              <a:pathLst>
                <a:path w="22770" h="12604" extrusionOk="0">
                  <a:moveTo>
                    <a:pt x="20585" y="5042"/>
                  </a:moveTo>
                  <a:lnTo>
                    <a:pt x="18821" y="5042"/>
                  </a:lnTo>
                  <a:cubicBezTo>
                    <a:pt x="18905" y="4874"/>
                    <a:pt x="18905" y="4622"/>
                    <a:pt x="18905" y="4454"/>
                  </a:cubicBezTo>
                  <a:cubicBezTo>
                    <a:pt x="18905" y="3277"/>
                    <a:pt x="17981" y="2353"/>
                    <a:pt x="16720" y="2353"/>
                  </a:cubicBezTo>
                  <a:lnTo>
                    <a:pt x="15040" y="2353"/>
                  </a:lnTo>
                  <a:lnTo>
                    <a:pt x="15040" y="1933"/>
                  </a:lnTo>
                  <a:cubicBezTo>
                    <a:pt x="15040" y="841"/>
                    <a:pt x="14200" y="1"/>
                    <a:pt x="13023" y="1"/>
                  </a:cubicBezTo>
                  <a:lnTo>
                    <a:pt x="9327" y="1"/>
                  </a:lnTo>
                  <a:cubicBezTo>
                    <a:pt x="8402" y="1"/>
                    <a:pt x="7562" y="589"/>
                    <a:pt x="7478" y="1597"/>
                  </a:cubicBezTo>
                  <a:lnTo>
                    <a:pt x="6302" y="1597"/>
                  </a:lnTo>
                  <a:cubicBezTo>
                    <a:pt x="5042" y="1597"/>
                    <a:pt x="4117" y="2521"/>
                    <a:pt x="3949" y="3781"/>
                  </a:cubicBezTo>
                  <a:lnTo>
                    <a:pt x="2521" y="3781"/>
                  </a:lnTo>
                  <a:cubicBezTo>
                    <a:pt x="1177" y="3781"/>
                    <a:pt x="0" y="4958"/>
                    <a:pt x="0" y="6302"/>
                  </a:cubicBezTo>
                  <a:cubicBezTo>
                    <a:pt x="0" y="7646"/>
                    <a:pt x="1177" y="8823"/>
                    <a:pt x="2521" y="8823"/>
                  </a:cubicBezTo>
                  <a:lnTo>
                    <a:pt x="3865" y="8823"/>
                  </a:lnTo>
                  <a:cubicBezTo>
                    <a:pt x="4201" y="9831"/>
                    <a:pt x="5210" y="10587"/>
                    <a:pt x="6386" y="10587"/>
                  </a:cubicBezTo>
                  <a:lnTo>
                    <a:pt x="6638" y="10587"/>
                  </a:lnTo>
                  <a:cubicBezTo>
                    <a:pt x="6722" y="11763"/>
                    <a:pt x="7646" y="12604"/>
                    <a:pt x="8822" y="12604"/>
                  </a:cubicBezTo>
                  <a:lnTo>
                    <a:pt x="12267" y="12604"/>
                  </a:lnTo>
                  <a:cubicBezTo>
                    <a:pt x="13444" y="12604"/>
                    <a:pt x="14368" y="11763"/>
                    <a:pt x="14452" y="10587"/>
                  </a:cubicBezTo>
                  <a:lnTo>
                    <a:pt x="14872" y="10587"/>
                  </a:lnTo>
                  <a:cubicBezTo>
                    <a:pt x="15712" y="10587"/>
                    <a:pt x="16468" y="10167"/>
                    <a:pt x="16972" y="9663"/>
                  </a:cubicBezTo>
                  <a:lnTo>
                    <a:pt x="20585" y="9663"/>
                  </a:lnTo>
                  <a:cubicBezTo>
                    <a:pt x="21846" y="9663"/>
                    <a:pt x="22770" y="8739"/>
                    <a:pt x="22770" y="7478"/>
                  </a:cubicBezTo>
                  <a:cubicBezTo>
                    <a:pt x="22770" y="5966"/>
                    <a:pt x="21846" y="5042"/>
                    <a:pt x="20585" y="504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9" name="Google Shape;19;p2"/>
          <p:cNvSpPr txBox="1">
            <a:spLocks noGrp="1"/>
          </p:cNvSpPr>
          <p:nvPr>
            <p:ph type="ctrTitle"/>
          </p:nvPr>
        </p:nvSpPr>
        <p:spPr>
          <a:xfrm>
            <a:off x="713228" y="671825"/>
            <a:ext cx="5640600" cy="1610100"/>
          </a:xfrm>
          <a:prstGeom prst="rect">
            <a:avLst/>
          </a:prstGeom>
        </p:spPr>
        <p:txBody>
          <a:bodyPr spcFirstLastPara="1" wrap="square" lIns="91425" tIns="91425" rIns="91425" bIns="91425" anchor="b" anchorCtr="0">
            <a:noAutofit/>
          </a:bodyPr>
          <a:lstStyle>
            <a:lvl1pPr lvl="0" algn="l">
              <a:lnSpc>
                <a:spcPct val="90000"/>
              </a:lnSpc>
              <a:spcBef>
                <a:spcPts val="0"/>
              </a:spcBef>
              <a:spcAft>
                <a:spcPts val="0"/>
              </a:spcAft>
              <a:buClr>
                <a:srgbClr val="191919"/>
              </a:buClr>
              <a:buSzPts val="5200"/>
              <a:buNone/>
              <a:defRPr sz="9600" b="1">
                <a:latin typeface="Syncopate"/>
                <a:ea typeface="Syncopate"/>
                <a:cs typeface="Syncopate"/>
                <a:sym typeface="Syncopate"/>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20" name="Google Shape;20;p2"/>
          <p:cNvSpPr txBox="1">
            <a:spLocks noGrp="1"/>
          </p:cNvSpPr>
          <p:nvPr>
            <p:ph type="subTitle" idx="1"/>
          </p:nvPr>
        </p:nvSpPr>
        <p:spPr>
          <a:xfrm>
            <a:off x="713213" y="2244188"/>
            <a:ext cx="4528800" cy="4758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400"/>
              <a:buNone/>
              <a:defRPr sz="1600">
                <a:solidFill>
                  <a:schemeClr val="accent4"/>
                </a:solidFill>
                <a:latin typeface="Albert Sans Medium"/>
                <a:ea typeface="Albert Sans Medium"/>
                <a:cs typeface="Albert Sans Medium"/>
                <a:sym typeface="Albert Sans Medium"/>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1"/>
        <p:cNvGrpSpPr/>
        <p:nvPr/>
      </p:nvGrpSpPr>
      <p:grpSpPr>
        <a:xfrm>
          <a:off x="0" y="0"/>
          <a:ext cx="0" cy="0"/>
          <a:chOff x="0" y="0"/>
          <a:chExt cx="0" cy="0"/>
        </a:xfrm>
      </p:grpSpPr>
      <p:grpSp>
        <p:nvGrpSpPr>
          <p:cNvPr id="22" name="Google Shape;22;p3"/>
          <p:cNvGrpSpPr/>
          <p:nvPr/>
        </p:nvGrpSpPr>
        <p:grpSpPr>
          <a:xfrm>
            <a:off x="-276739" y="3533386"/>
            <a:ext cx="9749832" cy="1610113"/>
            <a:chOff x="-3450" y="3489725"/>
            <a:chExt cx="7758899" cy="1281325"/>
          </a:xfrm>
        </p:grpSpPr>
        <p:sp>
          <p:nvSpPr>
            <p:cNvPr id="23" name="Google Shape;23;p3"/>
            <p:cNvSpPr/>
            <p:nvPr/>
          </p:nvSpPr>
          <p:spPr>
            <a:xfrm>
              <a:off x="-3450" y="3500225"/>
              <a:ext cx="7717225" cy="1270825"/>
            </a:xfrm>
            <a:custGeom>
              <a:avLst/>
              <a:gdLst/>
              <a:ahLst/>
              <a:cxnLst/>
              <a:rect l="l" t="t" r="r" b="b"/>
              <a:pathLst>
                <a:path w="308689" h="50833" extrusionOk="0">
                  <a:moveTo>
                    <a:pt x="10839" y="0"/>
                  </a:moveTo>
                  <a:cubicBezTo>
                    <a:pt x="4790" y="0"/>
                    <a:pt x="1" y="4201"/>
                    <a:pt x="1" y="9411"/>
                  </a:cubicBezTo>
                  <a:lnTo>
                    <a:pt x="1" y="41506"/>
                  </a:lnTo>
                  <a:cubicBezTo>
                    <a:pt x="1" y="46631"/>
                    <a:pt x="4874" y="50832"/>
                    <a:pt x="10839" y="50832"/>
                  </a:cubicBezTo>
                  <a:lnTo>
                    <a:pt x="297850" y="50832"/>
                  </a:lnTo>
                  <a:cubicBezTo>
                    <a:pt x="303815" y="50832"/>
                    <a:pt x="308688" y="46631"/>
                    <a:pt x="308688" y="41506"/>
                  </a:cubicBezTo>
                  <a:lnTo>
                    <a:pt x="308688" y="9411"/>
                  </a:lnTo>
                  <a:cubicBezTo>
                    <a:pt x="308688" y="4201"/>
                    <a:pt x="303815" y="0"/>
                    <a:pt x="297850" y="0"/>
                  </a:cubicBezTo>
                  <a:close/>
                </a:path>
              </a:pathLst>
            </a:custGeom>
            <a:solidFill>
              <a:srgbClr val="97B8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3"/>
            <p:cNvSpPr/>
            <p:nvPr/>
          </p:nvSpPr>
          <p:spPr>
            <a:xfrm>
              <a:off x="2220649" y="3489725"/>
              <a:ext cx="5534800" cy="420125"/>
            </a:xfrm>
            <a:custGeom>
              <a:avLst/>
              <a:gdLst/>
              <a:ahLst/>
              <a:cxnLst/>
              <a:rect l="l" t="t" r="r" b="b"/>
              <a:pathLst>
                <a:path w="221392" h="16805" extrusionOk="0">
                  <a:moveTo>
                    <a:pt x="6554" y="0"/>
                  </a:moveTo>
                  <a:cubicBezTo>
                    <a:pt x="2941" y="0"/>
                    <a:pt x="0" y="2857"/>
                    <a:pt x="0" y="6386"/>
                  </a:cubicBezTo>
                  <a:cubicBezTo>
                    <a:pt x="0" y="9915"/>
                    <a:pt x="2941" y="12855"/>
                    <a:pt x="6554" y="12855"/>
                  </a:cubicBezTo>
                  <a:lnTo>
                    <a:pt x="10335" y="12855"/>
                  </a:lnTo>
                  <a:cubicBezTo>
                    <a:pt x="10335" y="13023"/>
                    <a:pt x="10167" y="13275"/>
                    <a:pt x="10167" y="13443"/>
                  </a:cubicBezTo>
                  <a:cubicBezTo>
                    <a:pt x="10167" y="15376"/>
                    <a:pt x="11763" y="16804"/>
                    <a:pt x="13695" y="16804"/>
                  </a:cubicBezTo>
                  <a:lnTo>
                    <a:pt x="69988" y="16804"/>
                  </a:lnTo>
                  <a:cubicBezTo>
                    <a:pt x="71837" y="16804"/>
                    <a:pt x="73433" y="15376"/>
                    <a:pt x="73433" y="13443"/>
                  </a:cubicBezTo>
                  <a:cubicBezTo>
                    <a:pt x="73433" y="13275"/>
                    <a:pt x="73433" y="13023"/>
                    <a:pt x="73349" y="12855"/>
                  </a:cubicBezTo>
                  <a:lnTo>
                    <a:pt x="214922" y="12855"/>
                  </a:lnTo>
                  <a:cubicBezTo>
                    <a:pt x="218451" y="12855"/>
                    <a:pt x="221391" y="9999"/>
                    <a:pt x="221391" y="6386"/>
                  </a:cubicBezTo>
                  <a:cubicBezTo>
                    <a:pt x="221391" y="2941"/>
                    <a:pt x="218451" y="0"/>
                    <a:pt x="2149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3"/>
            <p:cNvSpPr/>
            <p:nvPr/>
          </p:nvSpPr>
          <p:spPr>
            <a:xfrm>
              <a:off x="1403954" y="3976765"/>
              <a:ext cx="3564550" cy="487325"/>
            </a:xfrm>
            <a:custGeom>
              <a:avLst/>
              <a:gdLst/>
              <a:ahLst/>
              <a:cxnLst/>
              <a:rect l="l" t="t" r="r" b="b"/>
              <a:pathLst>
                <a:path w="142582" h="19493" extrusionOk="0">
                  <a:moveTo>
                    <a:pt x="7730" y="0"/>
                  </a:moveTo>
                  <a:cubicBezTo>
                    <a:pt x="3445" y="0"/>
                    <a:pt x="0" y="3445"/>
                    <a:pt x="0" y="7646"/>
                  </a:cubicBezTo>
                  <a:cubicBezTo>
                    <a:pt x="0" y="11847"/>
                    <a:pt x="3445" y="15292"/>
                    <a:pt x="7730" y="15292"/>
                  </a:cubicBezTo>
                  <a:lnTo>
                    <a:pt x="13023" y="15292"/>
                  </a:lnTo>
                  <a:cubicBezTo>
                    <a:pt x="12687" y="15712"/>
                    <a:pt x="12603" y="16300"/>
                    <a:pt x="12603" y="16804"/>
                  </a:cubicBezTo>
                  <a:cubicBezTo>
                    <a:pt x="12603" y="18401"/>
                    <a:pt x="13864" y="19493"/>
                    <a:pt x="15376" y="19493"/>
                  </a:cubicBezTo>
                  <a:lnTo>
                    <a:pt x="108554" y="19493"/>
                  </a:lnTo>
                  <a:cubicBezTo>
                    <a:pt x="110150" y="19493"/>
                    <a:pt x="111410" y="18233"/>
                    <a:pt x="111410" y="16804"/>
                  </a:cubicBezTo>
                  <a:cubicBezTo>
                    <a:pt x="111410" y="16300"/>
                    <a:pt x="111158" y="15712"/>
                    <a:pt x="110990" y="15292"/>
                  </a:cubicBezTo>
                  <a:lnTo>
                    <a:pt x="134768" y="15292"/>
                  </a:lnTo>
                  <a:cubicBezTo>
                    <a:pt x="139137" y="15292"/>
                    <a:pt x="142581" y="11847"/>
                    <a:pt x="142581" y="7646"/>
                  </a:cubicBezTo>
                  <a:cubicBezTo>
                    <a:pt x="142497" y="3445"/>
                    <a:pt x="139053" y="0"/>
                    <a:pt x="13468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3"/>
            <p:cNvSpPr/>
            <p:nvPr/>
          </p:nvSpPr>
          <p:spPr>
            <a:xfrm>
              <a:off x="5119869" y="4010650"/>
              <a:ext cx="1657300" cy="420125"/>
            </a:xfrm>
            <a:custGeom>
              <a:avLst/>
              <a:gdLst/>
              <a:ahLst/>
              <a:cxnLst/>
              <a:rect l="l" t="t" r="r" b="b"/>
              <a:pathLst>
                <a:path w="66292" h="16805" extrusionOk="0">
                  <a:moveTo>
                    <a:pt x="4117" y="0"/>
                  </a:moveTo>
                  <a:cubicBezTo>
                    <a:pt x="1849" y="0"/>
                    <a:pt x="1" y="1765"/>
                    <a:pt x="1" y="3949"/>
                  </a:cubicBezTo>
                  <a:cubicBezTo>
                    <a:pt x="1" y="6218"/>
                    <a:pt x="1933" y="7982"/>
                    <a:pt x="4117" y="7982"/>
                  </a:cubicBezTo>
                  <a:lnTo>
                    <a:pt x="4454" y="7982"/>
                  </a:lnTo>
                  <a:cubicBezTo>
                    <a:pt x="4370" y="8318"/>
                    <a:pt x="4370" y="8738"/>
                    <a:pt x="4370" y="8990"/>
                  </a:cubicBezTo>
                  <a:cubicBezTo>
                    <a:pt x="4370" y="11763"/>
                    <a:pt x="6554" y="13863"/>
                    <a:pt x="9327" y="13863"/>
                  </a:cubicBezTo>
                  <a:lnTo>
                    <a:pt x="23358" y="13863"/>
                  </a:lnTo>
                  <a:lnTo>
                    <a:pt x="23358" y="14283"/>
                  </a:lnTo>
                  <a:cubicBezTo>
                    <a:pt x="23358" y="15628"/>
                    <a:pt x="24534" y="16804"/>
                    <a:pt x="25963" y="16804"/>
                  </a:cubicBezTo>
                  <a:lnTo>
                    <a:pt x="63687" y="16804"/>
                  </a:lnTo>
                  <a:cubicBezTo>
                    <a:pt x="65200" y="16804"/>
                    <a:pt x="66292" y="15628"/>
                    <a:pt x="66292" y="14283"/>
                  </a:cubicBezTo>
                  <a:cubicBezTo>
                    <a:pt x="66292" y="12939"/>
                    <a:pt x="65200" y="11763"/>
                    <a:pt x="63687" y="11763"/>
                  </a:cubicBezTo>
                  <a:lnTo>
                    <a:pt x="49404" y="11763"/>
                  </a:lnTo>
                  <a:cubicBezTo>
                    <a:pt x="49908" y="11007"/>
                    <a:pt x="50244" y="10082"/>
                    <a:pt x="50244" y="8990"/>
                  </a:cubicBezTo>
                  <a:cubicBezTo>
                    <a:pt x="50244" y="8738"/>
                    <a:pt x="50244" y="8318"/>
                    <a:pt x="50160" y="7982"/>
                  </a:cubicBezTo>
                  <a:lnTo>
                    <a:pt x="59990" y="7982"/>
                  </a:lnTo>
                  <a:cubicBezTo>
                    <a:pt x="62343" y="7982"/>
                    <a:pt x="64107" y="6218"/>
                    <a:pt x="64107" y="3949"/>
                  </a:cubicBezTo>
                  <a:cubicBezTo>
                    <a:pt x="64107" y="1765"/>
                    <a:pt x="62259" y="0"/>
                    <a:pt x="5999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7" name="Google Shape;27;p3"/>
          <p:cNvPicPr preferRelativeResize="0"/>
          <p:nvPr/>
        </p:nvPicPr>
        <p:blipFill rotWithShape="1">
          <a:blip r:embed="rId2">
            <a:alphaModFix/>
          </a:blip>
          <a:srcRect/>
          <a:stretch/>
        </p:blipFill>
        <p:spPr>
          <a:xfrm rot="10800000">
            <a:off x="4325600" y="0"/>
            <a:ext cx="4818400" cy="2895950"/>
          </a:xfrm>
          <a:prstGeom prst="rect">
            <a:avLst/>
          </a:prstGeom>
          <a:noFill/>
          <a:ln>
            <a:noFill/>
          </a:ln>
        </p:spPr>
      </p:pic>
      <p:pic>
        <p:nvPicPr>
          <p:cNvPr id="28" name="Google Shape;28;p3"/>
          <p:cNvPicPr preferRelativeResize="0"/>
          <p:nvPr/>
        </p:nvPicPr>
        <p:blipFill rotWithShape="1">
          <a:blip r:embed="rId3">
            <a:alphaModFix/>
          </a:blip>
          <a:srcRect l="33043"/>
          <a:stretch/>
        </p:blipFill>
        <p:spPr>
          <a:xfrm rot="5400000">
            <a:off x="-532075" y="532075"/>
            <a:ext cx="2802224" cy="1738075"/>
          </a:xfrm>
          <a:prstGeom prst="rect">
            <a:avLst/>
          </a:prstGeom>
          <a:noFill/>
          <a:ln>
            <a:noFill/>
          </a:ln>
        </p:spPr>
      </p:pic>
      <p:sp>
        <p:nvSpPr>
          <p:cNvPr id="29" name="Google Shape;29;p3"/>
          <p:cNvSpPr/>
          <p:nvPr/>
        </p:nvSpPr>
        <p:spPr>
          <a:xfrm flipH="1">
            <a:off x="1164827" y="112088"/>
            <a:ext cx="851873" cy="427417"/>
          </a:xfrm>
          <a:custGeom>
            <a:avLst/>
            <a:gdLst/>
            <a:ahLst/>
            <a:cxnLst/>
            <a:rect l="l" t="t" r="r" b="b"/>
            <a:pathLst>
              <a:path w="24451" h="12268" extrusionOk="0">
                <a:moveTo>
                  <a:pt x="22182" y="4706"/>
                </a:moveTo>
                <a:lnTo>
                  <a:pt x="18821" y="4706"/>
                </a:lnTo>
                <a:cubicBezTo>
                  <a:pt x="18569" y="3362"/>
                  <a:pt x="17477" y="2185"/>
                  <a:pt x="15881" y="2185"/>
                </a:cubicBezTo>
                <a:lnTo>
                  <a:pt x="12268" y="2185"/>
                </a:lnTo>
                <a:lnTo>
                  <a:pt x="12268" y="1849"/>
                </a:lnTo>
                <a:cubicBezTo>
                  <a:pt x="12268" y="841"/>
                  <a:pt x="11428" y="1"/>
                  <a:pt x="10335" y="1"/>
                </a:cubicBezTo>
                <a:lnTo>
                  <a:pt x="8235" y="1"/>
                </a:lnTo>
                <a:cubicBezTo>
                  <a:pt x="7143" y="1"/>
                  <a:pt x="6218" y="841"/>
                  <a:pt x="6218" y="1849"/>
                </a:cubicBezTo>
                <a:lnTo>
                  <a:pt x="6218" y="2185"/>
                </a:lnTo>
                <a:lnTo>
                  <a:pt x="5126" y="2185"/>
                </a:lnTo>
                <a:cubicBezTo>
                  <a:pt x="3614" y="2185"/>
                  <a:pt x="2185" y="3446"/>
                  <a:pt x="2185" y="5042"/>
                </a:cubicBezTo>
                <a:cubicBezTo>
                  <a:pt x="925" y="5126"/>
                  <a:pt x="1" y="6050"/>
                  <a:pt x="1" y="7311"/>
                </a:cubicBezTo>
                <a:cubicBezTo>
                  <a:pt x="1" y="8571"/>
                  <a:pt x="1093" y="9663"/>
                  <a:pt x="2269" y="9663"/>
                </a:cubicBezTo>
                <a:lnTo>
                  <a:pt x="3194" y="9663"/>
                </a:lnTo>
                <a:cubicBezTo>
                  <a:pt x="3614" y="10503"/>
                  <a:pt x="4370" y="11007"/>
                  <a:pt x="5378" y="11007"/>
                </a:cubicBezTo>
                <a:lnTo>
                  <a:pt x="7815" y="11007"/>
                </a:lnTo>
                <a:cubicBezTo>
                  <a:pt x="8235" y="11764"/>
                  <a:pt x="8907" y="12268"/>
                  <a:pt x="9747" y="12268"/>
                </a:cubicBezTo>
                <a:lnTo>
                  <a:pt x="11764" y="12268"/>
                </a:lnTo>
                <a:cubicBezTo>
                  <a:pt x="12688" y="12268"/>
                  <a:pt x="13444" y="11764"/>
                  <a:pt x="13780" y="11007"/>
                </a:cubicBezTo>
                <a:lnTo>
                  <a:pt x="13864" y="11007"/>
                </a:lnTo>
                <a:cubicBezTo>
                  <a:pt x="15040" y="11007"/>
                  <a:pt x="15965" y="10251"/>
                  <a:pt x="16301" y="9327"/>
                </a:cubicBezTo>
                <a:lnTo>
                  <a:pt x="21762" y="9327"/>
                </a:lnTo>
                <a:cubicBezTo>
                  <a:pt x="23022" y="9327"/>
                  <a:pt x="24030" y="8235"/>
                  <a:pt x="24030" y="6974"/>
                </a:cubicBezTo>
                <a:cubicBezTo>
                  <a:pt x="24451" y="5714"/>
                  <a:pt x="23442" y="4706"/>
                  <a:pt x="22182" y="470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3"/>
          <p:cNvSpPr/>
          <p:nvPr/>
        </p:nvSpPr>
        <p:spPr>
          <a:xfrm>
            <a:off x="1164834" y="340881"/>
            <a:ext cx="430344" cy="424734"/>
          </a:xfrm>
          <a:custGeom>
            <a:avLst/>
            <a:gdLst/>
            <a:ahLst/>
            <a:cxnLst/>
            <a:rect l="l" t="t" r="r" b="b"/>
            <a:pathLst>
              <a:path w="12352" h="12191" extrusionOk="0">
                <a:moveTo>
                  <a:pt x="6416" y="1"/>
                </a:moveTo>
                <a:cubicBezTo>
                  <a:pt x="6322" y="1"/>
                  <a:pt x="6228" y="3"/>
                  <a:pt x="6134" y="8"/>
                </a:cubicBezTo>
                <a:cubicBezTo>
                  <a:pt x="2773" y="8"/>
                  <a:pt x="0" y="2696"/>
                  <a:pt x="0" y="6057"/>
                </a:cubicBezTo>
                <a:cubicBezTo>
                  <a:pt x="0" y="9418"/>
                  <a:pt x="2689" y="12191"/>
                  <a:pt x="6134" y="12191"/>
                </a:cubicBezTo>
                <a:cubicBezTo>
                  <a:pt x="9494" y="12191"/>
                  <a:pt x="12351" y="9418"/>
                  <a:pt x="12351" y="6057"/>
                </a:cubicBezTo>
                <a:cubicBezTo>
                  <a:pt x="12351" y="2791"/>
                  <a:pt x="9653" y="1"/>
                  <a:pt x="6416" y="1"/>
                </a:cubicBezTo>
                <a:close/>
              </a:path>
            </a:pathLst>
          </a:custGeom>
          <a:solidFill>
            <a:srgbClr val="FFEB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1" name="Google Shape;31;p3"/>
          <p:cNvGrpSpPr/>
          <p:nvPr/>
        </p:nvGrpSpPr>
        <p:grpSpPr>
          <a:xfrm>
            <a:off x="8373025" y="2850347"/>
            <a:ext cx="631180" cy="702975"/>
            <a:chOff x="6842050" y="3065425"/>
            <a:chExt cx="535625" cy="596550"/>
          </a:xfrm>
        </p:grpSpPr>
        <p:sp>
          <p:nvSpPr>
            <p:cNvPr id="32" name="Google Shape;32;p3"/>
            <p:cNvSpPr/>
            <p:nvPr/>
          </p:nvSpPr>
          <p:spPr>
            <a:xfrm>
              <a:off x="7073100" y="3451925"/>
              <a:ext cx="56725" cy="210050"/>
            </a:xfrm>
            <a:custGeom>
              <a:avLst/>
              <a:gdLst/>
              <a:ahLst/>
              <a:cxnLst/>
              <a:rect l="l" t="t" r="r" b="b"/>
              <a:pathLst>
                <a:path w="2269" h="8402" extrusionOk="0">
                  <a:moveTo>
                    <a:pt x="504" y="0"/>
                  </a:moveTo>
                  <a:lnTo>
                    <a:pt x="0" y="8402"/>
                  </a:lnTo>
                  <a:lnTo>
                    <a:pt x="2269" y="8402"/>
                  </a:lnTo>
                  <a:lnTo>
                    <a:pt x="1765" y="0"/>
                  </a:lnTo>
                  <a:close/>
                </a:path>
              </a:pathLst>
            </a:custGeom>
            <a:solidFill>
              <a:srgbClr val="7A452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3"/>
            <p:cNvSpPr/>
            <p:nvPr/>
          </p:nvSpPr>
          <p:spPr>
            <a:xfrm>
              <a:off x="6867250" y="3065425"/>
              <a:ext cx="510425" cy="428525"/>
            </a:xfrm>
            <a:custGeom>
              <a:avLst/>
              <a:gdLst/>
              <a:ahLst/>
              <a:cxnLst/>
              <a:rect l="l" t="t" r="r" b="b"/>
              <a:pathLst>
                <a:path w="20417" h="17141" extrusionOk="0">
                  <a:moveTo>
                    <a:pt x="7058" y="0"/>
                  </a:moveTo>
                  <a:cubicBezTo>
                    <a:pt x="6218" y="0"/>
                    <a:pt x="5462" y="589"/>
                    <a:pt x="5462" y="1429"/>
                  </a:cubicBezTo>
                  <a:cubicBezTo>
                    <a:pt x="5462" y="1765"/>
                    <a:pt x="5630" y="1933"/>
                    <a:pt x="5714" y="2185"/>
                  </a:cubicBezTo>
                  <a:lnTo>
                    <a:pt x="4117" y="2185"/>
                  </a:lnTo>
                  <a:cubicBezTo>
                    <a:pt x="3193" y="2185"/>
                    <a:pt x="2353" y="2941"/>
                    <a:pt x="2353" y="3949"/>
                  </a:cubicBezTo>
                  <a:lnTo>
                    <a:pt x="2353" y="4285"/>
                  </a:lnTo>
                  <a:cubicBezTo>
                    <a:pt x="1429" y="4706"/>
                    <a:pt x="756" y="5630"/>
                    <a:pt x="756" y="6806"/>
                  </a:cubicBezTo>
                  <a:cubicBezTo>
                    <a:pt x="756" y="7562"/>
                    <a:pt x="1093" y="8150"/>
                    <a:pt x="1597" y="8654"/>
                  </a:cubicBezTo>
                  <a:lnTo>
                    <a:pt x="1429" y="8654"/>
                  </a:lnTo>
                  <a:cubicBezTo>
                    <a:pt x="672" y="8654"/>
                    <a:pt x="0" y="9243"/>
                    <a:pt x="0" y="9999"/>
                  </a:cubicBezTo>
                  <a:cubicBezTo>
                    <a:pt x="0" y="10671"/>
                    <a:pt x="672" y="11259"/>
                    <a:pt x="1429" y="11259"/>
                  </a:cubicBezTo>
                  <a:lnTo>
                    <a:pt x="1849" y="11259"/>
                  </a:lnTo>
                  <a:cubicBezTo>
                    <a:pt x="1597" y="11427"/>
                    <a:pt x="1513" y="11847"/>
                    <a:pt x="1513" y="12183"/>
                  </a:cubicBezTo>
                  <a:cubicBezTo>
                    <a:pt x="1513" y="13023"/>
                    <a:pt x="2101" y="13612"/>
                    <a:pt x="2857" y="13780"/>
                  </a:cubicBezTo>
                  <a:lnTo>
                    <a:pt x="2857" y="13948"/>
                  </a:lnTo>
                  <a:cubicBezTo>
                    <a:pt x="2857" y="15040"/>
                    <a:pt x="3781" y="15964"/>
                    <a:pt x="4873" y="15964"/>
                  </a:cubicBezTo>
                  <a:cubicBezTo>
                    <a:pt x="4873" y="16552"/>
                    <a:pt x="5378" y="17140"/>
                    <a:pt x="6134" y="17140"/>
                  </a:cubicBezTo>
                  <a:lnTo>
                    <a:pt x="15292" y="17140"/>
                  </a:lnTo>
                  <a:cubicBezTo>
                    <a:pt x="15880" y="17140"/>
                    <a:pt x="16552" y="16552"/>
                    <a:pt x="16552" y="15964"/>
                  </a:cubicBezTo>
                  <a:cubicBezTo>
                    <a:pt x="16552" y="15712"/>
                    <a:pt x="16384" y="15544"/>
                    <a:pt x="16300" y="15460"/>
                  </a:cubicBezTo>
                  <a:lnTo>
                    <a:pt x="17056" y="15460"/>
                  </a:lnTo>
                  <a:cubicBezTo>
                    <a:pt x="17644" y="15460"/>
                    <a:pt x="18232" y="14872"/>
                    <a:pt x="18232" y="14368"/>
                  </a:cubicBezTo>
                  <a:cubicBezTo>
                    <a:pt x="18232" y="13948"/>
                    <a:pt x="17980" y="13780"/>
                    <a:pt x="17644" y="13528"/>
                  </a:cubicBezTo>
                  <a:lnTo>
                    <a:pt x="18232" y="13528"/>
                  </a:lnTo>
                  <a:cubicBezTo>
                    <a:pt x="18737" y="13528"/>
                    <a:pt x="19157" y="13107"/>
                    <a:pt x="19157" y="12687"/>
                  </a:cubicBezTo>
                  <a:cubicBezTo>
                    <a:pt x="19157" y="12519"/>
                    <a:pt x="18989" y="12351"/>
                    <a:pt x="18905" y="12183"/>
                  </a:cubicBezTo>
                  <a:cubicBezTo>
                    <a:pt x="19745" y="11679"/>
                    <a:pt x="20417" y="10839"/>
                    <a:pt x="20417" y="9831"/>
                  </a:cubicBezTo>
                  <a:cubicBezTo>
                    <a:pt x="20417" y="8906"/>
                    <a:pt x="19745" y="8066"/>
                    <a:pt x="18821" y="7730"/>
                  </a:cubicBezTo>
                  <a:cubicBezTo>
                    <a:pt x="18905" y="7478"/>
                    <a:pt x="18989" y="7142"/>
                    <a:pt x="18989" y="6806"/>
                  </a:cubicBezTo>
                  <a:cubicBezTo>
                    <a:pt x="18989" y="5546"/>
                    <a:pt x="18148" y="4621"/>
                    <a:pt x="17140" y="4201"/>
                  </a:cubicBezTo>
                  <a:lnTo>
                    <a:pt x="17140" y="3949"/>
                  </a:lnTo>
                  <a:cubicBezTo>
                    <a:pt x="17140" y="3025"/>
                    <a:pt x="16300" y="2185"/>
                    <a:pt x="15376" y="2185"/>
                  </a:cubicBezTo>
                  <a:lnTo>
                    <a:pt x="15124" y="2185"/>
                  </a:lnTo>
                  <a:cubicBezTo>
                    <a:pt x="15292" y="1933"/>
                    <a:pt x="15376" y="1681"/>
                    <a:pt x="15376" y="1429"/>
                  </a:cubicBezTo>
                  <a:cubicBezTo>
                    <a:pt x="15376" y="589"/>
                    <a:pt x="14620" y="0"/>
                    <a:pt x="1377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3"/>
            <p:cNvSpPr/>
            <p:nvPr/>
          </p:nvSpPr>
          <p:spPr>
            <a:xfrm>
              <a:off x="6842050" y="3065425"/>
              <a:ext cx="422200" cy="428525"/>
            </a:xfrm>
            <a:custGeom>
              <a:avLst/>
              <a:gdLst/>
              <a:ahLst/>
              <a:cxnLst/>
              <a:rect l="l" t="t" r="r" b="b"/>
              <a:pathLst>
                <a:path w="16888" h="17141" extrusionOk="0">
                  <a:moveTo>
                    <a:pt x="7058" y="0"/>
                  </a:moveTo>
                  <a:cubicBezTo>
                    <a:pt x="6133" y="0"/>
                    <a:pt x="5461" y="589"/>
                    <a:pt x="5461" y="1429"/>
                  </a:cubicBezTo>
                  <a:cubicBezTo>
                    <a:pt x="5461" y="1765"/>
                    <a:pt x="5545" y="1933"/>
                    <a:pt x="5629" y="2185"/>
                  </a:cubicBezTo>
                  <a:lnTo>
                    <a:pt x="4033" y="2185"/>
                  </a:lnTo>
                  <a:cubicBezTo>
                    <a:pt x="3109" y="2185"/>
                    <a:pt x="2269" y="2941"/>
                    <a:pt x="2269" y="3949"/>
                  </a:cubicBezTo>
                  <a:lnTo>
                    <a:pt x="2269" y="4285"/>
                  </a:lnTo>
                  <a:cubicBezTo>
                    <a:pt x="1344" y="4706"/>
                    <a:pt x="756" y="5630"/>
                    <a:pt x="756" y="6806"/>
                  </a:cubicBezTo>
                  <a:cubicBezTo>
                    <a:pt x="756" y="7562"/>
                    <a:pt x="1008" y="8150"/>
                    <a:pt x="1596" y="8654"/>
                  </a:cubicBezTo>
                  <a:lnTo>
                    <a:pt x="1344" y="8654"/>
                  </a:lnTo>
                  <a:cubicBezTo>
                    <a:pt x="588" y="8654"/>
                    <a:pt x="0" y="9243"/>
                    <a:pt x="0" y="9999"/>
                  </a:cubicBezTo>
                  <a:cubicBezTo>
                    <a:pt x="0" y="10671"/>
                    <a:pt x="588" y="11259"/>
                    <a:pt x="1344" y="11259"/>
                  </a:cubicBezTo>
                  <a:lnTo>
                    <a:pt x="1764" y="11259"/>
                  </a:lnTo>
                  <a:cubicBezTo>
                    <a:pt x="1596" y="11427"/>
                    <a:pt x="1428" y="11847"/>
                    <a:pt x="1428" y="12183"/>
                  </a:cubicBezTo>
                  <a:cubicBezTo>
                    <a:pt x="1428" y="13023"/>
                    <a:pt x="2101" y="13612"/>
                    <a:pt x="2857" y="13780"/>
                  </a:cubicBezTo>
                  <a:lnTo>
                    <a:pt x="2857" y="13948"/>
                  </a:lnTo>
                  <a:cubicBezTo>
                    <a:pt x="2857" y="15040"/>
                    <a:pt x="3781" y="15964"/>
                    <a:pt x="4789" y="15964"/>
                  </a:cubicBezTo>
                  <a:cubicBezTo>
                    <a:pt x="4789" y="16552"/>
                    <a:pt x="5377" y="17140"/>
                    <a:pt x="6049" y="17140"/>
                  </a:cubicBezTo>
                  <a:lnTo>
                    <a:pt x="11763" y="17140"/>
                  </a:lnTo>
                  <a:cubicBezTo>
                    <a:pt x="12351" y="17140"/>
                    <a:pt x="13023" y="16552"/>
                    <a:pt x="13023" y="15964"/>
                  </a:cubicBezTo>
                  <a:cubicBezTo>
                    <a:pt x="13023" y="15712"/>
                    <a:pt x="12855" y="15544"/>
                    <a:pt x="12771" y="15460"/>
                  </a:cubicBezTo>
                  <a:lnTo>
                    <a:pt x="13527" y="15460"/>
                  </a:lnTo>
                  <a:cubicBezTo>
                    <a:pt x="14199" y="15460"/>
                    <a:pt x="14703" y="14872"/>
                    <a:pt x="14703" y="14368"/>
                  </a:cubicBezTo>
                  <a:cubicBezTo>
                    <a:pt x="14703" y="13948"/>
                    <a:pt x="14451" y="13780"/>
                    <a:pt x="14199" y="13528"/>
                  </a:cubicBezTo>
                  <a:lnTo>
                    <a:pt x="14703" y="13528"/>
                  </a:lnTo>
                  <a:cubicBezTo>
                    <a:pt x="15208" y="13528"/>
                    <a:pt x="15628" y="13107"/>
                    <a:pt x="15628" y="12687"/>
                  </a:cubicBezTo>
                  <a:cubicBezTo>
                    <a:pt x="15628" y="12519"/>
                    <a:pt x="15544" y="12351"/>
                    <a:pt x="15460" y="12183"/>
                  </a:cubicBezTo>
                  <a:cubicBezTo>
                    <a:pt x="16300" y="11679"/>
                    <a:pt x="16888" y="10839"/>
                    <a:pt x="16888" y="9831"/>
                  </a:cubicBezTo>
                  <a:cubicBezTo>
                    <a:pt x="16888" y="8906"/>
                    <a:pt x="16300" y="8066"/>
                    <a:pt x="15292" y="7730"/>
                  </a:cubicBezTo>
                  <a:cubicBezTo>
                    <a:pt x="15460" y="7478"/>
                    <a:pt x="15544" y="7142"/>
                    <a:pt x="15544" y="6806"/>
                  </a:cubicBezTo>
                  <a:cubicBezTo>
                    <a:pt x="15544" y="5546"/>
                    <a:pt x="14703" y="4621"/>
                    <a:pt x="13611" y="4201"/>
                  </a:cubicBezTo>
                  <a:lnTo>
                    <a:pt x="13611" y="3949"/>
                  </a:lnTo>
                  <a:cubicBezTo>
                    <a:pt x="13611" y="3025"/>
                    <a:pt x="12771" y="2185"/>
                    <a:pt x="11847" y="2185"/>
                  </a:cubicBezTo>
                  <a:lnTo>
                    <a:pt x="11679" y="2185"/>
                  </a:lnTo>
                  <a:cubicBezTo>
                    <a:pt x="11763" y="1933"/>
                    <a:pt x="11847" y="1681"/>
                    <a:pt x="11847" y="1429"/>
                  </a:cubicBezTo>
                  <a:cubicBezTo>
                    <a:pt x="11847" y="589"/>
                    <a:pt x="11091" y="0"/>
                    <a:pt x="1025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3"/>
            <p:cNvSpPr/>
            <p:nvPr/>
          </p:nvSpPr>
          <p:spPr>
            <a:xfrm>
              <a:off x="6842050" y="3283875"/>
              <a:ext cx="325600" cy="210075"/>
            </a:xfrm>
            <a:custGeom>
              <a:avLst/>
              <a:gdLst/>
              <a:ahLst/>
              <a:cxnLst/>
              <a:rect l="l" t="t" r="r" b="b"/>
              <a:pathLst>
                <a:path w="13024" h="8403" extrusionOk="0">
                  <a:moveTo>
                    <a:pt x="1344" y="0"/>
                  </a:moveTo>
                  <a:cubicBezTo>
                    <a:pt x="588" y="0"/>
                    <a:pt x="0" y="505"/>
                    <a:pt x="0" y="1261"/>
                  </a:cubicBezTo>
                  <a:cubicBezTo>
                    <a:pt x="0" y="1933"/>
                    <a:pt x="588" y="2521"/>
                    <a:pt x="1344" y="2521"/>
                  </a:cubicBezTo>
                  <a:lnTo>
                    <a:pt x="1764" y="2521"/>
                  </a:lnTo>
                  <a:cubicBezTo>
                    <a:pt x="1596" y="2689"/>
                    <a:pt x="1428" y="3109"/>
                    <a:pt x="1428" y="3445"/>
                  </a:cubicBezTo>
                  <a:cubicBezTo>
                    <a:pt x="1428" y="4285"/>
                    <a:pt x="2101" y="4874"/>
                    <a:pt x="2857" y="5042"/>
                  </a:cubicBezTo>
                  <a:lnTo>
                    <a:pt x="2857" y="5210"/>
                  </a:lnTo>
                  <a:cubicBezTo>
                    <a:pt x="2857" y="6302"/>
                    <a:pt x="3781" y="7226"/>
                    <a:pt x="4789" y="7226"/>
                  </a:cubicBezTo>
                  <a:cubicBezTo>
                    <a:pt x="4789" y="7814"/>
                    <a:pt x="5377" y="8402"/>
                    <a:pt x="6049" y="8402"/>
                  </a:cubicBezTo>
                  <a:lnTo>
                    <a:pt x="11763" y="8402"/>
                  </a:lnTo>
                  <a:cubicBezTo>
                    <a:pt x="12351" y="8402"/>
                    <a:pt x="13023" y="7814"/>
                    <a:pt x="13023" y="7226"/>
                  </a:cubicBezTo>
                  <a:cubicBezTo>
                    <a:pt x="13023" y="7142"/>
                    <a:pt x="9746" y="7142"/>
                    <a:pt x="9746" y="7142"/>
                  </a:cubicBezTo>
                  <a:lnTo>
                    <a:pt x="9746" y="6470"/>
                  </a:lnTo>
                  <a:cubicBezTo>
                    <a:pt x="9746" y="5882"/>
                    <a:pt x="9326" y="5294"/>
                    <a:pt x="8738" y="5126"/>
                  </a:cubicBezTo>
                  <a:cubicBezTo>
                    <a:pt x="8990" y="5042"/>
                    <a:pt x="9326" y="4790"/>
                    <a:pt x="9410" y="4369"/>
                  </a:cubicBezTo>
                  <a:lnTo>
                    <a:pt x="11427" y="4369"/>
                  </a:lnTo>
                  <a:cubicBezTo>
                    <a:pt x="12267" y="4369"/>
                    <a:pt x="12855" y="3781"/>
                    <a:pt x="12855" y="3025"/>
                  </a:cubicBezTo>
                  <a:cubicBezTo>
                    <a:pt x="12855" y="2269"/>
                    <a:pt x="12267" y="1681"/>
                    <a:pt x="11427" y="1681"/>
                  </a:cubicBezTo>
                  <a:lnTo>
                    <a:pt x="8906" y="1681"/>
                  </a:lnTo>
                  <a:cubicBezTo>
                    <a:pt x="8906" y="1513"/>
                    <a:pt x="8990" y="1429"/>
                    <a:pt x="8990" y="1345"/>
                  </a:cubicBezTo>
                  <a:cubicBezTo>
                    <a:pt x="8990" y="589"/>
                    <a:pt x="8402" y="0"/>
                    <a:pt x="756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3"/>
            <p:cNvSpPr/>
            <p:nvPr/>
          </p:nvSpPr>
          <p:spPr>
            <a:xfrm>
              <a:off x="6989075" y="3065425"/>
              <a:ext cx="235275" cy="147050"/>
            </a:xfrm>
            <a:custGeom>
              <a:avLst/>
              <a:gdLst/>
              <a:ahLst/>
              <a:cxnLst/>
              <a:rect l="l" t="t" r="r" b="b"/>
              <a:pathLst>
                <a:path w="9411" h="5882" extrusionOk="0">
                  <a:moveTo>
                    <a:pt x="2857" y="0"/>
                  </a:moveTo>
                  <a:cubicBezTo>
                    <a:pt x="2857" y="84"/>
                    <a:pt x="2689" y="168"/>
                    <a:pt x="2689" y="252"/>
                  </a:cubicBezTo>
                  <a:cubicBezTo>
                    <a:pt x="2689" y="841"/>
                    <a:pt x="3109" y="1261"/>
                    <a:pt x="3529" y="1429"/>
                  </a:cubicBezTo>
                  <a:cubicBezTo>
                    <a:pt x="3277" y="1513"/>
                    <a:pt x="3025" y="1765"/>
                    <a:pt x="2941" y="2101"/>
                  </a:cubicBezTo>
                  <a:lnTo>
                    <a:pt x="1261" y="2101"/>
                  </a:lnTo>
                  <a:cubicBezTo>
                    <a:pt x="589" y="2101"/>
                    <a:pt x="0" y="2605"/>
                    <a:pt x="0" y="3193"/>
                  </a:cubicBezTo>
                  <a:cubicBezTo>
                    <a:pt x="0" y="3865"/>
                    <a:pt x="505" y="4369"/>
                    <a:pt x="1261" y="4369"/>
                  </a:cubicBezTo>
                  <a:lnTo>
                    <a:pt x="3445" y="4369"/>
                  </a:lnTo>
                  <a:cubicBezTo>
                    <a:pt x="3445" y="4453"/>
                    <a:pt x="3361" y="4621"/>
                    <a:pt x="3361" y="4706"/>
                  </a:cubicBezTo>
                  <a:cubicBezTo>
                    <a:pt x="3361" y="5294"/>
                    <a:pt x="3865" y="5882"/>
                    <a:pt x="4621" y="5882"/>
                  </a:cubicBezTo>
                  <a:lnTo>
                    <a:pt x="9411" y="5882"/>
                  </a:lnTo>
                  <a:cubicBezTo>
                    <a:pt x="9243" y="5126"/>
                    <a:pt x="8486" y="4537"/>
                    <a:pt x="7730" y="4201"/>
                  </a:cubicBezTo>
                  <a:lnTo>
                    <a:pt x="7730" y="3949"/>
                  </a:lnTo>
                  <a:cubicBezTo>
                    <a:pt x="7730" y="3025"/>
                    <a:pt x="6890" y="2185"/>
                    <a:pt x="5966" y="2185"/>
                  </a:cubicBezTo>
                  <a:lnTo>
                    <a:pt x="5798" y="2185"/>
                  </a:lnTo>
                  <a:cubicBezTo>
                    <a:pt x="5882" y="2017"/>
                    <a:pt x="5966" y="1681"/>
                    <a:pt x="5966" y="1429"/>
                  </a:cubicBezTo>
                  <a:cubicBezTo>
                    <a:pt x="5966" y="589"/>
                    <a:pt x="5210" y="0"/>
                    <a:pt x="436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 name="Google Shape;37;p3"/>
          <p:cNvGrpSpPr/>
          <p:nvPr/>
        </p:nvGrpSpPr>
        <p:grpSpPr>
          <a:xfrm>
            <a:off x="49769" y="2328461"/>
            <a:ext cx="331740" cy="1224973"/>
            <a:chOff x="8678270" y="2267841"/>
            <a:chExt cx="341929" cy="1262338"/>
          </a:xfrm>
        </p:grpSpPr>
        <p:sp>
          <p:nvSpPr>
            <p:cNvPr id="38" name="Google Shape;38;p3"/>
            <p:cNvSpPr/>
            <p:nvPr/>
          </p:nvSpPr>
          <p:spPr>
            <a:xfrm>
              <a:off x="8879564" y="3351210"/>
              <a:ext cx="38410" cy="178969"/>
            </a:xfrm>
            <a:custGeom>
              <a:avLst/>
              <a:gdLst/>
              <a:ahLst/>
              <a:cxnLst/>
              <a:rect l="l" t="t" r="r" b="b"/>
              <a:pathLst>
                <a:path w="1010" h="4706" extrusionOk="0">
                  <a:moveTo>
                    <a:pt x="1" y="0"/>
                  </a:moveTo>
                  <a:lnTo>
                    <a:pt x="1" y="4705"/>
                  </a:lnTo>
                  <a:lnTo>
                    <a:pt x="1009" y="4705"/>
                  </a:lnTo>
                  <a:lnTo>
                    <a:pt x="1009" y="0"/>
                  </a:lnTo>
                  <a:close/>
                </a:path>
              </a:pathLst>
            </a:custGeom>
            <a:solidFill>
              <a:srgbClr val="4054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3"/>
            <p:cNvSpPr/>
            <p:nvPr/>
          </p:nvSpPr>
          <p:spPr>
            <a:xfrm>
              <a:off x="8885953" y="2462898"/>
              <a:ext cx="25594" cy="888343"/>
            </a:xfrm>
            <a:custGeom>
              <a:avLst/>
              <a:gdLst/>
              <a:ahLst/>
              <a:cxnLst/>
              <a:rect l="l" t="t" r="r" b="b"/>
              <a:pathLst>
                <a:path w="673" h="23359" extrusionOk="0">
                  <a:moveTo>
                    <a:pt x="253" y="1"/>
                  </a:moveTo>
                  <a:cubicBezTo>
                    <a:pt x="253" y="1009"/>
                    <a:pt x="1" y="22602"/>
                    <a:pt x="1" y="23358"/>
                  </a:cubicBezTo>
                  <a:lnTo>
                    <a:pt x="673" y="23358"/>
                  </a:lnTo>
                  <a:cubicBezTo>
                    <a:pt x="673" y="22602"/>
                    <a:pt x="421" y="925"/>
                    <a:pt x="421" y="1"/>
                  </a:cubicBezTo>
                  <a:close/>
                </a:path>
              </a:pathLst>
            </a:custGeom>
            <a:solidFill>
              <a:srgbClr val="F5F9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3"/>
            <p:cNvSpPr/>
            <p:nvPr/>
          </p:nvSpPr>
          <p:spPr>
            <a:xfrm>
              <a:off x="8901926" y="2462898"/>
              <a:ext cx="9622" cy="888343"/>
            </a:xfrm>
            <a:custGeom>
              <a:avLst/>
              <a:gdLst/>
              <a:ahLst/>
              <a:cxnLst/>
              <a:rect l="l" t="t" r="r" b="b"/>
              <a:pathLst>
                <a:path w="253" h="23359" extrusionOk="0">
                  <a:moveTo>
                    <a:pt x="1" y="1"/>
                  </a:moveTo>
                  <a:lnTo>
                    <a:pt x="1" y="23358"/>
                  </a:lnTo>
                  <a:lnTo>
                    <a:pt x="169" y="23358"/>
                  </a:lnTo>
                  <a:cubicBezTo>
                    <a:pt x="253" y="22602"/>
                    <a:pt x="1" y="925"/>
                    <a:pt x="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3"/>
            <p:cNvSpPr/>
            <p:nvPr/>
          </p:nvSpPr>
          <p:spPr>
            <a:xfrm>
              <a:off x="8678270" y="2446013"/>
              <a:ext cx="214109" cy="37383"/>
            </a:xfrm>
            <a:custGeom>
              <a:avLst/>
              <a:gdLst/>
              <a:ahLst/>
              <a:cxnLst/>
              <a:rect l="l" t="t" r="r" b="b"/>
              <a:pathLst>
                <a:path w="5630" h="983" extrusionOk="0">
                  <a:moveTo>
                    <a:pt x="4414" y="1"/>
                  </a:moveTo>
                  <a:cubicBezTo>
                    <a:pt x="3480" y="1"/>
                    <a:pt x="1" y="630"/>
                    <a:pt x="1" y="781"/>
                  </a:cubicBezTo>
                  <a:cubicBezTo>
                    <a:pt x="1" y="920"/>
                    <a:pt x="408" y="982"/>
                    <a:pt x="1055" y="982"/>
                  </a:cubicBezTo>
                  <a:cubicBezTo>
                    <a:pt x="1583" y="982"/>
                    <a:pt x="2270" y="941"/>
                    <a:pt x="3025" y="865"/>
                  </a:cubicBezTo>
                  <a:cubicBezTo>
                    <a:pt x="4706" y="781"/>
                    <a:pt x="5630" y="781"/>
                    <a:pt x="5630" y="613"/>
                  </a:cubicBezTo>
                  <a:cubicBezTo>
                    <a:pt x="5630" y="361"/>
                    <a:pt x="5210" y="277"/>
                    <a:pt x="4622" y="25"/>
                  </a:cubicBezTo>
                  <a:cubicBezTo>
                    <a:pt x="4588" y="8"/>
                    <a:pt x="4517" y="1"/>
                    <a:pt x="441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3"/>
            <p:cNvSpPr/>
            <p:nvPr/>
          </p:nvSpPr>
          <p:spPr>
            <a:xfrm>
              <a:off x="8694242" y="2446583"/>
              <a:ext cx="185358" cy="25936"/>
            </a:xfrm>
            <a:custGeom>
              <a:avLst/>
              <a:gdLst/>
              <a:ahLst/>
              <a:cxnLst/>
              <a:rect l="l" t="t" r="r" b="b"/>
              <a:pathLst>
                <a:path w="4874" h="682" extrusionOk="0">
                  <a:moveTo>
                    <a:pt x="4083" y="1"/>
                  </a:moveTo>
                  <a:cubicBezTo>
                    <a:pt x="3433" y="1"/>
                    <a:pt x="855" y="449"/>
                    <a:pt x="1" y="682"/>
                  </a:cubicBezTo>
                  <a:lnTo>
                    <a:pt x="4874" y="346"/>
                  </a:lnTo>
                  <a:cubicBezTo>
                    <a:pt x="4706" y="262"/>
                    <a:pt x="4454" y="262"/>
                    <a:pt x="4370" y="178"/>
                  </a:cubicBezTo>
                  <a:cubicBezTo>
                    <a:pt x="4286" y="178"/>
                    <a:pt x="4286" y="178"/>
                    <a:pt x="4202" y="10"/>
                  </a:cubicBezTo>
                  <a:cubicBezTo>
                    <a:pt x="4176" y="4"/>
                    <a:pt x="4136" y="1"/>
                    <a:pt x="4083" y="1"/>
                  </a:cubicBez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3"/>
            <p:cNvSpPr/>
            <p:nvPr/>
          </p:nvSpPr>
          <p:spPr>
            <a:xfrm>
              <a:off x="8895537" y="2468489"/>
              <a:ext cx="124662" cy="179806"/>
            </a:xfrm>
            <a:custGeom>
              <a:avLst/>
              <a:gdLst/>
              <a:ahLst/>
              <a:cxnLst/>
              <a:rect l="l" t="t" r="r" b="b"/>
              <a:pathLst>
                <a:path w="3278" h="4728" extrusionOk="0">
                  <a:moveTo>
                    <a:pt x="199" y="1"/>
                  </a:moveTo>
                  <a:cubicBezTo>
                    <a:pt x="186" y="1"/>
                    <a:pt x="176" y="8"/>
                    <a:pt x="169" y="22"/>
                  </a:cubicBezTo>
                  <a:cubicBezTo>
                    <a:pt x="1" y="22"/>
                    <a:pt x="169" y="526"/>
                    <a:pt x="253" y="1114"/>
                  </a:cubicBezTo>
                  <a:cubicBezTo>
                    <a:pt x="337" y="1450"/>
                    <a:pt x="3110" y="4727"/>
                    <a:pt x="3194" y="4727"/>
                  </a:cubicBezTo>
                  <a:cubicBezTo>
                    <a:pt x="3278" y="4643"/>
                    <a:pt x="2690" y="3467"/>
                    <a:pt x="1681" y="2122"/>
                  </a:cubicBezTo>
                  <a:cubicBezTo>
                    <a:pt x="835" y="815"/>
                    <a:pt x="341" y="1"/>
                    <a:pt x="19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3"/>
            <p:cNvSpPr/>
            <p:nvPr/>
          </p:nvSpPr>
          <p:spPr>
            <a:xfrm>
              <a:off x="8905120" y="2478909"/>
              <a:ext cx="102301" cy="156570"/>
            </a:xfrm>
            <a:custGeom>
              <a:avLst/>
              <a:gdLst/>
              <a:ahLst/>
              <a:cxnLst/>
              <a:rect l="l" t="t" r="r" b="b"/>
              <a:pathLst>
                <a:path w="2690" h="4117" extrusionOk="0">
                  <a:moveTo>
                    <a:pt x="1" y="0"/>
                  </a:moveTo>
                  <a:cubicBezTo>
                    <a:pt x="1" y="252"/>
                    <a:pt x="85" y="420"/>
                    <a:pt x="85" y="672"/>
                  </a:cubicBezTo>
                  <a:lnTo>
                    <a:pt x="85" y="840"/>
                  </a:lnTo>
                  <a:cubicBezTo>
                    <a:pt x="85" y="1092"/>
                    <a:pt x="2017" y="3361"/>
                    <a:pt x="2690" y="4117"/>
                  </a:cubicBezTo>
                  <a:lnTo>
                    <a:pt x="1" y="0"/>
                  </a:ln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3"/>
            <p:cNvSpPr/>
            <p:nvPr/>
          </p:nvSpPr>
          <p:spPr>
            <a:xfrm>
              <a:off x="8892342" y="2267841"/>
              <a:ext cx="111884" cy="190644"/>
            </a:xfrm>
            <a:custGeom>
              <a:avLst/>
              <a:gdLst/>
              <a:ahLst/>
              <a:cxnLst/>
              <a:rect l="l" t="t" r="r" b="b"/>
              <a:pathLst>
                <a:path w="2942" h="5013" extrusionOk="0">
                  <a:moveTo>
                    <a:pt x="2847" y="1"/>
                  </a:moveTo>
                  <a:cubicBezTo>
                    <a:pt x="2722" y="1"/>
                    <a:pt x="1992" y="1145"/>
                    <a:pt x="1261" y="2525"/>
                  </a:cubicBezTo>
                  <a:cubicBezTo>
                    <a:pt x="505" y="4038"/>
                    <a:pt x="1" y="4878"/>
                    <a:pt x="253" y="4962"/>
                  </a:cubicBezTo>
                  <a:cubicBezTo>
                    <a:pt x="270" y="4996"/>
                    <a:pt x="298" y="5013"/>
                    <a:pt x="335" y="5013"/>
                  </a:cubicBezTo>
                  <a:cubicBezTo>
                    <a:pt x="481" y="5013"/>
                    <a:pt x="776" y="4758"/>
                    <a:pt x="1177" y="4290"/>
                  </a:cubicBezTo>
                  <a:cubicBezTo>
                    <a:pt x="1429" y="4122"/>
                    <a:pt x="2942" y="89"/>
                    <a:pt x="2858" y="5"/>
                  </a:cubicBezTo>
                  <a:cubicBezTo>
                    <a:pt x="2855" y="2"/>
                    <a:pt x="2851" y="1"/>
                    <a:pt x="284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3"/>
            <p:cNvSpPr/>
            <p:nvPr/>
          </p:nvSpPr>
          <p:spPr>
            <a:xfrm>
              <a:off x="8911509" y="2283966"/>
              <a:ext cx="86328" cy="169386"/>
            </a:xfrm>
            <a:custGeom>
              <a:avLst/>
              <a:gdLst/>
              <a:ahLst/>
              <a:cxnLst/>
              <a:rect l="l" t="t" r="r" b="b"/>
              <a:pathLst>
                <a:path w="2270" h="4454" extrusionOk="0">
                  <a:moveTo>
                    <a:pt x="2270" y="1"/>
                  </a:moveTo>
                  <a:lnTo>
                    <a:pt x="1" y="4454"/>
                  </a:lnTo>
                  <a:cubicBezTo>
                    <a:pt x="169" y="4286"/>
                    <a:pt x="337" y="4202"/>
                    <a:pt x="421" y="4034"/>
                  </a:cubicBezTo>
                  <a:cubicBezTo>
                    <a:pt x="589" y="4034"/>
                    <a:pt x="589" y="3866"/>
                    <a:pt x="673" y="3866"/>
                  </a:cubicBezTo>
                  <a:cubicBezTo>
                    <a:pt x="841" y="3698"/>
                    <a:pt x="1933" y="925"/>
                    <a:pt x="2270" y="1"/>
                  </a:cubicBez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3"/>
            <p:cNvSpPr/>
            <p:nvPr/>
          </p:nvSpPr>
          <p:spPr>
            <a:xfrm>
              <a:off x="8885953" y="2453315"/>
              <a:ext cx="22400" cy="22438"/>
            </a:xfrm>
            <a:custGeom>
              <a:avLst/>
              <a:gdLst/>
              <a:ahLst/>
              <a:cxnLst/>
              <a:rect l="l" t="t" r="r" b="b"/>
              <a:pathLst>
                <a:path w="589" h="590" extrusionOk="0">
                  <a:moveTo>
                    <a:pt x="253" y="1"/>
                  </a:moveTo>
                  <a:cubicBezTo>
                    <a:pt x="85" y="1"/>
                    <a:pt x="1" y="85"/>
                    <a:pt x="1" y="253"/>
                  </a:cubicBezTo>
                  <a:cubicBezTo>
                    <a:pt x="1" y="505"/>
                    <a:pt x="85" y="589"/>
                    <a:pt x="253" y="589"/>
                  </a:cubicBezTo>
                  <a:cubicBezTo>
                    <a:pt x="505" y="589"/>
                    <a:pt x="589" y="505"/>
                    <a:pt x="589" y="253"/>
                  </a:cubicBezTo>
                  <a:cubicBezTo>
                    <a:pt x="589" y="85"/>
                    <a:pt x="505" y="1"/>
                    <a:pt x="25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3"/>
            <p:cNvSpPr/>
            <p:nvPr/>
          </p:nvSpPr>
          <p:spPr>
            <a:xfrm>
              <a:off x="8889148" y="2456509"/>
              <a:ext cx="16011" cy="16011"/>
            </a:xfrm>
            <a:custGeom>
              <a:avLst/>
              <a:gdLst/>
              <a:ahLst/>
              <a:cxnLst/>
              <a:rect l="l" t="t" r="r" b="b"/>
              <a:pathLst>
                <a:path w="421" h="421" extrusionOk="0">
                  <a:moveTo>
                    <a:pt x="169" y="1"/>
                  </a:moveTo>
                  <a:cubicBezTo>
                    <a:pt x="85" y="1"/>
                    <a:pt x="1" y="85"/>
                    <a:pt x="1" y="169"/>
                  </a:cubicBezTo>
                  <a:cubicBezTo>
                    <a:pt x="1" y="337"/>
                    <a:pt x="85" y="421"/>
                    <a:pt x="169" y="421"/>
                  </a:cubicBezTo>
                  <a:cubicBezTo>
                    <a:pt x="337" y="421"/>
                    <a:pt x="421" y="337"/>
                    <a:pt x="421" y="169"/>
                  </a:cubicBezTo>
                  <a:cubicBezTo>
                    <a:pt x="421" y="85"/>
                    <a:pt x="337" y="1"/>
                    <a:pt x="169" y="1"/>
                  </a:cubicBezTo>
                  <a:close/>
                </a:path>
              </a:pathLst>
            </a:custGeom>
            <a:solidFill>
              <a:srgbClr val="5068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 name="Google Shape;49;p3"/>
          <p:cNvGrpSpPr/>
          <p:nvPr/>
        </p:nvGrpSpPr>
        <p:grpSpPr>
          <a:xfrm flipH="1">
            <a:off x="457380" y="2570326"/>
            <a:ext cx="266192" cy="982983"/>
            <a:chOff x="8678270" y="2267841"/>
            <a:chExt cx="341929" cy="1262338"/>
          </a:xfrm>
        </p:grpSpPr>
        <p:sp>
          <p:nvSpPr>
            <p:cNvPr id="50" name="Google Shape;50;p3"/>
            <p:cNvSpPr/>
            <p:nvPr/>
          </p:nvSpPr>
          <p:spPr>
            <a:xfrm>
              <a:off x="8879564" y="3351210"/>
              <a:ext cx="38410" cy="178969"/>
            </a:xfrm>
            <a:custGeom>
              <a:avLst/>
              <a:gdLst/>
              <a:ahLst/>
              <a:cxnLst/>
              <a:rect l="l" t="t" r="r" b="b"/>
              <a:pathLst>
                <a:path w="1010" h="4706" extrusionOk="0">
                  <a:moveTo>
                    <a:pt x="1" y="0"/>
                  </a:moveTo>
                  <a:lnTo>
                    <a:pt x="1" y="4705"/>
                  </a:lnTo>
                  <a:lnTo>
                    <a:pt x="1009" y="4705"/>
                  </a:lnTo>
                  <a:lnTo>
                    <a:pt x="1009" y="0"/>
                  </a:lnTo>
                  <a:close/>
                </a:path>
              </a:pathLst>
            </a:custGeom>
            <a:solidFill>
              <a:srgbClr val="4054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3"/>
            <p:cNvSpPr/>
            <p:nvPr/>
          </p:nvSpPr>
          <p:spPr>
            <a:xfrm>
              <a:off x="8885953" y="2462898"/>
              <a:ext cx="25594" cy="888343"/>
            </a:xfrm>
            <a:custGeom>
              <a:avLst/>
              <a:gdLst/>
              <a:ahLst/>
              <a:cxnLst/>
              <a:rect l="l" t="t" r="r" b="b"/>
              <a:pathLst>
                <a:path w="673" h="23359" extrusionOk="0">
                  <a:moveTo>
                    <a:pt x="253" y="1"/>
                  </a:moveTo>
                  <a:cubicBezTo>
                    <a:pt x="253" y="1009"/>
                    <a:pt x="1" y="22602"/>
                    <a:pt x="1" y="23358"/>
                  </a:cubicBezTo>
                  <a:lnTo>
                    <a:pt x="673" y="23358"/>
                  </a:lnTo>
                  <a:cubicBezTo>
                    <a:pt x="673" y="22602"/>
                    <a:pt x="421" y="925"/>
                    <a:pt x="421" y="1"/>
                  </a:cubicBezTo>
                  <a:close/>
                </a:path>
              </a:pathLst>
            </a:custGeom>
            <a:solidFill>
              <a:srgbClr val="F5F9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3"/>
            <p:cNvSpPr/>
            <p:nvPr/>
          </p:nvSpPr>
          <p:spPr>
            <a:xfrm>
              <a:off x="8901926" y="2462898"/>
              <a:ext cx="9622" cy="888343"/>
            </a:xfrm>
            <a:custGeom>
              <a:avLst/>
              <a:gdLst/>
              <a:ahLst/>
              <a:cxnLst/>
              <a:rect l="l" t="t" r="r" b="b"/>
              <a:pathLst>
                <a:path w="253" h="23359" extrusionOk="0">
                  <a:moveTo>
                    <a:pt x="1" y="1"/>
                  </a:moveTo>
                  <a:lnTo>
                    <a:pt x="1" y="23358"/>
                  </a:lnTo>
                  <a:lnTo>
                    <a:pt x="169" y="23358"/>
                  </a:lnTo>
                  <a:cubicBezTo>
                    <a:pt x="253" y="22602"/>
                    <a:pt x="1" y="925"/>
                    <a:pt x="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3"/>
            <p:cNvSpPr/>
            <p:nvPr/>
          </p:nvSpPr>
          <p:spPr>
            <a:xfrm>
              <a:off x="8678270" y="2446013"/>
              <a:ext cx="214109" cy="37383"/>
            </a:xfrm>
            <a:custGeom>
              <a:avLst/>
              <a:gdLst/>
              <a:ahLst/>
              <a:cxnLst/>
              <a:rect l="l" t="t" r="r" b="b"/>
              <a:pathLst>
                <a:path w="5630" h="983" extrusionOk="0">
                  <a:moveTo>
                    <a:pt x="4414" y="1"/>
                  </a:moveTo>
                  <a:cubicBezTo>
                    <a:pt x="3480" y="1"/>
                    <a:pt x="1" y="630"/>
                    <a:pt x="1" y="781"/>
                  </a:cubicBezTo>
                  <a:cubicBezTo>
                    <a:pt x="1" y="920"/>
                    <a:pt x="408" y="982"/>
                    <a:pt x="1055" y="982"/>
                  </a:cubicBezTo>
                  <a:cubicBezTo>
                    <a:pt x="1583" y="982"/>
                    <a:pt x="2270" y="941"/>
                    <a:pt x="3025" y="865"/>
                  </a:cubicBezTo>
                  <a:cubicBezTo>
                    <a:pt x="4706" y="781"/>
                    <a:pt x="5630" y="781"/>
                    <a:pt x="5630" y="613"/>
                  </a:cubicBezTo>
                  <a:cubicBezTo>
                    <a:pt x="5630" y="361"/>
                    <a:pt x="5210" y="277"/>
                    <a:pt x="4622" y="25"/>
                  </a:cubicBezTo>
                  <a:cubicBezTo>
                    <a:pt x="4588" y="8"/>
                    <a:pt x="4517" y="1"/>
                    <a:pt x="441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3"/>
            <p:cNvSpPr/>
            <p:nvPr/>
          </p:nvSpPr>
          <p:spPr>
            <a:xfrm>
              <a:off x="8694242" y="2446583"/>
              <a:ext cx="185358" cy="25936"/>
            </a:xfrm>
            <a:custGeom>
              <a:avLst/>
              <a:gdLst/>
              <a:ahLst/>
              <a:cxnLst/>
              <a:rect l="l" t="t" r="r" b="b"/>
              <a:pathLst>
                <a:path w="4874" h="682" extrusionOk="0">
                  <a:moveTo>
                    <a:pt x="4083" y="1"/>
                  </a:moveTo>
                  <a:cubicBezTo>
                    <a:pt x="3433" y="1"/>
                    <a:pt x="855" y="449"/>
                    <a:pt x="1" y="682"/>
                  </a:cubicBezTo>
                  <a:lnTo>
                    <a:pt x="4874" y="346"/>
                  </a:lnTo>
                  <a:cubicBezTo>
                    <a:pt x="4706" y="262"/>
                    <a:pt x="4454" y="262"/>
                    <a:pt x="4370" y="178"/>
                  </a:cubicBezTo>
                  <a:cubicBezTo>
                    <a:pt x="4286" y="178"/>
                    <a:pt x="4286" y="178"/>
                    <a:pt x="4202" y="10"/>
                  </a:cubicBezTo>
                  <a:cubicBezTo>
                    <a:pt x="4176" y="4"/>
                    <a:pt x="4136" y="1"/>
                    <a:pt x="4083" y="1"/>
                  </a:cubicBez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3"/>
            <p:cNvSpPr/>
            <p:nvPr/>
          </p:nvSpPr>
          <p:spPr>
            <a:xfrm>
              <a:off x="8895537" y="2468489"/>
              <a:ext cx="124662" cy="179806"/>
            </a:xfrm>
            <a:custGeom>
              <a:avLst/>
              <a:gdLst/>
              <a:ahLst/>
              <a:cxnLst/>
              <a:rect l="l" t="t" r="r" b="b"/>
              <a:pathLst>
                <a:path w="3278" h="4728" extrusionOk="0">
                  <a:moveTo>
                    <a:pt x="199" y="1"/>
                  </a:moveTo>
                  <a:cubicBezTo>
                    <a:pt x="186" y="1"/>
                    <a:pt x="176" y="8"/>
                    <a:pt x="169" y="22"/>
                  </a:cubicBezTo>
                  <a:cubicBezTo>
                    <a:pt x="1" y="22"/>
                    <a:pt x="169" y="526"/>
                    <a:pt x="253" y="1114"/>
                  </a:cubicBezTo>
                  <a:cubicBezTo>
                    <a:pt x="337" y="1450"/>
                    <a:pt x="3110" y="4727"/>
                    <a:pt x="3194" y="4727"/>
                  </a:cubicBezTo>
                  <a:cubicBezTo>
                    <a:pt x="3278" y="4643"/>
                    <a:pt x="2690" y="3467"/>
                    <a:pt x="1681" y="2122"/>
                  </a:cubicBezTo>
                  <a:cubicBezTo>
                    <a:pt x="835" y="815"/>
                    <a:pt x="341" y="1"/>
                    <a:pt x="19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3"/>
            <p:cNvSpPr/>
            <p:nvPr/>
          </p:nvSpPr>
          <p:spPr>
            <a:xfrm>
              <a:off x="8905120" y="2478909"/>
              <a:ext cx="102301" cy="156570"/>
            </a:xfrm>
            <a:custGeom>
              <a:avLst/>
              <a:gdLst/>
              <a:ahLst/>
              <a:cxnLst/>
              <a:rect l="l" t="t" r="r" b="b"/>
              <a:pathLst>
                <a:path w="2690" h="4117" extrusionOk="0">
                  <a:moveTo>
                    <a:pt x="1" y="0"/>
                  </a:moveTo>
                  <a:cubicBezTo>
                    <a:pt x="1" y="252"/>
                    <a:pt x="85" y="420"/>
                    <a:pt x="85" y="672"/>
                  </a:cubicBezTo>
                  <a:lnTo>
                    <a:pt x="85" y="840"/>
                  </a:lnTo>
                  <a:cubicBezTo>
                    <a:pt x="85" y="1092"/>
                    <a:pt x="2017" y="3361"/>
                    <a:pt x="2690" y="4117"/>
                  </a:cubicBezTo>
                  <a:lnTo>
                    <a:pt x="1" y="0"/>
                  </a:ln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3"/>
            <p:cNvSpPr/>
            <p:nvPr/>
          </p:nvSpPr>
          <p:spPr>
            <a:xfrm>
              <a:off x="8892342" y="2267841"/>
              <a:ext cx="111884" cy="190644"/>
            </a:xfrm>
            <a:custGeom>
              <a:avLst/>
              <a:gdLst/>
              <a:ahLst/>
              <a:cxnLst/>
              <a:rect l="l" t="t" r="r" b="b"/>
              <a:pathLst>
                <a:path w="2942" h="5013" extrusionOk="0">
                  <a:moveTo>
                    <a:pt x="2847" y="1"/>
                  </a:moveTo>
                  <a:cubicBezTo>
                    <a:pt x="2722" y="1"/>
                    <a:pt x="1992" y="1145"/>
                    <a:pt x="1261" y="2525"/>
                  </a:cubicBezTo>
                  <a:cubicBezTo>
                    <a:pt x="505" y="4038"/>
                    <a:pt x="1" y="4878"/>
                    <a:pt x="253" y="4962"/>
                  </a:cubicBezTo>
                  <a:cubicBezTo>
                    <a:pt x="270" y="4996"/>
                    <a:pt x="298" y="5013"/>
                    <a:pt x="335" y="5013"/>
                  </a:cubicBezTo>
                  <a:cubicBezTo>
                    <a:pt x="481" y="5013"/>
                    <a:pt x="776" y="4758"/>
                    <a:pt x="1177" y="4290"/>
                  </a:cubicBezTo>
                  <a:cubicBezTo>
                    <a:pt x="1429" y="4122"/>
                    <a:pt x="2942" y="89"/>
                    <a:pt x="2858" y="5"/>
                  </a:cubicBezTo>
                  <a:cubicBezTo>
                    <a:pt x="2855" y="2"/>
                    <a:pt x="2851" y="1"/>
                    <a:pt x="284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3"/>
            <p:cNvSpPr/>
            <p:nvPr/>
          </p:nvSpPr>
          <p:spPr>
            <a:xfrm>
              <a:off x="8911509" y="2283966"/>
              <a:ext cx="86328" cy="169386"/>
            </a:xfrm>
            <a:custGeom>
              <a:avLst/>
              <a:gdLst/>
              <a:ahLst/>
              <a:cxnLst/>
              <a:rect l="l" t="t" r="r" b="b"/>
              <a:pathLst>
                <a:path w="2270" h="4454" extrusionOk="0">
                  <a:moveTo>
                    <a:pt x="2270" y="1"/>
                  </a:moveTo>
                  <a:lnTo>
                    <a:pt x="1" y="4454"/>
                  </a:lnTo>
                  <a:cubicBezTo>
                    <a:pt x="169" y="4286"/>
                    <a:pt x="337" y="4202"/>
                    <a:pt x="421" y="4034"/>
                  </a:cubicBezTo>
                  <a:cubicBezTo>
                    <a:pt x="589" y="4034"/>
                    <a:pt x="589" y="3866"/>
                    <a:pt x="673" y="3866"/>
                  </a:cubicBezTo>
                  <a:cubicBezTo>
                    <a:pt x="841" y="3698"/>
                    <a:pt x="1933" y="925"/>
                    <a:pt x="2270" y="1"/>
                  </a:cubicBez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3"/>
            <p:cNvSpPr/>
            <p:nvPr/>
          </p:nvSpPr>
          <p:spPr>
            <a:xfrm>
              <a:off x="8885953" y="2453315"/>
              <a:ext cx="22400" cy="22438"/>
            </a:xfrm>
            <a:custGeom>
              <a:avLst/>
              <a:gdLst/>
              <a:ahLst/>
              <a:cxnLst/>
              <a:rect l="l" t="t" r="r" b="b"/>
              <a:pathLst>
                <a:path w="589" h="590" extrusionOk="0">
                  <a:moveTo>
                    <a:pt x="253" y="1"/>
                  </a:moveTo>
                  <a:cubicBezTo>
                    <a:pt x="85" y="1"/>
                    <a:pt x="1" y="85"/>
                    <a:pt x="1" y="253"/>
                  </a:cubicBezTo>
                  <a:cubicBezTo>
                    <a:pt x="1" y="505"/>
                    <a:pt x="85" y="589"/>
                    <a:pt x="253" y="589"/>
                  </a:cubicBezTo>
                  <a:cubicBezTo>
                    <a:pt x="505" y="589"/>
                    <a:pt x="589" y="505"/>
                    <a:pt x="589" y="253"/>
                  </a:cubicBezTo>
                  <a:cubicBezTo>
                    <a:pt x="589" y="85"/>
                    <a:pt x="505" y="1"/>
                    <a:pt x="25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3"/>
            <p:cNvSpPr/>
            <p:nvPr/>
          </p:nvSpPr>
          <p:spPr>
            <a:xfrm>
              <a:off x="8889148" y="2456509"/>
              <a:ext cx="16011" cy="16011"/>
            </a:xfrm>
            <a:custGeom>
              <a:avLst/>
              <a:gdLst/>
              <a:ahLst/>
              <a:cxnLst/>
              <a:rect l="l" t="t" r="r" b="b"/>
              <a:pathLst>
                <a:path w="421" h="421" extrusionOk="0">
                  <a:moveTo>
                    <a:pt x="169" y="1"/>
                  </a:moveTo>
                  <a:cubicBezTo>
                    <a:pt x="85" y="1"/>
                    <a:pt x="1" y="85"/>
                    <a:pt x="1" y="169"/>
                  </a:cubicBezTo>
                  <a:cubicBezTo>
                    <a:pt x="1" y="337"/>
                    <a:pt x="85" y="421"/>
                    <a:pt x="169" y="421"/>
                  </a:cubicBezTo>
                  <a:cubicBezTo>
                    <a:pt x="337" y="421"/>
                    <a:pt x="421" y="337"/>
                    <a:pt x="421" y="169"/>
                  </a:cubicBezTo>
                  <a:cubicBezTo>
                    <a:pt x="421" y="85"/>
                    <a:pt x="337" y="1"/>
                    <a:pt x="169" y="1"/>
                  </a:cubicBezTo>
                  <a:close/>
                </a:path>
              </a:pathLst>
            </a:custGeom>
            <a:solidFill>
              <a:srgbClr val="5068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1" name="Google Shape;61;p3"/>
          <p:cNvGrpSpPr/>
          <p:nvPr/>
        </p:nvGrpSpPr>
        <p:grpSpPr>
          <a:xfrm flipH="1">
            <a:off x="8625" y="3345200"/>
            <a:ext cx="2008075" cy="207975"/>
            <a:chOff x="582600" y="3330075"/>
            <a:chExt cx="2008075" cy="207975"/>
          </a:xfrm>
        </p:grpSpPr>
        <p:sp>
          <p:nvSpPr>
            <p:cNvPr id="62" name="Google Shape;62;p3"/>
            <p:cNvSpPr/>
            <p:nvPr/>
          </p:nvSpPr>
          <p:spPr>
            <a:xfrm>
              <a:off x="1036300" y="3355300"/>
              <a:ext cx="252075" cy="180650"/>
            </a:xfrm>
            <a:custGeom>
              <a:avLst/>
              <a:gdLst/>
              <a:ahLst/>
              <a:cxnLst/>
              <a:rect l="l" t="t" r="r" b="b"/>
              <a:pathLst>
                <a:path w="10083" h="7226" extrusionOk="0">
                  <a:moveTo>
                    <a:pt x="3529" y="0"/>
                  </a:moveTo>
                  <a:cubicBezTo>
                    <a:pt x="3193" y="0"/>
                    <a:pt x="2857" y="336"/>
                    <a:pt x="2857" y="756"/>
                  </a:cubicBezTo>
                  <a:cubicBezTo>
                    <a:pt x="2857" y="840"/>
                    <a:pt x="2857" y="1092"/>
                    <a:pt x="2941" y="1176"/>
                  </a:cubicBezTo>
                  <a:lnTo>
                    <a:pt x="2101" y="1176"/>
                  </a:lnTo>
                  <a:cubicBezTo>
                    <a:pt x="1597" y="1176"/>
                    <a:pt x="1261" y="1596"/>
                    <a:pt x="1261" y="2017"/>
                  </a:cubicBezTo>
                  <a:lnTo>
                    <a:pt x="1261" y="2269"/>
                  </a:lnTo>
                  <a:cubicBezTo>
                    <a:pt x="757" y="2437"/>
                    <a:pt x="420" y="2941"/>
                    <a:pt x="420" y="3529"/>
                  </a:cubicBezTo>
                  <a:cubicBezTo>
                    <a:pt x="420" y="3949"/>
                    <a:pt x="504" y="4201"/>
                    <a:pt x="841" y="4453"/>
                  </a:cubicBezTo>
                  <a:lnTo>
                    <a:pt x="757" y="4453"/>
                  </a:lnTo>
                  <a:cubicBezTo>
                    <a:pt x="420" y="4453"/>
                    <a:pt x="84" y="4789"/>
                    <a:pt x="84" y="5041"/>
                  </a:cubicBezTo>
                  <a:cubicBezTo>
                    <a:pt x="0" y="5293"/>
                    <a:pt x="336" y="5629"/>
                    <a:pt x="757" y="5629"/>
                  </a:cubicBezTo>
                  <a:lnTo>
                    <a:pt x="925" y="5629"/>
                  </a:lnTo>
                  <a:cubicBezTo>
                    <a:pt x="841" y="5713"/>
                    <a:pt x="757" y="5965"/>
                    <a:pt x="757" y="6050"/>
                  </a:cubicBezTo>
                  <a:cubicBezTo>
                    <a:pt x="757" y="6470"/>
                    <a:pt x="1093" y="6806"/>
                    <a:pt x="1513" y="6806"/>
                  </a:cubicBezTo>
                  <a:lnTo>
                    <a:pt x="1513" y="6890"/>
                  </a:lnTo>
                  <a:cubicBezTo>
                    <a:pt x="1513" y="6974"/>
                    <a:pt x="1513" y="7058"/>
                    <a:pt x="1597" y="7226"/>
                  </a:cubicBezTo>
                  <a:lnTo>
                    <a:pt x="9074" y="7226"/>
                  </a:lnTo>
                  <a:lnTo>
                    <a:pt x="9074" y="6974"/>
                  </a:lnTo>
                  <a:cubicBezTo>
                    <a:pt x="9074" y="6806"/>
                    <a:pt x="8906" y="6638"/>
                    <a:pt x="8822" y="6554"/>
                  </a:cubicBezTo>
                  <a:lnTo>
                    <a:pt x="9074" y="6554"/>
                  </a:lnTo>
                  <a:cubicBezTo>
                    <a:pt x="9243" y="6554"/>
                    <a:pt x="9495" y="6302"/>
                    <a:pt x="9495" y="6134"/>
                  </a:cubicBezTo>
                  <a:cubicBezTo>
                    <a:pt x="9495" y="6050"/>
                    <a:pt x="9495" y="5881"/>
                    <a:pt x="9327" y="5881"/>
                  </a:cubicBezTo>
                  <a:cubicBezTo>
                    <a:pt x="9747" y="5797"/>
                    <a:pt x="10083" y="5377"/>
                    <a:pt x="10083" y="4873"/>
                  </a:cubicBezTo>
                  <a:cubicBezTo>
                    <a:pt x="10083" y="4369"/>
                    <a:pt x="9747" y="3949"/>
                    <a:pt x="9327" y="3781"/>
                  </a:cubicBezTo>
                  <a:cubicBezTo>
                    <a:pt x="9327" y="3697"/>
                    <a:pt x="9495" y="3529"/>
                    <a:pt x="9495" y="3361"/>
                  </a:cubicBezTo>
                  <a:cubicBezTo>
                    <a:pt x="9495" y="2773"/>
                    <a:pt x="9074" y="2269"/>
                    <a:pt x="8486" y="2101"/>
                  </a:cubicBezTo>
                  <a:lnTo>
                    <a:pt x="8486" y="2017"/>
                  </a:lnTo>
                  <a:cubicBezTo>
                    <a:pt x="8486" y="1512"/>
                    <a:pt x="8066" y="1176"/>
                    <a:pt x="7646" y="1176"/>
                  </a:cubicBezTo>
                  <a:lnTo>
                    <a:pt x="7562" y="1176"/>
                  </a:lnTo>
                  <a:cubicBezTo>
                    <a:pt x="7646" y="1092"/>
                    <a:pt x="7646" y="1008"/>
                    <a:pt x="7646" y="756"/>
                  </a:cubicBezTo>
                  <a:cubicBezTo>
                    <a:pt x="7646" y="336"/>
                    <a:pt x="7394" y="0"/>
                    <a:pt x="697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3"/>
            <p:cNvSpPr/>
            <p:nvPr/>
          </p:nvSpPr>
          <p:spPr>
            <a:xfrm>
              <a:off x="1023700" y="3355300"/>
              <a:ext cx="210075" cy="180650"/>
            </a:xfrm>
            <a:custGeom>
              <a:avLst/>
              <a:gdLst/>
              <a:ahLst/>
              <a:cxnLst/>
              <a:rect l="l" t="t" r="r" b="b"/>
              <a:pathLst>
                <a:path w="8403" h="7226" extrusionOk="0">
                  <a:moveTo>
                    <a:pt x="3613" y="0"/>
                  </a:moveTo>
                  <a:cubicBezTo>
                    <a:pt x="3193" y="0"/>
                    <a:pt x="2941" y="336"/>
                    <a:pt x="2941" y="756"/>
                  </a:cubicBezTo>
                  <a:cubicBezTo>
                    <a:pt x="2941" y="840"/>
                    <a:pt x="2941" y="1092"/>
                    <a:pt x="3025" y="1176"/>
                  </a:cubicBezTo>
                  <a:lnTo>
                    <a:pt x="2185" y="1176"/>
                  </a:lnTo>
                  <a:cubicBezTo>
                    <a:pt x="1681" y="1176"/>
                    <a:pt x="1345" y="1596"/>
                    <a:pt x="1345" y="2017"/>
                  </a:cubicBezTo>
                  <a:lnTo>
                    <a:pt x="1345" y="2269"/>
                  </a:lnTo>
                  <a:cubicBezTo>
                    <a:pt x="840" y="2437"/>
                    <a:pt x="504" y="2941"/>
                    <a:pt x="504" y="3529"/>
                  </a:cubicBezTo>
                  <a:cubicBezTo>
                    <a:pt x="504" y="3949"/>
                    <a:pt x="588" y="4201"/>
                    <a:pt x="924" y="4453"/>
                  </a:cubicBezTo>
                  <a:lnTo>
                    <a:pt x="840" y="4453"/>
                  </a:lnTo>
                  <a:cubicBezTo>
                    <a:pt x="504" y="4453"/>
                    <a:pt x="168" y="4789"/>
                    <a:pt x="168" y="5041"/>
                  </a:cubicBezTo>
                  <a:cubicBezTo>
                    <a:pt x="0" y="5293"/>
                    <a:pt x="336" y="5629"/>
                    <a:pt x="588" y="5629"/>
                  </a:cubicBezTo>
                  <a:lnTo>
                    <a:pt x="840" y="5629"/>
                  </a:lnTo>
                  <a:cubicBezTo>
                    <a:pt x="756" y="5713"/>
                    <a:pt x="588" y="5965"/>
                    <a:pt x="588" y="6050"/>
                  </a:cubicBezTo>
                  <a:cubicBezTo>
                    <a:pt x="588" y="6470"/>
                    <a:pt x="924" y="6806"/>
                    <a:pt x="1345" y="6806"/>
                  </a:cubicBezTo>
                  <a:lnTo>
                    <a:pt x="1345" y="6890"/>
                  </a:lnTo>
                  <a:cubicBezTo>
                    <a:pt x="1345" y="6974"/>
                    <a:pt x="1345" y="7058"/>
                    <a:pt x="1429" y="7226"/>
                  </a:cubicBezTo>
                  <a:lnTo>
                    <a:pt x="7226" y="7226"/>
                  </a:lnTo>
                  <a:lnTo>
                    <a:pt x="7226" y="6974"/>
                  </a:lnTo>
                  <a:cubicBezTo>
                    <a:pt x="7226" y="6806"/>
                    <a:pt x="7142" y="6638"/>
                    <a:pt x="6974" y="6554"/>
                  </a:cubicBezTo>
                  <a:lnTo>
                    <a:pt x="7310" y="6554"/>
                  </a:lnTo>
                  <a:cubicBezTo>
                    <a:pt x="7562" y="6554"/>
                    <a:pt x="7730" y="6302"/>
                    <a:pt x="7730" y="6134"/>
                  </a:cubicBezTo>
                  <a:cubicBezTo>
                    <a:pt x="7730" y="6050"/>
                    <a:pt x="7730" y="5881"/>
                    <a:pt x="7646" y="5881"/>
                  </a:cubicBezTo>
                  <a:cubicBezTo>
                    <a:pt x="8066" y="5797"/>
                    <a:pt x="8402" y="5377"/>
                    <a:pt x="8402" y="4873"/>
                  </a:cubicBezTo>
                  <a:cubicBezTo>
                    <a:pt x="8402" y="4369"/>
                    <a:pt x="8066" y="3949"/>
                    <a:pt x="7646" y="3781"/>
                  </a:cubicBezTo>
                  <a:cubicBezTo>
                    <a:pt x="7646" y="3697"/>
                    <a:pt x="7730" y="3529"/>
                    <a:pt x="7730" y="3361"/>
                  </a:cubicBezTo>
                  <a:cubicBezTo>
                    <a:pt x="7730" y="2773"/>
                    <a:pt x="7310" y="2269"/>
                    <a:pt x="6806" y="2101"/>
                  </a:cubicBezTo>
                  <a:lnTo>
                    <a:pt x="6806" y="2017"/>
                  </a:lnTo>
                  <a:cubicBezTo>
                    <a:pt x="6806" y="1512"/>
                    <a:pt x="6386" y="1176"/>
                    <a:pt x="5966" y="1176"/>
                  </a:cubicBezTo>
                  <a:lnTo>
                    <a:pt x="5882" y="1176"/>
                  </a:lnTo>
                  <a:cubicBezTo>
                    <a:pt x="5966" y="1092"/>
                    <a:pt x="5966" y="1008"/>
                    <a:pt x="5966" y="756"/>
                  </a:cubicBezTo>
                  <a:cubicBezTo>
                    <a:pt x="5966" y="336"/>
                    <a:pt x="5630" y="0"/>
                    <a:pt x="520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3"/>
            <p:cNvSpPr/>
            <p:nvPr/>
          </p:nvSpPr>
          <p:spPr>
            <a:xfrm>
              <a:off x="1023700" y="3462425"/>
              <a:ext cx="159650" cy="73525"/>
            </a:xfrm>
            <a:custGeom>
              <a:avLst/>
              <a:gdLst/>
              <a:ahLst/>
              <a:cxnLst/>
              <a:rect l="l" t="t" r="r" b="b"/>
              <a:pathLst>
                <a:path w="6386" h="2941" extrusionOk="0">
                  <a:moveTo>
                    <a:pt x="588" y="0"/>
                  </a:moveTo>
                  <a:cubicBezTo>
                    <a:pt x="252" y="0"/>
                    <a:pt x="0" y="252"/>
                    <a:pt x="0" y="588"/>
                  </a:cubicBezTo>
                  <a:cubicBezTo>
                    <a:pt x="0" y="1008"/>
                    <a:pt x="336" y="1344"/>
                    <a:pt x="588" y="1344"/>
                  </a:cubicBezTo>
                  <a:lnTo>
                    <a:pt x="840" y="1344"/>
                  </a:lnTo>
                  <a:cubicBezTo>
                    <a:pt x="756" y="1428"/>
                    <a:pt x="588" y="1680"/>
                    <a:pt x="588" y="1765"/>
                  </a:cubicBezTo>
                  <a:cubicBezTo>
                    <a:pt x="588" y="2185"/>
                    <a:pt x="924" y="2521"/>
                    <a:pt x="1345" y="2521"/>
                  </a:cubicBezTo>
                  <a:lnTo>
                    <a:pt x="1345" y="2605"/>
                  </a:lnTo>
                  <a:cubicBezTo>
                    <a:pt x="1345" y="2689"/>
                    <a:pt x="1345" y="2773"/>
                    <a:pt x="1429" y="2941"/>
                  </a:cubicBezTo>
                  <a:lnTo>
                    <a:pt x="4705" y="2941"/>
                  </a:lnTo>
                  <a:cubicBezTo>
                    <a:pt x="4621" y="2773"/>
                    <a:pt x="4453" y="2605"/>
                    <a:pt x="4285" y="2605"/>
                  </a:cubicBezTo>
                  <a:cubicBezTo>
                    <a:pt x="4537" y="2521"/>
                    <a:pt x="4621" y="2353"/>
                    <a:pt x="4621" y="2269"/>
                  </a:cubicBezTo>
                  <a:lnTo>
                    <a:pt x="5630" y="2269"/>
                  </a:lnTo>
                  <a:cubicBezTo>
                    <a:pt x="6050" y="2269"/>
                    <a:pt x="6386" y="1933"/>
                    <a:pt x="6386" y="1512"/>
                  </a:cubicBezTo>
                  <a:cubicBezTo>
                    <a:pt x="6386" y="1092"/>
                    <a:pt x="6050" y="840"/>
                    <a:pt x="5630" y="840"/>
                  </a:cubicBezTo>
                  <a:lnTo>
                    <a:pt x="4369" y="840"/>
                  </a:lnTo>
                  <a:lnTo>
                    <a:pt x="4369" y="672"/>
                  </a:lnTo>
                  <a:cubicBezTo>
                    <a:pt x="4369" y="252"/>
                    <a:pt x="4033" y="0"/>
                    <a:pt x="36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3"/>
            <p:cNvSpPr/>
            <p:nvPr/>
          </p:nvSpPr>
          <p:spPr>
            <a:xfrm>
              <a:off x="1097200" y="3353200"/>
              <a:ext cx="117675" cy="75625"/>
            </a:xfrm>
            <a:custGeom>
              <a:avLst/>
              <a:gdLst/>
              <a:ahLst/>
              <a:cxnLst/>
              <a:rect l="l" t="t" r="r" b="b"/>
              <a:pathLst>
                <a:path w="4707" h="3025" extrusionOk="0">
                  <a:moveTo>
                    <a:pt x="1345" y="0"/>
                  </a:moveTo>
                  <a:lnTo>
                    <a:pt x="1345" y="252"/>
                  </a:lnTo>
                  <a:cubicBezTo>
                    <a:pt x="1345" y="588"/>
                    <a:pt x="1597" y="756"/>
                    <a:pt x="1765" y="756"/>
                  </a:cubicBezTo>
                  <a:cubicBezTo>
                    <a:pt x="1681" y="756"/>
                    <a:pt x="1513" y="840"/>
                    <a:pt x="1429" y="1092"/>
                  </a:cubicBezTo>
                  <a:lnTo>
                    <a:pt x="589" y="1092"/>
                  </a:lnTo>
                  <a:cubicBezTo>
                    <a:pt x="337" y="1092"/>
                    <a:pt x="1" y="1428"/>
                    <a:pt x="1" y="1680"/>
                  </a:cubicBezTo>
                  <a:cubicBezTo>
                    <a:pt x="1" y="2017"/>
                    <a:pt x="337" y="2353"/>
                    <a:pt x="589" y="2353"/>
                  </a:cubicBezTo>
                  <a:lnTo>
                    <a:pt x="1681" y="2353"/>
                  </a:lnTo>
                  <a:lnTo>
                    <a:pt x="1681" y="2437"/>
                  </a:lnTo>
                  <a:cubicBezTo>
                    <a:pt x="1681" y="2773"/>
                    <a:pt x="2017" y="3025"/>
                    <a:pt x="2269" y="3025"/>
                  </a:cubicBezTo>
                  <a:lnTo>
                    <a:pt x="4706" y="3025"/>
                  </a:lnTo>
                  <a:cubicBezTo>
                    <a:pt x="4538" y="2689"/>
                    <a:pt x="4202" y="2353"/>
                    <a:pt x="3782" y="2101"/>
                  </a:cubicBezTo>
                  <a:lnTo>
                    <a:pt x="3782" y="2017"/>
                  </a:lnTo>
                  <a:cubicBezTo>
                    <a:pt x="3782" y="1512"/>
                    <a:pt x="3362" y="1176"/>
                    <a:pt x="2942" y="1176"/>
                  </a:cubicBezTo>
                  <a:lnTo>
                    <a:pt x="2858" y="1176"/>
                  </a:lnTo>
                  <a:cubicBezTo>
                    <a:pt x="2942" y="1092"/>
                    <a:pt x="2942" y="1008"/>
                    <a:pt x="2942" y="756"/>
                  </a:cubicBezTo>
                  <a:cubicBezTo>
                    <a:pt x="2942" y="336"/>
                    <a:pt x="2606" y="0"/>
                    <a:pt x="218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3"/>
            <p:cNvSpPr/>
            <p:nvPr/>
          </p:nvSpPr>
          <p:spPr>
            <a:xfrm>
              <a:off x="2130650" y="3359500"/>
              <a:ext cx="256275" cy="178550"/>
            </a:xfrm>
            <a:custGeom>
              <a:avLst/>
              <a:gdLst/>
              <a:ahLst/>
              <a:cxnLst/>
              <a:rect l="l" t="t" r="r" b="b"/>
              <a:pathLst>
                <a:path w="10251" h="7142" extrusionOk="0">
                  <a:moveTo>
                    <a:pt x="3613" y="0"/>
                  </a:moveTo>
                  <a:cubicBezTo>
                    <a:pt x="3193" y="0"/>
                    <a:pt x="2857" y="252"/>
                    <a:pt x="2857" y="672"/>
                  </a:cubicBezTo>
                  <a:cubicBezTo>
                    <a:pt x="2857" y="840"/>
                    <a:pt x="2857" y="1008"/>
                    <a:pt x="2941" y="1092"/>
                  </a:cubicBezTo>
                  <a:lnTo>
                    <a:pt x="2101" y="1092"/>
                  </a:lnTo>
                  <a:cubicBezTo>
                    <a:pt x="1597" y="1092"/>
                    <a:pt x="1177" y="1597"/>
                    <a:pt x="1177" y="1933"/>
                  </a:cubicBezTo>
                  <a:lnTo>
                    <a:pt x="1177" y="2185"/>
                  </a:lnTo>
                  <a:cubicBezTo>
                    <a:pt x="673" y="2437"/>
                    <a:pt x="337" y="2941"/>
                    <a:pt x="337" y="3445"/>
                  </a:cubicBezTo>
                  <a:cubicBezTo>
                    <a:pt x="337" y="3865"/>
                    <a:pt x="421" y="4201"/>
                    <a:pt x="757" y="4369"/>
                  </a:cubicBezTo>
                  <a:lnTo>
                    <a:pt x="673" y="4369"/>
                  </a:lnTo>
                  <a:cubicBezTo>
                    <a:pt x="337" y="4369"/>
                    <a:pt x="0" y="4705"/>
                    <a:pt x="0" y="5041"/>
                  </a:cubicBezTo>
                  <a:cubicBezTo>
                    <a:pt x="0" y="5209"/>
                    <a:pt x="337" y="5545"/>
                    <a:pt x="673" y="5545"/>
                  </a:cubicBezTo>
                  <a:lnTo>
                    <a:pt x="841" y="5545"/>
                  </a:lnTo>
                  <a:cubicBezTo>
                    <a:pt x="757" y="5629"/>
                    <a:pt x="673" y="5882"/>
                    <a:pt x="673" y="5966"/>
                  </a:cubicBezTo>
                  <a:cubicBezTo>
                    <a:pt x="673" y="6386"/>
                    <a:pt x="1009" y="6722"/>
                    <a:pt x="1429" y="6722"/>
                  </a:cubicBezTo>
                  <a:lnTo>
                    <a:pt x="1429" y="6806"/>
                  </a:lnTo>
                  <a:cubicBezTo>
                    <a:pt x="1429" y="6890"/>
                    <a:pt x="1429" y="7058"/>
                    <a:pt x="1513" y="7142"/>
                  </a:cubicBezTo>
                  <a:lnTo>
                    <a:pt x="9075" y="7142"/>
                  </a:lnTo>
                  <a:lnTo>
                    <a:pt x="9075" y="6890"/>
                  </a:lnTo>
                  <a:cubicBezTo>
                    <a:pt x="9075" y="6722"/>
                    <a:pt x="8991" y="6638"/>
                    <a:pt x="8823" y="6470"/>
                  </a:cubicBezTo>
                  <a:lnTo>
                    <a:pt x="9159" y="6470"/>
                  </a:lnTo>
                  <a:cubicBezTo>
                    <a:pt x="9411" y="6470"/>
                    <a:pt x="9579" y="6302"/>
                    <a:pt x="9579" y="6050"/>
                  </a:cubicBezTo>
                  <a:cubicBezTo>
                    <a:pt x="9579" y="5966"/>
                    <a:pt x="9579" y="5882"/>
                    <a:pt x="9495" y="5882"/>
                  </a:cubicBezTo>
                  <a:cubicBezTo>
                    <a:pt x="9915" y="5797"/>
                    <a:pt x="10251" y="5293"/>
                    <a:pt x="10251" y="4789"/>
                  </a:cubicBezTo>
                  <a:cubicBezTo>
                    <a:pt x="10251" y="4285"/>
                    <a:pt x="9915" y="3865"/>
                    <a:pt x="9495" y="3781"/>
                  </a:cubicBezTo>
                  <a:cubicBezTo>
                    <a:pt x="9579" y="3697"/>
                    <a:pt x="9579" y="3445"/>
                    <a:pt x="9579" y="3361"/>
                  </a:cubicBezTo>
                  <a:cubicBezTo>
                    <a:pt x="9579" y="2689"/>
                    <a:pt x="9159" y="2185"/>
                    <a:pt x="8654" y="2101"/>
                  </a:cubicBezTo>
                  <a:lnTo>
                    <a:pt x="8654" y="1933"/>
                  </a:lnTo>
                  <a:cubicBezTo>
                    <a:pt x="8654" y="1428"/>
                    <a:pt x="8234" y="1092"/>
                    <a:pt x="7646" y="1092"/>
                  </a:cubicBezTo>
                  <a:lnTo>
                    <a:pt x="7562" y="1092"/>
                  </a:lnTo>
                  <a:cubicBezTo>
                    <a:pt x="7646" y="1008"/>
                    <a:pt x="7646" y="924"/>
                    <a:pt x="7646" y="672"/>
                  </a:cubicBezTo>
                  <a:cubicBezTo>
                    <a:pt x="7646" y="252"/>
                    <a:pt x="7394" y="0"/>
                    <a:pt x="697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3"/>
            <p:cNvSpPr/>
            <p:nvPr/>
          </p:nvSpPr>
          <p:spPr>
            <a:xfrm>
              <a:off x="2115950" y="3359500"/>
              <a:ext cx="212175" cy="178550"/>
            </a:xfrm>
            <a:custGeom>
              <a:avLst/>
              <a:gdLst/>
              <a:ahLst/>
              <a:cxnLst/>
              <a:rect l="l" t="t" r="r" b="b"/>
              <a:pathLst>
                <a:path w="8487" h="7142" extrusionOk="0">
                  <a:moveTo>
                    <a:pt x="3529" y="0"/>
                  </a:moveTo>
                  <a:cubicBezTo>
                    <a:pt x="3109" y="0"/>
                    <a:pt x="2773" y="252"/>
                    <a:pt x="2773" y="672"/>
                  </a:cubicBezTo>
                  <a:cubicBezTo>
                    <a:pt x="2773" y="840"/>
                    <a:pt x="2773" y="1008"/>
                    <a:pt x="2941" y="1092"/>
                  </a:cubicBezTo>
                  <a:lnTo>
                    <a:pt x="2101" y="1092"/>
                  </a:lnTo>
                  <a:cubicBezTo>
                    <a:pt x="1513" y="1092"/>
                    <a:pt x="1093" y="1597"/>
                    <a:pt x="1093" y="1933"/>
                  </a:cubicBezTo>
                  <a:lnTo>
                    <a:pt x="1093" y="2185"/>
                  </a:lnTo>
                  <a:cubicBezTo>
                    <a:pt x="588" y="2437"/>
                    <a:pt x="252" y="2941"/>
                    <a:pt x="252" y="3445"/>
                  </a:cubicBezTo>
                  <a:cubicBezTo>
                    <a:pt x="252" y="3865"/>
                    <a:pt x="420" y="4201"/>
                    <a:pt x="673" y="4369"/>
                  </a:cubicBezTo>
                  <a:lnTo>
                    <a:pt x="588" y="4369"/>
                  </a:lnTo>
                  <a:cubicBezTo>
                    <a:pt x="336" y="4369"/>
                    <a:pt x="0" y="4705"/>
                    <a:pt x="0" y="5041"/>
                  </a:cubicBezTo>
                  <a:cubicBezTo>
                    <a:pt x="84" y="5209"/>
                    <a:pt x="420" y="5545"/>
                    <a:pt x="757" y="5545"/>
                  </a:cubicBezTo>
                  <a:lnTo>
                    <a:pt x="925" y="5545"/>
                  </a:lnTo>
                  <a:cubicBezTo>
                    <a:pt x="841" y="5629"/>
                    <a:pt x="757" y="5882"/>
                    <a:pt x="757" y="5966"/>
                  </a:cubicBezTo>
                  <a:cubicBezTo>
                    <a:pt x="757" y="6386"/>
                    <a:pt x="1009" y="6722"/>
                    <a:pt x="1429" y="6722"/>
                  </a:cubicBezTo>
                  <a:lnTo>
                    <a:pt x="1429" y="6806"/>
                  </a:lnTo>
                  <a:cubicBezTo>
                    <a:pt x="1429" y="6890"/>
                    <a:pt x="1429" y="7058"/>
                    <a:pt x="1597" y="7142"/>
                  </a:cubicBezTo>
                  <a:lnTo>
                    <a:pt x="7310" y="7142"/>
                  </a:lnTo>
                  <a:lnTo>
                    <a:pt x="7310" y="6890"/>
                  </a:lnTo>
                  <a:cubicBezTo>
                    <a:pt x="7310" y="6722"/>
                    <a:pt x="7226" y="6638"/>
                    <a:pt x="7142" y="6470"/>
                  </a:cubicBezTo>
                  <a:lnTo>
                    <a:pt x="7394" y="6470"/>
                  </a:lnTo>
                  <a:cubicBezTo>
                    <a:pt x="7646" y="6470"/>
                    <a:pt x="7898" y="6302"/>
                    <a:pt x="7898" y="6050"/>
                  </a:cubicBezTo>
                  <a:cubicBezTo>
                    <a:pt x="7898" y="5966"/>
                    <a:pt x="7898" y="5882"/>
                    <a:pt x="7730" y="5882"/>
                  </a:cubicBezTo>
                  <a:cubicBezTo>
                    <a:pt x="8150" y="5797"/>
                    <a:pt x="8486" y="5293"/>
                    <a:pt x="8486" y="4789"/>
                  </a:cubicBezTo>
                  <a:cubicBezTo>
                    <a:pt x="8486" y="4285"/>
                    <a:pt x="8150" y="3865"/>
                    <a:pt x="7730" y="3781"/>
                  </a:cubicBezTo>
                  <a:cubicBezTo>
                    <a:pt x="7730" y="3697"/>
                    <a:pt x="7898" y="3445"/>
                    <a:pt x="7898" y="3361"/>
                  </a:cubicBezTo>
                  <a:cubicBezTo>
                    <a:pt x="7898" y="2689"/>
                    <a:pt x="7394" y="2185"/>
                    <a:pt x="6890" y="2101"/>
                  </a:cubicBezTo>
                  <a:lnTo>
                    <a:pt x="6890" y="1933"/>
                  </a:lnTo>
                  <a:cubicBezTo>
                    <a:pt x="6890" y="1428"/>
                    <a:pt x="6470" y="1092"/>
                    <a:pt x="5966" y="1092"/>
                  </a:cubicBezTo>
                  <a:lnTo>
                    <a:pt x="5882" y="1092"/>
                  </a:lnTo>
                  <a:cubicBezTo>
                    <a:pt x="5966" y="1008"/>
                    <a:pt x="5966" y="924"/>
                    <a:pt x="5966" y="672"/>
                  </a:cubicBezTo>
                  <a:cubicBezTo>
                    <a:pt x="5966" y="252"/>
                    <a:pt x="5630" y="0"/>
                    <a:pt x="521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3"/>
            <p:cNvSpPr/>
            <p:nvPr/>
          </p:nvSpPr>
          <p:spPr>
            <a:xfrm>
              <a:off x="2118050" y="3462425"/>
              <a:ext cx="163850" cy="75625"/>
            </a:xfrm>
            <a:custGeom>
              <a:avLst/>
              <a:gdLst/>
              <a:ahLst/>
              <a:cxnLst/>
              <a:rect l="l" t="t" r="r" b="b"/>
              <a:pathLst>
                <a:path w="6554" h="3025" extrusionOk="0">
                  <a:moveTo>
                    <a:pt x="589" y="0"/>
                  </a:moveTo>
                  <a:cubicBezTo>
                    <a:pt x="336" y="0"/>
                    <a:pt x="0" y="252"/>
                    <a:pt x="0" y="588"/>
                  </a:cubicBezTo>
                  <a:cubicBezTo>
                    <a:pt x="0" y="1092"/>
                    <a:pt x="336" y="1428"/>
                    <a:pt x="673" y="1428"/>
                  </a:cubicBezTo>
                  <a:lnTo>
                    <a:pt x="841" y="1428"/>
                  </a:lnTo>
                  <a:cubicBezTo>
                    <a:pt x="757" y="1512"/>
                    <a:pt x="673" y="1765"/>
                    <a:pt x="673" y="1849"/>
                  </a:cubicBezTo>
                  <a:cubicBezTo>
                    <a:pt x="673" y="2269"/>
                    <a:pt x="925" y="2605"/>
                    <a:pt x="1345" y="2605"/>
                  </a:cubicBezTo>
                  <a:lnTo>
                    <a:pt x="1345" y="2689"/>
                  </a:lnTo>
                  <a:cubicBezTo>
                    <a:pt x="1345" y="2773"/>
                    <a:pt x="1345" y="2941"/>
                    <a:pt x="1513" y="3025"/>
                  </a:cubicBezTo>
                  <a:lnTo>
                    <a:pt x="4873" y="3025"/>
                  </a:lnTo>
                  <a:cubicBezTo>
                    <a:pt x="4705" y="2941"/>
                    <a:pt x="4621" y="2689"/>
                    <a:pt x="4453" y="2689"/>
                  </a:cubicBezTo>
                  <a:cubicBezTo>
                    <a:pt x="4621" y="2689"/>
                    <a:pt x="4705" y="2521"/>
                    <a:pt x="4705" y="2353"/>
                  </a:cubicBezTo>
                  <a:lnTo>
                    <a:pt x="5798" y="2353"/>
                  </a:lnTo>
                  <a:cubicBezTo>
                    <a:pt x="6218" y="2353"/>
                    <a:pt x="6554" y="2101"/>
                    <a:pt x="6554" y="1680"/>
                  </a:cubicBezTo>
                  <a:cubicBezTo>
                    <a:pt x="6554" y="1260"/>
                    <a:pt x="6218" y="924"/>
                    <a:pt x="5798" y="924"/>
                  </a:cubicBezTo>
                  <a:lnTo>
                    <a:pt x="4537" y="924"/>
                  </a:lnTo>
                  <a:lnTo>
                    <a:pt x="4537" y="672"/>
                  </a:lnTo>
                  <a:cubicBezTo>
                    <a:pt x="4537" y="252"/>
                    <a:pt x="4201" y="0"/>
                    <a:pt x="378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3"/>
            <p:cNvSpPr/>
            <p:nvPr/>
          </p:nvSpPr>
          <p:spPr>
            <a:xfrm>
              <a:off x="2191575" y="3357400"/>
              <a:ext cx="117650" cy="75625"/>
            </a:xfrm>
            <a:custGeom>
              <a:avLst/>
              <a:gdLst/>
              <a:ahLst/>
              <a:cxnLst/>
              <a:rect l="l" t="t" r="r" b="b"/>
              <a:pathLst>
                <a:path w="4706" h="3025" extrusionOk="0">
                  <a:moveTo>
                    <a:pt x="1428" y="0"/>
                  </a:moveTo>
                  <a:lnTo>
                    <a:pt x="1428" y="168"/>
                  </a:lnTo>
                  <a:cubicBezTo>
                    <a:pt x="1428" y="504"/>
                    <a:pt x="1680" y="672"/>
                    <a:pt x="1848" y="672"/>
                  </a:cubicBezTo>
                  <a:cubicBezTo>
                    <a:pt x="1764" y="672"/>
                    <a:pt x="1680" y="840"/>
                    <a:pt x="1596" y="1008"/>
                  </a:cubicBezTo>
                  <a:lnTo>
                    <a:pt x="672" y="1008"/>
                  </a:lnTo>
                  <a:cubicBezTo>
                    <a:pt x="336" y="1008"/>
                    <a:pt x="0" y="1344"/>
                    <a:pt x="0" y="1681"/>
                  </a:cubicBezTo>
                  <a:cubicBezTo>
                    <a:pt x="0" y="1933"/>
                    <a:pt x="336" y="2269"/>
                    <a:pt x="672" y="2269"/>
                  </a:cubicBezTo>
                  <a:lnTo>
                    <a:pt x="1680" y="2269"/>
                  </a:lnTo>
                  <a:lnTo>
                    <a:pt x="1680" y="2353"/>
                  </a:lnTo>
                  <a:cubicBezTo>
                    <a:pt x="1680" y="2689"/>
                    <a:pt x="2017" y="3025"/>
                    <a:pt x="2269" y="3025"/>
                  </a:cubicBezTo>
                  <a:lnTo>
                    <a:pt x="4705" y="3025"/>
                  </a:lnTo>
                  <a:cubicBezTo>
                    <a:pt x="4621" y="2521"/>
                    <a:pt x="4285" y="2185"/>
                    <a:pt x="3865" y="2101"/>
                  </a:cubicBezTo>
                  <a:lnTo>
                    <a:pt x="3865" y="1933"/>
                  </a:lnTo>
                  <a:cubicBezTo>
                    <a:pt x="3865" y="1428"/>
                    <a:pt x="3445" y="1092"/>
                    <a:pt x="2941" y="1092"/>
                  </a:cubicBezTo>
                  <a:lnTo>
                    <a:pt x="2857" y="1092"/>
                  </a:lnTo>
                  <a:cubicBezTo>
                    <a:pt x="2941" y="1008"/>
                    <a:pt x="2941" y="924"/>
                    <a:pt x="2941" y="672"/>
                  </a:cubicBezTo>
                  <a:cubicBezTo>
                    <a:pt x="2941" y="252"/>
                    <a:pt x="2605" y="0"/>
                    <a:pt x="218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3"/>
            <p:cNvSpPr/>
            <p:nvPr/>
          </p:nvSpPr>
          <p:spPr>
            <a:xfrm>
              <a:off x="593100" y="3405700"/>
              <a:ext cx="172250" cy="130250"/>
            </a:xfrm>
            <a:custGeom>
              <a:avLst/>
              <a:gdLst/>
              <a:ahLst/>
              <a:cxnLst/>
              <a:rect l="l" t="t" r="r" b="b"/>
              <a:pathLst>
                <a:path w="6890" h="5210" extrusionOk="0">
                  <a:moveTo>
                    <a:pt x="2353" y="1"/>
                  </a:moveTo>
                  <a:cubicBezTo>
                    <a:pt x="2101" y="1"/>
                    <a:pt x="1849" y="253"/>
                    <a:pt x="1849" y="589"/>
                  </a:cubicBezTo>
                  <a:cubicBezTo>
                    <a:pt x="1849" y="673"/>
                    <a:pt x="1849" y="757"/>
                    <a:pt x="1933" y="841"/>
                  </a:cubicBezTo>
                  <a:lnTo>
                    <a:pt x="1429" y="841"/>
                  </a:lnTo>
                  <a:cubicBezTo>
                    <a:pt x="1093" y="841"/>
                    <a:pt x="840" y="1177"/>
                    <a:pt x="840" y="1513"/>
                  </a:cubicBezTo>
                  <a:lnTo>
                    <a:pt x="840" y="1597"/>
                  </a:lnTo>
                  <a:cubicBezTo>
                    <a:pt x="504" y="1681"/>
                    <a:pt x="252" y="2017"/>
                    <a:pt x="252" y="2437"/>
                  </a:cubicBezTo>
                  <a:cubicBezTo>
                    <a:pt x="252" y="2689"/>
                    <a:pt x="420" y="2941"/>
                    <a:pt x="588" y="3109"/>
                  </a:cubicBezTo>
                  <a:cubicBezTo>
                    <a:pt x="252" y="3109"/>
                    <a:pt x="84" y="3277"/>
                    <a:pt x="84" y="3529"/>
                  </a:cubicBezTo>
                  <a:cubicBezTo>
                    <a:pt x="0" y="3781"/>
                    <a:pt x="168" y="4034"/>
                    <a:pt x="504" y="4034"/>
                  </a:cubicBezTo>
                  <a:lnTo>
                    <a:pt x="588" y="4034"/>
                  </a:lnTo>
                  <a:cubicBezTo>
                    <a:pt x="504" y="4118"/>
                    <a:pt x="504" y="4202"/>
                    <a:pt x="504" y="4370"/>
                  </a:cubicBezTo>
                  <a:cubicBezTo>
                    <a:pt x="504" y="4622"/>
                    <a:pt x="756" y="4874"/>
                    <a:pt x="1009" y="4874"/>
                  </a:cubicBezTo>
                  <a:lnTo>
                    <a:pt x="1009" y="5210"/>
                  </a:lnTo>
                  <a:lnTo>
                    <a:pt x="6134" y="5210"/>
                  </a:lnTo>
                  <a:lnTo>
                    <a:pt x="6134" y="5042"/>
                  </a:lnTo>
                  <a:cubicBezTo>
                    <a:pt x="6134" y="4958"/>
                    <a:pt x="6050" y="4874"/>
                    <a:pt x="5966" y="4790"/>
                  </a:cubicBezTo>
                  <a:lnTo>
                    <a:pt x="6134" y="4790"/>
                  </a:lnTo>
                  <a:cubicBezTo>
                    <a:pt x="6386" y="4790"/>
                    <a:pt x="6470" y="4622"/>
                    <a:pt x="6470" y="4454"/>
                  </a:cubicBezTo>
                  <a:cubicBezTo>
                    <a:pt x="6470" y="4370"/>
                    <a:pt x="6470" y="4370"/>
                    <a:pt x="6386" y="4202"/>
                  </a:cubicBezTo>
                  <a:cubicBezTo>
                    <a:pt x="6722" y="4118"/>
                    <a:pt x="6890" y="3781"/>
                    <a:pt x="6890" y="3529"/>
                  </a:cubicBezTo>
                  <a:cubicBezTo>
                    <a:pt x="6890" y="3193"/>
                    <a:pt x="6722" y="2857"/>
                    <a:pt x="6386" y="2773"/>
                  </a:cubicBezTo>
                  <a:cubicBezTo>
                    <a:pt x="6386" y="2689"/>
                    <a:pt x="6470" y="2521"/>
                    <a:pt x="6470" y="2437"/>
                  </a:cubicBezTo>
                  <a:cubicBezTo>
                    <a:pt x="6470" y="2017"/>
                    <a:pt x="6134" y="1681"/>
                    <a:pt x="5882" y="1597"/>
                  </a:cubicBezTo>
                  <a:lnTo>
                    <a:pt x="5882" y="1513"/>
                  </a:lnTo>
                  <a:cubicBezTo>
                    <a:pt x="5882" y="1177"/>
                    <a:pt x="5546" y="841"/>
                    <a:pt x="5209" y="841"/>
                  </a:cubicBezTo>
                  <a:lnTo>
                    <a:pt x="5209" y="589"/>
                  </a:lnTo>
                  <a:cubicBezTo>
                    <a:pt x="5209" y="253"/>
                    <a:pt x="5041" y="1"/>
                    <a:pt x="470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3"/>
            <p:cNvSpPr/>
            <p:nvPr/>
          </p:nvSpPr>
          <p:spPr>
            <a:xfrm>
              <a:off x="582600" y="3483425"/>
              <a:ext cx="111350" cy="52525"/>
            </a:xfrm>
            <a:custGeom>
              <a:avLst/>
              <a:gdLst/>
              <a:ahLst/>
              <a:cxnLst/>
              <a:rect l="l" t="t" r="r" b="b"/>
              <a:pathLst>
                <a:path w="4454" h="2101" extrusionOk="0">
                  <a:moveTo>
                    <a:pt x="504" y="0"/>
                  </a:moveTo>
                  <a:cubicBezTo>
                    <a:pt x="168" y="0"/>
                    <a:pt x="0" y="168"/>
                    <a:pt x="0" y="420"/>
                  </a:cubicBezTo>
                  <a:cubicBezTo>
                    <a:pt x="84" y="672"/>
                    <a:pt x="336" y="925"/>
                    <a:pt x="504" y="925"/>
                  </a:cubicBezTo>
                  <a:lnTo>
                    <a:pt x="588" y="925"/>
                  </a:lnTo>
                  <a:cubicBezTo>
                    <a:pt x="504" y="1009"/>
                    <a:pt x="504" y="1093"/>
                    <a:pt x="504" y="1261"/>
                  </a:cubicBezTo>
                  <a:cubicBezTo>
                    <a:pt x="504" y="1513"/>
                    <a:pt x="756" y="1765"/>
                    <a:pt x="1008" y="1765"/>
                  </a:cubicBezTo>
                  <a:lnTo>
                    <a:pt x="1008" y="2101"/>
                  </a:lnTo>
                  <a:lnTo>
                    <a:pt x="3361" y="2101"/>
                  </a:lnTo>
                  <a:cubicBezTo>
                    <a:pt x="3277" y="1933"/>
                    <a:pt x="3277" y="1849"/>
                    <a:pt x="3025" y="1849"/>
                  </a:cubicBezTo>
                  <a:cubicBezTo>
                    <a:pt x="3109" y="1849"/>
                    <a:pt x="3277" y="1765"/>
                    <a:pt x="3277" y="1681"/>
                  </a:cubicBezTo>
                  <a:lnTo>
                    <a:pt x="3949" y="1681"/>
                  </a:lnTo>
                  <a:cubicBezTo>
                    <a:pt x="4285" y="1681"/>
                    <a:pt x="4453" y="1429"/>
                    <a:pt x="4453" y="1093"/>
                  </a:cubicBezTo>
                  <a:cubicBezTo>
                    <a:pt x="4453" y="840"/>
                    <a:pt x="4285" y="588"/>
                    <a:pt x="3949" y="588"/>
                  </a:cubicBezTo>
                  <a:lnTo>
                    <a:pt x="3109" y="588"/>
                  </a:lnTo>
                  <a:lnTo>
                    <a:pt x="3109" y="504"/>
                  </a:lnTo>
                  <a:cubicBezTo>
                    <a:pt x="3109" y="168"/>
                    <a:pt x="2941" y="0"/>
                    <a:pt x="260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3"/>
            <p:cNvSpPr/>
            <p:nvPr/>
          </p:nvSpPr>
          <p:spPr>
            <a:xfrm>
              <a:off x="635100" y="3409900"/>
              <a:ext cx="81950" cy="52550"/>
            </a:xfrm>
            <a:custGeom>
              <a:avLst/>
              <a:gdLst/>
              <a:ahLst/>
              <a:cxnLst/>
              <a:rect l="l" t="t" r="r" b="b"/>
              <a:pathLst>
                <a:path w="3278" h="2102" extrusionOk="0">
                  <a:moveTo>
                    <a:pt x="925" y="1"/>
                  </a:moveTo>
                  <a:lnTo>
                    <a:pt x="925" y="85"/>
                  </a:lnTo>
                  <a:cubicBezTo>
                    <a:pt x="925" y="253"/>
                    <a:pt x="1009" y="421"/>
                    <a:pt x="1261" y="505"/>
                  </a:cubicBezTo>
                  <a:cubicBezTo>
                    <a:pt x="1177" y="505"/>
                    <a:pt x="1009" y="589"/>
                    <a:pt x="1009" y="673"/>
                  </a:cubicBezTo>
                  <a:lnTo>
                    <a:pt x="421" y="673"/>
                  </a:lnTo>
                  <a:cubicBezTo>
                    <a:pt x="169" y="673"/>
                    <a:pt x="1" y="925"/>
                    <a:pt x="1" y="1093"/>
                  </a:cubicBezTo>
                  <a:cubicBezTo>
                    <a:pt x="1" y="1345"/>
                    <a:pt x="169" y="1513"/>
                    <a:pt x="421" y="1513"/>
                  </a:cubicBezTo>
                  <a:lnTo>
                    <a:pt x="1177" y="1513"/>
                  </a:lnTo>
                  <a:lnTo>
                    <a:pt x="1177" y="1681"/>
                  </a:lnTo>
                  <a:cubicBezTo>
                    <a:pt x="1177" y="1849"/>
                    <a:pt x="1345" y="2101"/>
                    <a:pt x="1597" y="2101"/>
                  </a:cubicBezTo>
                  <a:lnTo>
                    <a:pt x="3277" y="2101"/>
                  </a:lnTo>
                  <a:cubicBezTo>
                    <a:pt x="3109" y="1765"/>
                    <a:pt x="2941" y="1513"/>
                    <a:pt x="2605" y="1429"/>
                  </a:cubicBezTo>
                  <a:cubicBezTo>
                    <a:pt x="2605" y="1009"/>
                    <a:pt x="2269" y="841"/>
                    <a:pt x="2017" y="841"/>
                  </a:cubicBezTo>
                  <a:lnTo>
                    <a:pt x="2017" y="505"/>
                  </a:lnTo>
                  <a:cubicBezTo>
                    <a:pt x="2017" y="169"/>
                    <a:pt x="1765" y="1"/>
                    <a:pt x="142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3"/>
            <p:cNvSpPr/>
            <p:nvPr/>
          </p:nvSpPr>
          <p:spPr>
            <a:xfrm>
              <a:off x="1939500" y="3405700"/>
              <a:ext cx="180675" cy="132350"/>
            </a:xfrm>
            <a:custGeom>
              <a:avLst/>
              <a:gdLst/>
              <a:ahLst/>
              <a:cxnLst/>
              <a:rect l="l" t="t" r="r" b="b"/>
              <a:pathLst>
                <a:path w="7227" h="5294" extrusionOk="0">
                  <a:moveTo>
                    <a:pt x="2521" y="1"/>
                  </a:moveTo>
                  <a:cubicBezTo>
                    <a:pt x="2185" y="1"/>
                    <a:pt x="2017" y="253"/>
                    <a:pt x="2017" y="589"/>
                  </a:cubicBezTo>
                  <a:cubicBezTo>
                    <a:pt x="2017" y="673"/>
                    <a:pt x="2017" y="757"/>
                    <a:pt x="2101" y="841"/>
                  </a:cubicBezTo>
                  <a:lnTo>
                    <a:pt x="1597" y="841"/>
                  </a:lnTo>
                  <a:cubicBezTo>
                    <a:pt x="1261" y="841"/>
                    <a:pt x="925" y="1177"/>
                    <a:pt x="925" y="1513"/>
                  </a:cubicBezTo>
                  <a:lnTo>
                    <a:pt x="925" y="1597"/>
                  </a:lnTo>
                  <a:cubicBezTo>
                    <a:pt x="673" y="1681"/>
                    <a:pt x="337" y="2101"/>
                    <a:pt x="337" y="2437"/>
                  </a:cubicBezTo>
                  <a:cubicBezTo>
                    <a:pt x="337" y="2773"/>
                    <a:pt x="421" y="2941"/>
                    <a:pt x="673" y="3193"/>
                  </a:cubicBezTo>
                  <a:cubicBezTo>
                    <a:pt x="337" y="3193"/>
                    <a:pt x="85" y="3361"/>
                    <a:pt x="85" y="3613"/>
                  </a:cubicBezTo>
                  <a:cubicBezTo>
                    <a:pt x="1" y="3949"/>
                    <a:pt x="253" y="4118"/>
                    <a:pt x="421" y="4118"/>
                  </a:cubicBezTo>
                  <a:lnTo>
                    <a:pt x="505" y="4118"/>
                  </a:lnTo>
                  <a:cubicBezTo>
                    <a:pt x="421" y="4202"/>
                    <a:pt x="421" y="4370"/>
                    <a:pt x="421" y="4454"/>
                  </a:cubicBezTo>
                  <a:cubicBezTo>
                    <a:pt x="421" y="4790"/>
                    <a:pt x="673" y="4958"/>
                    <a:pt x="925" y="4958"/>
                  </a:cubicBezTo>
                  <a:lnTo>
                    <a:pt x="925" y="5294"/>
                  </a:lnTo>
                  <a:lnTo>
                    <a:pt x="6386" y="5294"/>
                  </a:lnTo>
                  <a:lnTo>
                    <a:pt x="6386" y="5210"/>
                  </a:lnTo>
                  <a:cubicBezTo>
                    <a:pt x="6386" y="5042"/>
                    <a:pt x="6302" y="4958"/>
                    <a:pt x="6218" y="4874"/>
                  </a:cubicBezTo>
                  <a:lnTo>
                    <a:pt x="6554" y="4874"/>
                  </a:lnTo>
                  <a:cubicBezTo>
                    <a:pt x="6722" y="4874"/>
                    <a:pt x="6806" y="4790"/>
                    <a:pt x="6806" y="4538"/>
                  </a:cubicBezTo>
                  <a:cubicBezTo>
                    <a:pt x="6806" y="4454"/>
                    <a:pt x="6806" y="4454"/>
                    <a:pt x="6722" y="4370"/>
                  </a:cubicBezTo>
                  <a:cubicBezTo>
                    <a:pt x="7058" y="4202"/>
                    <a:pt x="7226" y="3949"/>
                    <a:pt x="7226" y="3613"/>
                  </a:cubicBezTo>
                  <a:cubicBezTo>
                    <a:pt x="7226" y="3277"/>
                    <a:pt x="7058" y="2941"/>
                    <a:pt x="6722" y="2857"/>
                  </a:cubicBezTo>
                  <a:cubicBezTo>
                    <a:pt x="6722" y="2773"/>
                    <a:pt x="6806" y="2689"/>
                    <a:pt x="6806" y="2521"/>
                  </a:cubicBezTo>
                  <a:cubicBezTo>
                    <a:pt x="6806" y="2101"/>
                    <a:pt x="6554" y="1681"/>
                    <a:pt x="6050" y="1597"/>
                  </a:cubicBezTo>
                  <a:lnTo>
                    <a:pt x="6050" y="1513"/>
                  </a:lnTo>
                  <a:cubicBezTo>
                    <a:pt x="6050" y="1177"/>
                    <a:pt x="5798" y="841"/>
                    <a:pt x="5462" y="841"/>
                  </a:cubicBezTo>
                  <a:lnTo>
                    <a:pt x="5462" y="589"/>
                  </a:lnTo>
                  <a:cubicBezTo>
                    <a:pt x="5462" y="253"/>
                    <a:pt x="5294" y="1"/>
                    <a:pt x="495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3"/>
            <p:cNvSpPr/>
            <p:nvPr/>
          </p:nvSpPr>
          <p:spPr>
            <a:xfrm>
              <a:off x="1926900" y="3485525"/>
              <a:ext cx="117650" cy="52525"/>
            </a:xfrm>
            <a:custGeom>
              <a:avLst/>
              <a:gdLst/>
              <a:ahLst/>
              <a:cxnLst/>
              <a:rect l="l" t="t" r="r" b="b"/>
              <a:pathLst>
                <a:path w="4706" h="2101" extrusionOk="0">
                  <a:moveTo>
                    <a:pt x="505" y="0"/>
                  </a:moveTo>
                  <a:cubicBezTo>
                    <a:pt x="169" y="0"/>
                    <a:pt x="1" y="168"/>
                    <a:pt x="1" y="504"/>
                  </a:cubicBezTo>
                  <a:cubicBezTo>
                    <a:pt x="85" y="756"/>
                    <a:pt x="253" y="925"/>
                    <a:pt x="505" y="925"/>
                  </a:cubicBezTo>
                  <a:lnTo>
                    <a:pt x="757" y="925"/>
                  </a:lnTo>
                  <a:cubicBezTo>
                    <a:pt x="589" y="1009"/>
                    <a:pt x="589" y="1177"/>
                    <a:pt x="589" y="1261"/>
                  </a:cubicBezTo>
                  <a:cubicBezTo>
                    <a:pt x="589" y="1597"/>
                    <a:pt x="841" y="1765"/>
                    <a:pt x="1177" y="1765"/>
                  </a:cubicBezTo>
                  <a:lnTo>
                    <a:pt x="1177" y="2101"/>
                  </a:lnTo>
                  <a:lnTo>
                    <a:pt x="3529" y="2101"/>
                  </a:lnTo>
                  <a:cubicBezTo>
                    <a:pt x="3445" y="2017"/>
                    <a:pt x="3361" y="1849"/>
                    <a:pt x="3277" y="1849"/>
                  </a:cubicBezTo>
                  <a:cubicBezTo>
                    <a:pt x="3361" y="1849"/>
                    <a:pt x="3445" y="1765"/>
                    <a:pt x="3445" y="1681"/>
                  </a:cubicBezTo>
                  <a:lnTo>
                    <a:pt x="4202" y="1681"/>
                  </a:lnTo>
                  <a:cubicBezTo>
                    <a:pt x="4538" y="1681"/>
                    <a:pt x="4706" y="1429"/>
                    <a:pt x="4706" y="1093"/>
                  </a:cubicBezTo>
                  <a:cubicBezTo>
                    <a:pt x="4706" y="841"/>
                    <a:pt x="4538" y="588"/>
                    <a:pt x="4202" y="588"/>
                  </a:cubicBezTo>
                  <a:lnTo>
                    <a:pt x="3277" y="588"/>
                  </a:lnTo>
                  <a:lnTo>
                    <a:pt x="3277" y="504"/>
                  </a:lnTo>
                  <a:cubicBezTo>
                    <a:pt x="3277" y="168"/>
                    <a:pt x="3025" y="0"/>
                    <a:pt x="268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3"/>
            <p:cNvSpPr/>
            <p:nvPr/>
          </p:nvSpPr>
          <p:spPr>
            <a:xfrm>
              <a:off x="1985725" y="3405700"/>
              <a:ext cx="81925" cy="52550"/>
            </a:xfrm>
            <a:custGeom>
              <a:avLst/>
              <a:gdLst/>
              <a:ahLst/>
              <a:cxnLst/>
              <a:rect l="l" t="t" r="r" b="b"/>
              <a:pathLst>
                <a:path w="3277" h="2102" extrusionOk="0">
                  <a:moveTo>
                    <a:pt x="1008" y="1"/>
                  </a:moveTo>
                  <a:lnTo>
                    <a:pt x="1008" y="169"/>
                  </a:lnTo>
                  <a:cubicBezTo>
                    <a:pt x="1008" y="337"/>
                    <a:pt x="1092" y="421"/>
                    <a:pt x="1344" y="589"/>
                  </a:cubicBezTo>
                  <a:cubicBezTo>
                    <a:pt x="1176" y="589"/>
                    <a:pt x="1092" y="673"/>
                    <a:pt x="1092" y="757"/>
                  </a:cubicBezTo>
                  <a:lnTo>
                    <a:pt x="504" y="757"/>
                  </a:lnTo>
                  <a:cubicBezTo>
                    <a:pt x="252" y="757"/>
                    <a:pt x="0" y="1009"/>
                    <a:pt x="0" y="1177"/>
                  </a:cubicBezTo>
                  <a:cubicBezTo>
                    <a:pt x="0" y="1429"/>
                    <a:pt x="252" y="1597"/>
                    <a:pt x="504" y="1597"/>
                  </a:cubicBezTo>
                  <a:lnTo>
                    <a:pt x="1176" y="1597"/>
                  </a:lnTo>
                  <a:lnTo>
                    <a:pt x="1176" y="1681"/>
                  </a:lnTo>
                  <a:cubicBezTo>
                    <a:pt x="1176" y="1933"/>
                    <a:pt x="1428" y="2101"/>
                    <a:pt x="1597" y="2101"/>
                  </a:cubicBezTo>
                  <a:lnTo>
                    <a:pt x="3277" y="2101"/>
                  </a:lnTo>
                  <a:cubicBezTo>
                    <a:pt x="3193" y="1933"/>
                    <a:pt x="2857" y="1681"/>
                    <a:pt x="2689" y="1597"/>
                  </a:cubicBezTo>
                  <a:cubicBezTo>
                    <a:pt x="2689" y="1177"/>
                    <a:pt x="2353" y="841"/>
                    <a:pt x="2017" y="841"/>
                  </a:cubicBezTo>
                  <a:lnTo>
                    <a:pt x="2017" y="589"/>
                  </a:lnTo>
                  <a:cubicBezTo>
                    <a:pt x="2017" y="253"/>
                    <a:pt x="1849" y="1"/>
                    <a:pt x="151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3"/>
            <p:cNvSpPr/>
            <p:nvPr/>
          </p:nvSpPr>
          <p:spPr>
            <a:xfrm>
              <a:off x="744325" y="3374200"/>
              <a:ext cx="239475" cy="163850"/>
            </a:xfrm>
            <a:custGeom>
              <a:avLst/>
              <a:gdLst/>
              <a:ahLst/>
              <a:cxnLst/>
              <a:rect l="l" t="t" r="r" b="b"/>
              <a:pathLst>
                <a:path w="9579" h="6554" extrusionOk="0">
                  <a:moveTo>
                    <a:pt x="3361" y="0"/>
                  </a:moveTo>
                  <a:cubicBezTo>
                    <a:pt x="2941" y="0"/>
                    <a:pt x="2689" y="336"/>
                    <a:pt x="2689" y="672"/>
                  </a:cubicBezTo>
                  <a:cubicBezTo>
                    <a:pt x="2689" y="756"/>
                    <a:pt x="2689" y="840"/>
                    <a:pt x="2773" y="924"/>
                  </a:cubicBezTo>
                  <a:lnTo>
                    <a:pt x="2017" y="924"/>
                  </a:lnTo>
                  <a:cubicBezTo>
                    <a:pt x="1597" y="924"/>
                    <a:pt x="1177" y="1261"/>
                    <a:pt x="1177" y="1681"/>
                  </a:cubicBezTo>
                  <a:lnTo>
                    <a:pt x="1177" y="1933"/>
                  </a:lnTo>
                  <a:cubicBezTo>
                    <a:pt x="757" y="2101"/>
                    <a:pt x="421" y="2521"/>
                    <a:pt x="421" y="3025"/>
                  </a:cubicBezTo>
                  <a:cubicBezTo>
                    <a:pt x="421" y="3361"/>
                    <a:pt x="589" y="3697"/>
                    <a:pt x="757" y="3865"/>
                  </a:cubicBezTo>
                  <a:lnTo>
                    <a:pt x="673" y="3865"/>
                  </a:lnTo>
                  <a:cubicBezTo>
                    <a:pt x="337" y="3865"/>
                    <a:pt x="1" y="4117"/>
                    <a:pt x="1" y="4537"/>
                  </a:cubicBezTo>
                  <a:cubicBezTo>
                    <a:pt x="337" y="4789"/>
                    <a:pt x="673" y="4957"/>
                    <a:pt x="1009" y="4957"/>
                  </a:cubicBezTo>
                  <a:lnTo>
                    <a:pt x="1177" y="4957"/>
                  </a:lnTo>
                  <a:cubicBezTo>
                    <a:pt x="1093" y="5041"/>
                    <a:pt x="1093" y="5209"/>
                    <a:pt x="1093" y="5378"/>
                  </a:cubicBezTo>
                  <a:cubicBezTo>
                    <a:pt x="1093" y="5714"/>
                    <a:pt x="1429" y="6050"/>
                    <a:pt x="1681" y="6134"/>
                  </a:cubicBezTo>
                  <a:lnTo>
                    <a:pt x="1681" y="6218"/>
                  </a:lnTo>
                  <a:cubicBezTo>
                    <a:pt x="1681" y="6302"/>
                    <a:pt x="1681" y="6470"/>
                    <a:pt x="1849" y="6554"/>
                  </a:cubicBezTo>
                  <a:lnTo>
                    <a:pt x="8571" y="6554"/>
                  </a:lnTo>
                  <a:lnTo>
                    <a:pt x="8571" y="6302"/>
                  </a:lnTo>
                  <a:cubicBezTo>
                    <a:pt x="8571" y="6134"/>
                    <a:pt x="8403" y="6050"/>
                    <a:pt x="8319" y="5882"/>
                  </a:cubicBezTo>
                  <a:lnTo>
                    <a:pt x="8571" y="5882"/>
                  </a:lnTo>
                  <a:cubicBezTo>
                    <a:pt x="8739" y="5882"/>
                    <a:pt x="8907" y="5714"/>
                    <a:pt x="8907" y="5462"/>
                  </a:cubicBezTo>
                  <a:cubicBezTo>
                    <a:pt x="8907" y="5378"/>
                    <a:pt x="8907" y="5378"/>
                    <a:pt x="8823" y="5294"/>
                  </a:cubicBezTo>
                  <a:cubicBezTo>
                    <a:pt x="9243" y="5209"/>
                    <a:pt x="9579" y="4705"/>
                    <a:pt x="9579" y="4285"/>
                  </a:cubicBezTo>
                  <a:cubicBezTo>
                    <a:pt x="9579" y="3865"/>
                    <a:pt x="9243" y="3445"/>
                    <a:pt x="8823" y="3361"/>
                  </a:cubicBezTo>
                  <a:cubicBezTo>
                    <a:pt x="8823" y="3277"/>
                    <a:pt x="8907" y="3025"/>
                    <a:pt x="8907" y="2941"/>
                  </a:cubicBezTo>
                  <a:cubicBezTo>
                    <a:pt x="8907" y="2437"/>
                    <a:pt x="8655" y="1933"/>
                    <a:pt x="8067" y="1765"/>
                  </a:cubicBezTo>
                  <a:lnTo>
                    <a:pt x="8067" y="1681"/>
                  </a:lnTo>
                  <a:cubicBezTo>
                    <a:pt x="8067" y="1261"/>
                    <a:pt x="7814" y="924"/>
                    <a:pt x="7226" y="924"/>
                  </a:cubicBezTo>
                  <a:lnTo>
                    <a:pt x="7058" y="924"/>
                  </a:lnTo>
                  <a:cubicBezTo>
                    <a:pt x="7142" y="840"/>
                    <a:pt x="7142" y="756"/>
                    <a:pt x="7142" y="672"/>
                  </a:cubicBezTo>
                  <a:cubicBezTo>
                    <a:pt x="7142" y="252"/>
                    <a:pt x="6890" y="0"/>
                    <a:pt x="647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3"/>
            <p:cNvSpPr/>
            <p:nvPr/>
          </p:nvSpPr>
          <p:spPr>
            <a:xfrm>
              <a:off x="738025" y="3374200"/>
              <a:ext cx="195375" cy="163850"/>
            </a:xfrm>
            <a:custGeom>
              <a:avLst/>
              <a:gdLst/>
              <a:ahLst/>
              <a:cxnLst/>
              <a:rect l="l" t="t" r="r" b="b"/>
              <a:pathLst>
                <a:path w="7815" h="6554" extrusionOk="0">
                  <a:moveTo>
                    <a:pt x="3361" y="0"/>
                  </a:moveTo>
                  <a:cubicBezTo>
                    <a:pt x="2941" y="0"/>
                    <a:pt x="2605" y="336"/>
                    <a:pt x="2605" y="672"/>
                  </a:cubicBezTo>
                  <a:cubicBezTo>
                    <a:pt x="2605" y="756"/>
                    <a:pt x="2605" y="840"/>
                    <a:pt x="2689" y="924"/>
                  </a:cubicBezTo>
                  <a:lnTo>
                    <a:pt x="1933" y="924"/>
                  </a:lnTo>
                  <a:cubicBezTo>
                    <a:pt x="1513" y="924"/>
                    <a:pt x="1093" y="1261"/>
                    <a:pt x="1093" y="1681"/>
                  </a:cubicBezTo>
                  <a:lnTo>
                    <a:pt x="1093" y="1933"/>
                  </a:lnTo>
                  <a:cubicBezTo>
                    <a:pt x="673" y="2101"/>
                    <a:pt x="421" y="2521"/>
                    <a:pt x="421" y="3025"/>
                  </a:cubicBezTo>
                  <a:cubicBezTo>
                    <a:pt x="421" y="3361"/>
                    <a:pt x="505" y="3697"/>
                    <a:pt x="673" y="3865"/>
                  </a:cubicBezTo>
                  <a:lnTo>
                    <a:pt x="589" y="3865"/>
                  </a:lnTo>
                  <a:cubicBezTo>
                    <a:pt x="253" y="3865"/>
                    <a:pt x="1" y="4117"/>
                    <a:pt x="1" y="4537"/>
                  </a:cubicBezTo>
                  <a:cubicBezTo>
                    <a:pt x="85" y="4789"/>
                    <a:pt x="337" y="4957"/>
                    <a:pt x="673" y="4957"/>
                  </a:cubicBezTo>
                  <a:lnTo>
                    <a:pt x="925" y="4957"/>
                  </a:lnTo>
                  <a:cubicBezTo>
                    <a:pt x="757" y="5041"/>
                    <a:pt x="757" y="5209"/>
                    <a:pt x="757" y="5378"/>
                  </a:cubicBezTo>
                  <a:cubicBezTo>
                    <a:pt x="757" y="5714"/>
                    <a:pt x="1093" y="6050"/>
                    <a:pt x="1429" y="6134"/>
                  </a:cubicBezTo>
                  <a:lnTo>
                    <a:pt x="1429" y="6218"/>
                  </a:lnTo>
                  <a:cubicBezTo>
                    <a:pt x="1429" y="6302"/>
                    <a:pt x="1429" y="6470"/>
                    <a:pt x="1513" y="6554"/>
                  </a:cubicBezTo>
                  <a:lnTo>
                    <a:pt x="6806" y="6554"/>
                  </a:lnTo>
                  <a:lnTo>
                    <a:pt x="6806" y="6302"/>
                  </a:lnTo>
                  <a:cubicBezTo>
                    <a:pt x="6806" y="6134"/>
                    <a:pt x="6722" y="6050"/>
                    <a:pt x="6554" y="5882"/>
                  </a:cubicBezTo>
                  <a:lnTo>
                    <a:pt x="6806" y="5882"/>
                  </a:lnTo>
                  <a:cubicBezTo>
                    <a:pt x="6974" y="5882"/>
                    <a:pt x="7226" y="5714"/>
                    <a:pt x="7226" y="5462"/>
                  </a:cubicBezTo>
                  <a:cubicBezTo>
                    <a:pt x="7226" y="5378"/>
                    <a:pt x="7226" y="5378"/>
                    <a:pt x="7058" y="5294"/>
                  </a:cubicBezTo>
                  <a:cubicBezTo>
                    <a:pt x="7478" y="5209"/>
                    <a:pt x="7814" y="4705"/>
                    <a:pt x="7814" y="4285"/>
                  </a:cubicBezTo>
                  <a:cubicBezTo>
                    <a:pt x="7814" y="3865"/>
                    <a:pt x="7478" y="3445"/>
                    <a:pt x="7058" y="3361"/>
                  </a:cubicBezTo>
                  <a:cubicBezTo>
                    <a:pt x="7058" y="3277"/>
                    <a:pt x="7226" y="3025"/>
                    <a:pt x="7226" y="2941"/>
                  </a:cubicBezTo>
                  <a:cubicBezTo>
                    <a:pt x="7226" y="2437"/>
                    <a:pt x="6890" y="1933"/>
                    <a:pt x="6386" y="1765"/>
                  </a:cubicBezTo>
                  <a:lnTo>
                    <a:pt x="6386" y="1681"/>
                  </a:lnTo>
                  <a:cubicBezTo>
                    <a:pt x="6386" y="1261"/>
                    <a:pt x="6050" y="924"/>
                    <a:pt x="5546" y="924"/>
                  </a:cubicBezTo>
                  <a:lnTo>
                    <a:pt x="5378" y="924"/>
                  </a:lnTo>
                  <a:cubicBezTo>
                    <a:pt x="5546" y="840"/>
                    <a:pt x="5546" y="756"/>
                    <a:pt x="5546" y="672"/>
                  </a:cubicBezTo>
                  <a:cubicBezTo>
                    <a:pt x="5546" y="252"/>
                    <a:pt x="5210" y="0"/>
                    <a:pt x="479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3"/>
            <p:cNvSpPr/>
            <p:nvPr/>
          </p:nvSpPr>
          <p:spPr>
            <a:xfrm>
              <a:off x="735925" y="3468725"/>
              <a:ext cx="149150" cy="69325"/>
            </a:xfrm>
            <a:custGeom>
              <a:avLst/>
              <a:gdLst/>
              <a:ahLst/>
              <a:cxnLst/>
              <a:rect l="l" t="t" r="r" b="b"/>
              <a:pathLst>
                <a:path w="5966" h="2773" extrusionOk="0">
                  <a:moveTo>
                    <a:pt x="673" y="0"/>
                  </a:moveTo>
                  <a:cubicBezTo>
                    <a:pt x="337" y="0"/>
                    <a:pt x="1" y="252"/>
                    <a:pt x="1" y="672"/>
                  </a:cubicBezTo>
                  <a:cubicBezTo>
                    <a:pt x="169" y="1008"/>
                    <a:pt x="421" y="1176"/>
                    <a:pt x="757" y="1176"/>
                  </a:cubicBezTo>
                  <a:lnTo>
                    <a:pt x="1009" y="1176"/>
                  </a:lnTo>
                  <a:cubicBezTo>
                    <a:pt x="841" y="1260"/>
                    <a:pt x="841" y="1428"/>
                    <a:pt x="841" y="1597"/>
                  </a:cubicBezTo>
                  <a:cubicBezTo>
                    <a:pt x="841" y="1933"/>
                    <a:pt x="1177" y="2269"/>
                    <a:pt x="1513" y="2353"/>
                  </a:cubicBezTo>
                  <a:lnTo>
                    <a:pt x="1513" y="2437"/>
                  </a:lnTo>
                  <a:cubicBezTo>
                    <a:pt x="1513" y="2521"/>
                    <a:pt x="1513" y="2689"/>
                    <a:pt x="1597" y="2773"/>
                  </a:cubicBezTo>
                  <a:lnTo>
                    <a:pt x="4538" y="2773"/>
                  </a:lnTo>
                  <a:lnTo>
                    <a:pt x="4286" y="2437"/>
                  </a:lnTo>
                  <a:cubicBezTo>
                    <a:pt x="4454" y="2437"/>
                    <a:pt x="4538" y="2269"/>
                    <a:pt x="4538" y="2101"/>
                  </a:cubicBezTo>
                  <a:lnTo>
                    <a:pt x="5294" y="2101"/>
                  </a:lnTo>
                  <a:cubicBezTo>
                    <a:pt x="5630" y="2101"/>
                    <a:pt x="5966" y="1849"/>
                    <a:pt x="5966" y="1513"/>
                  </a:cubicBezTo>
                  <a:cubicBezTo>
                    <a:pt x="5966" y="1176"/>
                    <a:pt x="5714" y="756"/>
                    <a:pt x="5294" y="756"/>
                  </a:cubicBezTo>
                  <a:lnTo>
                    <a:pt x="4118" y="756"/>
                  </a:lnTo>
                  <a:lnTo>
                    <a:pt x="4118" y="672"/>
                  </a:lnTo>
                  <a:cubicBezTo>
                    <a:pt x="4118" y="336"/>
                    <a:pt x="3865" y="0"/>
                    <a:pt x="352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3"/>
            <p:cNvSpPr/>
            <p:nvPr/>
          </p:nvSpPr>
          <p:spPr>
            <a:xfrm>
              <a:off x="807350" y="3374200"/>
              <a:ext cx="105050" cy="69325"/>
            </a:xfrm>
            <a:custGeom>
              <a:avLst/>
              <a:gdLst/>
              <a:ahLst/>
              <a:cxnLst/>
              <a:rect l="l" t="t" r="r" b="b"/>
              <a:pathLst>
                <a:path w="4202" h="2773" extrusionOk="0">
                  <a:moveTo>
                    <a:pt x="1093" y="0"/>
                  </a:moveTo>
                  <a:lnTo>
                    <a:pt x="1093" y="252"/>
                  </a:lnTo>
                  <a:cubicBezTo>
                    <a:pt x="1093" y="420"/>
                    <a:pt x="1261" y="672"/>
                    <a:pt x="1513" y="756"/>
                  </a:cubicBezTo>
                  <a:cubicBezTo>
                    <a:pt x="1345" y="756"/>
                    <a:pt x="1261" y="840"/>
                    <a:pt x="1261" y="1093"/>
                  </a:cubicBezTo>
                  <a:lnTo>
                    <a:pt x="588" y="1093"/>
                  </a:lnTo>
                  <a:cubicBezTo>
                    <a:pt x="252" y="1093"/>
                    <a:pt x="0" y="1261"/>
                    <a:pt x="0" y="1597"/>
                  </a:cubicBezTo>
                  <a:cubicBezTo>
                    <a:pt x="0" y="1933"/>
                    <a:pt x="252" y="2101"/>
                    <a:pt x="588" y="2101"/>
                  </a:cubicBezTo>
                  <a:lnTo>
                    <a:pt x="1513" y="2101"/>
                  </a:lnTo>
                  <a:lnTo>
                    <a:pt x="1513" y="2269"/>
                  </a:lnTo>
                  <a:cubicBezTo>
                    <a:pt x="1513" y="2521"/>
                    <a:pt x="1681" y="2773"/>
                    <a:pt x="2017" y="2773"/>
                  </a:cubicBezTo>
                  <a:lnTo>
                    <a:pt x="4201" y="2773"/>
                  </a:lnTo>
                  <a:cubicBezTo>
                    <a:pt x="4117" y="2269"/>
                    <a:pt x="3781" y="1933"/>
                    <a:pt x="3361" y="1849"/>
                  </a:cubicBezTo>
                  <a:lnTo>
                    <a:pt x="3361" y="1681"/>
                  </a:lnTo>
                  <a:cubicBezTo>
                    <a:pt x="3361" y="1261"/>
                    <a:pt x="3109" y="1009"/>
                    <a:pt x="2521" y="1009"/>
                  </a:cubicBezTo>
                  <a:lnTo>
                    <a:pt x="2437" y="1009"/>
                  </a:lnTo>
                  <a:cubicBezTo>
                    <a:pt x="2521" y="840"/>
                    <a:pt x="2521" y="756"/>
                    <a:pt x="2521" y="672"/>
                  </a:cubicBezTo>
                  <a:cubicBezTo>
                    <a:pt x="2521" y="252"/>
                    <a:pt x="2185" y="0"/>
                    <a:pt x="18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3"/>
            <p:cNvSpPr/>
            <p:nvPr/>
          </p:nvSpPr>
          <p:spPr>
            <a:xfrm>
              <a:off x="2410025" y="3405700"/>
              <a:ext cx="180650" cy="132350"/>
            </a:xfrm>
            <a:custGeom>
              <a:avLst/>
              <a:gdLst/>
              <a:ahLst/>
              <a:cxnLst/>
              <a:rect l="l" t="t" r="r" b="b"/>
              <a:pathLst>
                <a:path w="7226" h="5294" extrusionOk="0">
                  <a:moveTo>
                    <a:pt x="2521" y="1"/>
                  </a:moveTo>
                  <a:cubicBezTo>
                    <a:pt x="2185" y="1"/>
                    <a:pt x="2017" y="253"/>
                    <a:pt x="2017" y="589"/>
                  </a:cubicBezTo>
                  <a:cubicBezTo>
                    <a:pt x="2017" y="673"/>
                    <a:pt x="2017" y="757"/>
                    <a:pt x="2101" y="841"/>
                  </a:cubicBezTo>
                  <a:lnTo>
                    <a:pt x="1428" y="841"/>
                  </a:lnTo>
                  <a:cubicBezTo>
                    <a:pt x="1176" y="841"/>
                    <a:pt x="840" y="1177"/>
                    <a:pt x="840" y="1513"/>
                  </a:cubicBezTo>
                  <a:lnTo>
                    <a:pt x="840" y="1597"/>
                  </a:lnTo>
                  <a:cubicBezTo>
                    <a:pt x="504" y="1681"/>
                    <a:pt x="168" y="2101"/>
                    <a:pt x="168" y="2437"/>
                  </a:cubicBezTo>
                  <a:cubicBezTo>
                    <a:pt x="168" y="2773"/>
                    <a:pt x="336" y="2941"/>
                    <a:pt x="504" y="3193"/>
                  </a:cubicBezTo>
                  <a:cubicBezTo>
                    <a:pt x="168" y="3193"/>
                    <a:pt x="0" y="3361"/>
                    <a:pt x="0" y="3613"/>
                  </a:cubicBezTo>
                  <a:cubicBezTo>
                    <a:pt x="0" y="3949"/>
                    <a:pt x="168" y="4118"/>
                    <a:pt x="504" y="4118"/>
                  </a:cubicBezTo>
                  <a:lnTo>
                    <a:pt x="588" y="4118"/>
                  </a:lnTo>
                  <a:cubicBezTo>
                    <a:pt x="504" y="4202"/>
                    <a:pt x="504" y="4370"/>
                    <a:pt x="504" y="4454"/>
                  </a:cubicBezTo>
                  <a:cubicBezTo>
                    <a:pt x="504" y="4790"/>
                    <a:pt x="756" y="4958"/>
                    <a:pt x="1008" y="4958"/>
                  </a:cubicBezTo>
                  <a:lnTo>
                    <a:pt x="1008" y="5294"/>
                  </a:lnTo>
                  <a:lnTo>
                    <a:pt x="6470" y="5294"/>
                  </a:lnTo>
                  <a:lnTo>
                    <a:pt x="6470" y="5210"/>
                  </a:lnTo>
                  <a:cubicBezTo>
                    <a:pt x="6470" y="5042"/>
                    <a:pt x="6386" y="4958"/>
                    <a:pt x="6302" y="4874"/>
                  </a:cubicBezTo>
                  <a:lnTo>
                    <a:pt x="6470" y="4874"/>
                  </a:lnTo>
                  <a:cubicBezTo>
                    <a:pt x="6722" y="4874"/>
                    <a:pt x="6806" y="4790"/>
                    <a:pt x="6806" y="4538"/>
                  </a:cubicBezTo>
                  <a:cubicBezTo>
                    <a:pt x="6806" y="4454"/>
                    <a:pt x="6806" y="4454"/>
                    <a:pt x="6722" y="4370"/>
                  </a:cubicBezTo>
                  <a:cubicBezTo>
                    <a:pt x="7058" y="4202"/>
                    <a:pt x="7226" y="3949"/>
                    <a:pt x="7226" y="3613"/>
                  </a:cubicBezTo>
                  <a:cubicBezTo>
                    <a:pt x="7226" y="3277"/>
                    <a:pt x="7058" y="2941"/>
                    <a:pt x="6722" y="2857"/>
                  </a:cubicBezTo>
                  <a:cubicBezTo>
                    <a:pt x="6722" y="2773"/>
                    <a:pt x="6806" y="2689"/>
                    <a:pt x="6806" y="2521"/>
                  </a:cubicBezTo>
                  <a:cubicBezTo>
                    <a:pt x="6806" y="2101"/>
                    <a:pt x="6470" y="1681"/>
                    <a:pt x="6049" y="1597"/>
                  </a:cubicBezTo>
                  <a:lnTo>
                    <a:pt x="6049" y="1513"/>
                  </a:lnTo>
                  <a:cubicBezTo>
                    <a:pt x="6049" y="1177"/>
                    <a:pt x="5797" y="841"/>
                    <a:pt x="5461" y="841"/>
                  </a:cubicBezTo>
                  <a:lnTo>
                    <a:pt x="5461" y="589"/>
                  </a:lnTo>
                  <a:cubicBezTo>
                    <a:pt x="5461" y="253"/>
                    <a:pt x="5209" y="1"/>
                    <a:pt x="49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3"/>
            <p:cNvSpPr/>
            <p:nvPr/>
          </p:nvSpPr>
          <p:spPr>
            <a:xfrm>
              <a:off x="2401600" y="3405700"/>
              <a:ext cx="147075" cy="132350"/>
            </a:xfrm>
            <a:custGeom>
              <a:avLst/>
              <a:gdLst/>
              <a:ahLst/>
              <a:cxnLst/>
              <a:rect l="l" t="t" r="r" b="b"/>
              <a:pathLst>
                <a:path w="5883" h="5294" extrusionOk="0">
                  <a:moveTo>
                    <a:pt x="2438" y="1"/>
                  </a:moveTo>
                  <a:cubicBezTo>
                    <a:pt x="2101" y="1"/>
                    <a:pt x="1933" y="253"/>
                    <a:pt x="1933" y="589"/>
                  </a:cubicBezTo>
                  <a:cubicBezTo>
                    <a:pt x="1933" y="673"/>
                    <a:pt x="1933" y="757"/>
                    <a:pt x="2017" y="841"/>
                  </a:cubicBezTo>
                  <a:lnTo>
                    <a:pt x="1513" y="841"/>
                  </a:lnTo>
                  <a:cubicBezTo>
                    <a:pt x="1177" y="841"/>
                    <a:pt x="841" y="1177"/>
                    <a:pt x="841" y="1513"/>
                  </a:cubicBezTo>
                  <a:lnTo>
                    <a:pt x="841" y="1597"/>
                  </a:lnTo>
                  <a:cubicBezTo>
                    <a:pt x="505" y="1681"/>
                    <a:pt x="253" y="2101"/>
                    <a:pt x="253" y="2437"/>
                  </a:cubicBezTo>
                  <a:cubicBezTo>
                    <a:pt x="253" y="2773"/>
                    <a:pt x="337" y="2941"/>
                    <a:pt x="505" y="3193"/>
                  </a:cubicBezTo>
                  <a:cubicBezTo>
                    <a:pt x="253" y="3193"/>
                    <a:pt x="1" y="3361"/>
                    <a:pt x="1" y="3613"/>
                  </a:cubicBezTo>
                  <a:cubicBezTo>
                    <a:pt x="1" y="3949"/>
                    <a:pt x="253" y="4118"/>
                    <a:pt x="421" y="4118"/>
                  </a:cubicBezTo>
                  <a:lnTo>
                    <a:pt x="505" y="4118"/>
                  </a:lnTo>
                  <a:cubicBezTo>
                    <a:pt x="421" y="4202"/>
                    <a:pt x="421" y="4370"/>
                    <a:pt x="421" y="4454"/>
                  </a:cubicBezTo>
                  <a:cubicBezTo>
                    <a:pt x="421" y="4790"/>
                    <a:pt x="673" y="4958"/>
                    <a:pt x="925" y="4958"/>
                  </a:cubicBezTo>
                  <a:lnTo>
                    <a:pt x="925" y="5294"/>
                  </a:lnTo>
                  <a:lnTo>
                    <a:pt x="5126" y="5294"/>
                  </a:lnTo>
                  <a:lnTo>
                    <a:pt x="5126" y="5210"/>
                  </a:lnTo>
                  <a:cubicBezTo>
                    <a:pt x="5126" y="5042"/>
                    <a:pt x="5042" y="4958"/>
                    <a:pt x="4958" y="4874"/>
                  </a:cubicBezTo>
                  <a:lnTo>
                    <a:pt x="5126" y="4874"/>
                  </a:lnTo>
                  <a:cubicBezTo>
                    <a:pt x="5378" y="4874"/>
                    <a:pt x="5462" y="4790"/>
                    <a:pt x="5462" y="4538"/>
                  </a:cubicBezTo>
                  <a:cubicBezTo>
                    <a:pt x="5462" y="4454"/>
                    <a:pt x="5462" y="4454"/>
                    <a:pt x="5378" y="4370"/>
                  </a:cubicBezTo>
                  <a:cubicBezTo>
                    <a:pt x="5714" y="4202"/>
                    <a:pt x="5882" y="3949"/>
                    <a:pt x="5882" y="3613"/>
                  </a:cubicBezTo>
                  <a:cubicBezTo>
                    <a:pt x="5882" y="3277"/>
                    <a:pt x="5714" y="2941"/>
                    <a:pt x="5378" y="2857"/>
                  </a:cubicBezTo>
                  <a:cubicBezTo>
                    <a:pt x="5378" y="2773"/>
                    <a:pt x="5462" y="2689"/>
                    <a:pt x="5462" y="2521"/>
                  </a:cubicBezTo>
                  <a:cubicBezTo>
                    <a:pt x="5462" y="2101"/>
                    <a:pt x="5126" y="1681"/>
                    <a:pt x="4706" y="1597"/>
                  </a:cubicBezTo>
                  <a:lnTo>
                    <a:pt x="4706" y="1513"/>
                  </a:lnTo>
                  <a:cubicBezTo>
                    <a:pt x="4706" y="1177"/>
                    <a:pt x="4454" y="841"/>
                    <a:pt x="4118" y="841"/>
                  </a:cubicBezTo>
                  <a:lnTo>
                    <a:pt x="4118" y="589"/>
                  </a:lnTo>
                  <a:cubicBezTo>
                    <a:pt x="4118" y="253"/>
                    <a:pt x="3866" y="1"/>
                    <a:pt x="36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3"/>
            <p:cNvSpPr/>
            <p:nvPr/>
          </p:nvSpPr>
          <p:spPr>
            <a:xfrm>
              <a:off x="2397400" y="3485525"/>
              <a:ext cx="117675" cy="52525"/>
            </a:xfrm>
            <a:custGeom>
              <a:avLst/>
              <a:gdLst/>
              <a:ahLst/>
              <a:cxnLst/>
              <a:rect l="l" t="t" r="r" b="b"/>
              <a:pathLst>
                <a:path w="4707" h="2101" extrusionOk="0">
                  <a:moveTo>
                    <a:pt x="505" y="0"/>
                  </a:moveTo>
                  <a:cubicBezTo>
                    <a:pt x="169" y="0"/>
                    <a:pt x="1" y="168"/>
                    <a:pt x="1" y="504"/>
                  </a:cubicBezTo>
                  <a:cubicBezTo>
                    <a:pt x="169" y="756"/>
                    <a:pt x="421" y="925"/>
                    <a:pt x="589" y="925"/>
                  </a:cubicBezTo>
                  <a:lnTo>
                    <a:pt x="673" y="925"/>
                  </a:lnTo>
                  <a:cubicBezTo>
                    <a:pt x="589" y="1009"/>
                    <a:pt x="589" y="1177"/>
                    <a:pt x="589" y="1261"/>
                  </a:cubicBezTo>
                  <a:cubicBezTo>
                    <a:pt x="589" y="1597"/>
                    <a:pt x="841" y="1765"/>
                    <a:pt x="1093" y="1765"/>
                  </a:cubicBezTo>
                  <a:lnTo>
                    <a:pt x="1093" y="2101"/>
                  </a:lnTo>
                  <a:lnTo>
                    <a:pt x="3530" y="2101"/>
                  </a:lnTo>
                  <a:cubicBezTo>
                    <a:pt x="3446" y="2017"/>
                    <a:pt x="3362" y="1849"/>
                    <a:pt x="3194" y="1849"/>
                  </a:cubicBezTo>
                  <a:cubicBezTo>
                    <a:pt x="3362" y="1849"/>
                    <a:pt x="3446" y="1765"/>
                    <a:pt x="3446" y="1681"/>
                  </a:cubicBezTo>
                  <a:lnTo>
                    <a:pt x="4202" y="1681"/>
                  </a:lnTo>
                  <a:cubicBezTo>
                    <a:pt x="4454" y="1681"/>
                    <a:pt x="4706" y="1429"/>
                    <a:pt x="4706" y="1093"/>
                  </a:cubicBezTo>
                  <a:cubicBezTo>
                    <a:pt x="4706" y="841"/>
                    <a:pt x="4454" y="588"/>
                    <a:pt x="4202" y="588"/>
                  </a:cubicBezTo>
                  <a:lnTo>
                    <a:pt x="3194" y="588"/>
                  </a:lnTo>
                  <a:lnTo>
                    <a:pt x="3194" y="504"/>
                  </a:lnTo>
                  <a:cubicBezTo>
                    <a:pt x="3194" y="168"/>
                    <a:pt x="3026" y="0"/>
                    <a:pt x="269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3"/>
            <p:cNvSpPr/>
            <p:nvPr/>
          </p:nvSpPr>
          <p:spPr>
            <a:xfrm>
              <a:off x="2456225" y="3405700"/>
              <a:ext cx="81950" cy="52550"/>
            </a:xfrm>
            <a:custGeom>
              <a:avLst/>
              <a:gdLst/>
              <a:ahLst/>
              <a:cxnLst/>
              <a:rect l="l" t="t" r="r" b="b"/>
              <a:pathLst>
                <a:path w="3278" h="2102" extrusionOk="0">
                  <a:moveTo>
                    <a:pt x="1009" y="1"/>
                  </a:moveTo>
                  <a:lnTo>
                    <a:pt x="1009" y="169"/>
                  </a:lnTo>
                  <a:cubicBezTo>
                    <a:pt x="1009" y="337"/>
                    <a:pt x="1093" y="421"/>
                    <a:pt x="1261" y="589"/>
                  </a:cubicBezTo>
                  <a:cubicBezTo>
                    <a:pt x="1177" y="589"/>
                    <a:pt x="1093" y="673"/>
                    <a:pt x="1093" y="757"/>
                  </a:cubicBezTo>
                  <a:lnTo>
                    <a:pt x="421" y="757"/>
                  </a:lnTo>
                  <a:cubicBezTo>
                    <a:pt x="253" y="757"/>
                    <a:pt x="0" y="1009"/>
                    <a:pt x="0" y="1177"/>
                  </a:cubicBezTo>
                  <a:cubicBezTo>
                    <a:pt x="0" y="1429"/>
                    <a:pt x="253" y="1597"/>
                    <a:pt x="421" y="1597"/>
                  </a:cubicBezTo>
                  <a:lnTo>
                    <a:pt x="1177" y="1597"/>
                  </a:lnTo>
                  <a:lnTo>
                    <a:pt x="1177" y="1681"/>
                  </a:lnTo>
                  <a:cubicBezTo>
                    <a:pt x="1177" y="1933"/>
                    <a:pt x="1429" y="2101"/>
                    <a:pt x="1597" y="2101"/>
                  </a:cubicBezTo>
                  <a:lnTo>
                    <a:pt x="3277" y="2101"/>
                  </a:lnTo>
                  <a:cubicBezTo>
                    <a:pt x="3193" y="1933"/>
                    <a:pt x="2941" y="1681"/>
                    <a:pt x="2689" y="1597"/>
                  </a:cubicBezTo>
                  <a:cubicBezTo>
                    <a:pt x="2689" y="1177"/>
                    <a:pt x="2353" y="841"/>
                    <a:pt x="2017" y="841"/>
                  </a:cubicBezTo>
                  <a:lnTo>
                    <a:pt x="2017" y="589"/>
                  </a:lnTo>
                  <a:cubicBezTo>
                    <a:pt x="2017" y="253"/>
                    <a:pt x="1849" y="1"/>
                    <a:pt x="15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3"/>
            <p:cNvSpPr/>
            <p:nvPr/>
          </p:nvSpPr>
          <p:spPr>
            <a:xfrm>
              <a:off x="1273650" y="3330075"/>
              <a:ext cx="277300" cy="203775"/>
            </a:xfrm>
            <a:custGeom>
              <a:avLst/>
              <a:gdLst/>
              <a:ahLst/>
              <a:cxnLst/>
              <a:rect l="l" t="t" r="r" b="b"/>
              <a:pathLst>
                <a:path w="11092" h="8151" extrusionOk="0">
                  <a:moveTo>
                    <a:pt x="3865" y="1"/>
                  </a:moveTo>
                  <a:cubicBezTo>
                    <a:pt x="3445" y="1"/>
                    <a:pt x="3025" y="337"/>
                    <a:pt x="3025" y="841"/>
                  </a:cubicBezTo>
                  <a:cubicBezTo>
                    <a:pt x="3025" y="925"/>
                    <a:pt x="3025" y="1177"/>
                    <a:pt x="3109" y="1261"/>
                  </a:cubicBezTo>
                  <a:lnTo>
                    <a:pt x="2269" y="1261"/>
                  </a:lnTo>
                  <a:cubicBezTo>
                    <a:pt x="1765" y="1261"/>
                    <a:pt x="1345" y="1681"/>
                    <a:pt x="1345" y="2185"/>
                  </a:cubicBezTo>
                  <a:lnTo>
                    <a:pt x="1345" y="2437"/>
                  </a:lnTo>
                  <a:cubicBezTo>
                    <a:pt x="841" y="2605"/>
                    <a:pt x="505" y="3194"/>
                    <a:pt x="505" y="3782"/>
                  </a:cubicBezTo>
                  <a:cubicBezTo>
                    <a:pt x="505" y="4202"/>
                    <a:pt x="673" y="4538"/>
                    <a:pt x="925" y="4874"/>
                  </a:cubicBezTo>
                  <a:lnTo>
                    <a:pt x="841" y="4874"/>
                  </a:lnTo>
                  <a:cubicBezTo>
                    <a:pt x="421" y="4874"/>
                    <a:pt x="85" y="5126"/>
                    <a:pt x="85" y="5546"/>
                  </a:cubicBezTo>
                  <a:cubicBezTo>
                    <a:pt x="1" y="6134"/>
                    <a:pt x="337" y="6386"/>
                    <a:pt x="673" y="6386"/>
                  </a:cubicBezTo>
                  <a:lnTo>
                    <a:pt x="925" y="6386"/>
                  </a:lnTo>
                  <a:cubicBezTo>
                    <a:pt x="841" y="6470"/>
                    <a:pt x="673" y="6722"/>
                    <a:pt x="673" y="6974"/>
                  </a:cubicBezTo>
                  <a:cubicBezTo>
                    <a:pt x="673" y="7395"/>
                    <a:pt x="1009" y="7815"/>
                    <a:pt x="1429" y="7815"/>
                  </a:cubicBezTo>
                  <a:lnTo>
                    <a:pt x="1429" y="7899"/>
                  </a:lnTo>
                  <a:cubicBezTo>
                    <a:pt x="1429" y="7983"/>
                    <a:pt x="1429" y="8067"/>
                    <a:pt x="1513" y="8151"/>
                  </a:cubicBezTo>
                  <a:lnTo>
                    <a:pt x="9831" y="8151"/>
                  </a:lnTo>
                  <a:lnTo>
                    <a:pt x="9831" y="7983"/>
                  </a:lnTo>
                  <a:cubicBezTo>
                    <a:pt x="9831" y="7731"/>
                    <a:pt x="9747" y="7563"/>
                    <a:pt x="9495" y="7479"/>
                  </a:cubicBezTo>
                  <a:lnTo>
                    <a:pt x="9831" y="7479"/>
                  </a:lnTo>
                  <a:cubicBezTo>
                    <a:pt x="10167" y="7479"/>
                    <a:pt x="10335" y="7227"/>
                    <a:pt x="10335" y="6890"/>
                  </a:cubicBezTo>
                  <a:cubicBezTo>
                    <a:pt x="10335" y="6806"/>
                    <a:pt x="10335" y="6722"/>
                    <a:pt x="10251" y="6638"/>
                  </a:cubicBezTo>
                  <a:cubicBezTo>
                    <a:pt x="10755" y="6386"/>
                    <a:pt x="11091" y="5966"/>
                    <a:pt x="11091" y="5462"/>
                  </a:cubicBezTo>
                  <a:cubicBezTo>
                    <a:pt x="11091" y="4958"/>
                    <a:pt x="10755" y="4370"/>
                    <a:pt x="10251" y="4286"/>
                  </a:cubicBezTo>
                  <a:cubicBezTo>
                    <a:pt x="10335" y="4202"/>
                    <a:pt x="10335" y="4034"/>
                    <a:pt x="10335" y="3782"/>
                  </a:cubicBezTo>
                  <a:cubicBezTo>
                    <a:pt x="10335" y="3194"/>
                    <a:pt x="9915" y="2521"/>
                    <a:pt x="9327" y="2269"/>
                  </a:cubicBezTo>
                  <a:lnTo>
                    <a:pt x="9327" y="2185"/>
                  </a:lnTo>
                  <a:cubicBezTo>
                    <a:pt x="9327" y="1681"/>
                    <a:pt x="8907" y="1261"/>
                    <a:pt x="8403" y="1261"/>
                  </a:cubicBezTo>
                  <a:lnTo>
                    <a:pt x="8234" y="1261"/>
                  </a:lnTo>
                  <a:cubicBezTo>
                    <a:pt x="8403" y="1177"/>
                    <a:pt x="8403" y="925"/>
                    <a:pt x="8403" y="841"/>
                  </a:cubicBezTo>
                  <a:cubicBezTo>
                    <a:pt x="8403" y="421"/>
                    <a:pt x="7982" y="1"/>
                    <a:pt x="756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3"/>
            <p:cNvSpPr/>
            <p:nvPr/>
          </p:nvSpPr>
          <p:spPr>
            <a:xfrm>
              <a:off x="1258950" y="3330075"/>
              <a:ext cx="231075" cy="203775"/>
            </a:xfrm>
            <a:custGeom>
              <a:avLst/>
              <a:gdLst/>
              <a:ahLst/>
              <a:cxnLst/>
              <a:rect l="l" t="t" r="r" b="b"/>
              <a:pathLst>
                <a:path w="9243" h="8151" extrusionOk="0">
                  <a:moveTo>
                    <a:pt x="3949" y="1"/>
                  </a:moveTo>
                  <a:cubicBezTo>
                    <a:pt x="3529" y="1"/>
                    <a:pt x="3109" y="337"/>
                    <a:pt x="3109" y="841"/>
                  </a:cubicBezTo>
                  <a:cubicBezTo>
                    <a:pt x="3109" y="925"/>
                    <a:pt x="3109" y="1177"/>
                    <a:pt x="3193" y="1261"/>
                  </a:cubicBezTo>
                  <a:lnTo>
                    <a:pt x="2269" y="1261"/>
                  </a:lnTo>
                  <a:cubicBezTo>
                    <a:pt x="1681" y="1261"/>
                    <a:pt x="1261" y="1681"/>
                    <a:pt x="1261" y="2185"/>
                  </a:cubicBezTo>
                  <a:lnTo>
                    <a:pt x="1261" y="2437"/>
                  </a:lnTo>
                  <a:cubicBezTo>
                    <a:pt x="757" y="2605"/>
                    <a:pt x="421" y="3194"/>
                    <a:pt x="421" y="3782"/>
                  </a:cubicBezTo>
                  <a:cubicBezTo>
                    <a:pt x="421" y="4202"/>
                    <a:pt x="673" y="4538"/>
                    <a:pt x="841" y="4874"/>
                  </a:cubicBezTo>
                  <a:lnTo>
                    <a:pt x="757" y="4874"/>
                  </a:lnTo>
                  <a:cubicBezTo>
                    <a:pt x="337" y="4874"/>
                    <a:pt x="0" y="5126"/>
                    <a:pt x="0" y="5546"/>
                  </a:cubicBezTo>
                  <a:cubicBezTo>
                    <a:pt x="0" y="6134"/>
                    <a:pt x="337" y="6386"/>
                    <a:pt x="757" y="6386"/>
                  </a:cubicBezTo>
                  <a:lnTo>
                    <a:pt x="1009" y="6386"/>
                  </a:lnTo>
                  <a:cubicBezTo>
                    <a:pt x="841" y="6470"/>
                    <a:pt x="757" y="6722"/>
                    <a:pt x="757" y="6974"/>
                  </a:cubicBezTo>
                  <a:cubicBezTo>
                    <a:pt x="757" y="7395"/>
                    <a:pt x="1093" y="7815"/>
                    <a:pt x="1513" y="7815"/>
                  </a:cubicBezTo>
                  <a:lnTo>
                    <a:pt x="1513" y="7899"/>
                  </a:lnTo>
                  <a:cubicBezTo>
                    <a:pt x="1513" y="7983"/>
                    <a:pt x="1513" y="8067"/>
                    <a:pt x="1597" y="8151"/>
                  </a:cubicBezTo>
                  <a:lnTo>
                    <a:pt x="7982" y="8151"/>
                  </a:lnTo>
                  <a:lnTo>
                    <a:pt x="7982" y="7983"/>
                  </a:lnTo>
                  <a:cubicBezTo>
                    <a:pt x="7982" y="7731"/>
                    <a:pt x="7898" y="7563"/>
                    <a:pt x="7730" y="7479"/>
                  </a:cubicBezTo>
                  <a:lnTo>
                    <a:pt x="7982" y="7479"/>
                  </a:lnTo>
                  <a:cubicBezTo>
                    <a:pt x="8318" y="7479"/>
                    <a:pt x="8570" y="7227"/>
                    <a:pt x="8570" y="6890"/>
                  </a:cubicBezTo>
                  <a:cubicBezTo>
                    <a:pt x="8570" y="6806"/>
                    <a:pt x="8570" y="6722"/>
                    <a:pt x="8402" y="6638"/>
                  </a:cubicBezTo>
                  <a:cubicBezTo>
                    <a:pt x="8991" y="6386"/>
                    <a:pt x="9243" y="5966"/>
                    <a:pt x="9243" y="5462"/>
                  </a:cubicBezTo>
                  <a:cubicBezTo>
                    <a:pt x="9243" y="4958"/>
                    <a:pt x="8991" y="4370"/>
                    <a:pt x="8402" y="4286"/>
                  </a:cubicBezTo>
                  <a:cubicBezTo>
                    <a:pt x="8570" y="4202"/>
                    <a:pt x="8570" y="4034"/>
                    <a:pt x="8570" y="3782"/>
                  </a:cubicBezTo>
                  <a:cubicBezTo>
                    <a:pt x="8570" y="3194"/>
                    <a:pt x="8150" y="2521"/>
                    <a:pt x="7478" y="2269"/>
                  </a:cubicBezTo>
                  <a:lnTo>
                    <a:pt x="7478" y="2185"/>
                  </a:lnTo>
                  <a:cubicBezTo>
                    <a:pt x="7478" y="1681"/>
                    <a:pt x="7058" y="1261"/>
                    <a:pt x="6554" y="1261"/>
                  </a:cubicBezTo>
                  <a:lnTo>
                    <a:pt x="6470" y="1261"/>
                  </a:lnTo>
                  <a:cubicBezTo>
                    <a:pt x="6554" y="1177"/>
                    <a:pt x="6554" y="925"/>
                    <a:pt x="6554" y="841"/>
                  </a:cubicBezTo>
                  <a:cubicBezTo>
                    <a:pt x="6554" y="421"/>
                    <a:pt x="6134" y="1"/>
                    <a:pt x="57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3"/>
            <p:cNvSpPr/>
            <p:nvPr/>
          </p:nvSpPr>
          <p:spPr>
            <a:xfrm>
              <a:off x="1258950" y="3456125"/>
              <a:ext cx="182775" cy="77725"/>
            </a:xfrm>
            <a:custGeom>
              <a:avLst/>
              <a:gdLst/>
              <a:ahLst/>
              <a:cxnLst/>
              <a:rect l="l" t="t" r="r" b="b"/>
              <a:pathLst>
                <a:path w="7311" h="3109" extrusionOk="0">
                  <a:moveTo>
                    <a:pt x="841" y="0"/>
                  </a:moveTo>
                  <a:cubicBezTo>
                    <a:pt x="421" y="0"/>
                    <a:pt x="168" y="336"/>
                    <a:pt x="168" y="756"/>
                  </a:cubicBezTo>
                  <a:cubicBezTo>
                    <a:pt x="0" y="1092"/>
                    <a:pt x="337" y="1344"/>
                    <a:pt x="757" y="1344"/>
                  </a:cubicBezTo>
                  <a:lnTo>
                    <a:pt x="1009" y="1344"/>
                  </a:lnTo>
                  <a:cubicBezTo>
                    <a:pt x="841" y="1428"/>
                    <a:pt x="757" y="1680"/>
                    <a:pt x="757" y="1932"/>
                  </a:cubicBezTo>
                  <a:cubicBezTo>
                    <a:pt x="757" y="2353"/>
                    <a:pt x="1093" y="2773"/>
                    <a:pt x="1513" y="2773"/>
                  </a:cubicBezTo>
                  <a:lnTo>
                    <a:pt x="1513" y="2857"/>
                  </a:lnTo>
                  <a:cubicBezTo>
                    <a:pt x="1513" y="2941"/>
                    <a:pt x="1513" y="3025"/>
                    <a:pt x="1597" y="3109"/>
                  </a:cubicBezTo>
                  <a:lnTo>
                    <a:pt x="5294" y="3109"/>
                  </a:lnTo>
                  <a:cubicBezTo>
                    <a:pt x="5210" y="2941"/>
                    <a:pt x="5042" y="2857"/>
                    <a:pt x="4874" y="2857"/>
                  </a:cubicBezTo>
                  <a:cubicBezTo>
                    <a:pt x="5042" y="2773"/>
                    <a:pt x="5210" y="2605"/>
                    <a:pt x="5294" y="2437"/>
                  </a:cubicBezTo>
                  <a:lnTo>
                    <a:pt x="6470" y="2437"/>
                  </a:lnTo>
                  <a:cubicBezTo>
                    <a:pt x="6890" y="2437"/>
                    <a:pt x="7310" y="2101"/>
                    <a:pt x="7310" y="1680"/>
                  </a:cubicBezTo>
                  <a:cubicBezTo>
                    <a:pt x="7310" y="1260"/>
                    <a:pt x="6974" y="924"/>
                    <a:pt x="6470" y="924"/>
                  </a:cubicBezTo>
                  <a:lnTo>
                    <a:pt x="5042" y="924"/>
                  </a:lnTo>
                  <a:lnTo>
                    <a:pt x="5042" y="756"/>
                  </a:lnTo>
                  <a:cubicBezTo>
                    <a:pt x="5042" y="336"/>
                    <a:pt x="4790" y="0"/>
                    <a:pt x="420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3"/>
            <p:cNvSpPr/>
            <p:nvPr/>
          </p:nvSpPr>
          <p:spPr>
            <a:xfrm>
              <a:off x="1347175" y="3336375"/>
              <a:ext cx="126050" cy="77750"/>
            </a:xfrm>
            <a:custGeom>
              <a:avLst/>
              <a:gdLst/>
              <a:ahLst/>
              <a:cxnLst/>
              <a:rect l="l" t="t" r="r" b="b"/>
              <a:pathLst>
                <a:path w="5042" h="3110" extrusionOk="0">
                  <a:moveTo>
                    <a:pt x="1345" y="1"/>
                  </a:moveTo>
                  <a:lnTo>
                    <a:pt x="1345" y="169"/>
                  </a:lnTo>
                  <a:cubicBezTo>
                    <a:pt x="1345" y="505"/>
                    <a:pt x="1513" y="673"/>
                    <a:pt x="1849" y="841"/>
                  </a:cubicBezTo>
                  <a:cubicBezTo>
                    <a:pt x="1681" y="841"/>
                    <a:pt x="1513" y="1009"/>
                    <a:pt x="1513" y="1093"/>
                  </a:cubicBezTo>
                  <a:lnTo>
                    <a:pt x="588" y="1093"/>
                  </a:lnTo>
                  <a:cubicBezTo>
                    <a:pt x="168" y="1093"/>
                    <a:pt x="0" y="1429"/>
                    <a:pt x="0" y="1765"/>
                  </a:cubicBezTo>
                  <a:cubicBezTo>
                    <a:pt x="0" y="2017"/>
                    <a:pt x="252" y="2353"/>
                    <a:pt x="588" y="2353"/>
                  </a:cubicBezTo>
                  <a:lnTo>
                    <a:pt x="1765" y="2353"/>
                  </a:lnTo>
                  <a:lnTo>
                    <a:pt x="1765" y="2437"/>
                  </a:lnTo>
                  <a:cubicBezTo>
                    <a:pt x="1765" y="2774"/>
                    <a:pt x="2101" y="3110"/>
                    <a:pt x="2353" y="3110"/>
                  </a:cubicBezTo>
                  <a:lnTo>
                    <a:pt x="5041" y="3110"/>
                  </a:lnTo>
                  <a:cubicBezTo>
                    <a:pt x="4705" y="2774"/>
                    <a:pt x="4369" y="2353"/>
                    <a:pt x="3949" y="2269"/>
                  </a:cubicBezTo>
                  <a:lnTo>
                    <a:pt x="3949" y="2185"/>
                  </a:lnTo>
                  <a:cubicBezTo>
                    <a:pt x="3949" y="1681"/>
                    <a:pt x="3529" y="1261"/>
                    <a:pt x="3025" y="1261"/>
                  </a:cubicBezTo>
                  <a:lnTo>
                    <a:pt x="2941" y="1261"/>
                  </a:lnTo>
                  <a:cubicBezTo>
                    <a:pt x="3025" y="1093"/>
                    <a:pt x="3025" y="925"/>
                    <a:pt x="3025" y="841"/>
                  </a:cubicBezTo>
                  <a:cubicBezTo>
                    <a:pt x="3025" y="421"/>
                    <a:pt x="2605" y="1"/>
                    <a:pt x="218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8" name="Google Shape;88;p3"/>
          <p:cNvSpPr txBox="1">
            <a:spLocks noGrp="1"/>
          </p:cNvSpPr>
          <p:nvPr>
            <p:ph type="title"/>
          </p:nvPr>
        </p:nvSpPr>
        <p:spPr>
          <a:xfrm>
            <a:off x="713225" y="1728600"/>
            <a:ext cx="54480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9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89" name="Google Shape;89;p3"/>
          <p:cNvSpPr txBox="1">
            <a:spLocks noGrp="1"/>
          </p:cNvSpPr>
          <p:nvPr>
            <p:ph type="title" idx="2" hasCustomPrompt="1"/>
          </p:nvPr>
        </p:nvSpPr>
        <p:spPr>
          <a:xfrm>
            <a:off x="2721727" y="839050"/>
            <a:ext cx="1431000" cy="8418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6000">
                <a:solidFill>
                  <a:schemeClr val="accent6"/>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90" name="Google Shape;90;p3"/>
          <p:cNvSpPr txBox="1">
            <a:spLocks noGrp="1"/>
          </p:cNvSpPr>
          <p:nvPr>
            <p:ph type="subTitle" idx="1"/>
          </p:nvPr>
        </p:nvSpPr>
        <p:spPr>
          <a:xfrm>
            <a:off x="903425" y="2618138"/>
            <a:ext cx="5067600" cy="375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11"/>
        <p:cNvGrpSpPr/>
        <p:nvPr/>
      </p:nvGrpSpPr>
      <p:grpSpPr>
        <a:xfrm>
          <a:off x="0" y="0"/>
          <a:ext cx="0" cy="0"/>
          <a:chOff x="0" y="0"/>
          <a:chExt cx="0" cy="0"/>
        </a:xfrm>
      </p:grpSpPr>
      <p:pic>
        <p:nvPicPr>
          <p:cNvPr id="212" name="Google Shape;212;p7"/>
          <p:cNvPicPr preferRelativeResize="0"/>
          <p:nvPr/>
        </p:nvPicPr>
        <p:blipFill rotWithShape="1">
          <a:blip r:embed="rId2">
            <a:alphaModFix/>
          </a:blip>
          <a:srcRect/>
          <a:stretch/>
        </p:blipFill>
        <p:spPr>
          <a:xfrm rot="10800000" flipH="1">
            <a:off x="0" y="0"/>
            <a:ext cx="4818400" cy="2895950"/>
          </a:xfrm>
          <a:prstGeom prst="rect">
            <a:avLst/>
          </a:prstGeom>
          <a:noFill/>
          <a:ln>
            <a:noFill/>
          </a:ln>
        </p:spPr>
      </p:pic>
      <p:sp>
        <p:nvSpPr>
          <p:cNvPr id="213" name="Google Shape;213;p7"/>
          <p:cNvSpPr txBox="1">
            <a:spLocks noGrp="1"/>
          </p:cNvSpPr>
          <p:nvPr>
            <p:ph type="title"/>
          </p:nvPr>
        </p:nvSpPr>
        <p:spPr>
          <a:xfrm>
            <a:off x="720000" y="445025"/>
            <a:ext cx="77109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6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14" name="Google Shape;214;p7"/>
          <p:cNvSpPr txBox="1">
            <a:spLocks noGrp="1"/>
          </p:cNvSpPr>
          <p:nvPr>
            <p:ph type="subTitle" idx="1"/>
          </p:nvPr>
        </p:nvSpPr>
        <p:spPr>
          <a:xfrm>
            <a:off x="720000" y="1541950"/>
            <a:ext cx="4294800" cy="2298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accent6"/>
              </a:buClr>
              <a:buSzPts val="1600"/>
              <a:buFont typeface="Nunito Light"/>
              <a:buChar char="●"/>
              <a:defRPr sz="1600"/>
            </a:lvl1pPr>
            <a:lvl2pPr lvl="1" algn="ctr" rtl="0">
              <a:lnSpc>
                <a:spcPct val="100000"/>
              </a:lnSpc>
              <a:spcBef>
                <a:spcPts val="0"/>
              </a:spcBef>
              <a:spcAft>
                <a:spcPts val="0"/>
              </a:spcAft>
              <a:buClr>
                <a:srgbClr val="E76A28"/>
              </a:buClr>
              <a:buSzPts val="1600"/>
              <a:buFont typeface="Nunito Light"/>
              <a:buChar char="○"/>
              <a:defRPr/>
            </a:lvl2pPr>
            <a:lvl3pPr lvl="2" algn="ctr" rtl="0">
              <a:lnSpc>
                <a:spcPct val="100000"/>
              </a:lnSpc>
              <a:spcBef>
                <a:spcPts val="1600"/>
              </a:spcBef>
              <a:spcAft>
                <a:spcPts val="0"/>
              </a:spcAft>
              <a:buClr>
                <a:srgbClr val="E76A28"/>
              </a:buClr>
              <a:buSzPts val="1500"/>
              <a:buFont typeface="Nunito Light"/>
              <a:buChar char="■"/>
              <a:defRPr/>
            </a:lvl3pPr>
            <a:lvl4pPr lvl="3" algn="ctr" rtl="0">
              <a:lnSpc>
                <a:spcPct val="100000"/>
              </a:lnSpc>
              <a:spcBef>
                <a:spcPts val="1600"/>
              </a:spcBef>
              <a:spcAft>
                <a:spcPts val="0"/>
              </a:spcAft>
              <a:buClr>
                <a:srgbClr val="E76A28"/>
              </a:buClr>
              <a:buSzPts val="1500"/>
              <a:buFont typeface="Nunito Light"/>
              <a:buChar char="●"/>
              <a:defRPr/>
            </a:lvl4pPr>
            <a:lvl5pPr lvl="4" algn="ctr" rtl="0">
              <a:lnSpc>
                <a:spcPct val="100000"/>
              </a:lnSpc>
              <a:spcBef>
                <a:spcPts val="1600"/>
              </a:spcBef>
              <a:spcAft>
                <a:spcPts val="0"/>
              </a:spcAft>
              <a:buClr>
                <a:srgbClr val="E76A28"/>
              </a:buClr>
              <a:buSzPts val="1400"/>
              <a:buFont typeface="Nunito Light"/>
              <a:buChar char="○"/>
              <a:defRPr/>
            </a:lvl5pPr>
            <a:lvl6pPr lvl="5" algn="ctr" rtl="0">
              <a:lnSpc>
                <a:spcPct val="100000"/>
              </a:lnSpc>
              <a:spcBef>
                <a:spcPts val="1600"/>
              </a:spcBef>
              <a:spcAft>
                <a:spcPts val="0"/>
              </a:spcAft>
              <a:buClr>
                <a:srgbClr val="999999"/>
              </a:buClr>
              <a:buSzPts val="1400"/>
              <a:buFont typeface="Nunito Light"/>
              <a:buChar char="■"/>
              <a:defRPr/>
            </a:lvl6pPr>
            <a:lvl7pPr lvl="6" algn="ctr" rtl="0">
              <a:lnSpc>
                <a:spcPct val="100000"/>
              </a:lnSpc>
              <a:spcBef>
                <a:spcPts val="1600"/>
              </a:spcBef>
              <a:spcAft>
                <a:spcPts val="0"/>
              </a:spcAft>
              <a:buClr>
                <a:srgbClr val="999999"/>
              </a:buClr>
              <a:buSzPts val="1300"/>
              <a:buFont typeface="Nunito Light"/>
              <a:buChar char="●"/>
              <a:defRPr/>
            </a:lvl7pPr>
            <a:lvl8pPr lvl="7" algn="ctr" rtl="0">
              <a:lnSpc>
                <a:spcPct val="100000"/>
              </a:lnSpc>
              <a:spcBef>
                <a:spcPts val="1600"/>
              </a:spcBef>
              <a:spcAft>
                <a:spcPts val="0"/>
              </a:spcAft>
              <a:buClr>
                <a:srgbClr val="999999"/>
              </a:buClr>
              <a:buSzPts val="1300"/>
              <a:buFont typeface="Nunito Light"/>
              <a:buChar char="○"/>
              <a:defRPr/>
            </a:lvl8pPr>
            <a:lvl9pPr lvl="8" algn="ctr" rtl="0">
              <a:lnSpc>
                <a:spcPct val="100000"/>
              </a:lnSpc>
              <a:spcBef>
                <a:spcPts val="1600"/>
              </a:spcBef>
              <a:spcAft>
                <a:spcPts val="1600"/>
              </a:spcAft>
              <a:buClr>
                <a:srgbClr val="999999"/>
              </a:buClr>
              <a:buSzPts val="1400"/>
              <a:buFont typeface="Nunito Light"/>
              <a:buChar char="■"/>
              <a:defRPr/>
            </a:lvl9pPr>
          </a:lstStyle>
          <a:p>
            <a:endParaRPr/>
          </a:p>
        </p:txBody>
      </p:sp>
      <p:sp>
        <p:nvSpPr>
          <p:cNvPr id="215" name="Google Shape;215;p7"/>
          <p:cNvSpPr/>
          <p:nvPr/>
        </p:nvSpPr>
        <p:spPr>
          <a:xfrm flipH="1">
            <a:off x="7879802" y="1567951"/>
            <a:ext cx="851873" cy="427417"/>
          </a:xfrm>
          <a:custGeom>
            <a:avLst/>
            <a:gdLst/>
            <a:ahLst/>
            <a:cxnLst/>
            <a:rect l="l" t="t" r="r" b="b"/>
            <a:pathLst>
              <a:path w="24451" h="12268" extrusionOk="0">
                <a:moveTo>
                  <a:pt x="22182" y="4706"/>
                </a:moveTo>
                <a:lnTo>
                  <a:pt x="18821" y="4706"/>
                </a:lnTo>
                <a:cubicBezTo>
                  <a:pt x="18569" y="3362"/>
                  <a:pt x="17477" y="2185"/>
                  <a:pt x="15881" y="2185"/>
                </a:cubicBezTo>
                <a:lnTo>
                  <a:pt x="12268" y="2185"/>
                </a:lnTo>
                <a:lnTo>
                  <a:pt x="12268" y="1849"/>
                </a:lnTo>
                <a:cubicBezTo>
                  <a:pt x="12268" y="841"/>
                  <a:pt x="11428" y="1"/>
                  <a:pt x="10335" y="1"/>
                </a:cubicBezTo>
                <a:lnTo>
                  <a:pt x="8235" y="1"/>
                </a:lnTo>
                <a:cubicBezTo>
                  <a:pt x="7143" y="1"/>
                  <a:pt x="6218" y="841"/>
                  <a:pt x="6218" y="1849"/>
                </a:cubicBezTo>
                <a:lnTo>
                  <a:pt x="6218" y="2185"/>
                </a:lnTo>
                <a:lnTo>
                  <a:pt x="5126" y="2185"/>
                </a:lnTo>
                <a:cubicBezTo>
                  <a:pt x="3614" y="2185"/>
                  <a:pt x="2185" y="3446"/>
                  <a:pt x="2185" y="5042"/>
                </a:cubicBezTo>
                <a:cubicBezTo>
                  <a:pt x="925" y="5126"/>
                  <a:pt x="1" y="6050"/>
                  <a:pt x="1" y="7311"/>
                </a:cubicBezTo>
                <a:cubicBezTo>
                  <a:pt x="1" y="8571"/>
                  <a:pt x="1093" y="9663"/>
                  <a:pt x="2269" y="9663"/>
                </a:cubicBezTo>
                <a:lnTo>
                  <a:pt x="3194" y="9663"/>
                </a:lnTo>
                <a:cubicBezTo>
                  <a:pt x="3614" y="10503"/>
                  <a:pt x="4370" y="11007"/>
                  <a:pt x="5378" y="11007"/>
                </a:cubicBezTo>
                <a:lnTo>
                  <a:pt x="7815" y="11007"/>
                </a:lnTo>
                <a:cubicBezTo>
                  <a:pt x="8235" y="11764"/>
                  <a:pt x="8907" y="12268"/>
                  <a:pt x="9747" y="12268"/>
                </a:cubicBezTo>
                <a:lnTo>
                  <a:pt x="11764" y="12268"/>
                </a:lnTo>
                <a:cubicBezTo>
                  <a:pt x="12688" y="12268"/>
                  <a:pt x="13444" y="11764"/>
                  <a:pt x="13780" y="11007"/>
                </a:cubicBezTo>
                <a:lnTo>
                  <a:pt x="13864" y="11007"/>
                </a:lnTo>
                <a:cubicBezTo>
                  <a:pt x="15040" y="11007"/>
                  <a:pt x="15965" y="10251"/>
                  <a:pt x="16301" y="9327"/>
                </a:cubicBezTo>
                <a:lnTo>
                  <a:pt x="21762" y="9327"/>
                </a:lnTo>
                <a:cubicBezTo>
                  <a:pt x="23022" y="9327"/>
                  <a:pt x="24030" y="8235"/>
                  <a:pt x="24030" y="6974"/>
                </a:cubicBezTo>
                <a:cubicBezTo>
                  <a:pt x="24451" y="5714"/>
                  <a:pt x="23442" y="4706"/>
                  <a:pt x="22182" y="470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7"/>
          <p:cNvSpPr/>
          <p:nvPr/>
        </p:nvSpPr>
        <p:spPr>
          <a:xfrm flipH="1">
            <a:off x="-276740" y="4617203"/>
            <a:ext cx="9697465" cy="527901"/>
          </a:xfrm>
          <a:custGeom>
            <a:avLst/>
            <a:gdLst/>
            <a:ahLst/>
            <a:cxnLst/>
            <a:rect l="l" t="t" r="r" b="b"/>
            <a:pathLst>
              <a:path w="308689" h="50833" extrusionOk="0">
                <a:moveTo>
                  <a:pt x="10839" y="0"/>
                </a:moveTo>
                <a:cubicBezTo>
                  <a:pt x="4790" y="0"/>
                  <a:pt x="1" y="4201"/>
                  <a:pt x="1" y="9411"/>
                </a:cubicBezTo>
                <a:lnTo>
                  <a:pt x="1" y="41506"/>
                </a:lnTo>
                <a:cubicBezTo>
                  <a:pt x="1" y="46631"/>
                  <a:pt x="4874" y="50832"/>
                  <a:pt x="10839" y="50832"/>
                </a:cubicBezTo>
                <a:lnTo>
                  <a:pt x="297850" y="50832"/>
                </a:lnTo>
                <a:cubicBezTo>
                  <a:pt x="303815" y="50832"/>
                  <a:pt x="308688" y="46631"/>
                  <a:pt x="308688" y="41506"/>
                </a:cubicBezTo>
                <a:lnTo>
                  <a:pt x="308688" y="9411"/>
                </a:lnTo>
                <a:cubicBezTo>
                  <a:pt x="308688" y="4201"/>
                  <a:pt x="303815" y="0"/>
                  <a:pt x="297850" y="0"/>
                </a:cubicBezTo>
                <a:close/>
              </a:path>
            </a:pathLst>
          </a:custGeom>
          <a:solidFill>
            <a:srgbClr val="97B8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274"/>
        <p:cNvGrpSpPr/>
        <p:nvPr/>
      </p:nvGrpSpPr>
      <p:grpSpPr>
        <a:xfrm>
          <a:off x="0" y="0"/>
          <a:ext cx="0" cy="0"/>
          <a:chOff x="0" y="0"/>
          <a:chExt cx="0" cy="0"/>
        </a:xfrm>
      </p:grpSpPr>
      <p:pic>
        <p:nvPicPr>
          <p:cNvPr id="275" name="Google Shape;275;p9"/>
          <p:cNvPicPr preferRelativeResize="0"/>
          <p:nvPr/>
        </p:nvPicPr>
        <p:blipFill rotWithShape="1">
          <a:blip r:embed="rId2">
            <a:alphaModFix/>
          </a:blip>
          <a:srcRect r="13599"/>
          <a:stretch/>
        </p:blipFill>
        <p:spPr>
          <a:xfrm>
            <a:off x="6916025" y="-60950"/>
            <a:ext cx="2227975" cy="2197025"/>
          </a:xfrm>
          <a:prstGeom prst="rect">
            <a:avLst/>
          </a:prstGeom>
          <a:noFill/>
          <a:ln>
            <a:noFill/>
          </a:ln>
        </p:spPr>
      </p:pic>
      <p:pic>
        <p:nvPicPr>
          <p:cNvPr id="276" name="Google Shape;276;p9"/>
          <p:cNvPicPr preferRelativeResize="0"/>
          <p:nvPr/>
        </p:nvPicPr>
        <p:blipFill>
          <a:blip r:embed="rId3">
            <a:alphaModFix/>
          </a:blip>
          <a:stretch>
            <a:fillRect/>
          </a:stretch>
        </p:blipFill>
        <p:spPr>
          <a:xfrm rot="10800000" flipH="1">
            <a:off x="-3" y="5"/>
            <a:ext cx="4654576" cy="1933075"/>
          </a:xfrm>
          <a:prstGeom prst="rect">
            <a:avLst/>
          </a:prstGeom>
          <a:noFill/>
          <a:ln>
            <a:noFill/>
          </a:ln>
        </p:spPr>
      </p:pic>
      <p:sp>
        <p:nvSpPr>
          <p:cNvPr id="277" name="Google Shape;277;p9"/>
          <p:cNvSpPr txBox="1">
            <a:spLocks noGrp="1"/>
          </p:cNvSpPr>
          <p:nvPr>
            <p:ph type="title"/>
          </p:nvPr>
        </p:nvSpPr>
        <p:spPr>
          <a:xfrm>
            <a:off x="2413150" y="503300"/>
            <a:ext cx="6017700" cy="1964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600"/>
              <a:buNone/>
              <a:defRPr sz="96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278" name="Google Shape;278;p9"/>
          <p:cNvSpPr txBox="1">
            <a:spLocks noGrp="1"/>
          </p:cNvSpPr>
          <p:nvPr>
            <p:ph type="subTitle" idx="1"/>
          </p:nvPr>
        </p:nvSpPr>
        <p:spPr>
          <a:xfrm>
            <a:off x="2813650" y="2391500"/>
            <a:ext cx="5216700" cy="671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grpSp>
        <p:nvGrpSpPr>
          <p:cNvPr id="279" name="Google Shape;279;p9"/>
          <p:cNvGrpSpPr/>
          <p:nvPr/>
        </p:nvGrpSpPr>
        <p:grpSpPr>
          <a:xfrm>
            <a:off x="316570" y="237858"/>
            <a:ext cx="6908910" cy="1172295"/>
            <a:chOff x="888978" y="1218958"/>
            <a:chExt cx="4957599" cy="841199"/>
          </a:xfrm>
        </p:grpSpPr>
        <p:sp>
          <p:nvSpPr>
            <p:cNvPr id="280" name="Google Shape;280;p9"/>
            <p:cNvSpPr/>
            <p:nvPr/>
          </p:nvSpPr>
          <p:spPr>
            <a:xfrm>
              <a:off x="5533577" y="1218958"/>
              <a:ext cx="313000" cy="168075"/>
            </a:xfrm>
            <a:custGeom>
              <a:avLst/>
              <a:gdLst/>
              <a:ahLst/>
              <a:cxnLst/>
              <a:rect l="l" t="t" r="r" b="b"/>
              <a:pathLst>
                <a:path w="12520" h="6723" extrusionOk="0">
                  <a:moveTo>
                    <a:pt x="11259" y="2774"/>
                  </a:moveTo>
                  <a:lnTo>
                    <a:pt x="10251" y="2774"/>
                  </a:lnTo>
                  <a:cubicBezTo>
                    <a:pt x="10251" y="2606"/>
                    <a:pt x="10335" y="2522"/>
                    <a:pt x="10335" y="2438"/>
                  </a:cubicBezTo>
                  <a:cubicBezTo>
                    <a:pt x="10335" y="1765"/>
                    <a:pt x="9831" y="1261"/>
                    <a:pt x="9159" y="1261"/>
                  </a:cubicBezTo>
                  <a:lnTo>
                    <a:pt x="8235" y="1261"/>
                  </a:lnTo>
                  <a:lnTo>
                    <a:pt x="8235" y="1009"/>
                  </a:lnTo>
                  <a:cubicBezTo>
                    <a:pt x="8235" y="505"/>
                    <a:pt x="7815" y="1"/>
                    <a:pt x="7142" y="1"/>
                  </a:cubicBezTo>
                  <a:lnTo>
                    <a:pt x="5126" y="1"/>
                  </a:lnTo>
                  <a:cubicBezTo>
                    <a:pt x="4622" y="1"/>
                    <a:pt x="4202" y="337"/>
                    <a:pt x="4118" y="841"/>
                  </a:cubicBezTo>
                  <a:lnTo>
                    <a:pt x="3530" y="841"/>
                  </a:lnTo>
                  <a:cubicBezTo>
                    <a:pt x="2857" y="841"/>
                    <a:pt x="2269" y="1345"/>
                    <a:pt x="2269" y="2017"/>
                  </a:cubicBezTo>
                  <a:lnTo>
                    <a:pt x="1429" y="2017"/>
                  </a:lnTo>
                  <a:cubicBezTo>
                    <a:pt x="673" y="2017"/>
                    <a:pt x="1" y="2606"/>
                    <a:pt x="1" y="3362"/>
                  </a:cubicBezTo>
                  <a:cubicBezTo>
                    <a:pt x="1" y="4118"/>
                    <a:pt x="673" y="4706"/>
                    <a:pt x="1429" y="4706"/>
                  </a:cubicBezTo>
                  <a:lnTo>
                    <a:pt x="2101" y="4706"/>
                  </a:lnTo>
                  <a:cubicBezTo>
                    <a:pt x="2353" y="5210"/>
                    <a:pt x="2857" y="5630"/>
                    <a:pt x="3530" y="5630"/>
                  </a:cubicBezTo>
                  <a:lnTo>
                    <a:pt x="3614" y="5630"/>
                  </a:lnTo>
                  <a:cubicBezTo>
                    <a:pt x="3698" y="6302"/>
                    <a:pt x="4118" y="6723"/>
                    <a:pt x="4874" y="6723"/>
                  </a:cubicBezTo>
                  <a:lnTo>
                    <a:pt x="6722" y="6723"/>
                  </a:lnTo>
                  <a:cubicBezTo>
                    <a:pt x="7394" y="6723"/>
                    <a:pt x="7899" y="6302"/>
                    <a:pt x="7983" y="5630"/>
                  </a:cubicBezTo>
                  <a:lnTo>
                    <a:pt x="8235" y="5630"/>
                  </a:lnTo>
                  <a:cubicBezTo>
                    <a:pt x="8655" y="5630"/>
                    <a:pt x="9075" y="5462"/>
                    <a:pt x="9327" y="5126"/>
                  </a:cubicBezTo>
                  <a:lnTo>
                    <a:pt x="11259" y="5126"/>
                  </a:lnTo>
                  <a:cubicBezTo>
                    <a:pt x="11847" y="5126"/>
                    <a:pt x="12520" y="4622"/>
                    <a:pt x="12520" y="3950"/>
                  </a:cubicBezTo>
                  <a:cubicBezTo>
                    <a:pt x="12436" y="3278"/>
                    <a:pt x="11931" y="2774"/>
                    <a:pt x="11259" y="277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9"/>
            <p:cNvSpPr/>
            <p:nvPr/>
          </p:nvSpPr>
          <p:spPr>
            <a:xfrm>
              <a:off x="888978" y="1745057"/>
              <a:ext cx="569250" cy="315100"/>
            </a:xfrm>
            <a:custGeom>
              <a:avLst/>
              <a:gdLst/>
              <a:ahLst/>
              <a:cxnLst/>
              <a:rect l="l" t="t" r="r" b="b"/>
              <a:pathLst>
                <a:path w="22770" h="12604" extrusionOk="0">
                  <a:moveTo>
                    <a:pt x="20585" y="5042"/>
                  </a:moveTo>
                  <a:lnTo>
                    <a:pt x="18821" y="5042"/>
                  </a:lnTo>
                  <a:cubicBezTo>
                    <a:pt x="18905" y="4874"/>
                    <a:pt x="18905" y="4622"/>
                    <a:pt x="18905" y="4454"/>
                  </a:cubicBezTo>
                  <a:cubicBezTo>
                    <a:pt x="18905" y="3277"/>
                    <a:pt x="17981" y="2353"/>
                    <a:pt x="16720" y="2353"/>
                  </a:cubicBezTo>
                  <a:lnTo>
                    <a:pt x="15040" y="2353"/>
                  </a:lnTo>
                  <a:lnTo>
                    <a:pt x="15040" y="1933"/>
                  </a:lnTo>
                  <a:cubicBezTo>
                    <a:pt x="15040" y="841"/>
                    <a:pt x="14200" y="1"/>
                    <a:pt x="13023" y="1"/>
                  </a:cubicBezTo>
                  <a:lnTo>
                    <a:pt x="9327" y="1"/>
                  </a:lnTo>
                  <a:cubicBezTo>
                    <a:pt x="8402" y="1"/>
                    <a:pt x="7562" y="589"/>
                    <a:pt x="7478" y="1597"/>
                  </a:cubicBezTo>
                  <a:lnTo>
                    <a:pt x="6302" y="1597"/>
                  </a:lnTo>
                  <a:cubicBezTo>
                    <a:pt x="5042" y="1597"/>
                    <a:pt x="4117" y="2521"/>
                    <a:pt x="3949" y="3781"/>
                  </a:cubicBezTo>
                  <a:lnTo>
                    <a:pt x="2521" y="3781"/>
                  </a:lnTo>
                  <a:cubicBezTo>
                    <a:pt x="1177" y="3781"/>
                    <a:pt x="0" y="4958"/>
                    <a:pt x="0" y="6302"/>
                  </a:cubicBezTo>
                  <a:cubicBezTo>
                    <a:pt x="0" y="7646"/>
                    <a:pt x="1177" y="8823"/>
                    <a:pt x="2521" y="8823"/>
                  </a:cubicBezTo>
                  <a:lnTo>
                    <a:pt x="3865" y="8823"/>
                  </a:lnTo>
                  <a:cubicBezTo>
                    <a:pt x="4201" y="9831"/>
                    <a:pt x="5210" y="10587"/>
                    <a:pt x="6386" y="10587"/>
                  </a:cubicBezTo>
                  <a:lnTo>
                    <a:pt x="6638" y="10587"/>
                  </a:lnTo>
                  <a:cubicBezTo>
                    <a:pt x="6722" y="11763"/>
                    <a:pt x="7646" y="12604"/>
                    <a:pt x="8822" y="12604"/>
                  </a:cubicBezTo>
                  <a:lnTo>
                    <a:pt x="12267" y="12604"/>
                  </a:lnTo>
                  <a:cubicBezTo>
                    <a:pt x="13444" y="12604"/>
                    <a:pt x="14368" y="11763"/>
                    <a:pt x="14452" y="10587"/>
                  </a:cubicBezTo>
                  <a:lnTo>
                    <a:pt x="14872" y="10587"/>
                  </a:lnTo>
                  <a:cubicBezTo>
                    <a:pt x="15712" y="10587"/>
                    <a:pt x="16468" y="10167"/>
                    <a:pt x="16972" y="9663"/>
                  </a:cubicBezTo>
                  <a:lnTo>
                    <a:pt x="20585" y="9663"/>
                  </a:lnTo>
                  <a:cubicBezTo>
                    <a:pt x="21846" y="9663"/>
                    <a:pt x="22770" y="8739"/>
                    <a:pt x="22770" y="7478"/>
                  </a:cubicBezTo>
                  <a:cubicBezTo>
                    <a:pt x="22770" y="5966"/>
                    <a:pt x="21846" y="5042"/>
                    <a:pt x="20585" y="504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2" name="Google Shape;282;p9"/>
          <p:cNvGrpSpPr/>
          <p:nvPr/>
        </p:nvGrpSpPr>
        <p:grpSpPr>
          <a:xfrm flipH="1">
            <a:off x="-276739" y="3546580"/>
            <a:ext cx="9697465" cy="1596919"/>
            <a:chOff x="-3450" y="3500225"/>
            <a:chExt cx="7717225" cy="1270825"/>
          </a:xfrm>
        </p:grpSpPr>
        <p:sp>
          <p:nvSpPr>
            <p:cNvPr id="283" name="Google Shape;283;p9"/>
            <p:cNvSpPr/>
            <p:nvPr/>
          </p:nvSpPr>
          <p:spPr>
            <a:xfrm>
              <a:off x="-3450" y="3500225"/>
              <a:ext cx="7717225" cy="1270825"/>
            </a:xfrm>
            <a:custGeom>
              <a:avLst/>
              <a:gdLst/>
              <a:ahLst/>
              <a:cxnLst/>
              <a:rect l="l" t="t" r="r" b="b"/>
              <a:pathLst>
                <a:path w="308689" h="50833" extrusionOk="0">
                  <a:moveTo>
                    <a:pt x="10839" y="0"/>
                  </a:moveTo>
                  <a:cubicBezTo>
                    <a:pt x="4790" y="0"/>
                    <a:pt x="1" y="4201"/>
                    <a:pt x="1" y="9411"/>
                  </a:cubicBezTo>
                  <a:lnTo>
                    <a:pt x="1" y="41506"/>
                  </a:lnTo>
                  <a:cubicBezTo>
                    <a:pt x="1" y="46631"/>
                    <a:pt x="4874" y="50832"/>
                    <a:pt x="10839" y="50832"/>
                  </a:cubicBezTo>
                  <a:lnTo>
                    <a:pt x="297850" y="50832"/>
                  </a:lnTo>
                  <a:cubicBezTo>
                    <a:pt x="303815" y="50832"/>
                    <a:pt x="308688" y="46631"/>
                    <a:pt x="308688" y="41506"/>
                  </a:cubicBezTo>
                  <a:lnTo>
                    <a:pt x="308688" y="9411"/>
                  </a:lnTo>
                  <a:cubicBezTo>
                    <a:pt x="308688" y="4201"/>
                    <a:pt x="303815" y="0"/>
                    <a:pt x="297850" y="0"/>
                  </a:cubicBezTo>
                  <a:close/>
                </a:path>
              </a:pathLst>
            </a:custGeom>
            <a:solidFill>
              <a:srgbClr val="97B8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9"/>
            <p:cNvSpPr/>
            <p:nvPr/>
          </p:nvSpPr>
          <p:spPr>
            <a:xfrm>
              <a:off x="154100" y="3550365"/>
              <a:ext cx="5534800" cy="420125"/>
            </a:xfrm>
            <a:custGeom>
              <a:avLst/>
              <a:gdLst/>
              <a:ahLst/>
              <a:cxnLst/>
              <a:rect l="l" t="t" r="r" b="b"/>
              <a:pathLst>
                <a:path w="221392" h="16805" extrusionOk="0">
                  <a:moveTo>
                    <a:pt x="6554" y="0"/>
                  </a:moveTo>
                  <a:cubicBezTo>
                    <a:pt x="2941" y="0"/>
                    <a:pt x="0" y="2857"/>
                    <a:pt x="0" y="6386"/>
                  </a:cubicBezTo>
                  <a:cubicBezTo>
                    <a:pt x="0" y="9915"/>
                    <a:pt x="2941" y="12855"/>
                    <a:pt x="6554" y="12855"/>
                  </a:cubicBezTo>
                  <a:lnTo>
                    <a:pt x="10335" y="12855"/>
                  </a:lnTo>
                  <a:cubicBezTo>
                    <a:pt x="10335" y="13023"/>
                    <a:pt x="10167" y="13275"/>
                    <a:pt x="10167" y="13443"/>
                  </a:cubicBezTo>
                  <a:cubicBezTo>
                    <a:pt x="10167" y="15376"/>
                    <a:pt x="11763" y="16804"/>
                    <a:pt x="13695" y="16804"/>
                  </a:cubicBezTo>
                  <a:lnTo>
                    <a:pt x="69988" y="16804"/>
                  </a:lnTo>
                  <a:cubicBezTo>
                    <a:pt x="71837" y="16804"/>
                    <a:pt x="73433" y="15376"/>
                    <a:pt x="73433" y="13443"/>
                  </a:cubicBezTo>
                  <a:cubicBezTo>
                    <a:pt x="73433" y="13275"/>
                    <a:pt x="73433" y="13023"/>
                    <a:pt x="73349" y="12855"/>
                  </a:cubicBezTo>
                  <a:lnTo>
                    <a:pt x="214922" y="12855"/>
                  </a:lnTo>
                  <a:cubicBezTo>
                    <a:pt x="218451" y="12855"/>
                    <a:pt x="221391" y="9999"/>
                    <a:pt x="221391" y="6386"/>
                  </a:cubicBezTo>
                  <a:cubicBezTo>
                    <a:pt x="221391" y="2941"/>
                    <a:pt x="218451" y="0"/>
                    <a:pt x="2149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9"/>
            <p:cNvSpPr/>
            <p:nvPr/>
          </p:nvSpPr>
          <p:spPr>
            <a:xfrm>
              <a:off x="3639053" y="3916125"/>
              <a:ext cx="3564550" cy="487325"/>
            </a:xfrm>
            <a:custGeom>
              <a:avLst/>
              <a:gdLst/>
              <a:ahLst/>
              <a:cxnLst/>
              <a:rect l="l" t="t" r="r" b="b"/>
              <a:pathLst>
                <a:path w="142582" h="19493" extrusionOk="0">
                  <a:moveTo>
                    <a:pt x="7730" y="0"/>
                  </a:moveTo>
                  <a:cubicBezTo>
                    <a:pt x="3445" y="0"/>
                    <a:pt x="0" y="3445"/>
                    <a:pt x="0" y="7646"/>
                  </a:cubicBezTo>
                  <a:cubicBezTo>
                    <a:pt x="0" y="11847"/>
                    <a:pt x="3445" y="15292"/>
                    <a:pt x="7730" y="15292"/>
                  </a:cubicBezTo>
                  <a:lnTo>
                    <a:pt x="13023" y="15292"/>
                  </a:lnTo>
                  <a:cubicBezTo>
                    <a:pt x="12687" y="15712"/>
                    <a:pt x="12603" y="16300"/>
                    <a:pt x="12603" y="16804"/>
                  </a:cubicBezTo>
                  <a:cubicBezTo>
                    <a:pt x="12603" y="18401"/>
                    <a:pt x="13864" y="19493"/>
                    <a:pt x="15376" y="19493"/>
                  </a:cubicBezTo>
                  <a:lnTo>
                    <a:pt x="108554" y="19493"/>
                  </a:lnTo>
                  <a:cubicBezTo>
                    <a:pt x="110150" y="19493"/>
                    <a:pt x="111410" y="18233"/>
                    <a:pt x="111410" y="16804"/>
                  </a:cubicBezTo>
                  <a:cubicBezTo>
                    <a:pt x="111410" y="16300"/>
                    <a:pt x="111158" y="15712"/>
                    <a:pt x="110990" y="15292"/>
                  </a:cubicBezTo>
                  <a:lnTo>
                    <a:pt x="134768" y="15292"/>
                  </a:lnTo>
                  <a:cubicBezTo>
                    <a:pt x="139137" y="15292"/>
                    <a:pt x="142581" y="11847"/>
                    <a:pt x="142581" y="7646"/>
                  </a:cubicBezTo>
                  <a:cubicBezTo>
                    <a:pt x="142497" y="3445"/>
                    <a:pt x="139053" y="0"/>
                    <a:pt x="13468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9"/>
            <p:cNvSpPr/>
            <p:nvPr/>
          </p:nvSpPr>
          <p:spPr>
            <a:xfrm>
              <a:off x="294825" y="4071290"/>
              <a:ext cx="1657300" cy="420125"/>
            </a:xfrm>
            <a:custGeom>
              <a:avLst/>
              <a:gdLst/>
              <a:ahLst/>
              <a:cxnLst/>
              <a:rect l="l" t="t" r="r" b="b"/>
              <a:pathLst>
                <a:path w="66292" h="16805" extrusionOk="0">
                  <a:moveTo>
                    <a:pt x="4117" y="0"/>
                  </a:moveTo>
                  <a:cubicBezTo>
                    <a:pt x="1849" y="0"/>
                    <a:pt x="1" y="1765"/>
                    <a:pt x="1" y="3949"/>
                  </a:cubicBezTo>
                  <a:cubicBezTo>
                    <a:pt x="1" y="6218"/>
                    <a:pt x="1933" y="7982"/>
                    <a:pt x="4117" y="7982"/>
                  </a:cubicBezTo>
                  <a:lnTo>
                    <a:pt x="4454" y="7982"/>
                  </a:lnTo>
                  <a:cubicBezTo>
                    <a:pt x="4370" y="8318"/>
                    <a:pt x="4370" y="8738"/>
                    <a:pt x="4370" y="8990"/>
                  </a:cubicBezTo>
                  <a:cubicBezTo>
                    <a:pt x="4370" y="11763"/>
                    <a:pt x="6554" y="13863"/>
                    <a:pt x="9327" y="13863"/>
                  </a:cubicBezTo>
                  <a:lnTo>
                    <a:pt x="23358" y="13863"/>
                  </a:lnTo>
                  <a:lnTo>
                    <a:pt x="23358" y="14283"/>
                  </a:lnTo>
                  <a:cubicBezTo>
                    <a:pt x="23358" y="15628"/>
                    <a:pt x="24534" y="16804"/>
                    <a:pt x="25963" y="16804"/>
                  </a:cubicBezTo>
                  <a:lnTo>
                    <a:pt x="63687" y="16804"/>
                  </a:lnTo>
                  <a:cubicBezTo>
                    <a:pt x="65200" y="16804"/>
                    <a:pt x="66292" y="15628"/>
                    <a:pt x="66292" y="14283"/>
                  </a:cubicBezTo>
                  <a:cubicBezTo>
                    <a:pt x="66292" y="12939"/>
                    <a:pt x="65200" y="11763"/>
                    <a:pt x="63687" y="11763"/>
                  </a:cubicBezTo>
                  <a:lnTo>
                    <a:pt x="49404" y="11763"/>
                  </a:lnTo>
                  <a:cubicBezTo>
                    <a:pt x="49908" y="11007"/>
                    <a:pt x="50244" y="10082"/>
                    <a:pt x="50244" y="8990"/>
                  </a:cubicBezTo>
                  <a:cubicBezTo>
                    <a:pt x="50244" y="8738"/>
                    <a:pt x="50244" y="8318"/>
                    <a:pt x="50160" y="7982"/>
                  </a:cubicBezTo>
                  <a:lnTo>
                    <a:pt x="59990" y="7982"/>
                  </a:lnTo>
                  <a:cubicBezTo>
                    <a:pt x="62343" y="7982"/>
                    <a:pt x="64107" y="6218"/>
                    <a:pt x="64107" y="3949"/>
                  </a:cubicBezTo>
                  <a:cubicBezTo>
                    <a:pt x="64107" y="1765"/>
                    <a:pt x="62259" y="0"/>
                    <a:pt x="5999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7" name="Google Shape;287;p9"/>
          <p:cNvGrpSpPr/>
          <p:nvPr/>
        </p:nvGrpSpPr>
        <p:grpSpPr>
          <a:xfrm>
            <a:off x="-302594" y="1622121"/>
            <a:ext cx="616807" cy="1930743"/>
            <a:chOff x="-302594" y="1622121"/>
            <a:chExt cx="616807" cy="1930743"/>
          </a:xfrm>
        </p:grpSpPr>
        <p:sp>
          <p:nvSpPr>
            <p:cNvPr id="288" name="Google Shape;288;p9"/>
            <p:cNvSpPr/>
            <p:nvPr/>
          </p:nvSpPr>
          <p:spPr>
            <a:xfrm flipH="1">
              <a:off x="-261139" y="1622121"/>
              <a:ext cx="531305" cy="165884"/>
            </a:xfrm>
            <a:custGeom>
              <a:avLst/>
              <a:gdLst/>
              <a:ahLst/>
              <a:cxnLst/>
              <a:rect l="l" t="t" r="r" b="b"/>
              <a:pathLst>
                <a:path w="17225" h="5378" extrusionOk="0">
                  <a:moveTo>
                    <a:pt x="8654" y="0"/>
                  </a:moveTo>
                  <a:cubicBezTo>
                    <a:pt x="4874" y="0"/>
                    <a:pt x="1513" y="2185"/>
                    <a:pt x="0" y="5377"/>
                  </a:cubicBezTo>
                  <a:lnTo>
                    <a:pt x="17224" y="5377"/>
                  </a:lnTo>
                  <a:cubicBezTo>
                    <a:pt x="15796" y="2185"/>
                    <a:pt x="12435" y="0"/>
                    <a:pt x="8654" y="0"/>
                  </a:cubicBezTo>
                  <a:close/>
                </a:path>
              </a:pathLst>
            </a:custGeom>
            <a:solidFill>
              <a:srgbClr val="EECC9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9"/>
            <p:cNvSpPr/>
            <p:nvPr/>
          </p:nvSpPr>
          <p:spPr>
            <a:xfrm flipH="1">
              <a:off x="-261139" y="1622121"/>
              <a:ext cx="228099" cy="165884"/>
            </a:xfrm>
            <a:custGeom>
              <a:avLst/>
              <a:gdLst/>
              <a:ahLst/>
              <a:cxnLst/>
              <a:rect l="l" t="t" r="r" b="b"/>
              <a:pathLst>
                <a:path w="7395" h="5378" extrusionOk="0">
                  <a:moveTo>
                    <a:pt x="1" y="0"/>
                  </a:moveTo>
                  <a:lnTo>
                    <a:pt x="1" y="0"/>
                  </a:lnTo>
                  <a:cubicBezTo>
                    <a:pt x="1093" y="840"/>
                    <a:pt x="2185" y="2773"/>
                    <a:pt x="2689" y="5377"/>
                  </a:cubicBezTo>
                  <a:lnTo>
                    <a:pt x="7394" y="5377"/>
                  </a:lnTo>
                  <a:cubicBezTo>
                    <a:pt x="6050" y="2521"/>
                    <a:pt x="3193" y="420"/>
                    <a:pt x="1" y="0"/>
                  </a:cubicBezTo>
                  <a:close/>
                </a:path>
              </a:pathLst>
            </a:custGeom>
            <a:solidFill>
              <a:srgbClr val="D7A6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9"/>
            <p:cNvSpPr/>
            <p:nvPr/>
          </p:nvSpPr>
          <p:spPr>
            <a:xfrm flipH="1">
              <a:off x="-287049" y="1813884"/>
              <a:ext cx="163293" cy="1738979"/>
            </a:xfrm>
            <a:custGeom>
              <a:avLst/>
              <a:gdLst/>
              <a:ahLst/>
              <a:cxnLst/>
              <a:rect l="l" t="t" r="r" b="b"/>
              <a:pathLst>
                <a:path w="5294" h="56378" extrusionOk="0">
                  <a:moveTo>
                    <a:pt x="0" y="1"/>
                  </a:moveTo>
                  <a:lnTo>
                    <a:pt x="0" y="56378"/>
                  </a:lnTo>
                  <a:lnTo>
                    <a:pt x="5294" y="56378"/>
                  </a:lnTo>
                  <a:lnTo>
                    <a:pt x="5294" y="1"/>
                  </a:lnTo>
                  <a:close/>
                </a:path>
              </a:pathLst>
            </a:custGeom>
            <a:solidFill>
              <a:srgbClr val="D7A6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9"/>
            <p:cNvSpPr/>
            <p:nvPr/>
          </p:nvSpPr>
          <p:spPr>
            <a:xfrm flipH="1">
              <a:off x="-123786" y="1813884"/>
              <a:ext cx="412089" cy="1738979"/>
            </a:xfrm>
            <a:custGeom>
              <a:avLst/>
              <a:gdLst/>
              <a:ahLst/>
              <a:cxnLst/>
              <a:rect l="l" t="t" r="r" b="b"/>
              <a:pathLst>
                <a:path w="13360" h="56378" extrusionOk="0">
                  <a:moveTo>
                    <a:pt x="0" y="1"/>
                  </a:moveTo>
                  <a:lnTo>
                    <a:pt x="0" y="56378"/>
                  </a:lnTo>
                  <a:lnTo>
                    <a:pt x="13359" y="56378"/>
                  </a:lnTo>
                  <a:lnTo>
                    <a:pt x="13359" y="1"/>
                  </a:lnTo>
                  <a:close/>
                </a:path>
              </a:pathLst>
            </a:custGeom>
            <a:solidFill>
              <a:srgbClr val="EECC9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9"/>
            <p:cNvSpPr/>
            <p:nvPr/>
          </p:nvSpPr>
          <p:spPr>
            <a:xfrm flipH="1">
              <a:off x="-302594" y="1775019"/>
              <a:ext cx="178839" cy="51850"/>
            </a:xfrm>
            <a:custGeom>
              <a:avLst/>
              <a:gdLst/>
              <a:ahLst/>
              <a:cxnLst/>
              <a:rect l="l" t="t" r="r" b="b"/>
              <a:pathLst>
                <a:path w="5798" h="1681" extrusionOk="0">
                  <a:moveTo>
                    <a:pt x="0" y="0"/>
                  </a:moveTo>
                  <a:lnTo>
                    <a:pt x="0" y="1681"/>
                  </a:lnTo>
                  <a:lnTo>
                    <a:pt x="5798" y="1681"/>
                  </a:lnTo>
                  <a:lnTo>
                    <a:pt x="5798" y="0"/>
                  </a:lnTo>
                  <a:close/>
                </a:path>
              </a:pathLst>
            </a:custGeom>
            <a:solidFill>
              <a:srgbClr val="DDF0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9"/>
            <p:cNvSpPr/>
            <p:nvPr/>
          </p:nvSpPr>
          <p:spPr>
            <a:xfrm flipH="1">
              <a:off x="-118604" y="1775019"/>
              <a:ext cx="432817" cy="51850"/>
            </a:xfrm>
            <a:custGeom>
              <a:avLst/>
              <a:gdLst/>
              <a:ahLst/>
              <a:cxnLst/>
              <a:rect l="l" t="t" r="r" b="b"/>
              <a:pathLst>
                <a:path w="14032" h="1681" extrusionOk="0">
                  <a:moveTo>
                    <a:pt x="0" y="0"/>
                  </a:moveTo>
                  <a:lnTo>
                    <a:pt x="0" y="1681"/>
                  </a:lnTo>
                  <a:lnTo>
                    <a:pt x="14031" y="1681"/>
                  </a:lnTo>
                  <a:lnTo>
                    <a:pt x="14031" y="0"/>
                  </a:lnTo>
                  <a:close/>
                </a:path>
              </a:pathLst>
            </a:custGeom>
            <a:solidFill>
              <a:srgbClr val="F5F9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9"/>
            <p:cNvSpPr/>
            <p:nvPr/>
          </p:nvSpPr>
          <p:spPr>
            <a:xfrm flipH="1">
              <a:off x="-274094" y="1852749"/>
              <a:ext cx="124429" cy="816405"/>
            </a:xfrm>
            <a:custGeom>
              <a:avLst/>
              <a:gdLst/>
              <a:ahLst/>
              <a:cxnLst/>
              <a:rect l="l" t="t" r="r" b="b"/>
              <a:pathLst>
                <a:path w="4034" h="26468" extrusionOk="0">
                  <a:moveTo>
                    <a:pt x="1" y="1"/>
                  </a:moveTo>
                  <a:lnTo>
                    <a:pt x="1" y="2438"/>
                  </a:lnTo>
                  <a:lnTo>
                    <a:pt x="589" y="2438"/>
                  </a:lnTo>
                  <a:lnTo>
                    <a:pt x="589" y="1"/>
                  </a:lnTo>
                  <a:close/>
                  <a:moveTo>
                    <a:pt x="1093" y="85"/>
                  </a:moveTo>
                  <a:lnTo>
                    <a:pt x="1093" y="2522"/>
                  </a:lnTo>
                  <a:lnTo>
                    <a:pt x="1765" y="2522"/>
                  </a:lnTo>
                  <a:lnTo>
                    <a:pt x="1765" y="85"/>
                  </a:lnTo>
                  <a:close/>
                  <a:moveTo>
                    <a:pt x="2269" y="85"/>
                  </a:moveTo>
                  <a:lnTo>
                    <a:pt x="2269" y="2522"/>
                  </a:lnTo>
                  <a:lnTo>
                    <a:pt x="2941" y="2522"/>
                  </a:lnTo>
                  <a:lnTo>
                    <a:pt x="2941" y="85"/>
                  </a:lnTo>
                  <a:close/>
                  <a:moveTo>
                    <a:pt x="3445" y="85"/>
                  </a:moveTo>
                  <a:lnTo>
                    <a:pt x="3445" y="2522"/>
                  </a:lnTo>
                  <a:lnTo>
                    <a:pt x="4034" y="2522"/>
                  </a:lnTo>
                  <a:lnTo>
                    <a:pt x="4034" y="85"/>
                  </a:lnTo>
                  <a:close/>
                  <a:moveTo>
                    <a:pt x="1" y="3446"/>
                  </a:moveTo>
                  <a:lnTo>
                    <a:pt x="1" y="5882"/>
                  </a:lnTo>
                  <a:lnTo>
                    <a:pt x="589" y="5882"/>
                  </a:lnTo>
                  <a:lnTo>
                    <a:pt x="589" y="3446"/>
                  </a:lnTo>
                  <a:close/>
                  <a:moveTo>
                    <a:pt x="1093" y="3446"/>
                  </a:moveTo>
                  <a:lnTo>
                    <a:pt x="1093" y="5882"/>
                  </a:lnTo>
                  <a:lnTo>
                    <a:pt x="1765" y="5882"/>
                  </a:lnTo>
                  <a:lnTo>
                    <a:pt x="1765" y="3446"/>
                  </a:lnTo>
                  <a:close/>
                  <a:moveTo>
                    <a:pt x="2269" y="3446"/>
                  </a:moveTo>
                  <a:lnTo>
                    <a:pt x="2269" y="5882"/>
                  </a:lnTo>
                  <a:lnTo>
                    <a:pt x="2941" y="5882"/>
                  </a:lnTo>
                  <a:lnTo>
                    <a:pt x="2941" y="3446"/>
                  </a:lnTo>
                  <a:close/>
                  <a:moveTo>
                    <a:pt x="3445" y="3446"/>
                  </a:moveTo>
                  <a:lnTo>
                    <a:pt x="3445" y="5882"/>
                  </a:lnTo>
                  <a:lnTo>
                    <a:pt x="4034" y="5882"/>
                  </a:lnTo>
                  <a:lnTo>
                    <a:pt x="4034" y="3446"/>
                  </a:lnTo>
                  <a:close/>
                  <a:moveTo>
                    <a:pt x="1" y="6891"/>
                  </a:moveTo>
                  <a:lnTo>
                    <a:pt x="1" y="9327"/>
                  </a:lnTo>
                  <a:lnTo>
                    <a:pt x="589" y="9327"/>
                  </a:lnTo>
                  <a:lnTo>
                    <a:pt x="589" y="6891"/>
                  </a:lnTo>
                  <a:close/>
                  <a:moveTo>
                    <a:pt x="1093" y="6891"/>
                  </a:moveTo>
                  <a:lnTo>
                    <a:pt x="1093" y="9327"/>
                  </a:lnTo>
                  <a:lnTo>
                    <a:pt x="1765" y="9327"/>
                  </a:lnTo>
                  <a:lnTo>
                    <a:pt x="1765" y="6891"/>
                  </a:lnTo>
                  <a:close/>
                  <a:moveTo>
                    <a:pt x="2269" y="6891"/>
                  </a:moveTo>
                  <a:lnTo>
                    <a:pt x="2269" y="9327"/>
                  </a:lnTo>
                  <a:lnTo>
                    <a:pt x="2941" y="9327"/>
                  </a:lnTo>
                  <a:lnTo>
                    <a:pt x="2941" y="6891"/>
                  </a:lnTo>
                  <a:close/>
                  <a:moveTo>
                    <a:pt x="3445" y="6891"/>
                  </a:moveTo>
                  <a:lnTo>
                    <a:pt x="3445" y="9327"/>
                  </a:lnTo>
                  <a:lnTo>
                    <a:pt x="4034" y="9327"/>
                  </a:lnTo>
                  <a:lnTo>
                    <a:pt x="4034" y="6891"/>
                  </a:lnTo>
                  <a:close/>
                  <a:moveTo>
                    <a:pt x="1" y="10251"/>
                  </a:moveTo>
                  <a:lnTo>
                    <a:pt x="1" y="12688"/>
                  </a:lnTo>
                  <a:lnTo>
                    <a:pt x="589" y="12688"/>
                  </a:lnTo>
                  <a:lnTo>
                    <a:pt x="589" y="10251"/>
                  </a:lnTo>
                  <a:close/>
                  <a:moveTo>
                    <a:pt x="1093" y="10251"/>
                  </a:moveTo>
                  <a:lnTo>
                    <a:pt x="1093" y="12688"/>
                  </a:lnTo>
                  <a:lnTo>
                    <a:pt x="1765" y="12688"/>
                  </a:lnTo>
                  <a:lnTo>
                    <a:pt x="1765" y="10251"/>
                  </a:lnTo>
                  <a:close/>
                  <a:moveTo>
                    <a:pt x="2269" y="10251"/>
                  </a:moveTo>
                  <a:lnTo>
                    <a:pt x="2269" y="12688"/>
                  </a:lnTo>
                  <a:lnTo>
                    <a:pt x="2941" y="12688"/>
                  </a:lnTo>
                  <a:lnTo>
                    <a:pt x="2941" y="10251"/>
                  </a:lnTo>
                  <a:close/>
                  <a:moveTo>
                    <a:pt x="3445" y="10251"/>
                  </a:moveTo>
                  <a:lnTo>
                    <a:pt x="3445" y="12688"/>
                  </a:lnTo>
                  <a:lnTo>
                    <a:pt x="4034" y="12688"/>
                  </a:lnTo>
                  <a:lnTo>
                    <a:pt x="4034" y="10251"/>
                  </a:lnTo>
                  <a:close/>
                  <a:moveTo>
                    <a:pt x="1" y="13780"/>
                  </a:moveTo>
                  <a:lnTo>
                    <a:pt x="1" y="16133"/>
                  </a:lnTo>
                  <a:lnTo>
                    <a:pt x="589" y="16133"/>
                  </a:lnTo>
                  <a:lnTo>
                    <a:pt x="589" y="13780"/>
                  </a:lnTo>
                  <a:close/>
                  <a:moveTo>
                    <a:pt x="1093" y="13780"/>
                  </a:moveTo>
                  <a:lnTo>
                    <a:pt x="1093" y="16133"/>
                  </a:lnTo>
                  <a:lnTo>
                    <a:pt x="1765" y="16133"/>
                  </a:lnTo>
                  <a:lnTo>
                    <a:pt x="1765" y="13780"/>
                  </a:lnTo>
                  <a:close/>
                  <a:moveTo>
                    <a:pt x="2269" y="13780"/>
                  </a:moveTo>
                  <a:lnTo>
                    <a:pt x="2269" y="16133"/>
                  </a:lnTo>
                  <a:lnTo>
                    <a:pt x="2941" y="16133"/>
                  </a:lnTo>
                  <a:lnTo>
                    <a:pt x="2941" y="13780"/>
                  </a:lnTo>
                  <a:close/>
                  <a:moveTo>
                    <a:pt x="3445" y="13780"/>
                  </a:moveTo>
                  <a:lnTo>
                    <a:pt x="3445" y="16133"/>
                  </a:lnTo>
                  <a:lnTo>
                    <a:pt x="4034" y="16133"/>
                  </a:lnTo>
                  <a:lnTo>
                    <a:pt x="4034" y="13780"/>
                  </a:lnTo>
                  <a:close/>
                  <a:moveTo>
                    <a:pt x="1" y="17141"/>
                  </a:moveTo>
                  <a:lnTo>
                    <a:pt x="1" y="19493"/>
                  </a:lnTo>
                  <a:lnTo>
                    <a:pt x="589" y="19493"/>
                  </a:lnTo>
                  <a:lnTo>
                    <a:pt x="589" y="17141"/>
                  </a:lnTo>
                  <a:close/>
                  <a:moveTo>
                    <a:pt x="1093" y="17141"/>
                  </a:moveTo>
                  <a:lnTo>
                    <a:pt x="1093" y="19493"/>
                  </a:lnTo>
                  <a:lnTo>
                    <a:pt x="1765" y="19493"/>
                  </a:lnTo>
                  <a:lnTo>
                    <a:pt x="1765" y="17141"/>
                  </a:lnTo>
                  <a:close/>
                  <a:moveTo>
                    <a:pt x="2269" y="17141"/>
                  </a:moveTo>
                  <a:lnTo>
                    <a:pt x="2269" y="19493"/>
                  </a:lnTo>
                  <a:lnTo>
                    <a:pt x="2941" y="19493"/>
                  </a:lnTo>
                  <a:lnTo>
                    <a:pt x="2941" y="17141"/>
                  </a:lnTo>
                  <a:close/>
                  <a:moveTo>
                    <a:pt x="3445" y="17141"/>
                  </a:moveTo>
                  <a:lnTo>
                    <a:pt x="3445" y="19493"/>
                  </a:lnTo>
                  <a:lnTo>
                    <a:pt x="4034" y="19493"/>
                  </a:lnTo>
                  <a:lnTo>
                    <a:pt x="4034" y="17141"/>
                  </a:lnTo>
                  <a:close/>
                  <a:moveTo>
                    <a:pt x="1" y="20586"/>
                  </a:moveTo>
                  <a:lnTo>
                    <a:pt x="1" y="23022"/>
                  </a:lnTo>
                  <a:lnTo>
                    <a:pt x="589" y="23022"/>
                  </a:lnTo>
                  <a:lnTo>
                    <a:pt x="589" y="20586"/>
                  </a:lnTo>
                  <a:close/>
                  <a:moveTo>
                    <a:pt x="1093" y="20586"/>
                  </a:moveTo>
                  <a:lnTo>
                    <a:pt x="1093" y="23022"/>
                  </a:lnTo>
                  <a:lnTo>
                    <a:pt x="1765" y="23022"/>
                  </a:lnTo>
                  <a:lnTo>
                    <a:pt x="1765" y="20586"/>
                  </a:lnTo>
                  <a:close/>
                  <a:moveTo>
                    <a:pt x="2269" y="20586"/>
                  </a:moveTo>
                  <a:lnTo>
                    <a:pt x="2269" y="23022"/>
                  </a:lnTo>
                  <a:lnTo>
                    <a:pt x="2941" y="23022"/>
                  </a:lnTo>
                  <a:lnTo>
                    <a:pt x="2941" y="20586"/>
                  </a:lnTo>
                  <a:close/>
                  <a:moveTo>
                    <a:pt x="3445" y="20586"/>
                  </a:moveTo>
                  <a:lnTo>
                    <a:pt x="3445" y="23022"/>
                  </a:lnTo>
                  <a:lnTo>
                    <a:pt x="4034" y="23022"/>
                  </a:lnTo>
                  <a:lnTo>
                    <a:pt x="4034" y="20586"/>
                  </a:lnTo>
                  <a:close/>
                  <a:moveTo>
                    <a:pt x="1" y="24031"/>
                  </a:moveTo>
                  <a:lnTo>
                    <a:pt x="1" y="26467"/>
                  </a:lnTo>
                  <a:lnTo>
                    <a:pt x="589" y="26467"/>
                  </a:lnTo>
                  <a:lnTo>
                    <a:pt x="589" y="24031"/>
                  </a:lnTo>
                  <a:close/>
                  <a:moveTo>
                    <a:pt x="1093" y="24031"/>
                  </a:moveTo>
                  <a:lnTo>
                    <a:pt x="1093" y="26467"/>
                  </a:lnTo>
                  <a:lnTo>
                    <a:pt x="1765" y="26467"/>
                  </a:lnTo>
                  <a:lnTo>
                    <a:pt x="1765" y="24031"/>
                  </a:lnTo>
                  <a:close/>
                  <a:moveTo>
                    <a:pt x="2269" y="24031"/>
                  </a:moveTo>
                  <a:lnTo>
                    <a:pt x="2269" y="26467"/>
                  </a:lnTo>
                  <a:lnTo>
                    <a:pt x="2941" y="26467"/>
                  </a:lnTo>
                  <a:lnTo>
                    <a:pt x="2941" y="24031"/>
                  </a:lnTo>
                  <a:close/>
                  <a:moveTo>
                    <a:pt x="3445" y="24031"/>
                  </a:moveTo>
                  <a:lnTo>
                    <a:pt x="3445" y="26467"/>
                  </a:lnTo>
                  <a:lnTo>
                    <a:pt x="4034" y="26467"/>
                  </a:lnTo>
                  <a:lnTo>
                    <a:pt x="4034" y="24031"/>
                  </a:lnTo>
                  <a:close/>
                </a:path>
              </a:pathLst>
            </a:custGeom>
            <a:solidFill>
              <a:srgbClr val="408BC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9"/>
            <p:cNvSpPr/>
            <p:nvPr/>
          </p:nvSpPr>
          <p:spPr>
            <a:xfrm flipH="1">
              <a:off x="-79739" y="1852749"/>
              <a:ext cx="344724" cy="1661250"/>
            </a:xfrm>
            <a:custGeom>
              <a:avLst/>
              <a:gdLst/>
              <a:ahLst/>
              <a:cxnLst/>
              <a:rect l="l" t="t" r="r" b="b"/>
              <a:pathLst>
                <a:path w="11176" h="53858" extrusionOk="0">
                  <a:moveTo>
                    <a:pt x="3781" y="2438"/>
                  </a:moveTo>
                  <a:lnTo>
                    <a:pt x="2353" y="2438"/>
                  </a:lnTo>
                  <a:lnTo>
                    <a:pt x="2353" y="1"/>
                  </a:lnTo>
                  <a:lnTo>
                    <a:pt x="3781" y="1"/>
                  </a:lnTo>
                  <a:close/>
                  <a:moveTo>
                    <a:pt x="6134" y="85"/>
                  </a:moveTo>
                  <a:lnTo>
                    <a:pt x="4790" y="85"/>
                  </a:lnTo>
                  <a:lnTo>
                    <a:pt x="4790" y="2522"/>
                  </a:lnTo>
                  <a:lnTo>
                    <a:pt x="6134" y="2522"/>
                  </a:lnTo>
                  <a:close/>
                  <a:moveTo>
                    <a:pt x="8654" y="85"/>
                  </a:moveTo>
                  <a:lnTo>
                    <a:pt x="7310" y="85"/>
                  </a:lnTo>
                  <a:lnTo>
                    <a:pt x="7310" y="2522"/>
                  </a:lnTo>
                  <a:lnTo>
                    <a:pt x="8654" y="2522"/>
                  </a:lnTo>
                  <a:close/>
                  <a:moveTo>
                    <a:pt x="11175" y="85"/>
                  </a:moveTo>
                  <a:lnTo>
                    <a:pt x="9831" y="85"/>
                  </a:lnTo>
                  <a:lnTo>
                    <a:pt x="9831" y="2522"/>
                  </a:lnTo>
                  <a:lnTo>
                    <a:pt x="11175" y="2522"/>
                  </a:lnTo>
                  <a:close/>
                  <a:moveTo>
                    <a:pt x="3781" y="3446"/>
                  </a:moveTo>
                  <a:lnTo>
                    <a:pt x="2353" y="3446"/>
                  </a:lnTo>
                  <a:lnTo>
                    <a:pt x="2353" y="5882"/>
                  </a:lnTo>
                  <a:lnTo>
                    <a:pt x="3781" y="5882"/>
                  </a:lnTo>
                  <a:close/>
                  <a:moveTo>
                    <a:pt x="6134" y="3446"/>
                  </a:moveTo>
                  <a:lnTo>
                    <a:pt x="4790" y="3446"/>
                  </a:lnTo>
                  <a:lnTo>
                    <a:pt x="4790" y="5882"/>
                  </a:lnTo>
                  <a:lnTo>
                    <a:pt x="6134" y="5882"/>
                  </a:lnTo>
                  <a:close/>
                  <a:moveTo>
                    <a:pt x="8654" y="3446"/>
                  </a:moveTo>
                  <a:lnTo>
                    <a:pt x="7310" y="3446"/>
                  </a:lnTo>
                  <a:lnTo>
                    <a:pt x="7310" y="5882"/>
                  </a:lnTo>
                  <a:lnTo>
                    <a:pt x="8654" y="5882"/>
                  </a:lnTo>
                  <a:close/>
                  <a:moveTo>
                    <a:pt x="11175" y="3446"/>
                  </a:moveTo>
                  <a:lnTo>
                    <a:pt x="9831" y="3446"/>
                  </a:lnTo>
                  <a:lnTo>
                    <a:pt x="9831" y="5882"/>
                  </a:lnTo>
                  <a:lnTo>
                    <a:pt x="11175" y="5882"/>
                  </a:lnTo>
                  <a:close/>
                  <a:moveTo>
                    <a:pt x="3781" y="6891"/>
                  </a:moveTo>
                  <a:lnTo>
                    <a:pt x="2353" y="6891"/>
                  </a:lnTo>
                  <a:lnTo>
                    <a:pt x="2353" y="9327"/>
                  </a:lnTo>
                  <a:lnTo>
                    <a:pt x="3781" y="9327"/>
                  </a:lnTo>
                  <a:close/>
                  <a:moveTo>
                    <a:pt x="6134" y="6891"/>
                  </a:moveTo>
                  <a:lnTo>
                    <a:pt x="4790" y="6891"/>
                  </a:lnTo>
                  <a:lnTo>
                    <a:pt x="4790" y="9327"/>
                  </a:lnTo>
                  <a:lnTo>
                    <a:pt x="6134" y="9327"/>
                  </a:lnTo>
                  <a:close/>
                  <a:moveTo>
                    <a:pt x="8654" y="6891"/>
                  </a:moveTo>
                  <a:lnTo>
                    <a:pt x="7310" y="6891"/>
                  </a:lnTo>
                  <a:lnTo>
                    <a:pt x="7310" y="9327"/>
                  </a:lnTo>
                  <a:lnTo>
                    <a:pt x="8654" y="9327"/>
                  </a:lnTo>
                  <a:close/>
                  <a:moveTo>
                    <a:pt x="11175" y="6891"/>
                  </a:moveTo>
                  <a:lnTo>
                    <a:pt x="9831" y="6891"/>
                  </a:lnTo>
                  <a:lnTo>
                    <a:pt x="9831" y="9327"/>
                  </a:lnTo>
                  <a:lnTo>
                    <a:pt x="11175" y="9327"/>
                  </a:lnTo>
                  <a:close/>
                  <a:moveTo>
                    <a:pt x="3781" y="10251"/>
                  </a:moveTo>
                  <a:lnTo>
                    <a:pt x="2353" y="10251"/>
                  </a:lnTo>
                  <a:lnTo>
                    <a:pt x="2353" y="12688"/>
                  </a:lnTo>
                  <a:lnTo>
                    <a:pt x="3781" y="12688"/>
                  </a:lnTo>
                  <a:close/>
                  <a:moveTo>
                    <a:pt x="6134" y="10251"/>
                  </a:moveTo>
                  <a:lnTo>
                    <a:pt x="4790" y="10251"/>
                  </a:lnTo>
                  <a:lnTo>
                    <a:pt x="4790" y="12688"/>
                  </a:lnTo>
                  <a:lnTo>
                    <a:pt x="6134" y="12688"/>
                  </a:lnTo>
                  <a:close/>
                  <a:moveTo>
                    <a:pt x="8654" y="10251"/>
                  </a:moveTo>
                  <a:lnTo>
                    <a:pt x="7310" y="10251"/>
                  </a:lnTo>
                  <a:lnTo>
                    <a:pt x="7310" y="12688"/>
                  </a:lnTo>
                  <a:lnTo>
                    <a:pt x="8654" y="12688"/>
                  </a:lnTo>
                  <a:close/>
                  <a:moveTo>
                    <a:pt x="11175" y="10251"/>
                  </a:moveTo>
                  <a:lnTo>
                    <a:pt x="9831" y="10251"/>
                  </a:lnTo>
                  <a:lnTo>
                    <a:pt x="9831" y="12688"/>
                  </a:lnTo>
                  <a:lnTo>
                    <a:pt x="11175" y="12688"/>
                  </a:lnTo>
                  <a:close/>
                  <a:moveTo>
                    <a:pt x="3781" y="13780"/>
                  </a:moveTo>
                  <a:lnTo>
                    <a:pt x="2353" y="13780"/>
                  </a:lnTo>
                  <a:lnTo>
                    <a:pt x="2353" y="16133"/>
                  </a:lnTo>
                  <a:lnTo>
                    <a:pt x="3781" y="16133"/>
                  </a:lnTo>
                  <a:close/>
                  <a:moveTo>
                    <a:pt x="6134" y="13780"/>
                  </a:moveTo>
                  <a:lnTo>
                    <a:pt x="4790" y="13780"/>
                  </a:lnTo>
                  <a:lnTo>
                    <a:pt x="4790" y="16133"/>
                  </a:lnTo>
                  <a:lnTo>
                    <a:pt x="6134" y="16133"/>
                  </a:lnTo>
                  <a:close/>
                  <a:moveTo>
                    <a:pt x="8654" y="13780"/>
                  </a:moveTo>
                  <a:lnTo>
                    <a:pt x="7310" y="13780"/>
                  </a:lnTo>
                  <a:lnTo>
                    <a:pt x="7310" y="16133"/>
                  </a:lnTo>
                  <a:lnTo>
                    <a:pt x="8654" y="16133"/>
                  </a:lnTo>
                  <a:close/>
                  <a:moveTo>
                    <a:pt x="11175" y="13780"/>
                  </a:moveTo>
                  <a:lnTo>
                    <a:pt x="9831" y="13780"/>
                  </a:lnTo>
                  <a:lnTo>
                    <a:pt x="9831" y="16133"/>
                  </a:lnTo>
                  <a:lnTo>
                    <a:pt x="11175" y="16133"/>
                  </a:lnTo>
                  <a:close/>
                  <a:moveTo>
                    <a:pt x="3781" y="17141"/>
                  </a:moveTo>
                  <a:lnTo>
                    <a:pt x="2353" y="17141"/>
                  </a:lnTo>
                  <a:lnTo>
                    <a:pt x="2353" y="19493"/>
                  </a:lnTo>
                  <a:lnTo>
                    <a:pt x="3781" y="19493"/>
                  </a:lnTo>
                  <a:close/>
                  <a:moveTo>
                    <a:pt x="6134" y="17141"/>
                  </a:moveTo>
                  <a:lnTo>
                    <a:pt x="4790" y="17141"/>
                  </a:lnTo>
                  <a:lnTo>
                    <a:pt x="4790" y="19493"/>
                  </a:lnTo>
                  <a:lnTo>
                    <a:pt x="6134" y="19493"/>
                  </a:lnTo>
                  <a:close/>
                  <a:moveTo>
                    <a:pt x="8654" y="17141"/>
                  </a:moveTo>
                  <a:lnTo>
                    <a:pt x="7310" y="17141"/>
                  </a:lnTo>
                  <a:lnTo>
                    <a:pt x="7310" y="19493"/>
                  </a:lnTo>
                  <a:lnTo>
                    <a:pt x="8654" y="19493"/>
                  </a:lnTo>
                  <a:close/>
                  <a:moveTo>
                    <a:pt x="11175" y="17141"/>
                  </a:moveTo>
                  <a:lnTo>
                    <a:pt x="9831" y="17141"/>
                  </a:lnTo>
                  <a:lnTo>
                    <a:pt x="9831" y="19493"/>
                  </a:lnTo>
                  <a:lnTo>
                    <a:pt x="11175" y="19493"/>
                  </a:lnTo>
                  <a:close/>
                  <a:moveTo>
                    <a:pt x="3781" y="20586"/>
                  </a:moveTo>
                  <a:lnTo>
                    <a:pt x="2353" y="20586"/>
                  </a:lnTo>
                  <a:lnTo>
                    <a:pt x="2353" y="23022"/>
                  </a:lnTo>
                  <a:lnTo>
                    <a:pt x="3781" y="23022"/>
                  </a:lnTo>
                  <a:close/>
                  <a:moveTo>
                    <a:pt x="6134" y="20586"/>
                  </a:moveTo>
                  <a:lnTo>
                    <a:pt x="4790" y="20586"/>
                  </a:lnTo>
                  <a:lnTo>
                    <a:pt x="4790" y="23022"/>
                  </a:lnTo>
                  <a:lnTo>
                    <a:pt x="6134" y="23022"/>
                  </a:lnTo>
                  <a:close/>
                  <a:moveTo>
                    <a:pt x="8654" y="20586"/>
                  </a:moveTo>
                  <a:lnTo>
                    <a:pt x="7310" y="20586"/>
                  </a:lnTo>
                  <a:lnTo>
                    <a:pt x="7310" y="23022"/>
                  </a:lnTo>
                  <a:lnTo>
                    <a:pt x="8654" y="23022"/>
                  </a:lnTo>
                  <a:close/>
                  <a:moveTo>
                    <a:pt x="11175" y="20586"/>
                  </a:moveTo>
                  <a:lnTo>
                    <a:pt x="9831" y="20586"/>
                  </a:lnTo>
                  <a:lnTo>
                    <a:pt x="9831" y="23022"/>
                  </a:lnTo>
                  <a:lnTo>
                    <a:pt x="11175" y="23022"/>
                  </a:lnTo>
                  <a:close/>
                  <a:moveTo>
                    <a:pt x="3781" y="24031"/>
                  </a:moveTo>
                  <a:lnTo>
                    <a:pt x="2353" y="24031"/>
                  </a:lnTo>
                  <a:lnTo>
                    <a:pt x="2353" y="26467"/>
                  </a:lnTo>
                  <a:lnTo>
                    <a:pt x="3781" y="26467"/>
                  </a:lnTo>
                  <a:close/>
                  <a:moveTo>
                    <a:pt x="6134" y="24031"/>
                  </a:moveTo>
                  <a:lnTo>
                    <a:pt x="4790" y="24031"/>
                  </a:lnTo>
                  <a:lnTo>
                    <a:pt x="4790" y="26467"/>
                  </a:lnTo>
                  <a:lnTo>
                    <a:pt x="6134" y="26467"/>
                  </a:lnTo>
                  <a:close/>
                  <a:moveTo>
                    <a:pt x="8654" y="24031"/>
                  </a:moveTo>
                  <a:lnTo>
                    <a:pt x="7310" y="24031"/>
                  </a:lnTo>
                  <a:lnTo>
                    <a:pt x="7310" y="26467"/>
                  </a:lnTo>
                  <a:lnTo>
                    <a:pt x="8654" y="26467"/>
                  </a:lnTo>
                  <a:close/>
                  <a:moveTo>
                    <a:pt x="11175" y="24031"/>
                  </a:moveTo>
                  <a:lnTo>
                    <a:pt x="9831" y="24031"/>
                  </a:lnTo>
                  <a:lnTo>
                    <a:pt x="9831" y="26467"/>
                  </a:lnTo>
                  <a:lnTo>
                    <a:pt x="11175" y="26467"/>
                  </a:lnTo>
                  <a:close/>
                  <a:moveTo>
                    <a:pt x="3781" y="29912"/>
                  </a:moveTo>
                  <a:lnTo>
                    <a:pt x="2353" y="29912"/>
                  </a:lnTo>
                  <a:lnTo>
                    <a:pt x="2353" y="27475"/>
                  </a:lnTo>
                  <a:lnTo>
                    <a:pt x="3781" y="27475"/>
                  </a:lnTo>
                  <a:close/>
                  <a:moveTo>
                    <a:pt x="6134" y="27475"/>
                  </a:moveTo>
                  <a:lnTo>
                    <a:pt x="4790" y="27475"/>
                  </a:lnTo>
                  <a:lnTo>
                    <a:pt x="4790" y="29912"/>
                  </a:lnTo>
                  <a:lnTo>
                    <a:pt x="6134" y="29912"/>
                  </a:lnTo>
                  <a:close/>
                  <a:moveTo>
                    <a:pt x="8654" y="27475"/>
                  </a:moveTo>
                  <a:lnTo>
                    <a:pt x="7310" y="27475"/>
                  </a:lnTo>
                  <a:lnTo>
                    <a:pt x="7310" y="29912"/>
                  </a:lnTo>
                  <a:lnTo>
                    <a:pt x="8654" y="29912"/>
                  </a:lnTo>
                  <a:close/>
                  <a:moveTo>
                    <a:pt x="11175" y="27475"/>
                  </a:moveTo>
                  <a:lnTo>
                    <a:pt x="9831" y="27475"/>
                  </a:lnTo>
                  <a:lnTo>
                    <a:pt x="9831" y="29912"/>
                  </a:lnTo>
                  <a:lnTo>
                    <a:pt x="11175" y="29912"/>
                  </a:lnTo>
                  <a:close/>
                  <a:moveTo>
                    <a:pt x="3781" y="30920"/>
                  </a:moveTo>
                  <a:lnTo>
                    <a:pt x="2353" y="30920"/>
                  </a:lnTo>
                  <a:lnTo>
                    <a:pt x="2353" y="33357"/>
                  </a:lnTo>
                  <a:lnTo>
                    <a:pt x="3781" y="33357"/>
                  </a:lnTo>
                  <a:close/>
                  <a:moveTo>
                    <a:pt x="6134" y="30920"/>
                  </a:moveTo>
                  <a:lnTo>
                    <a:pt x="4790" y="30920"/>
                  </a:lnTo>
                  <a:lnTo>
                    <a:pt x="4790" y="33357"/>
                  </a:lnTo>
                  <a:lnTo>
                    <a:pt x="6134" y="33357"/>
                  </a:lnTo>
                  <a:close/>
                  <a:moveTo>
                    <a:pt x="8654" y="30920"/>
                  </a:moveTo>
                  <a:lnTo>
                    <a:pt x="7310" y="30920"/>
                  </a:lnTo>
                  <a:lnTo>
                    <a:pt x="7310" y="33357"/>
                  </a:lnTo>
                  <a:lnTo>
                    <a:pt x="8654" y="33357"/>
                  </a:lnTo>
                  <a:close/>
                  <a:moveTo>
                    <a:pt x="11175" y="30920"/>
                  </a:moveTo>
                  <a:lnTo>
                    <a:pt x="9831" y="30920"/>
                  </a:lnTo>
                  <a:lnTo>
                    <a:pt x="9831" y="33357"/>
                  </a:lnTo>
                  <a:lnTo>
                    <a:pt x="11175" y="33357"/>
                  </a:lnTo>
                  <a:close/>
                  <a:moveTo>
                    <a:pt x="3781" y="34365"/>
                  </a:moveTo>
                  <a:lnTo>
                    <a:pt x="2353" y="34365"/>
                  </a:lnTo>
                  <a:lnTo>
                    <a:pt x="2353" y="36717"/>
                  </a:lnTo>
                  <a:lnTo>
                    <a:pt x="3781" y="36717"/>
                  </a:lnTo>
                  <a:close/>
                  <a:moveTo>
                    <a:pt x="6134" y="34365"/>
                  </a:moveTo>
                  <a:lnTo>
                    <a:pt x="4790" y="34365"/>
                  </a:lnTo>
                  <a:lnTo>
                    <a:pt x="4790" y="36717"/>
                  </a:lnTo>
                  <a:lnTo>
                    <a:pt x="6134" y="36717"/>
                  </a:lnTo>
                  <a:close/>
                  <a:moveTo>
                    <a:pt x="8654" y="34365"/>
                  </a:moveTo>
                  <a:lnTo>
                    <a:pt x="7310" y="34365"/>
                  </a:lnTo>
                  <a:lnTo>
                    <a:pt x="7310" y="36717"/>
                  </a:lnTo>
                  <a:lnTo>
                    <a:pt x="8654" y="36717"/>
                  </a:lnTo>
                  <a:close/>
                  <a:moveTo>
                    <a:pt x="11175" y="34365"/>
                  </a:moveTo>
                  <a:lnTo>
                    <a:pt x="9831" y="34365"/>
                  </a:lnTo>
                  <a:lnTo>
                    <a:pt x="9831" y="36717"/>
                  </a:lnTo>
                  <a:lnTo>
                    <a:pt x="11175" y="36717"/>
                  </a:lnTo>
                  <a:close/>
                  <a:moveTo>
                    <a:pt x="3781" y="37810"/>
                  </a:moveTo>
                  <a:lnTo>
                    <a:pt x="2353" y="37810"/>
                  </a:lnTo>
                  <a:lnTo>
                    <a:pt x="2353" y="40246"/>
                  </a:lnTo>
                  <a:lnTo>
                    <a:pt x="3781" y="40246"/>
                  </a:lnTo>
                  <a:close/>
                  <a:moveTo>
                    <a:pt x="6134" y="37810"/>
                  </a:moveTo>
                  <a:lnTo>
                    <a:pt x="4790" y="37810"/>
                  </a:lnTo>
                  <a:lnTo>
                    <a:pt x="4790" y="40246"/>
                  </a:lnTo>
                  <a:lnTo>
                    <a:pt x="6134" y="40246"/>
                  </a:lnTo>
                  <a:close/>
                  <a:moveTo>
                    <a:pt x="8654" y="37810"/>
                  </a:moveTo>
                  <a:lnTo>
                    <a:pt x="7310" y="37810"/>
                  </a:lnTo>
                  <a:lnTo>
                    <a:pt x="7310" y="40246"/>
                  </a:lnTo>
                  <a:lnTo>
                    <a:pt x="8654" y="40246"/>
                  </a:lnTo>
                  <a:close/>
                  <a:moveTo>
                    <a:pt x="11175" y="37810"/>
                  </a:moveTo>
                  <a:lnTo>
                    <a:pt x="9831" y="37810"/>
                  </a:lnTo>
                  <a:lnTo>
                    <a:pt x="9831" y="40246"/>
                  </a:lnTo>
                  <a:lnTo>
                    <a:pt x="11175" y="40246"/>
                  </a:lnTo>
                  <a:close/>
                  <a:moveTo>
                    <a:pt x="3781" y="41170"/>
                  </a:moveTo>
                  <a:lnTo>
                    <a:pt x="2353" y="41170"/>
                  </a:lnTo>
                  <a:lnTo>
                    <a:pt x="2353" y="43607"/>
                  </a:lnTo>
                  <a:lnTo>
                    <a:pt x="3781" y="43607"/>
                  </a:lnTo>
                  <a:close/>
                  <a:moveTo>
                    <a:pt x="6134" y="41170"/>
                  </a:moveTo>
                  <a:lnTo>
                    <a:pt x="4790" y="41170"/>
                  </a:lnTo>
                  <a:lnTo>
                    <a:pt x="4790" y="43607"/>
                  </a:lnTo>
                  <a:lnTo>
                    <a:pt x="6134" y="43607"/>
                  </a:lnTo>
                  <a:close/>
                  <a:moveTo>
                    <a:pt x="8654" y="41170"/>
                  </a:moveTo>
                  <a:lnTo>
                    <a:pt x="7310" y="41170"/>
                  </a:lnTo>
                  <a:lnTo>
                    <a:pt x="7310" y="43607"/>
                  </a:lnTo>
                  <a:lnTo>
                    <a:pt x="8654" y="43607"/>
                  </a:lnTo>
                  <a:close/>
                  <a:moveTo>
                    <a:pt x="11175" y="41170"/>
                  </a:moveTo>
                  <a:lnTo>
                    <a:pt x="9831" y="41170"/>
                  </a:lnTo>
                  <a:lnTo>
                    <a:pt x="9831" y="43607"/>
                  </a:lnTo>
                  <a:lnTo>
                    <a:pt x="11175" y="43607"/>
                  </a:lnTo>
                  <a:close/>
                  <a:moveTo>
                    <a:pt x="3781" y="44615"/>
                  </a:moveTo>
                  <a:lnTo>
                    <a:pt x="2353" y="44615"/>
                  </a:lnTo>
                  <a:lnTo>
                    <a:pt x="2353" y="47052"/>
                  </a:lnTo>
                  <a:lnTo>
                    <a:pt x="3781" y="47052"/>
                  </a:lnTo>
                  <a:close/>
                  <a:moveTo>
                    <a:pt x="6134" y="44615"/>
                  </a:moveTo>
                  <a:lnTo>
                    <a:pt x="4790" y="44615"/>
                  </a:lnTo>
                  <a:lnTo>
                    <a:pt x="4790" y="47052"/>
                  </a:lnTo>
                  <a:lnTo>
                    <a:pt x="6134" y="47052"/>
                  </a:lnTo>
                  <a:close/>
                  <a:moveTo>
                    <a:pt x="8654" y="44615"/>
                  </a:moveTo>
                  <a:lnTo>
                    <a:pt x="7310" y="44615"/>
                  </a:lnTo>
                  <a:lnTo>
                    <a:pt x="7310" y="47052"/>
                  </a:lnTo>
                  <a:lnTo>
                    <a:pt x="8654" y="47052"/>
                  </a:lnTo>
                  <a:close/>
                  <a:moveTo>
                    <a:pt x="11175" y="44615"/>
                  </a:moveTo>
                  <a:lnTo>
                    <a:pt x="9831" y="44615"/>
                  </a:lnTo>
                  <a:lnTo>
                    <a:pt x="9831" y="47052"/>
                  </a:lnTo>
                  <a:lnTo>
                    <a:pt x="11175" y="47052"/>
                  </a:lnTo>
                  <a:close/>
                  <a:moveTo>
                    <a:pt x="3781" y="47976"/>
                  </a:moveTo>
                  <a:lnTo>
                    <a:pt x="2353" y="47976"/>
                  </a:lnTo>
                  <a:lnTo>
                    <a:pt x="2353" y="50413"/>
                  </a:lnTo>
                  <a:lnTo>
                    <a:pt x="3781" y="50413"/>
                  </a:lnTo>
                  <a:close/>
                  <a:moveTo>
                    <a:pt x="6134" y="47976"/>
                  </a:moveTo>
                  <a:lnTo>
                    <a:pt x="4790" y="47976"/>
                  </a:lnTo>
                  <a:lnTo>
                    <a:pt x="4790" y="50413"/>
                  </a:lnTo>
                  <a:lnTo>
                    <a:pt x="6134" y="50413"/>
                  </a:lnTo>
                  <a:close/>
                  <a:moveTo>
                    <a:pt x="8654" y="47976"/>
                  </a:moveTo>
                  <a:lnTo>
                    <a:pt x="7310" y="47976"/>
                  </a:lnTo>
                  <a:lnTo>
                    <a:pt x="7310" y="50413"/>
                  </a:lnTo>
                  <a:lnTo>
                    <a:pt x="8654" y="50413"/>
                  </a:lnTo>
                  <a:close/>
                  <a:moveTo>
                    <a:pt x="11175" y="47976"/>
                  </a:moveTo>
                  <a:lnTo>
                    <a:pt x="9831" y="47976"/>
                  </a:lnTo>
                  <a:lnTo>
                    <a:pt x="9831" y="50413"/>
                  </a:lnTo>
                  <a:lnTo>
                    <a:pt x="11175" y="50413"/>
                  </a:lnTo>
                  <a:close/>
                  <a:moveTo>
                    <a:pt x="3781" y="51421"/>
                  </a:moveTo>
                  <a:lnTo>
                    <a:pt x="2353" y="51421"/>
                  </a:lnTo>
                  <a:lnTo>
                    <a:pt x="2353" y="53857"/>
                  </a:lnTo>
                  <a:lnTo>
                    <a:pt x="3781" y="53857"/>
                  </a:lnTo>
                  <a:close/>
                  <a:moveTo>
                    <a:pt x="6134" y="51421"/>
                  </a:moveTo>
                  <a:lnTo>
                    <a:pt x="4790" y="51421"/>
                  </a:lnTo>
                  <a:lnTo>
                    <a:pt x="4790" y="53857"/>
                  </a:lnTo>
                  <a:lnTo>
                    <a:pt x="6134" y="53857"/>
                  </a:lnTo>
                  <a:close/>
                  <a:moveTo>
                    <a:pt x="8654" y="51421"/>
                  </a:moveTo>
                  <a:lnTo>
                    <a:pt x="7310" y="51421"/>
                  </a:lnTo>
                  <a:lnTo>
                    <a:pt x="7310" y="53857"/>
                  </a:lnTo>
                  <a:lnTo>
                    <a:pt x="8654" y="53857"/>
                  </a:lnTo>
                  <a:close/>
                  <a:moveTo>
                    <a:pt x="11175" y="51421"/>
                  </a:moveTo>
                  <a:lnTo>
                    <a:pt x="9831" y="51421"/>
                  </a:lnTo>
                  <a:lnTo>
                    <a:pt x="9831" y="53857"/>
                  </a:lnTo>
                  <a:lnTo>
                    <a:pt x="11175" y="53857"/>
                  </a:lnTo>
                  <a:close/>
                  <a:moveTo>
                    <a:pt x="0" y="26383"/>
                  </a:moveTo>
                  <a:lnTo>
                    <a:pt x="1345" y="26383"/>
                  </a:lnTo>
                  <a:lnTo>
                    <a:pt x="1345" y="24031"/>
                  </a:lnTo>
                  <a:lnTo>
                    <a:pt x="0" y="24031"/>
                  </a:lnTo>
                  <a:close/>
                  <a:moveTo>
                    <a:pt x="0" y="19493"/>
                  </a:moveTo>
                  <a:lnTo>
                    <a:pt x="1345" y="19493"/>
                  </a:lnTo>
                  <a:lnTo>
                    <a:pt x="1345" y="17141"/>
                  </a:lnTo>
                  <a:lnTo>
                    <a:pt x="0" y="17141"/>
                  </a:lnTo>
                  <a:close/>
                  <a:moveTo>
                    <a:pt x="0" y="23022"/>
                  </a:moveTo>
                  <a:lnTo>
                    <a:pt x="1345" y="23022"/>
                  </a:lnTo>
                  <a:lnTo>
                    <a:pt x="1345" y="20586"/>
                  </a:lnTo>
                  <a:lnTo>
                    <a:pt x="0" y="20586"/>
                  </a:lnTo>
                  <a:close/>
                  <a:moveTo>
                    <a:pt x="0" y="16133"/>
                  </a:moveTo>
                  <a:lnTo>
                    <a:pt x="1345" y="16133"/>
                  </a:lnTo>
                  <a:lnTo>
                    <a:pt x="1345" y="13780"/>
                  </a:lnTo>
                  <a:lnTo>
                    <a:pt x="0" y="13780"/>
                  </a:lnTo>
                  <a:close/>
                  <a:moveTo>
                    <a:pt x="0" y="5882"/>
                  </a:moveTo>
                  <a:lnTo>
                    <a:pt x="1345" y="5882"/>
                  </a:lnTo>
                  <a:lnTo>
                    <a:pt x="1345" y="3446"/>
                  </a:lnTo>
                  <a:lnTo>
                    <a:pt x="0" y="3446"/>
                  </a:lnTo>
                  <a:close/>
                  <a:moveTo>
                    <a:pt x="0" y="12688"/>
                  </a:moveTo>
                  <a:lnTo>
                    <a:pt x="1345" y="12688"/>
                  </a:lnTo>
                  <a:lnTo>
                    <a:pt x="1345" y="10251"/>
                  </a:lnTo>
                  <a:lnTo>
                    <a:pt x="0" y="10251"/>
                  </a:lnTo>
                  <a:close/>
                  <a:moveTo>
                    <a:pt x="0" y="9327"/>
                  </a:moveTo>
                  <a:lnTo>
                    <a:pt x="1345" y="9327"/>
                  </a:lnTo>
                  <a:lnTo>
                    <a:pt x="1345" y="6891"/>
                  </a:lnTo>
                  <a:lnTo>
                    <a:pt x="0" y="6891"/>
                  </a:lnTo>
                  <a:close/>
                  <a:moveTo>
                    <a:pt x="0" y="50413"/>
                  </a:moveTo>
                  <a:lnTo>
                    <a:pt x="1345" y="50413"/>
                  </a:lnTo>
                  <a:lnTo>
                    <a:pt x="1345" y="47976"/>
                  </a:lnTo>
                  <a:lnTo>
                    <a:pt x="0" y="47976"/>
                  </a:lnTo>
                  <a:close/>
                  <a:moveTo>
                    <a:pt x="0" y="47052"/>
                  </a:moveTo>
                  <a:lnTo>
                    <a:pt x="1345" y="47052"/>
                  </a:lnTo>
                  <a:lnTo>
                    <a:pt x="1345" y="44615"/>
                  </a:lnTo>
                  <a:lnTo>
                    <a:pt x="0" y="44615"/>
                  </a:lnTo>
                  <a:close/>
                  <a:moveTo>
                    <a:pt x="0" y="2438"/>
                  </a:moveTo>
                  <a:lnTo>
                    <a:pt x="1345" y="2438"/>
                  </a:lnTo>
                  <a:lnTo>
                    <a:pt x="1345" y="1"/>
                  </a:lnTo>
                  <a:lnTo>
                    <a:pt x="0" y="1"/>
                  </a:lnTo>
                  <a:close/>
                  <a:moveTo>
                    <a:pt x="0" y="43607"/>
                  </a:moveTo>
                  <a:lnTo>
                    <a:pt x="1345" y="43607"/>
                  </a:lnTo>
                  <a:lnTo>
                    <a:pt x="1345" y="41170"/>
                  </a:lnTo>
                  <a:lnTo>
                    <a:pt x="0" y="41170"/>
                  </a:lnTo>
                  <a:close/>
                  <a:moveTo>
                    <a:pt x="0" y="29912"/>
                  </a:moveTo>
                  <a:lnTo>
                    <a:pt x="1345" y="29912"/>
                  </a:lnTo>
                  <a:lnTo>
                    <a:pt x="1345" y="27475"/>
                  </a:lnTo>
                  <a:lnTo>
                    <a:pt x="0" y="27475"/>
                  </a:lnTo>
                  <a:close/>
                  <a:moveTo>
                    <a:pt x="0" y="33273"/>
                  </a:moveTo>
                  <a:lnTo>
                    <a:pt x="1345" y="33273"/>
                  </a:lnTo>
                  <a:lnTo>
                    <a:pt x="1345" y="30836"/>
                  </a:lnTo>
                  <a:lnTo>
                    <a:pt x="0" y="30836"/>
                  </a:lnTo>
                  <a:close/>
                  <a:moveTo>
                    <a:pt x="0" y="36717"/>
                  </a:moveTo>
                  <a:lnTo>
                    <a:pt x="1345" y="36717"/>
                  </a:lnTo>
                  <a:lnTo>
                    <a:pt x="1345" y="34365"/>
                  </a:lnTo>
                  <a:lnTo>
                    <a:pt x="0" y="34365"/>
                  </a:lnTo>
                  <a:close/>
                  <a:moveTo>
                    <a:pt x="0" y="40078"/>
                  </a:moveTo>
                  <a:lnTo>
                    <a:pt x="1345" y="40078"/>
                  </a:lnTo>
                  <a:lnTo>
                    <a:pt x="1345" y="37726"/>
                  </a:lnTo>
                  <a:lnTo>
                    <a:pt x="0" y="37726"/>
                  </a:lnTo>
                  <a:close/>
                  <a:moveTo>
                    <a:pt x="0" y="53857"/>
                  </a:moveTo>
                  <a:lnTo>
                    <a:pt x="1345" y="53857"/>
                  </a:lnTo>
                  <a:lnTo>
                    <a:pt x="1345" y="51421"/>
                  </a:lnTo>
                  <a:lnTo>
                    <a:pt x="0" y="51421"/>
                  </a:lnTo>
                  <a:close/>
                </a:path>
              </a:pathLst>
            </a:custGeom>
            <a:solidFill>
              <a:srgbClr val="55AD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9"/>
            <p:cNvSpPr/>
            <p:nvPr/>
          </p:nvSpPr>
          <p:spPr>
            <a:xfrm flipH="1">
              <a:off x="-274094" y="2700215"/>
              <a:ext cx="124429" cy="813784"/>
            </a:xfrm>
            <a:custGeom>
              <a:avLst/>
              <a:gdLst/>
              <a:ahLst/>
              <a:cxnLst/>
              <a:rect l="l" t="t" r="r" b="b"/>
              <a:pathLst>
                <a:path w="4034" h="26383" extrusionOk="0">
                  <a:moveTo>
                    <a:pt x="1" y="0"/>
                  </a:moveTo>
                  <a:lnTo>
                    <a:pt x="1" y="2437"/>
                  </a:lnTo>
                  <a:lnTo>
                    <a:pt x="589" y="2437"/>
                  </a:lnTo>
                  <a:lnTo>
                    <a:pt x="589" y="0"/>
                  </a:lnTo>
                  <a:close/>
                  <a:moveTo>
                    <a:pt x="1093" y="0"/>
                  </a:moveTo>
                  <a:lnTo>
                    <a:pt x="1093" y="2437"/>
                  </a:lnTo>
                  <a:lnTo>
                    <a:pt x="1765" y="2437"/>
                  </a:lnTo>
                  <a:lnTo>
                    <a:pt x="1765" y="0"/>
                  </a:lnTo>
                  <a:close/>
                  <a:moveTo>
                    <a:pt x="2269" y="0"/>
                  </a:moveTo>
                  <a:lnTo>
                    <a:pt x="2269" y="2437"/>
                  </a:lnTo>
                  <a:lnTo>
                    <a:pt x="2941" y="2437"/>
                  </a:lnTo>
                  <a:lnTo>
                    <a:pt x="2941" y="0"/>
                  </a:lnTo>
                  <a:close/>
                  <a:moveTo>
                    <a:pt x="3445" y="0"/>
                  </a:moveTo>
                  <a:lnTo>
                    <a:pt x="3445" y="2437"/>
                  </a:lnTo>
                  <a:lnTo>
                    <a:pt x="4034" y="2437"/>
                  </a:lnTo>
                  <a:lnTo>
                    <a:pt x="4034" y="0"/>
                  </a:lnTo>
                  <a:close/>
                  <a:moveTo>
                    <a:pt x="1" y="3445"/>
                  </a:moveTo>
                  <a:lnTo>
                    <a:pt x="1" y="5882"/>
                  </a:lnTo>
                  <a:lnTo>
                    <a:pt x="589" y="5882"/>
                  </a:lnTo>
                  <a:lnTo>
                    <a:pt x="589" y="3445"/>
                  </a:lnTo>
                  <a:close/>
                  <a:moveTo>
                    <a:pt x="1093" y="3445"/>
                  </a:moveTo>
                  <a:lnTo>
                    <a:pt x="1093" y="5882"/>
                  </a:lnTo>
                  <a:lnTo>
                    <a:pt x="1765" y="5882"/>
                  </a:lnTo>
                  <a:lnTo>
                    <a:pt x="1765" y="3445"/>
                  </a:lnTo>
                  <a:close/>
                  <a:moveTo>
                    <a:pt x="2269" y="3445"/>
                  </a:moveTo>
                  <a:lnTo>
                    <a:pt x="2269" y="5882"/>
                  </a:lnTo>
                  <a:lnTo>
                    <a:pt x="2941" y="5882"/>
                  </a:lnTo>
                  <a:lnTo>
                    <a:pt x="2941" y="3445"/>
                  </a:lnTo>
                  <a:close/>
                  <a:moveTo>
                    <a:pt x="3445" y="3445"/>
                  </a:moveTo>
                  <a:lnTo>
                    <a:pt x="3445" y="5882"/>
                  </a:lnTo>
                  <a:lnTo>
                    <a:pt x="4034" y="5882"/>
                  </a:lnTo>
                  <a:lnTo>
                    <a:pt x="4034" y="3445"/>
                  </a:lnTo>
                  <a:close/>
                  <a:moveTo>
                    <a:pt x="1" y="6890"/>
                  </a:moveTo>
                  <a:lnTo>
                    <a:pt x="1" y="9242"/>
                  </a:lnTo>
                  <a:lnTo>
                    <a:pt x="589" y="9242"/>
                  </a:lnTo>
                  <a:lnTo>
                    <a:pt x="589" y="6890"/>
                  </a:lnTo>
                  <a:close/>
                  <a:moveTo>
                    <a:pt x="1093" y="6890"/>
                  </a:moveTo>
                  <a:lnTo>
                    <a:pt x="1093" y="9242"/>
                  </a:lnTo>
                  <a:lnTo>
                    <a:pt x="1765" y="9242"/>
                  </a:lnTo>
                  <a:lnTo>
                    <a:pt x="1765" y="6890"/>
                  </a:lnTo>
                  <a:close/>
                  <a:moveTo>
                    <a:pt x="2269" y="6890"/>
                  </a:moveTo>
                  <a:lnTo>
                    <a:pt x="2269" y="9242"/>
                  </a:lnTo>
                  <a:lnTo>
                    <a:pt x="2941" y="9242"/>
                  </a:lnTo>
                  <a:lnTo>
                    <a:pt x="2941" y="6890"/>
                  </a:lnTo>
                  <a:close/>
                  <a:moveTo>
                    <a:pt x="3445" y="6890"/>
                  </a:moveTo>
                  <a:lnTo>
                    <a:pt x="3445" y="9242"/>
                  </a:lnTo>
                  <a:lnTo>
                    <a:pt x="4034" y="9242"/>
                  </a:lnTo>
                  <a:lnTo>
                    <a:pt x="4034" y="6890"/>
                  </a:lnTo>
                  <a:close/>
                  <a:moveTo>
                    <a:pt x="1" y="10335"/>
                  </a:moveTo>
                  <a:lnTo>
                    <a:pt x="1" y="12771"/>
                  </a:lnTo>
                  <a:lnTo>
                    <a:pt x="589" y="12771"/>
                  </a:lnTo>
                  <a:lnTo>
                    <a:pt x="589" y="10335"/>
                  </a:lnTo>
                  <a:close/>
                  <a:moveTo>
                    <a:pt x="1093" y="10335"/>
                  </a:moveTo>
                  <a:lnTo>
                    <a:pt x="1093" y="12771"/>
                  </a:lnTo>
                  <a:lnTo>
                    <a:pt x="1765" y="12771"/>
                  </a:lnTo>
                  <a:lnTo>
                    <a:pt x="1765" y="10335"/>
                  </a:lnTo>
                  <a:close/>
                  <a:moveTo>
                    <a:pt x="2269" y="10335"/>
                  </a:moveTo>
                  <a:lnTo>
                    <a:pt x="2269" y="12771"/>
                  </a:lnTo>
                  <a:lnTo>
                    <a:pt x="2941" y="12771"/>
                  </a:lnTo>
                  <a:lnTo>
                    <a:pt x="2941" y="10335"/>
                  </a:lnTo>
                  <a:close/>
                  <a:moveTo>
                    <a:pt x="3445" y="10335"/>
                  </a:moveTo>
                  <a:lnTo>
                    <a:pt x="3445" y="12771"/>
                  </a:lnTo>
                  <a:lnTo>
                    <a:pt x="4034" y="12771"/>
                  </a:lnTo>
                  <a:lnTo>
                    <a:pt x="4034" y="10335"/>
                  </a:lnTo>
                  <a:close/>
                  <a:moveTo>
                    <a:pt x="1" y="13695"/>
                  </a:moveTo>
                  <a:lnTo>
                    <a:pt x="1" y="16132"/>
                  </a:lnTo>
                  <a:lnTo>
                    <a:pt x="589" y="16132"/>
                  </a:lnTo>
                  <a:lnTo>
                    <a:pt x="589" y="13695"/>
                  </a:lnTo>
                  <a:close/>
                  <a:moveTo>
                    <a:pt x="1093" y="13695"/>
                  </a:moveTo>
                  <a:lnTo>
                    <a:pt x="1093" y="16132"/>
                  </a:lnTo>
                  <a:lnTo>
                    <a:pt x="1765" y="16132"/>
                  </a:lnTo>
                  <a:lnTo>
                    <a:pt x="1765" y="13695"/>
                  </a:lnTo>
                  <a:close/>
                  <a:moveTo>
                    <a:pt x="2269" y="13695"/>
                  </a:moveTo>
                  <a:lnTo>
                    <a:pt x="2269" y="16132"/>
                  </a:lnTo>
                  <a:lnTo>
                    <a:pt x="2941" y="16132"/>
                  </a:lnTo>
                  <a:lnTo>
                    <a:pt x="2941" y="13695"/>
                  </a:lnTo>
                  <a:close/>
                  <a:moveTo>
                    <a:pt x="3445" y="13695"/>
                  </a:moveTo>
                  <a:lnTo>
                    <a:pt x="3445" y="16132"/>
                  </a:lnTo>
                  <a:lnTo>
                    <a:pt x="4034" y="16132"/>
                  </a:lnTo>
                  <a:lnTo>
                    <a:pt x="4034" y="13695"/>
                  </a:lnTo>
                  <a:close/>
                  <a:moveTo>
                    <a:pt x="1" y="17140"/>
                  </a:moveTo>
                  <a:lnTo>
                    <a:pt x="1" y="19577"/>
                  </a:lnTo>
                  <a:lnTo>
                    <a:pt x="589" y="19577"/>
                  </a:lnTo>
                  <a:lnTo>
                    <a:pt x="589" y="17140"/>
                  </a:lnTo>
                  <a:close/>
                  <a:moveTo>
                    <a:pt x="1093" y="17140"/>
                  </a:moveTo>
                  <a:lnTo>
                    <a:pt x="1093" y="19577"/>
                  </a:lnTo>
                  <a:lnTo>
                    <a:pt x="1765" y="19577"/>
                  </a:lnTo>
                  <a:lnTo>
                    <a:pt x="1765" y="17140"/>
                  </a:lnTo>
                  <a:close/>
                  <a:moveTo>
                    <a:pt x="2269" y="17140"/>
                  </a:moveTo>
                  <a:lnTo>
                    <a:pt x="2269" y="19577"/>
                  </a:lnTo>
                  <a:lnTo>
                    <a:pt x="2941" y="19577"/>
                  </a:lnTo>
                  <a:lnTo>
                    <a:pt x="2941" y="17140"/>
                  </a:lnTo>
                  <a:close/>
                  <a:moveTo>
                    <a:pt x="3445" y="17140"/>
                  </a:moveTo>
                  <a:lnTo>
                    <a:pt x="3445" y="19577"/>
                  </a:lnTo>
                  <a:lnTo>
                    <a:pt x="4034" y="19577"/>
                  </a:lnTo>
                  <a:lnTo>
                    <a:pt x="4034" y="17140"/>
                  </a:lnTo>
                  <a:close/>
                  <a:moveTo>
                    <a:pt x="1" y="20501"/>
                  </a:moveTo>
                  <a:lnTo>
                    <a:pt x="1" y="22938"/>
                  </a:lnTo>
                  <a:lnTo>
                    <a:pt x="589" y="22938"/>
                  </a:lnTo>
                  <a:lnTo>
                    <a:pt x="589" y="20501"/>
                  </a:lnTo>
                  <a:close/>
                  <a:moveTo>
                    <a:pt x="1093" y="20501"/>
                  </a:moveTo>
                  <a:lnTo>
                    <a:pt x="1093" y="22938"/>
                  </a:lnTo>
                  <a:lnTo>
                    <a:pt x="1765" y="22938"/>
                  </a:lnTo>
                  <a:lnTo>
                    <a:pt x="1765" y="20501"/>
                  </a:lnTo>
                  <a:close/>
                  <a:moveTo>
                    <a:pt x="2269" y="20501"/>
                  </a:moveTo>
                  <a:lnTo>
                    <a:pt x="2269" y="22938"/>
                  </a:lnTo>
                  <a:lnTo>
                    <a:pt x="2941" y="22938"/>
                  </a:lnTo>
                  <a:lnTo>
                    <a:pt x="2941" y="20501"/>
                  </a:lnTo>
                  <a:close/>
                  <a:moveTo>
                    <a:pt x="3445" y="20501"/>
                  </a:moveTo>
                  <a:lnTo>
                    <a:pt x="3445" y="22938"/>
                  </a:lnTo>
                  <a:lnTo>
                    <a:pt x="4034" y="22938"/>
                  </a:lnTo>
                  <a:lnTo>
                    <a:pt x="4034" y="20501"/>
                  </a:lnTo>
                  <a:close/>
                  <a:moveTo>
                    <a:pt x="1" y="23946"/>
                  </a:moveTo>
                  <a:lnTo>
                    <a:pt x="1" y="26382"/>
                  </a:lnTo>
                  <a:lnTo>
                    <a:pt x="589" y="26382"/>
                  </a:lnTo>
                  <a:lnTo>
                    <a:pt x="589" y="23946"/>
                  </a:lnTo>
                  <a:close/>
                  <a:moveTo>
                    <a:pt x="1093" y="23946"/>
                  </a:moveTo>
                  <a:lnTo>
                    <a:pt x="1093" y="26382"/>
                  </a:lnTo>
                  <a:lnTo>
                    <a:pt x="1765" y="26382"/>
                  </a:lnTo>
                  <a:lnTo>
                    <a:pt x="1765" y="23946"/>
                  </a:lnTo>
                  <a:close/>
                  <a:moveTo>
                    <a:pt x="2269" y="23946"/>
                  </a:moveTo>
                  <a:lnTo>
                    <a:pt x="2269" y="26382"/>
                  </a:lnTo>
                  <a:lnTo>
                    <a:pt x="2941" y="26382"/>
                  </a:lnTo>
                  <a:lnTo>
                    <a:pt x="2941" y="23946"/>
                  </a:lnTo>
                  <a:close/>
                  <a:moveTo>
                    <a:pt x="3445" y="23946"/>
                  </a:moveTo>
                  <a:lnTo>
                    <a:pt x="3445" y="26382"/>
                  </a:lnTo>
                  <a:lnTo>
                    <a:pt x="4034" y="26382"/>
                  </a:lnTo>
                  <a:lnTo>
                    <a:pt x="4034" y="23946"/>
                  </a:lnTo>
                  <a:close/>
                </a:path>
              </a:pathLst>
            </a:custGeom>
            <a:solidFill>
              <a:srgbClr val="408BC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9"/>
            <p:cNvSpPr/>
            <p:nvPr/>
          </p:nvSpPr>
          <p:spPr>
            <a:xfrm flipH="1">
              <a:off x="-230047" y="1658394"/>
              <a:ext cx="158111" cy="116656"/>
            </a:xfrm>
            <a:custGeom>
              <a:avLst/>
              <a:gdLst/>
              <a:ahLst/>
              <a:cxnLst/>
              <a:rect l="l" t="t" r="r" b="b"/>
              <a:pathLst>
                <a:path w="5126" h="3782" extrusionOk="0">
                  <a:moveTo>
                    <a:pt x="0" y="0"/>
                  </a:moveTo>
                  <a:lnTo>
                    <a:pt x="0" y="169"/>
                  </a:lnTo>
                  <a:lnTo>
                    <a:pt x="2605" y="3529"/>
                  </a:lnTo>
                  <a:lnTo>
                    <a:pt x="2773" y="3781"/>
                  </a:lnTo>
                  <a:lnTo>
                    <a:pt x="5125" y="3781"/>
                  </a:lnTo>
                  <a:lnTo>
                    <a:pt x="5125" y="3529"/>
                  </a:lnTo>
                  <a:lnTo>
                    <a:pt x="2521" y="169"/>
                  </a:lnTo>
                  <a:lnTo>
                    <a:pt x="2269" y="0"/>
                  </a:lnTo>
                  <a:close/>
                </a:path>
              </a:pathLst>
            </a:custGeom>
            <a:solidFill>
              <a:srgbClr val="5A6A7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9"/>
            <p:cNvSpPr/>
            <p:nvPr/>
          </p:nvSpPr>
          <p:spPr>
            <a:xfrm flipH="1">
              <a:off x="-227456" y="1663576"/>
              <a:ext cx="152930" cy="103701"/>
            </a:xfrm>
            <a:custGeom>
              <a:avLst/>
              <a:gdLst/>
              <a:ahLst/>
              <a:cxnLst/>
              <a:rect l="l" t="t" r="r" b="b"/>
              <a:pathLst>
                <a:path w="4958" h="3362" extrusionOk="0">
                  <a:moveTo>
                    <a:pt x="2521" y="1681"/>
                  </a:moveTo>
                  <a:lnTo>
                    <a:pt x="3109" y="2521"/>
                  </a:lnTo>
                  <a:lnTo>
                    <a:pt x="3025" y="2521"/>
                  </a:lnTo>
                  <a:lnTo>
                    <a:pt x="2437" y="1681"/>
                  </a:lnTo>
                  <a:close/>
                  <a:moveTo>
                    <a:pt x="0" y="1"/>
                  </a:moveTo>
                  <a:lnTo>
                    <a:pt x="588" y="841"/>
                  </a:lnTo>
                  <a:lnTo>
                    <a:pt x="1260" y="1681"/>
                  </a:lnTo>
                  <a:lnTo>
                    <a:pt x="1848" y="2521"/>
                  </a:lnTo>
                  <a:lnTo>
                    <a:pt x="2016" y="2521"/>
                  </a:lnTo>
                  <a:lnTo>
                    <a:pt x="2605" y="3361"/>
                  </a:lnTo>
                  <a:lnTo>
                    <a:pt x="3109" y="3361"/>
                  </a:lnTo>
                  <a:lnTo>
                    <a:pt x="2521" y="2521"/>
                  </a:lnTo>
                  <a:lnTo>
                    <a:pt x="2437" y="2521"/>
                  </a:lnTo>
                  <a:lnTo>
                    <a:pt x="1764" y="1681"/>
                  </a:lnTo>
                  <a:lnTo>
                    <a:pt x="1176" y="841"/>
                  </a:lnTo>
                  <a:lnTo>
                    <a:pt x="1260" y="841"/>
                  </a:lnTo>
                  <a:lnTo>
                    <a:pt x="1848" y="1681"/>
                  </a:lnTo>
                  <a:lnTo>
                    <a:pt x="2521" y="2521"/>
                  </a:lnTo>
                  <a:lnTo>
                    <a:pt x="2605" y="2521"/>
                  </a:lnTo>
                  <a:lnTo>
                    <a:pt x="3277" y="3361"/>
                  </a:lnTo>
                  <a:lnTo>
                    <a:pt x="4285" y="3361"/>
                  </a:lnTo>
                  <a:lnTo>
                    <a:pt x="3697" y="2521"/>
                  </a:lnTo>
                  <a:lnTo>
                    <a:pt x="3025" y="1681"/>
                  </a:lnTo>
                  <a:lnTo>
                    <a:pt x="2941" y="1681"/>
                  </a:lnTo>
                  <a:lnTo>
                    <a:pt x="2269" y="841"/>
                  </a:lnTo>
                  <a:lnTo>
                    <a:pt x="1680" y="1"/>
                  </a:lnTo>
                  <a:lnTo>
                    <a:pt x="1176" y="1"/>
                  </a:lnTo>
                  <a:lnTo>
                    <a:pt x="1764" y="841"/>
                  </a:lnTo>
                  <a:lnTo>
                    <a:pt x="1680" y="841"/>
                  </a:lnTo>
                  <a:lnTo>
                    <a:pt x="1008" y="1"/>
                  </a:lnTo>
                  <a:close/>
                  <a:moveTo>
                    <a:pt x="1764" y="1"/>
                  </a:moveTo>
                  <a:lnTo>
                    <a:pt x="2437" y="841"/>
                  </a:lnTo>
                  <a:lnTo>
                    <a:pt x="3025" y="1681"/>
                  </a:lnTo>
                  <a:lnTo>
                    <a:pt x="3109" y="1681"/>
                  </a:lnTo>
                  <a:lnTo>
                    <a:pt x="3781" y="2521"/>
                  </a:lnTo>
                  <a:lnTo>
                    <a:pt x="4369" y="3361"/>
                  </a:lnTo>
                  <a:lnTo>
                    <a:pt x="4957" y="3361"/>
                  </a:lnTo>
                  <a:lnTo>
                    <a:pt x="4285" y="2521"/>
                  </a:lnTo>
                  <a:lnTo>
                    <a:pt x="3697" y="1681"/>
                  </a:lnTo>
                  <a:lnTo>
                    <a:pt x="3529" y="1681"/>
                  </a:lnTo>
                  <a:lnTo>
                    <a:pt x="2941" y="841"/>
                  </a:lnTo>
                  <a:lnTo>
                    <a:pt x="2269" y="1"/>
                  </a:lnTo>
                  <a:close/>
                </a:path>
              </a:pathLst>
            </a:custGeom>
            <a:solidFill>
              <a:srgbClr val="78B2B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9"/>
            <p:cNvSpPr/>
            <p:nvPr/>
          </p:nvSpPr>
          <p:spPr>
            <a:xfrm flipH="1">
              <a:off x="-227456" y="1663576"/>
              <a:ext cx="152930" cy="103701"/>
            </a:xfrm>
            <a:custGeom>
              <a:avLst/>
              <a:gdLst/>
              <a:ahLst/>
              <a:cxnLst/>
              <a:rect l="l" t="t" r="r" b="b"/>
              <a:pathLst>
                <a:path w="4958" h="3362" extrusionOk="0">
                  <a:moveTo>
                    <a:pt x="0" y="1"/>
                  </a:moveTo>
                  <a:lnTo>
                    <a:pt x="588" y="757"/>
                  </a:lnTo>
                  <a:lnTo>
                    <a:pt x="1680" y="757"/>
                  </a:lnTo>
                  <a:lnTo>
                    <a:pt x="1008" y="1"/>
                  </a:lnTo>
                  <a:close/>
                  <a:moveTo>
                    <a:pt x="1176" y="1"/>
                  </a:moveTo>
                  <a:lnTo>
                    <a:pt x="1764" y="757"/>
                  </a:lnTo>
                  <a:lnTo>
                    <a:pt x="2269" y="757"/>
                  </a:lnTo>
                  <a:lnTo>
                    <a:pt x="1680" y="1"/>
                  </a:lnTo>
                  <a:close/>
                  <a:moveTo>
                    <a:pt x="1764" y="1"/>
                  </a:moveTo>
                  <a:lnTo>
                    <a:pt x="2437" y="757"/>
                  </a:lnTo>
                  <a:lnTo>
                    <a:pt x="2941" y="757"/>
                  </a:lnTo>
                  <a:lnTo>
                    <a:pt x="2269" y="1"/>
                  </a:lnTo>
                  <a:close/>
                  <a:moveTo>
                    <a:pt x="588" y="841"/>
                  </a:moveTo>
                  <a:lnTo>
                    <a:pt x="1260" y="1597"/>
                  </a:lnTo>
                  <a:lnTo>
                    <a:pt x="1764" y="1597"/>
                  </a:lnTo>
                  <a:lnTo>
                    <a:pt x="1176" y="841"/>
                  </a:lnTo>
                  <a:close/>
                  <a:moveTo>
                    <a:pt x="1260" y="841"/>
                  </a:moveTo>
                  <a:lnTo>
                    <a:pt x="1848" y="1597"/>
                  </a:lnTo>
                  <a:lnTo>
                    <a:pt x="2941" y="1597"/>
                  </a:lnTo>
                  <a:lnTo>
                    <a:pt x="2269" y="841"/>
                  </a:lnTo>
                  <a:close/>
                  <a:moveTo>
                    <a:pt x="2437" y="841"/>
                  </a:moveTo>
                  <a:lnTo>
                    <a:pt x="3025" y="1597"/>
                  </a:lnTo>
                  <a:lnTo>
                    <a:pt x="3529" y="1597"/>
                  </a:lnTo>
                  <a:lnTo>
                    <a:pt x="2941" y="841"/>
                  </a:lnTo>
                  <a:close/>
                  <a:moveTo>
                    <a:pt x="1260" y="1849"/>
                  </a:moveTo>
                  <a:lnTo>
                    <a:pt x="1848" y="2521"/>
                  </a:lnTo>
                  <a:lnTo>
                    <a:pt x="2437" y="2521"/>
                  </a:lnTo>
                  <a:lnTo>
                    <a:pt x="1764" y="1849"/>
                  </a:lnTo>
                  <a:close/>
                  <a:moveTo>
                    <a:pt x="1848" y="1849"/>
                  </a:moveTo>
                  <a:lnTo>
                    <a:pt x="2521" y="2521"/>
                  </a:lnTo>
                  <a:lnTo>
                    <a:pt x="3025" y="2521"/>
                  </a:lnTo>
                  <a:lnTo>
                    <a:pt x="2437" y="1849"/>
                  </a:lnTo>
                  <a:close/>
                  <a:moveTo>
                    <a:pt x="2521" y="1849"/>
                  </a:moveTo>
                  <a:lnTo>
                    <a:pt x="3109" y="2521"/>
                  </a:lnTo>
                  <a:lnTo>
                    <a:pt x="4201" y="2521"/>
                  </a:lnTo>
                  <a:lnTo>
                    <a:pt x="3697" y="1849"/>
                  </a:lnTo>
                  <a:lnTo>
                    <a:pt x="3109" y="1849"/>
                  </a:lnTo>
                  <a:lnTo>
                    <a:pt x="3697" y="2521"/>
                  </a:lnTo>
                  <a:lnTo>
                    <a:pt x="3025" y="1849"/>
                  </a:lnTo>
                  <a:close/>
                  <a:moveTo>
                    <a:pt x="2016" y="2689"/>
                  </a:moveTo>
                  <a:lnTo>
                    <a:pt x="2605" y="3361"/>
                  </a:lnTo>
                  <a:lnTo>
                    <a:pt x="3109" y="3361"/>
                  </a:lnTo>
                  <a:lnTo>
                    <a:pt x="2521" y="2689"/>
                  </a:lnTo>
                  <a:close/>
                  <a:moveTo>
                    <a:pt x="2605" y="2689"/>
                  </a:moveTo>
                  <a:lnTo>
                    <a:pt x="3109" y="3361"/>
                  </a:lnTo>
                  <a:lnTo>
                    <a:pt x="3697" y="3361"/>
                  </a:lnTo>
                  <a:lnTo>
                    <a:pt x="3025" y="2689"/>
                  </a:lnTo>
                  <a:close/>
                  <a:moveTo>
                    <a:pt x="3109" y="2689"/>
                  </a:moveTo>
                  <a:lnTo>
                    <a:pt x="3781" y="3361"/>
                  </a:lnTo>
                  <a:lnTo>
                    <a:pt x="4285" y="3361"/>
                  </a:lnTo>
                  <a:lnTo>
                    <a:pt x="3697" y="2689"/>
                  </a:lnTo>
                  <a:close/>
                  <a:moveTo>
                    <a:pt x="3781" y="2689"/>
                  </a:moveTo>
                  <a:lnTo>
                    <a:pt x="4369" y="3361"/>
                  </a:lnTo>
                  <a:lnTo>
                    <a:pt x="4957" y="3361"/>
                  </a:lnTo>
                  <a:lnTo>
                    <a:pt x="4285" y="2689"/>
                  </a:lnTo>
                  <a:close/>
                </a:path>
              </a:pathLst>
            </a:custGeom>
            <a:solidFill>
              <a:srgbClr val="5C7A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9"/>
            <p:cNvSpPr/>
            <p:nvPr/>
          </p:nvSpPr>
          <p:spPr>
            <a:xfrm flipH="1">
              <a:off x="-69345" y="1658394"/>
              <a:ext cx="269554" cy="116656"/>
            </a:xfrm>
            <a:custGeom>
              <a:avLst/>
              <a:gdLst/>
              <a:ahLst/>
              <a:cxnLst/>
              <a:rect l="l" t="t" r="r" b="b"/>
              <a:pathLst>
                <a:path w="8739" h="3782" extrusionOk="0">
                  <a:moveTo>
                    <a:pt x="2101" y="0"/>
                  </a:moveTo>
                  <a:cubicBezTo>
                    <a:pt x="1933" y="0"/>
                    <a:pt x="1765" y="85"/>
                    <a:pt x="1765" y="169"/>
                  </a:cubicBezTo>
                  <a:lnTo>
                    <a:pt x="85" y="3529"/>
                  </a:lnTo>
                  <a:cubicBezTo>
                    <a:pt x="1" y="3697"/>
                    <a:pt x="85" y="3781"/>
                    <a:pt x="169" y="3781"/>
                  </a:cubicBezTo>
                  <a:lnTo>
                    <a:pt x="6639" y="3781"/>
                  </a:lnTo>
                  <a:cubicBezTo>
                    <a:pt x="6807" y="3781"/>
                    <a:pt x="6975" y="3697"/>
                    <a:pt x="6975" y="3529"/>
                  </a:cubicBezTo>
                  <a:lnTo>
                    <a:pt x="8655" y="169"/>
                  </a:lnTo>
                  <a:cubicBezTo>
                    <a:pt x="8739" y="85"/>
                    <a:pt x="8655" y="0"/>
                    <a:pt x="8571" y="0"/>
                  </a:cubicBezTo>
                  <a:close/>
                </a:path>
              </a:pathLst>
            </a:custGeom>
            <a:solidFill>
              <a:srgbClr val="5A6A7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9"/>
            <p:cNvSpPr/>
            <p:nvPr/>
          </p:nvSpPr>
          <p:spPr>
            <a:xfrm flipH="1">
              <a:off x="-58981" y="1660985"/>
              <a:ext cx="253978" cy="106292"/>
            </a:xfrm>
            <a:custGeom>
              <a:avLst/>
              <a:gdLst/>
              <a:ahLst/>
              <a:cxnLst/>
              <a:rect l="l" t="t" r="r" b="b"/>
              <a:pathLst>
                <a:path w="8234" h="3446" extrusionOk="0">
                  <a:moveTo>
                    <a:pt x="1680" y="1"/>
                  </a:moveTo>
                  <a:lnTo>
                    <a:pt x="1260" y="841"/>
                  </a:lnTo>
                  <a:lnTo>
                    <a:pt x="2773" y="841"/>
                  </a:lnTo>
                  <a:lnTo>
                    <a:pt x="3193" y="1"/>
                  </a:lnTo>
                  <a:close/>
                  <a:moveTo>
                    <a:pt x="3361" y="1"/>
                  </a:moveTo>
                  <a:lnTo>
                    <a:pt x="2941" y="841"/>
                  </a:lnTo>
                  <a:lnTo>
                    <a:pt x="4453" y="841"/>
                  </a:lnTo>
                  <a:lnTo>
                    <a:pt x="4873" y="1"/>
                  </a:lnTo>
                  <a:close/>
                  <a:moveTo>
                    <a:pt x="5041" y="1"/>
                  </a:moveTo>
                  <a:lnTo>
                    <a:pt x="4621" y="841"/>
                  </a:lnTo>
                  <a:lnTo>
                    <a:pt x="6133" y="841"/>
                  </a:lnTo>
                  <a:lnTo>
                    <a:pt x="6554" y="1"/>
                  </a:lnTo>
                  <a:close/>
                  <a:moveTo>
                    <a:pt x="6722" y="1"/>
                  </a:moveTo>
                  <a:lnTo>
                    <a:pt x="6301" y="841"/>
                  </a:lnTo>
                  <a:lnTo>
                    <a:pt x="7814" y="841"/>
                  </a:lnTo>
                  <a:lnTo>
                    <a:pt x="8234" y="1"/>
                  </a:lnTo>
                  <a:close/>
                  <a:moveTo>
                    <a:pt x="1260" y="925"/>
                  </a:moveTo>
                  <a:lnTo>
                    <a:pt x="840" y="1765"/>
                  </a:lnTo>
                  <a:lnTo>
                    <a:pt x="420" y="2605"/>
                  </a:lnTo>
                  <a:lnTo>
                    <a:pt x="0" y="3445"/>
                  </a:lnTo>
                  <a:lnTo>
                    <a:pt x="1512" y="3445"/>
                  </a:lnTo>
                  <a:lnTo>
                    <a:pt x="1932" y="2605"/>
                  </a:lnTo>
                  <a:lnTo>
                    <a:pt x="2353" y="1765"/>
                  </a:lnTo>
                  <a:lnTo>
                    <a:pt x="2773" y="925"/>
                  </a:lnTo>
                  <a:close/>
                  <a:moveTo>
                    <a:pt x="2941" y="925"/>
                  </a:moveTo>
                  <a:lnTo>
                    <a:pt x="2521" y="1765"/>
                  </a:lnTo>
                  <a:lnTo>
                    <a:pt x="2100" y="2605"/>
                  </a:lnTo>
                  <a:lnTo>
                    <a:pt x="1680" y="3445"/>
                  </a:lnTo>
                  <a:lnTo>
                    <a:pt x="3193" y="3445"/>
                  </a:lnTo>
                  <a:lnTo>
                    <a:pt x="3613" y="2605"/>
                  </a:lnTo>
                  <a:lnTo>
                    <a:pt x="4033" y="1765"/>
                  </a:lnTo>
                  <a:lnTo>
                    <a:pt x="4453" y="925"/>
                  </a:lnTo>
                  <a:close/>
                  <a:moveTo>
                    <a:pt x="4621" y="925"/>
                  </a:moveTo>
                  <a:lnTo>
                    <a:pt x="4201" y="1765"/>
                  </a:lnTo>
                  <a:lnTo>
                    <a:pt x="3781" y="2605"/>
                  </a:lnTo>
                  <a:lnTo>
                    <a:pt x="3361" y="3445"/>
                  </a:lnTo>
                  <a:lnTo>
                    <a:pt x="4873" y="3445"/>
                  </a:lnTo>
                  <a:lnTo>
                    <a:pt x="5293" y="2605"/>
                  </a:lnTo>
                  <a:lnTo>
                    <a:pt x="5713" y="1765"/>
                  </a:lnTo>
                  <a:lnTo>
                    <a:pt x="6133" y="925"/>
                  </a:lnTo>
                  <a:close/>
                  <a:moveTo>
                    <a:pt x="6301" y="925"/>
                  </a:moveTo>
                  <a:lnTo>
                    <a:pt x="5881" y="1765"/>
                  </a:lnTo>
                  <a:lnTo>
                    <a:pt x="5461" y="2605"/>
                  </a:lnTo>
                  <a:lnTo>
                    <a:pt x="5041" y="3445"/>
                  </a:lnTo>
                  <a:lnTo>
                    <a:pt x="6554" y="3445"/>
                  </a:lnTo>
                  <a:lnTo>
                    <a:pt x="6974" y="2605"/>
                  </a:lnTo>
                  <a:lnTo>
                    <a:pt x="7394" y="1765"/>
                  </a:lnTo>
                  <a:lnTo>
                    <a:pt x="7814" y="925"/>
                  </a:lnTo>
                  <a:close/>
                </a:path>
              </a:pathLst>
            </a:custGeom>
            <a:solidFill>
              <a:srgbClr val="78B2B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9"/>
            <p:cNvSpPr/>
            <p:nvPr/>
          </p:nvSpPr>
          <p:spPr>
            <a:xfrm flipH="1">
              <a:off x="-53799" y="1663576"/>
              <a:ext cx="246205" cy="103701"/>
            </a:xfrm>
            <a:custGeom>
              <a:avLst/>
              <a:gdLst/>
              <a:ahLst/>
              <a:cxnLst/>
              <a:rect l="l" t="t" r="r" b="b"/>
              <a:pathLst>
                <a:path w="7982" h="3362" extrusionOk="0">
                  <a:moveTo>
                    <a:pt x="1596" y="1"/>
                  </a:moveTo>
                  <a:lnTo>
                    <a:pt x="1260" y="757"/>
                  </a:lnTo>
                  <a:lnTo>
                    <a:pt x="2689" y="757"/>
                  </a:lnTo>
                  <a:lnTo>
                    <a:pt x="2941" y="1"/>
                  </a:lnTo>
                  <a:close/>
                  <a:moveTo>
                    <a:pt x="3277" y="1"/>
                  </a:moveTo>
                  <a:lnTo>
                    <a:pt x="2857" y="757"/>
                  </a:lnTo>
                  <a:lnTo>
                    <a:pt x="4201" y="757"/>
                  </a:lnTo>
                  <a:lnTo>
                    <a:pt x="4621" y="1"/>
                  </a:lnTo>
                  <a:close/>
                  <a:moveTo>
                    <a:pt x="4957" y="1"/>
                  </a:moveTo>
                  <a:lnTo>
                    <a:pt x="4621" y="757"/>
                  </a:lnTo>
                  <a:lnTo>
                    <a:pt x="6049" y="757"/>
                  </a:lnTo>
                  <a:lnTo>
                    <a:pt x="6301" y="1"/>
                  </a:lnTo>
                  <a:close/>
                  <a:moveTo>
                    <a:pt x="6638" y="1"/>
                  </a:moveTo>
                  <a:lnTo>
                    <a:pt x="6301" y="757"/>
                  </a:lnTo>
                  <a:lnTo>
                    <a:pt x="7730" y="757"/>
                  </a:lnTo>
                  <a:lnTo>
                    <a:pt x="7982" y="1"/>
                  </a:lnTo>
                  <a:close/>
                  <a:moveTo>
                    <a:pt x="1176" y="841"/>
                  </a:moveTo>
                  <a:lnTo>
                    <a:pt x="840" y="1597"/>
                  </a:lnTo>
                  <a:lnTo>
                    <a:pt x="2185" y="1597"/>
                  </a:lnTo>
                  <a:lnTo>
                    <a:pt x="2521" y="841"/>
                  </a:lnTo>
                  <a:close/>
                  <a:moveTo>
                    <a:pt x="2857" y="841"/>
                  </a:moveTo>
                  <a:lnTo>
                    <a:pt x="2521" y="1597"/>
                  </a:lnTo>
                  <a:lnTo>
                    <a:pt x="3949" y="1597"/>
                  </a:lnTo>
                  <a:lnTo>
                    <a:pt x="4201" y="841"/>
                  </a:lnTo>
                  <a:close/>
                  <a:moveTo>
                    <a:pt x="4537" y="841"/>
                  </a:moveTo>
                  <a:lnTo>
                    <a:pt x="4201" y="1597"/>
                  </a:lnTo>
                  <a:lnTo>
                    <a:pt x="5629" y="1597"/>
                  </a:lnTo>
                  <a:lnTo>
                    <a:pt x="5881" y="841"/>
                  </a:lnTo>
                  <a:close/>
                  <a:moveTo>
                    <a:pt x="6217" y="841"/>
                  </a:moveTo>
                  <a:lnTo>
                    <a:pt x="5881" y="1597"/>
                  </a:lnTo>
                  <a:lnTo>
                    <a:pt x="7310" y="1597"/>
                  </a:lnTo>
                  <a:lnTo>
                    <a:pt x="7562" y="841"/>
                  </a:lnTo>
                  <a:close/>
                  <a:moveTo>
                    <a:pt x="756" y="1681"/>
                  </a:moveTo>
                  <a:lnTo>
                    <a:pt x="420" y="2437"/>
                  </a:lnTo>
                  <a:lnTo>
                    <a:pt x="1848" y="2437"/>
                  </a:lnTo>
                  <a:lnTo>
                    <a:pt x="2101" y="1681"/>
                  </a:lnTo>
                  <a:close/>
                  <a:moveTo>
                    <a:pt x="2437" y="1681"/>
                  </a:moveTo>
                  <a:lnTo>
                    <a:pt x="2101" y="2437"/>
                  </a:lnTo>
                  <a:lnTo>
                    <a:pt x="3529" y="2437"/>
                  </a:lnTo>
                  <a:lnTo>
                    <a:pt x="3781" y="1681"/>
                  </a:lnTo>
                  <a:close/>
                  <a:moveTo>
                    <a:pt x="4117" y="1681"/>
                  </a:moveTo>
                  <a:lnTo>
                    <a:pt x="3781" y="2437"/>
                  </a:lnTo>
                  <a:lnTo>
                    <a:pt x="5209" y="2437"/>
                  </a:lnTo>
                  <a:lnTo>
                    <a:pt x="5461" y="1681"/>
                  </a:lnTo>
                  <a:close/>
                  <a:moveTo>
                    <a:pt x="5797" y="1681"/>
                  </a:moveTo>
                  <a:lnTo>
                    <a:pt x="5461" y="2437"/>
                  </a:lnTo>
                  <a:lnTo>
                    <a:pt x="6890" y="2437"/>
                  </a:lnTo>
                  <a:lnTo>
                    <a:pt x="7142" y="1681"/>
                  </a:lnTo>
                  <a:close/>
                  <a:moveTo>
                    <a:pt x="336" y="2689"/>
                  </a:moveTo>
                  <a:lnTo>
                    <a:pt x="0" y="3361"/>
                  </a:lnTo>
                  <a:lnTo>
                    <a:pt x="1428" y="3361"/>
                  </a:lnTo>
                  <a:lnTo>
                    <a:pt x="1680" y="2689"/>
                  </a:lnTo>
                  <a:close/>
                  <a:moveTo>
                    <a:pt x="2016" y="2689"/>
                  </a:moveTo>
                  <a:lnTo>
                    <a:pt x="1680" y="3361"/>
                  </a:lnTo>
                  <a:lnTo>
                    <a:pt x="3109" y="3361"/>
                  </a:lnTo>
                  <a:lnTo>
                    <a:pt x="3361" y="2689"/>
                  </a:lnTo>
                  <a:close/>
                  <a:moveTo>
                    <a:pt x="3697" y="2689"/>
                  </a:moveTo>
                  <a:lnTo>
                    <a:pt x="3361" y="3361"/>
                  </a:lnTo>
                  <a:lnTo>
                    <a:pt x="4789" y="3361"/>
                  </a:lnTo>
                  <a:lnTo>
                    <a:pt x="5041" y="2689"/>
                  </a:lnTo>
                  <a:close/>
                  <a:moveTo>
                    <a:pt x="5377" y="2689"/>
                  </a:moveTo>
                  <a:lnTo>
                    <a:pt x="5041" y="3361"/>
                  </a:lnTo>
                  <a:lnTo>
                    <a:pt x="6386" y="3361"/>
                  </a:lnTo>
                  <a:lnTo>
                    <a:pt x="6722" y="2689"/>
                  </a:lnTo>
                  <a:close/>
                </a:path>
              </a:pathLst>
            </a:custGeom>
            <a:solidFill>
              <a:srgbClr val="5C7A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3" name="Google Shape;303;p9"/>
          <p:cNvGrpSpPr/>
          <p:nvPr/>
        </p:nvGrpSpPr>
        <p:grpSpPr>
          <a:xfrm>
            <a:off x="371215" y="1800929"/>
            <a:ext cx="645339" cy="1751934"/>
            <a:chOff x="371215" y="1800929"/>
            <a:chExt cx="645339" cy="1751934"/>
          </a:xfrm>
        </p:grpSpPr>
        <p:sp>
          <p:nvSpPr>
            <p:cNvPr id="304" name="Google Shape;304;p9"/>
            <p:cNvSpPr/>
            <p:nvPr/>
          </p:nvSpPr>
          <p:spPr>
            <a:xfrm flipH="1">
              <a:off x="482658" y="1800929"/>
              <a:ext cx="311010" cy="90746"/>
            </a:xfrm>
            <a:custGeom>
              <a:avLst/>
              <a:gdLst/>
              <a:ahLst/>
              <a:cxnLst/>
              <a:rect l="l" t="t" r="r" b="b"/>
              <a:pathLst>
                <a:path w="10083" h="2942" extrusionOk="0">
                  <a:moveTo>
                    <a:pt x="1681" y="1"/>
                  </a:moveTo>
                  <a:lnTo>
                    <a:pt x="1" y="2857"/>
                  </a:lnTo>
                  <a:lnTo>
                    <a:pt x="10083" y="2941"/>
                  </a:lnTo>
                  <a:lnTo>
                    <a:pt x="5798" y="1"/>
                  </a:lnTo>
                  <a:close/>
                </a:path>
              </a:pathLst>
            </a:custGeom>
            <a:solidFill>
              <a:srgbClr val="D7A6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9"/>
            <p:cNvSpPr/>
            <p:nvPr/>
          </p:nvSpPr>
          <p:spPr>
            <a:xfrm flipH="1">
              <a:off x="609646" y="1800929"/>
              <a:ext cx="269554" cy="90746"/>
            </a:xfrm>
            <a:custGeom>
              <a:avLst/>
              <a:gdLst/>
              <a:ahLst/>
              <a:cxnLst/>
              <a:rect l="l" t="t" r="r" b="b"/>
              <a:pathLst>
                <a:path w="8739" h="2942" extrusionOk="0">
                  <a:moveTo>
                    <a:pt x="4454" y="1"/>
                  </a:moveTo>
                  <a:lnTo>
                    <a:pt x="1" y="2941"/>
                  </a:lnTo>
                  <a:lnTo>
                    <a:pt x="8739" y="2941"/>
                  </a:lnTo>
                  <a:lnTo>
                    <a:pt x="4454" y="1"/>
                  </a:lnTo>
                  <a:close/>
                </a:path>
              </a:pathLst>
            </a:custGeom>
            <a:solidFill>
              <a:srgbClr val="F5F9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9"/>
            <p:cNvSpPr/>
            <p:nvPr/>
          </p:nvSpPr>
          <p:spPr>
            <a:xfrm flipH="1">
              <a:off x="671830" y="1829430"/>
              <a:ext cx="147748" cy="49290"/>
            </a:xfrm>
            <a:custGeom>
              <a:avLst/>
              <a:gdLst/>
              <a:ahLst/>
              <a:cxnLst/>
              <a:rect l="l" t="t" r="r" b="b"/>
              <a:pathLst>
                <a:path w="4790" h="1598" extrusionOk="0">
                  <a:moveTo>
                    <a:pt x="2437" y="1"/>
                  </a:moveTo>
                  <a:lnTo>
                    <a:pt x="0" y="1597"/>
                  </a:lnTo>
                  <a:lnTo>
                    <a:pt x="4789" y="1597"/>
                  </a:lnTo>
                  <a:lnTo>
                    <a:pt x="2437" y="1"/>
                  </a:lnTo>
                  <a:close/>
                </a:path>
              </a:pathLst>
            </a:custGeom>
            <a:solidFill>
              <a:srgbClr val="ABDC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9"/>
            <p:cNvSpPr/>
            <p:nvPr/>
          </p:nvSpPr>
          <p:spPr>
            <a:xfrm flipH="1">
              <a:off x="459308" y="1800929"/>
              <a:ext cx="282540" cy="77791"/>
            </a:xfrm>
            <a:custGeom>
              <a:avLst/>
              <a:gdLst/>
              <a:ahLst/>
              <a:cxnLst/>
              <a:rect l="l" t="t" r="r" b="b"/>
              <a:pathLst>
                <a:path w="9160" h="2522" extrusionOk="0">
                  <a:moveTo>
                    <a:pt x="85" y="1"/>
                  </a:moveTo>
                  <a:cubicBezTo>
                    <a:pt x="1" y="1"/>
                    <a:pt x="1" y="1"/>
                    <a:pt x="85" y="85"/>
                  </a:cubicBezTo>
                  <a:lnTo>
                    <a:pt x="3446" y="2437"/>
                  </a:lnTo>
                  <a:cubicBezTo>
                    <a:pt x="3530" y="2521"/>
                    <a:pt x="3698" y="2521"/>
                    <a:pt x="3782" y="2521"/>
                  </a:cubicBezTo>
                  <a:lnTo>
                    <a:pt x="8991" y="2521"/>
                  </a:lnTo>
                  <a:cubicBezTo>
                    <a:pt x="9159" y="2521"/>
                    <a:pt x="9159" y="2521"/>
                    <a:pt x="8991" y="2437"/>
                  </a:cubicBezTo>
                  <a:lnTo>
                    <a:pt x="5630" y="85"/>
                  </a:lnTo>
                  <a:cubicBezTo>
                    <a:pt x="5546" y="1"/>
                    <a:pt x="5462" y="1"/>
                    <a:pt x="5378" y="1"/>
                  </a:cubicBezTo>
                  <a:close/>
                </a:path>
              </a:pathLst>
            </a:custGeom>
            <a:solidFill>
              <a:srgbClr val="5A6A7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9"/>
            <p:cNvSpPr/>
            <p:nvPr/>
          </p:nvSpPr>
          <p:spPr>
            <a:xfrm flipH="1">
              <a:off x="469703" y="1803520"/>
              <a:ext cx="261782" cy="72609"/>
            </a:xfrm>
            <a:custGeom>
              <a:avLst/>
              <a:gdLst/>
              <a:ahLst/>
              <a:cxnLst/>
              <a:rect l="l" t="t" r="r" b="b"/>
              <a:pathLst>
                <a:path w="8487" h="2354" extrusionOk="0">
                  <a:moveTo>
                    <a:pt x="1" y="1"/>
                  </a:moveTo>
                  <a:lnTo>
                    <a:pt x="841" y="505"/>
                  </a:lnTo>
                  <a:lnTo>
                    <a:pt x="1933" y="505"/>
                  </a:lnTo>
                  <a:lnTo>
                    <a:pt x="1093" y="1"/>
                  </a:lnTo>
                  <a:close/>
                  <a:moveTo>
                    <a:pt x="1345" y="1"/>
                  </a:moveTo>
                  <a:lnTo>
                    <a:pt x="2185" y="505"/>
                  </a:lnTo>
                  <a:lnTo>
                    <a:pt x="3362" y="505"/>
                  </a:lnTo>
                  <a:lnTo>
                    <a:pt x="2438" y="1"/>
                  </a:lnTo>
                  <a:close/>
                  <a:moveTo>
                    <a:pt x="2606" y="1"/>
                  </a:moveTo>
                  <a:lnTo>
                    <a:pt x="3446" y="505"/>
                  </a:lnTo>
                  <a:lnTo>
                    <a:pt x="4622" y="505"/>
                  </a:lnTo>
                  <a:lnTo>
                    <a:pt x="3782" y="1"/>
                  </a:lnTo>
                  <a:close/>
                  <a:moveTo>
                    <a:pt x="3950" y="1"/>
                  </a:moveTo>
                  <a:lnTo>
                    <a:pt x="4790" y="505"/>
                  </a:lnTo>
                  <a:lnTo>
                    <a:pt x="5966" y="505"/>
                  </a:lnTo>
                  <a:lnTo>
                    <a:pt x="5126" y="1"/>
                  </a:lnTo>
                  <a:close/>
                  <a:moveTo>
                    <a:pt x="757" y="673"/>
                  </a:moveTo>
                  <a:lnTo>
                    <a:pt x="1681" y="1177"/>
                  </a:lnTo>
                  <a:lnTo>
                    <a:pt x="2522" y="1681"/>
                  </a:lnTo>
                  <a:lnTo>
                    <a:pt x="3614" y="1681"/>
                  </a:lnTo>
                  <a:lnTo>
                    <a:pt x="2774" y="1177"/>
                  </a:lnTo>
                  <a:lnTo>
                    <a:pt x="1933" y="673"/>
                  </a:lnTo>
                  <a:close/>
                  <a:moveTo>
                    <a:pt x="2185" y="673"/>
                  </a:moveTo>
                  <a:lnTo>
                    <a:pt x="3026" y="1177"/>
                  </a:lnTo>
                  <a:lnTo>
                    <a:pt x="3866" y="1681"/>
                  </a:lnTo>
                  <a:lnTo>
                    <a:pt x="5042" y="1681"/>
                  </a:lnTo>
                  <a:lnTo>
                    <a:pt x="4202" y="1177"/>
                  </a:lnTo>
                  <a:lnTo>
                    <a:pt x="3362" y="673"/>
                  </a:lnTo>
                  <a:close/>
                  <a:moveTo>
                    <a:pt x="3446" y="673"/>
                  </a:moveTo>
                  <a:lnTo>
                    <a:pt x="4286" y="1177"/>
                  </a:lnTo>
                  <a:lnTo>
                    <a:pt x="4370" y="1177"/>
                  </a:lnTo>
                  <a:lnTo>
                    <a:pt x="5210" y="1681"/>
                  </a:lnTo>
                  <a:lnTo>
                    <a:pt x="6386" y="1681"/>
                  </a:lnTo>
                  <a:lnTo>
                    <a:pt x="5546" y="1177"/>
                  </a:lnTo>
                  <a:lnTo>
                    <a:pt x="5462" y="1177"/>
                  </a:lnTo>
                  <a:lnTo>
                    <a:pt x="4538" y="673"/>
                  </a:lnTo>
                  <a:close/>
                  <a:moveTo>
                    <a:pt x="4790" y="673"/>
                  </a:moveTo>
                  <a:lnTo>
                    <a:pt x="5630" y="1177"/>
                  </a:lnTo>
                  <a:lnTo>
                    <a:pt x="6470" y="1681"/>
                  </a:lnTo>
                  <a:lnTo>
                    <a:pt x="7647" y="1681"/>
                  </a:lnTo>
                  <a:lnTo>
                    <a:pt x="6807" y="1177"/>
                  </a:lnTo>
                  <a:lnTo>
                    <a:pt x="5966" y="673"/>
                  </a:lnTo>
                  <a:close/>
                  <a:moveTo>
                    <a:pt x="2522" y="1765"/>
                  </a:moveTo>
                  <a:lnTo>
                    <a:pt x="3362" y="2353"/>
                  </a:lnTo>
                  <a:lnTo>
                    <a:pt x="4454" y="2353"/>
                  </a:lnTo>
                  <a:lnTo>
                    <a:pt x="3614" y="1765"/>
                  </a:lnTo>
                  <a:close/>
                  <a:moveTo>
                    <a:pt x="3866" y="1765"/>
                  </a:moveTo>
                  <a:lnTo>
                    <a:pt x="4706" y="2353"/>
                  </a:lnTo>
                  <a:lnTo>
                    <a:pt x="5882" y="2353"/>
                  </a:lnTo>
                  <a:lnTo>
                    <a:pt x="4958" y="1765"/>
                  </a:lnTo>
                  <a:close/>
                  <a:moveTo>
                    <a:pt x="5210" y="1765"/>
                  </a:moveTo>
                  <a:lnTo>
                    <a:pt x="6050" y="2353"/>
                  </a:lnTo>
                  <a:lnTo>
                    <a:pt x="7227" y="2353"/>
                  </a:lnTo>
                  <a:lnTo>
                    <a:pt x="6386" y="1765"/>
                  </a:lnTo>
                  <a:close/>
                  <a:moveTo>
                    <a:pt x="6470" y="1765"/>
                  </a:moveTo>
                  <a:lnTo>
                    <a:pt x="7311" y="2353"/>
                  </a:lnTo>
                  <a:lnTo>
                    <a:pt x="8487" y="2353"/>
                  </a:lnTo>
                  <a:lnTo>
                    <a:pt x="7647" y="1765"/>
                  </a:lnTo>
                  <a:close/>
                </a:path>
              </a:pathLst>
            </a:custGeom>
            <a:solidFill>
              <a:srgbClr val="78B2B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9"/>
            <p:cNvSpPr/>
            <p:nvPr/>
          </p:nvSpPr>
          <p:spPr>
            <a:xfrm flipH="1">
              <a:off x="469703" y="1803520"/>
              <a:ext cx="259160" cy="72609"/>
            </a:xfrm>
            <a:custGeom>
              <a:avLst/>
              <a:gdLst/>
              <a:ahLst/>
              <a:cxnLst/>
              <a:rect l="l" t="t" r="r" b="b"/>
              <a:pathLst>
                <a:path w="8402" h="2354" extrusionOk="0">
                  <a:moveTo>
                    <a:pt x="0" y="1"/>
                  </a:moveTo>
                  <a:lnTo>
                    <a:pt x="756" y="505"/>
                  </a:lnTo>
                  <a:lnTo>
                    <a:pt x="840" y="505"/>
                  </a:lnTo>
                  <a:lnTo>
                    <a:pt x="1596" y="1093"/>
                  </a:lnTo>
                  <a:lnTo>
                    <a:pt x="2689" y="1093"/>
                  </a:lnTo>
                  <a:lnTo>
                    <a:pt x="2016" y="505"/>
                  </a:lnTo>
                  <a:lnTo>
                    <a:pt x="1848" y="505"/>
                  </a:lnTo>
                  <a:lnTo>
                    <a:pt x="1176" y="1"/>
                  </a:lnTo>
                  <a:close/>
                  <a:moveTo>
                    <a:pt x="1344" y="1"/>
                  </a:moveTo>
                  <a:lnTo>
                    <a:pt x="2100" y="505"/>
                  </a:lnTo>
                  <a:lnTo>
                    <a:pt x="2185" y="505"/>
                  </a:lnTo>
                  <a:lnTo>
                    <a:pt x="2941" y="1093"/>
                  </a:lnTo>
                  <a:lnTo>
                    <a:pt x="4117" y="1093"/>
                  </a:lnTo>
                  <a:lnTo>
                    <a:pt x="3361" y="505"/>
                  </a:lnTo>
                  <a:lnTo>
                    <a:pt x="3277" y="505"/>
                  </a:lnTo>
                  <a:lnTo>
                    <a:pt x="2521" y="1"/>
                  </a:lnTo>
                  <a:close/>
                  <a:moveTo>
                    <a:pt x="2605" y="1"/>
                  </a:moveTo>
                  <a:lnTo>
                    <a:pt x="3361" y="505"/>
                  </a:lnTo>
                  <a:lnTo>
                    <a:pt x="3445" y="505"/>
                  </a:lnTo>
                  <a:lnTo>
                    <a:pt x="4201" y="1093"/>
                  </a:lnTo>
                  <a:lnTo>
                    <a:pt x="5377" y="1093"/>
                  </a:lnTo>
                  <a:lnTo>
                    <a:pt x="4621" y="505"/>
                  </a:lnTo>
                  <a:lnTo>
                    <a:pt x="4537" y="505"/>
                  </a:lnTo>
                  <a:lnTo>
                    <a:pt x="3781" y="1"/>
                  </a:lnTo>
                  <a:close/>
                  <a:moveTo>
                    <a:pt x="3949" y="1"/>
                  </a:moveTo>
                  <a:lnTo>
                    <a:pt x="4705" y="505"/>
                  </a:lnTo>
                  <a:lnTo>
                    <a:pt x="4789" y="505"/>
                  </a:lnTo>
                  <a:lnTo>
                    <a:pt x="5545" y="1093"/>
                  </a:lnTo>
                  <a:lnTo>
                    <a:pt x="6722" y="1093"/>
                  </a:lnTo>
                  <a:lnTo>
                    <a:pt x="5965" y="505"/>
                  </a:lnTo>
                  <a:lnTo>
                    <a:pt x="5881" y="505"/>
                  </a:lnTo>
                  <a:lnTo>
                    <a:pt x="5125" y="1"/>
                  </a:lnTo>
                  <a:close/>
                  <a:moveTo>
                    <a:pt x="1680" y="1177"/>
                  </a:moveTo>
                  <a:lnTo>
                    <a:pt x="2437" y="1681"/>
                  </a:lnTo>
                  <a:lnTo>
                    <a:pt x="3529" y="1681"/>
                  </a:lnTo>
                  <a:lnTo>
                    <a:pt x="2857" y="1177"/>
                  </a:lnTo>
                  <a:close/>
                  <a:moveTo>
                    <a:pt x="3025" y="1177"/>
                  </a:moveTo>
                  <a:lnTo>
                    <a:pt x="3781" y="1681"/>
                  </a:lnTo>
                  <a:lnTo>
                    <a:pt x="4957" y="1681"/>
                  </a:lnTo>
                  <a:lnTo>
                    <a:pt x="4201" y="1177"/>
                  </a:lnTo>
                  <a:close/>
                  <a:moveTo>
                    <a:pt x="4369" y="1177"/>
                  </a:moveTo>
                  <a:lnTo>
                    <a:pt x="5125" y="1681"/>
                  </a:lnTo>
                  <a:lnTo>
                    <a:pt x="6301" y="1681"/>
                  </a:lnTo>
                  <a:lnTo>
                    <a:pt x="5545" y="1177"/>
                  </a:lnTo>
                  <a:close/>
                  <a:moveTo>
                    <a:pt x="5629" y="1177"/>
                  </a:moveTo>
                  <a:lnTo>
                    <a:pt x="6385" y="1681"/>
                  </a:lnTo>
                  <a:lnTo>
                    <a:pt x="7562" y="1681"/>
                  </a:lnTo>
                  <a:lnTo>
                    <a:pt x="6806" y="1177"/>
                  </a:lnTo>
                  <a:close/>
                  <a:moveTo>
                    <a:pt x="2605" y="1765"/>
                  </a:moveTo>
                  <a:lnTo>
                    <a:pt x="3361" y="2353"/>
                  </a:lnTo>
                  <a:lnTo>
                    <a:pt x="4537" y="2353"/>
                  </a:lnTo>
                  <a:lnTo>
                    <a:pt x="3781" y="1765"/>
                  </a:lnTo>
                  <a:close/>
                  <a:moveTo>
                    <a:pt x="3865" y="1765"/>
                  </a:moveTo>
                  <a:lnTo>
                    <a:pt x="4621" y="2353"/>
                  </a:lnTo>
                  <a:lnTo>
                    <a:pt x="5797" y="2353"/>
                  </a:lnTo>
                  <a:lnTo>
                    <a:pt x="5041" y="1765"/>
                  </a:lnTo>
                  <a:close/>
                  <a:moveTo>
                    <a:pt x="5209" y="1765"/>
                  </a:moveTo>
                  <a:lnTo>
                    <a:pt x="5965" y="2353"/>
                  </a:lnTo>
                  <a:lnTo>
                    <a:pt x="7142" y="2353"/>
                  </a:lnTo>
                  <a:lnTo>
                    <a:pt x="6385" y="1765"/>
                  </a:lnTo>
                  <a:close/>
                  <a:moveTo>
                    <a:pt x="6469" y="1765"/>
                  </a:moveTo>
                  <a:lnTo>
                    <a:pt x="7226" y="2353"/>
                  </a:lnTo>
                  <a:lnTo>
                    <a:pt x="8402" y="2353"/>
                  </a:lnTo>
                  <a:lnTo>
                    <a:pt x="7646" y="1765"/>
                  </a:lnTo>
                  <a:close/>
                </a:path>
              </a:pathLst>
            </a:custGeom>
            <a:solidFill>
              <a:srgbClr val="5C7A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9"/>
            <p:cNvSpPr/>
            <p:nvPr/>
          </p:nvSpPr>
          <p:spPr>
            <a:xfrm flipH="1">
              <a:off x="378988" y="1904599"/>
              <a:ext cx="108883" cy="1648264"/>
            </a:xfrm>
            <a:custGeom>
              <a:avLst/>
              <a:gdLst/>
              <a:ahLst/>
              <a:cxnLst/>
              <a:rect l="l" t="t" r="r" b="b"/>
              <a:pathLst>
                <a:path w="3530" h="53437" extrusionOk="0">
                  <a:moveTo>
                    <a:pt x="1" y="0"/>
                  </a:moveTo>
                  <a:lnTo>
                    <a:pt x="1" y="53437"/>
                  </a:lnTo>
                  <a:lnTo>
                    <a:pt x="3530" y="53437"/>
                  </a:lnTo>
                  <a:lnTo>
                    <a:pt x="3530" y="0"/>
                  </a:lnTo>
                  <a:close/>
                </a:path>
              </a:pathLst>
            </a:custGeom>
            <a:solidFill>
              <a:srgbClr val="D7A6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9"/>
            <p:cNvSpPr/>
            <p:nvPr/>
          </p:nvSpPr>
          <p:spPr>
            <a:xfrm flipH="1">
              <a:off x="482658" y="1904599"/>
              <a:ext cx="518350" cy="1648264"/>
            </a:xfrm>
            <a:custGeom>
              <a:avLst/>
              <a:gdLst/>
              <a:ahLst/>
              <a:cxnLst/>
              <a:rect l="l" t="t" r="r" b="b"/>
              <a:pathLst>
                <a:path w="16805" h="53437" extrusionOk="0">
                  <a:moveTo>
                    <a:pt x="1" y="0"/>
                  </a:moveTo>
                  <a:lnTo>
                    <a:pt x="1" y="53437"/>
                  </a:lnTo>
                  <a:lnTo>
                    <a:pt x="16805" y="53437"/>
                  </a:lnTo>
                  <a:lnTo>
                    <a:pt x="16805" y="0"/>
                  </a:lnTo>
                  <a:close/>
                </a:path>
              </a:pathLst>
            </a:custGeom>
            <a:solidFill>
              <a:srgbClr val="EECC9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9"/>
            <p:cNvSpPr/>
            <p:nvPr/>
          </p:nvSpPr>
          <p:spPr>
            <a:xfrm flipH="1">
              <a:off x="371215" y="1878689"/>
              <a:ext cx="116656" cy="31123"/>
            </a:xfrm>
            <a:custGeom>
              <a:avLst/>
              <a:gdLst/>
              <a:ahLst/>
              <a:cxnLst/>
              <a:rect l="l" t="t" r="r" b="b"/>
              <a:pathLst>
                <a:path w="3782" h="1009" extrusionOk="0">
                  <a:moveTo>
                    <a:pt x="1" y="0"/>
                  </a:moveTo>
                  <a:lnTo>
                    <a:pt x="1" y="1008"/>
                  </a:lnTo>
                  <a:lnTo>
                    <a:pt x="3782" y="1008"/>
                  </a:lnTo>
                  <a:lnTo>
                    <a:pt x="3782" y="0"/>
                  </a:lnTo>
                  <a:close/>
                </a:path>
              </a:pathLst>
            </a:custGeom>
            <a:solidFill>
              <a:srgbClr val="DDF0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9"/>
            <p:cNvSpPr/>
            <p:nvPr/>
          </p:nvSpPr>
          <p:spPr>
            <a:xfrm flipH="1">
              <a:off x="482658" y="1878689"/>
              <a:ext cx="533896" cy="31123"/>
            </a:xfrm>
            <a:custGeom>
              <a:avLst/>
              <a:gdLst/>
              <a:ahLst/>
              <a:cxnLst/>
              <a:rect l="l" t="t" r="r" b="b"/>
              <a:pathLst>
                <a:path w="17309" h="1009" extrusionOk="0">
                  <a:moveTo>
                    <a:pt x="1" y="0"/>
                  </a:moveTo>
                  <a:lnTo>
                    <a:pt x="1" y="1008"/>
                  </a:lnTo>
                  <a:lnTo>
                    <a:pt x="17309" y="1008"/>
                  </a:lnTo>
                  <a:lnTo>
                    <a:pt x="17309" y="0"/>
                  </a:lnTo>
                  <a:close/>
                </a:path>
              </a:pathLst>
            </a:custGeom>
            <a:solidFill>
              <a:srgbClr val="F5F9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9"/>
            <p:cNvSpPr/>
            <p:nvPr/>
          </p:nvSpPr>
          <p:spPr>
            <a:xfrm flipH="1">
              <a:off x="386760" y="1927918"/>
              <a:ext cx="82973" cy="523532"/>
            </a:xfrm>
            <a:custGeom>
              <a:avLst/>
              <a:gdLst/>
              <a:ahLst/>
              <a:cxnLst/>
              <a:rect l="l" t="t" r="r" b="b"/>
              <a:pathLst>
                <a:path w="2690" h="16973" extrusionOk="0">
                  <a:moveTo>
                    <a:pt x="1" y="1"/>
                  </a:moveTo>
                  <a:lnTo>
                    <a:pt x="1" y="1513"/>
                  </a:lnTo>
                  <a:lnTo>
                    <a:pt x="421" y="1513"/>
                  </a:lnTo>
                  <a:lnTo>
                    <a:pt x="421" y="1"/>
                  </a:lnTo>
                  <a:close/>
                  <a:moveTo>
                    <a:pt x="841" y="85"/>
                  </a:moveTo>
                  <a:lnTo>
                    <a:pt x="841" y="1681"/>
                  </a:lnTo>
                  <a:lnTo>
                    <a:pt x="1261" y="1681"/>
                  </a:lnTo>
                  <a:lnTo>
                    <a:pt x="1261" y="85"/>
                  </a:lnTo>
                  <a:close/>
                  <a:moveTo>
                    <a:pt x="1597" y="85"/>
                  </a:moveTo>
                  <a:lnTo>
                    <a:pt x="1597" y="1681"/>
                  </a:lnTo>
                  <a:lnTo>
                    <a:pt x="2017" y="1681"/>
                  </a:lnTo>
                  <a:lnTo>
                    <a:pt x="2017" y="85"/>
                  </a:lnTo>
                  <a:close/>
                  <a:moveTo>
                    <a:pt x="2269" y="85"/>
                  </a:moveTo>
                  <a:lnTo>
                    <a:pt x="2269" y="1681"/>
                  </a:lnTo>
                  <a:lnTo>
                    <a:pt x="2690" y="1681"/>
                  </a:lnTo>
                  <a:lnTo>
                    <a:pt x="2690" y="85"/>
                  </a:lnTo>
                  <a:close/>
                  <a:moveTo>
                    <a:pt x="1" y="2269"/>
                  </a:moveTo>
                  <a:lnTo>
                    <a:pt x="1" y="3781"/>
                  </a:lnTo>
                  <a:lnTo>
                    <a:pt x="421" y="3781"/>
                  </a:lnTo>
                  <a:lnTo>
                    <a:pt x="421" y="2269"/>
                  </a:lnTo>
                  <a:close/>
                  <a:moveTo>
                    <a:pt x="841" y="2269"/>
                  </a:moveTo>
                  <a:lnTo>
                    <a:pt x="841" y="3781"/>
                  </a:lnTo>
                  <a:lnTo>
                    <a:pt x="1261" y="3781"/>
                  </a:lnTo>
                  <a:lnTo>
                    <a:pt x="1261" y="2269"/>
                  </a:lnTo>
                  <a:close/>
                  <a:moveTo>
                    <a:pt x="1597" y="2269"/>
                  </a:moveTo>
                  <a:lnTo>
                    <a:pt x="1597" y="3781"/>
                  </a:lnTo>
                  <a:lnTo>
                    <a:pt x="2017" y="3781"/>
                  </a:lnTo>
                  <a:lnTo>
                    <a:pt x="2017" y="2269"/>
                  </a:lnTo>
                  <a:close/>
                  <a:moveTo>
                    <a:pt x="2269" y="2269"/>
                  </a:moveTo>
                  <a:lnTo>
                    <a:pt x="2269" y="3781"/>
                  </a:lnTo>
                  <a:lnTo>
                    <a:pt x="2690" y="3781"/>
                  </a:lnTo>
                  <a:lnTo>
                    <a:pt x="2690" y="2269"/>
                  </a:lnTo>
                  <a:close/>
                  <a:moveTo>
                    <a:pt x="1" y="4454"/>
                  </a:moveTo>
                  <a:lnTo>
                    <a:pt x="1" y="6050"/>
                  </a:lnTo>
                  <a:lnTo>
                    <a:pt x="421" y="6050"/>
                  </a:lnTo>
                  <a:lnTo>
                    <a:pt x="421" y="4454"/>
                  </a:lnTo>
                  <a:close/>
                  <a:moveTo>
                    <a:pt x="841" y="4454"/>
                  </a:moveTo>
                  <a:lnTo>
                    <a:pt x="841" y="6050"/>
                  </a:lnTo>
                  <a:lnTo>
                    <a:pt x="1261" y="6050"/>
                  </a:lnTo>
                  <a:lnTo>
                    <a:pt x="1261" y="4454"/>
                  </a:lnTo>
                  <a:close/>
                  <a:moveTo>
                    <a:pt x="1597" y="4454"/>
                  </a:moveTo>
                  <a:lnTo>
                    <a:pt x="1597" y="6050"/>
                  </a:lnTo>
                  <a:lnTo>
                    <a:pt x="2017" y="6050"/>
                  </a:lnTo>
                  <a:lnTo>
                    <a:pt x="2017" y="4454"/>
                  </a:lnTo>
                  <a:close/>
                  <a:moveTo>
                    <a:pt x="2269" y="4454"/>
                  </a:moveTo>
                  <a:lnTo>
                    <a:pt x="2269" y="6050"/>
                  </a:lnTo>
                  <a:lnTo>
                    <a:pt x="2690" y="6050"/>
                  </a:lnTo>
                  <a:lnTo>
                    <a:pt x="2690" y="4454"/>
                  </a:lnTo>
                  <a:close/>
                  <a:moveTo>
                    <a:pt x="1" y="6554"/>
                  </a:moveTo>
                  <a:lnTo>
                    <a:pt x="1" y="8150"/>
                  </a:lnTo>
                  <a:lnTo>
                    <a:pt x="421" y="8150"/>
                  </a:lnTo>
                  <a:lnTo>
                    <a:pt x="421" y="6554"/>
                  </a:lnTo>
                  <a:close/>
                  <a:moveTo>
                    <a:pt x="841" y="6554"/>
                  </a:moveTo>
                  <a:lnTo>
                    <a:pt x="841" y="8150"/>
                  </a:lnTo>
                  <a:lnTo>
                    <a:pt x="1261" y="8150"/>
                  </a:lnTo>
                  <a:lnTo>
                    <a:pt x="1261" y="6554"/>
                  </a:lnTo>
                  <a:close/>
                  <a:moveTo>
                    <a:pt x="1597" y="6554"/>
                  </a:moveTo>
                  <a:lnTo>
                    <a:pt x="1597" y="8150"/>
                  </a:lnTo>
                  <a:lnTo>
                    <a:pt x="2017" y="8150"/>
                  </a:lnTo>
                  <a:lnTo>
                    <a:pt x="2017" y="6554"/>
                  </a:lnTo>
                  <a:close/>
                  <a:moveTo>
                    <a:pt x="2269" y="6554"/>
                  </a:moveTo>
                  <a:lnTo>
                    <a:pt x="2269" y="8150"/>
                  </a:lnTo>
                  <a:lnTo>
                    <a:pt x="2690" y="8150"/>
                  </a:lnTo>
                  <a:lnTo>
                    <a:pt x="2690" y="6554"/>
                  </a:lnTo>
                  <a:close/>
                  <a:moveTo>
                    <a:pt x="1" y="8823"/>
                  </a:moveTo>
                  <a:lnTo>
                    <a:pt x="1" y="10335"/>
                  </a:lnTo>
                  <a:lnTo>
                    <a:pt x="421" y="10335"/>
                  </a:lnTo>
                  <a:lnTo>
                    <a:pt x="421" y="8823"/>
                  </a:lnTo>
                  <a:close/>
                  <a:moveTo>
                    <a:pt x="841" y="8823"/>
                  </a:moveTo>
                  <a:lnTo>
                    <a:pt x="841" y="10335"/>
                  </a:lnTo>
                  <a:lnTo>
                    <a:pt x="1261" y="10335"/>
                  </a:lnTo>
                  <a:lnTo>
                    <a:pt x="1261" y="8823"/>
                  </a:lnTo>
                  <a:close/>
                  <a:moveTo>
                    <a:pt x="1597" y="8823"/>
                  </a:moveTo>
                  <a:lnTo>
                    <a:pt x="1597" y="10335"/>
                  </a:lnTo>
                  <a:lnTo>
                    <a:pt x="2017" y="10335"/>
                  </a:lnTo>
                  <a:lnTo>
                    <a:pt x="2017" y="8823"/>
                  </a:lnTo>
                  <a:close/>
                  <a:moveTo>
                    <a:pt x="2269" y="8823"/>
                  </a:moveTo>
                  <a:lnTo>
                    <a:pt x="2269" y="10335"/>
                  </a:lnTo>
                  <a:lnTo>
                    <a:pt x="2690" y="10335"/>
                  </a:lnTo>
                  <a:lnTo>
                    <a:pt x="2690" y="8823"/>
                  </a:lnTo>
                  <a:close/>
                  <a:moveTo>
                    <a:pt x="1" y="11007"/>
                  </a:moveTo>
                  <a:lnTo>
                    <a:pt x="1" y="12603"/>
                  </a:lnTo>
                  <a:lnTo>
                    <a:pt x="421" y="12603"/>
                  </a:lnTo>
                  <a:lnTo>
                    <a:pt x="421" y="11007"/>
                  </a:lnTo>
                  <a:close/>
                  <a:moveTo>
                    <a:pt x="841" y="11007"/>
                  </a:moveTo>
                  <a:lnTo>
                    <a:pt x="841" y="12603"/>
                  </a:lnTo>
                  <a:lnTo>
                    <a:pt x="1261" y="12603"/>
                  </a:lnTo>
                  <a:lnTo>
                    <a:pt x="1261" y="11007"/>
                  </a:lnTo>
                  <a:close/>
                  <a:moveTo>
                    <a:pt x="1597" y="11007"/>
                  </a:moveTo>
                  <a:lnTo>
                    <a:pt x="1597" y="12603"/>
                  </a:lnTo>
                  <a:lnTo>
                    <a:pt x="2017" y="12603"/>
                  </a:lnTo>
                  <a:lnTo>
                    <a:pt x="2017" y="11007"/>
                  </a:lnTo>
                  <a:close/>
                  <a:moveTo>
                    <a:pt x="2269" y="11007"/>
                  </a:moveTo>
                  <a:lnTo>
                    <a:pt x="2269" y="12603"/>
                  </a:lnTo>
                  <a:lnTo>
                    <a:pt x="2690" y="12603"/>
                  </a:lnTo>
                  <a:lnTo>
                    <a:pt x="2690" y="11007"/>
                  </a:lnTo>
                  <a:close/>
                  <a:moveTo>
                    <a:pt x="1" y="13192"/>
                  </a:moveTo>
                  <a:lnTo>
                    <a:pt x="1" y="14788"/>
                  </a:lnTo>
                  <a:lnTo>
                    <a:pt x="421" y="14788"/>
                  </a:lnTo>
                  <a:lnTo>
                    <a:pt x="421" y="13192"/>
                  </a:lnTo>
                  <a:close/>
                  <a:moveTo>
                    <a:pt x="841" y="13192"/>
                  </a:moveTo>
                  <a:lnTo>
                    <a:pt x="841" y="14788"/>
                  </a:lnTo>
                  <a:lnTo>
                    <a:pt x="1261" y="14788"/>
                  </a:lnTo>
                  <a:lnTo>
                    <a:pt x="1261" y="13192"/>
                  </a:lnTo>
                  <a:close/>
                  <a:moveTo>
                    <a:pt x="1597" y="13192"/>
                  </a:moveTo>
                  <a:lnTo>
                    <a:pt x="1597" y="14788"/>
                  </a:lnTo>
                  <a:lnTo>
                    <a:pt x="2017" y="14788"/>
                  </a:lnTo>
                  <a:lnTo>
                    <a:pt x="2017" y="13192"/>
                  </a:lnTo>
                  <a:close/>
                  <a:moveTo>
                    <a:pt x="2269" y="13192"/>
                  </a:moveTo>
                  <a:lnTo>
                    <a:pt x="2269" y="14788"/>
                  </a:lnTo>
                  <a:lnTo>
                    <a:pt x="2690" y="14788"/>
                  </a:lnTo>
                  <a:lnTo>
                    <a:pt x="2690" y="13192"/>
                  </a:lnTo>
                  <a:close/>
                  <a:moveTo>
                    <a:pt x="1" y="15376"/>
                  </a:moveTo>
                  <a:lnTo>
                    <a:pt x="1" y="16972"/>
                  </a:lnTo>
                  <a:lnTo>
                    <a:pt x="421" y="16972"/>
                  </a:lnTo>
                  <a:lnTo>
                    <a:pt x="421" y="15376"/>
                  </a:lnTo>
                  <a:close/>
                  <a:moveTo>
                    <a:pt x="841" y="15376"/>
                  </a:moveTo>
                  <a:lnTo>
                    <a:pt x="841" y="16972"/>
                  </a:lnTo>
                  <a:lnTo>
                    <a:pt x="1261" y="16972"/>
                  </a:lnTo>
                  <a:lnTo>
                    <a:pt x="1261" y="15376"/>
                  </a:lnTo>
                  <a:close/>
                  <a:moveTo>
                    <a:pt x="1597" y="15376"/>
                  </a:moveTo>
                  <a:lnTo>
                    <a:pt x="1597" y="16972"/>
                  </a:lnTo>
                  <a:lnTo>
                    <a:pt x="2017" y="16972"/>
                  </a:lnTo>
                  <a:lnTo>
                    <a:pt x="2017" y="15376"/>
                  </a:lnTo>
                  <a:close/>
                  <a:moveTo>
                    <a:pt x="2269" y="15376"/>
                  </a:moveTo>
                  <a:lnTo>
                    <a:pt x="2269" y="16972"/>
                  </a:lnTo>
                  <a:lnTo>
                    <a:pt x="2690" y="16972"/>
                  </a:lnTo>
                  <a:lnTo>
                    <a:pt x="2690" y="15376"/>
                  </a:lnTo>
                  <a:close/>
                </a:path>
              </a:pathLst>
            </a:custGeom>
            <a:solidFill>
              <a:srgbClr val="408BC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9"/>
            <p:cNvSpPr/>
            <p:nvPr/>
          </p:nvSpPr>
          <p:spPr>
            <a:xfrm flipH="1">
              <a:off x="386760" y="2466965"/>
              <a:ext cx="82973" cy="526123"/>
            </a:xfrm>
            <a:custGeom>
              <a:avLst/>
              <a:gdLst/>
              <a:ahLst/>
              <a:cxnLst/>
              <a:rect l="l" t="t" r="r" b="b"/>
              <a:pathLst>
                <a:path w="2690" h="17057" extrusionOk="0">
                  <a:moveTo>
                    <a:pt x="1" y="1"/>
                  </a:moveTo>
                  <a:lnTo>
                    <a:pt x="1" y="1597"/>
                  </a:lnTo>
                  <a:lnTo>
                    <a:pt x="421" y="1597"/>
                  </a:lnTo>
                  <a:lnTo>
                    <a:pt x="421" y="1"/>
                  </a:lnTo>
                  <a:close/>
                  <a:moveTo>
                    <a:pt x="841" y="169"/>
                  </a:moveTo>
                  <a:lnTo>
                    <a:pt x="841" y="1681"/>
                  </a:lnTo>
                  <a:lnTo>
                    <a:pt x="1261" y="1681"/>
                  </a:lnTo>
                  <a:lnTo>
                    <a:pt x="1261" y="169"/>
                  </a:lnTo>
                  <a:close/>
                  <a:moveTo>
                    <a:pt x="1597" y="169"/>
                  </a:moveTo>
                  <a:lnTo>
                    <a:pt x="1597" y="1681"/>
                  </a:lnTo>
                  <a:lnTo>
                    <a:pt x="2017" y="1681"/>
                  </a:lnTo>
                  <a:lnTo>
                    <a:pt x="2017" y="169"/>
                  </a:lnTo>
                  <a:close/>
                  <a:moveTo>
                    <a:pt x="2269" y="169"/>
                  </a:moveTo>
                  <a:lnTo>
                    <a:pt x="2269" y="1681"/>
                  </a:lnTo>
                  <a:lnTo>
                    <a:pt x="2690" y="1681"/>
                  </a:lnTo>
                  <a:lnTo>
                    <a:pt x="2690" y="169"/>
                  </a:lnTo>
                  <a:close/>
                  <a:moveTo>
                    <a:pt x="1" y="2269"/>
                  </a:moveTo>
                  <a:lnTo>
                    <a:pt x="1" y="3781"/>
                  </a:lnTo>
                  <a:lnTo>
                    <a:pt x="421" y="3781"/>
                  </a:lnTo>
                  <a:lnTo>
                    <a:pt x="421" y="2269"/>
                  </a:lnTo>
                  <a:close/>
                  <a:moveTo>
                    <a:pt x="841" y="2269"/>
                  </a:moveTo>
                  <a:lnTo>
                    <a:pt x="841" y="3781"/>
                  </a:lnTo>
                  <a:lnTo>
                    <a:pt x="1261" y="3781"/>
                  </a:lnTo>
                  <a:lnTo>
                    <a:pt x="1261" y="2269"/>
                  </a:lnTo>
                  <a:close/>
                  <a:moveTo>
                    <a:pt x="1597" y="2269"/>
                  </a:moveTo>
                  <a:lnTo>
                    <a:pt x="1597" y="3781"/>
                  </a:lnTo>
                  <a:lnTo>
                    <a:pt x="2017" y="3781"/>
                  </a:lnTo>
                  <a:lnTo>
                    <a:pt x="2017" y="2269"/>
                  </a:lnTo>
                  <a:close/>
                  <a:moveTo>
                    <a:pt x="2269" y="2269"/>
                  </a:moveTo>
                  <a:lnTo>
                    <a:pt x="2269" y="3781"/>
                  </a:lnTo>
                  <a:lnTo>
                    <a:pt x="2690" y="3781"/>
                  </a:lnTo>
                  <a:lnTo>
                    <a:pt x="2690" y="2269"/>
                  </a:lnTo>
                  <a:close/>
                  <a:moveTo>
                    <a:pt x="1" y="4454"/>
                  </a:moveTo>
                  <a:lnTo>
                    <a:pt x="1" y="6050"/>
                  </a:lnTo>
                  <a:lnTo>
                    <a:pt x="421" y="6050"/>
                  </a:lnTo>
                  <a:lnTo>
                    <a:pt x="421" y="4454"/>
                  </a:lnTo>
                  <a:close/>
                  <a:moveTo>
                    <a:pt x="841" y="4454"/>
                  </a:moveTo>
                  <a:lnTo>
                    <a:pt x="841" y="6050"/>
                  </a:lnTo>
                  <a:lnTo>
                    <a:pt x="1261" y="6050"/>
                  </a:lnTo>
                  <a:lnTo>
                    <a:pt x="1261" y="4454"/>
                  </a:lnTo>
                  <a:close/>
                  <a:moveTo>
                    <a:pt x="1597" y="4454"/>
                  </a:moveTo>
                  <a:lnTo>
                    <a:pt x="1597" y="6050"/>
                  </a:lnTo>
                  <a:lnTo>
                    <a:pt x="2017" y="6050"/>
                  </a:lnTo>
                  <a:lnTo>
                    <a:pt x="2017" y="4454"/>
                  </a:lnTo>
                  <a:close/>
                  <a:moveTo>
                    <a:pt x="2269" y="4454"/>
                  </a:moveTo>
                  <a:lnTo>
                    <a:pt x="2269" y="6050"/>
                  </a:lnTo>
                  <a:lnTo>
                    <a:pt x="2690" y="6050"/>
                  </a:lnTo>
                  <a:lnTo>
                    <a:pt x="2690" y="4454"/>
                  </a:lnTo>
                  <a:close/>
                  <a:moveTo>
                    <a:pt x="1" y="6638"/>
                  </a:moveTo>
                  <a:lnTo>
                    <a:pt x="1" y="8234"/>
                  </a:lnTo>
                  <a:lnTo>
                    <a:pt x="421" y="8234"/>
                  </a:lnTo>
                  <a:lnTo>
                    <a:pt x="421" y="6638"/>
                  </a:lnTo>
                  <a:close/>
                  <a:moveTo>
                    <a:pt x="841" y="6638"/>
                  </a:moveTo>
                  <a:lnTo>
                    <a:pt x="841" y="8234"/>
                  </a:lnTo>
                  <a:lnTo>
                    <a:pt x="1261" y="8234"/>
                  </a:lnTo>
                  <a:lnTo>
                    <a:pt x="1261" y="6638"/>
                  </a:lnTo>
                  <a:close/>
                  <a:moveTo>
                    <a:pt x="1597" y="6638"/>
                  </a:moveTo>
                  <a:lnTo>
                    <a:pt x="1597" y="8234"/>
                  </a:lnTo>
                  <a:lnTo>
                    <a:pt x="2017" y="8234"/>
                  </a:lnTo>
                  <a:lnTo>
                    <a:pt x="2017" y="6638"/>
                  </a:lnTo>
                  <a:close/>
                  <a:moveTo>
                    <a:pt x="2269" y="6638"/>
                  </a:moveTo>
                  <a:lnTo>
                    <a:pt x="2269" y="8234"/>
                  </a:lnTo>
                  <a:lnTo>
                    <a:pt x="2690" y="8234"/>
                  </a:lnTo>
                  <a:lnTo>
                    <a:pt x="2690" y="6638"/>
                  </a:lnTo>
                  <a:close/>
                  <a:moveTo>
                    <a:pt x="1" y="8823"/>
                  </a:moveTo>
                  <a:lnTo>
                    <a:pt x="1" y="10419"/>
                  </a:lnTo>
                  <a:lnTo>
                    <a:pt x="421" y="10419"/>
                  </a:lnTo>
                  <a:lnTo>
                    <a:pt x="421" y="8823"/>
                  </a:lnTo>
                  <a:close/>
                  <a:moveTo>
                    <a:pt x="841" y="8823"/>
                  </a:moveTo>
                  <a:lnTo>
                    <a:pt x="841" y="10419"/>
                  </a:lnTo>
                  <a:lnTo>
                    <a:pt x="1261" y="10419"/>
                  </a:lnTo>
                  <a:lnTo>
                    <a:pt x="1261" y="8823"/>
                  </a:lnTo>
                  <a:close/>
                  <a:moveTo>
                    <a:pt x="1597" y="8823"/>
                  </a:moveTo>
                  <a:lnTo>
                    <a:pt x="1597" y="10419"/>
                  </a:lnTo>
                  <a:lnTo>
                    <a:pt x="2017" y="10419"/>
                  </a:lnTo>
                  <a:lnTo>
                    <a:pt x="2017" y="8823"/>
                  </a:lnTo>
                  <a:close/>
                  <a:moveTo>
                    <a:pt x="2269" y="8823"/>
                  </a:moveTo>
                  <a:lnTo>
                    <a:pt x="2269" y="10419"/>
                  </a:lnTo>
                  <a:lnTo>
                    <a:pt x="2690" y="10419"/>
                  </a:lnTo>
                  <a:lnTo>
                    <a:pt x="2690" y="8823"/>
                  </a:lnTo>
                  <a:close/>
                  <a:moveTo>
                    <a:pt x="1" y="11007"/>
                  </a:moveTo>
                  <a:lnTo>
                    <a:pt x="1" y="12603"/>
                  </a:lnTo>
                  <a:lnTo>
                    <a:pt x="421" y="12603"/>
                  </a:lnTo>
                  <a:lnTo>
                    <a:pt x="421" y="11007"/>
                  </a:lnTo>
                  <a:close/>
                  <a:moveTo>
                    <a:pt x="841" y="11007"/>
                  </a:moveTo>
                  <a:lnTo>
                    <a:pt x="841" y="12603"/>
                  </a:lnTo>
                  <a:lnTo>
                    <a:pt x="1261" y="12603"/>
                  </a:lnTo>
                  <a:lnTo>
                    <a:pt x="1261" y="11007"/>
                  </a:lnTo>
                  <a:close/>
                  <a:moveTo>
                    <a:pt x="1597" y="11007"/>
                  </a:moveTo>
                  <a:lnTo>
                    <a:pt x="1597" y="12603"/>
                  </a:lnTo>
                  <a:lnTo>
                    <a:pt x="2017" y="12603"/>
                  </a:lnTo>
                  <a:lnTo>
                    <a:pt x="2017" y="11007"/>
                  </a:lnTo>
                  <a:close/>
                  <a:moveTo>
                    <a:pt x="2269" y="11007"/>
                  </a:moveTo>
                  <a:lnTo>
                    <a:pt x="2269" y="12603"/>
                  </a:lnTo>
                  <a:lnTo>
                    <a:pt x="2690" y="12603"/>
                  </a:lnTo>
                  <a:lnTo>
                    <a:pt x="2690" y="11007"/>
                  </a:lnTo>
                  <a:close/>
                  <a:moveTo>
                    <a:pt x="1" y="13276"/>
                  </a:moveTo>
                  <a:lnTo>
                    <a:pt x="1" y="14872"/>
                  </a:lnTo>
                  <a:lnTo>
                    <a:pt x="421" y="14872"/>
                  </a:lnTo>
                  <a:lnTo>
                    <a:pt x="421" y="13276"/>
                  </a:lnTo>
                  <a:close/>
                  <a:moveTo>
                    <a:pt x="841" y="13276"/>
                  </a:moveTo>
                  <a:lnTo>
                    <a:pt x="841" y="14872"/>
                  </a:lnTo>
                  <a:lnTo>
                    <a:pt x="1261" y="14872"/>
                  </a:lnTo>
                  <a:lnTo>
                    <a:pt x="1261" y="13276"/>
                  </a:lnTo>
                  <a:close/>
                  <a:moveTo>
                    <a:pt x="1597" y="13276"/>
                  </a:moveTo>
                  <a:lnTo>
                    <a:pt x="1597" y="14872"/>
                  </a:lnTo>
                  <a:lnTo>
                    <a:pt x="2017" y="14872"/>
                  </a:lnTo>
                  <a:lnTo>
                    <a:pt x="2017" y="13276"/>
                  </a:lnTo>
                  <a:close/>
                  <a:moveTo>
                    <a:pt x="2269" y="13276"/>
                  </a:moveTo>
                  <a:lnTo>
                    <a:pt x="2269" y="14872"/>
                  </a:lnTo>
                  <a:lnTo>
                    <a:pt x="2690" y="14872"/>
                  </a:lnTo>
                  <a:lnTo>
                    <a:pt x="2690" y="13276"/>
                  </a:lnTo>
                  <a:close/>
                  <a:moveTo>
                    <a:pt x="1" y="15460"/>
                  </a:moveTo>
                  <a:lnTo>
                    <a:pt x="1" y="17056"/>
                  </a:lnTo>
                  <a:lnTo>
                    <a:pt x="421" y="17056"/>
                  </a:lnTo>
                  <a:lnTo>
                    <a:pt x="421" y="15460"/>
                  </a:lnTo>
                  <a:close/>
                  <a:moveTo>
                    <a:pt x="841" y="15460"/>
                  </a:moveTo>
                  <a:lnTo>
                    <a:pt x="841" y="17056"/>
                  </a:lnTo>
                  <a:lnTo>
                    <a:pt x="1261" y="17056"/>
                  </a:lnTo>
                  <a:lnTo>
                    <a:pt x="1261" y="15460"/>
                  </a:lnTo>
                  <a:close/>
                  <a:moveTo>
                    <a:pt x="1597" y="15460"/>
                  </a:moveTo>
                  <a:lnTo>
                    <a:pt x="1597" y="17056"/>
                  </a:lnTo>
                  <a:lnTo>
                    <a:pt x="2017" y="17056"/>
                  </a:lnTo>
                  <a:lnTo>
                    <a:pt x="2017" y="15460"/>
                  </a:lnTo>
                  <a:close/>
                  <a:moveTo>
                    <a:pt x="2269" y="15460"/>
                  </a:moveTo>
                  <a:lnTo>
                    <a:pt x="2269" y="17056"/>
                  </a:lnTo>
                  <a:lnTo>
                    <a:pt x="2690" y="17056"/>
                  </a:lnTo>
                  <a:lnTo>
                    <a:pt x="2690" y="15460"/>
                  </a:lnTo>
                  <a:close/>
                </a:path>
              </a:pathLst>
            </a:custGeom>
            <a:solidFill>
              <a:srgbClr val="408BC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9"/>
            <p:cNvSpPr/>
            <p:nvPr/>
          </p:nvSpPr>
          <p:spPr>
            <a:xfrm flipH="1">
              <a:off x="511158" y="1927918"/>
              <a:ext cx="463909" cy="1601627"/>
            </a:xfrm>
            <a:custGeom>
              <a:avLst/>
              <a:gdLst/>
              <a:ahLst/>
              <a:cxnLst/>
              <a:rect l="l" t="t" r="r" b="b"/>
              <a:pathLst>
                <a:path w="15040" h="51925" extrusionOk="0">
                  <a:moveTo>
                    <a:pt x="2269" y="1513"/>
                  </a:moveTo>
                  <a:lnTo>
                    <a:pt x="0" y="1513"/>
                  </a:lnTo>
                  <a:lnTo>
                    <a:pt x="0" y="1"/>
                  </a:lnTo>
                  <a:lnTo>
                    <a:pt x="2269" y="1"/>
                  </a:lnTo>
                  <a:close/>
                  <a:moveTo>
                    <a:pt x="6470" y="85"/>
                  </a:moveTo>
                  <a:lnTo>
                    <a:pt x="4201" y="85"/>
                  </a:lnTo>
                  <a:lnTo>
                    <a:pt x="4201" y="1681"/>
                  </a:lnTo>
                  <a:lnTo>
                    <a:pt x="6470" y="1681"/>
                  </a:lnTo>
                  <a:close/>
                  <a:moveTo>
                    <a:pt x="10839" y="85"/>
                  </a:moveTo>
                  <a:lnTo>
                    <a:pt x="8486" y="85"/>
                  </a:lnTo>
                  <a:lnTo>
                    <a:pt x="8486" y="1681"/>
                  </a:lnTo>
                  <a:lnTo>
                    <a:pt x="10839" y="1681"/>
                  </a:lnTo>
                  <a:close/>
                  <a:moveTo>
                    <a:pt x="15040" y="85"/>
                  </a:moveTo>
                  <a:lnTo>
                    <a:pt x="12687" y="85"/>
                  </a:lnTo>
                  <a:lnTo>
                    <a:pt x="12687" y="1681"/>
                  </a:lnTo>
                  <a:lnTo>
                    <a:pt x="15040" y="1681"/>
                  </a:lnTo>
                  <a:close/>
                  <a:moveTo>
                    <a:pt x="2269" y="2269"/>
                  </a:moveTo>
                  <a:lnTo>
                    <a:pt x="0" y="2269"/>
                  </a:lnTo>
                  <a:lnTo>
                    <a:pt x="0" y="3781"/>
                  </a:lnTo>
                  <a:lnTo>
                    <a:pt x="2269" y="3781"/>
                  </a:lnTo>
                  <a:close/>
                  <a:moveTo>
                    <a:pt x="6470" y="2269"/>
                  </a:moveTo>
                  <a:lnTo>
                    <a:pt x="4201" y="2269"/>
                  </a:lnTo>
                  <a:lnTo>
                    <a:pt x="4201" y="3781"/>
                  </a:lnTo>
                  <a:lnTo>
                    <a:pt x="6470" y="3781"/>
                  </a:lnTo>
                  <a:close/>
                  <a:moveTo>
                    <a:pt x="10839" y="2269"/>
                  </a:moveTo>
                  <a:lnTo>
                    <a:pt x="8486" y="2269"/>
                  </a:lnTo>
                  <a:lnTo>
                    <a:pt x="8486" y="3781"/>
                  </a:lnTo>
                  <a:lnTo>
                    <a:pt x="10839" y="3781"/>
                  </a:lnTo>
                  <a:close/>
                  <a:moveTo>
                    <a:pt x="15040" y="2269"/>
                  </a:moveTo>
                  <a:lnTo>
                    <a:pt x="12687" y="2269"/>
                  </a:lnTo>
                  <a:lnTo>
                    <a:pt x="12687" y="3781"/>
                  </a:lnTo>
                  <a:lnTo>
                    <a:pt x="15040" y="3781"/>
                  </a:lnTo>
                  <a:close/>
                  <a:moveTo>
                    <a:pt x="2269" y="4454"/>
                  </a:moveTo>
                  <a:lnTo>
                    <a:pt x="0" y="4454"/>
                  </a:lnTo>
                  <a:lnTo>
                    <a:pt x="0" y="6050"/>
                  </a:lnTo>
                  <a:lnTo>
                    <a:pt x="2269" y="6050"/>
                  </a:lnTo>
                  <a:close/>
                  <a:moveTo>
                    <a:pt x="6470" y="4454"/>
                  </a:moveTo>
                  <a:lnTo>
                    <a:pt x="4201" y="4454"/>
                  </a:lnTo>
                  <a:lnTo>
                    <a:pt x="4201" y="6050"/>
                  </a:lnTo>
                  <a:lnTo>
                    <a:pt x="6470" y="6050"/>
                  </a:lnTo>
                  <a:close/>
                  <a:moveTo>
                    <a:pt x="10839" y="4454"/>
                  </a:moveTo>
                  <a:lnTo>
                    <a:pt x="8486" y="4454"/>
                  </a:lnTo>
                  <a:lnTo>
                    <a:pt x="8486" y="6050"/>
                  </a:lnTo>
                  <a:lnTo>
                    <a:pt x="10839" y="6050"/>
                  </a:lnTo>
                  <a:close/>
                  <a:moveTo>
                    <a:pt x="15040" y="4454"/>
                  </a:moveTo>
                  <a:lnTo>
                    <a:pt x="12687" y="4454"/>
                  </a:lnTo>
                  <a:lnTo>
                    <a:pt x="12687" y="6050"/>
                  </a:lnTo>
                  <a:lnTo>
                    <a:pt x="15040" y="6050"/>
                  </a:lnTo>
                  <a:close/>
                  <a:moveTo>
                    <a:pt x="2269" y="6554"/>
                  </a:moveTo>
                  <a:lnTo>
                    <a:pt x="0" y="6554"/>
                  </a:lnTo>
                  <a:lnTo>
                    <a:pt x="0" y="8150"/>
                  </a:lnTo>
                  <a:lnTo>
                    <a:pt x="2269" y="8150"/>
                  </a:lnTo>
                  <a:close/>
                  <a:moveTo>
                    <a:pt x="6470" y="6554"/>
                  </a:moveTo>
                  <a:lnTo>
                    <a:pt x="4201" y="6554"/>
                  </a:lnTo>
                  <a:lnTo>
                    <a:pt x="4201" y="8150"/>
                  </a:lnTo>
                  <a:lnTo>
                    <a:pt x="6470" y="8150"/>
                  </a:lnTo>
                  <a:close/>
                  <a:moveTo>
                    <a:pt x="10839" y="6554"/>
                  </a:moveTo>
                  <a:lnTo>
                    <a:pt x="8486" y="6554"/>
                  </a:lnTo>
                  <a:lnTo>
                    <a:pt x="8486" y="8150"/>
                  </a:lnTo>
                  <a:lnTo>
                    <a:pt x="10839" y="8150"/>
                  </a:lnTo>
                  <a:close/>
                  <a:moveTo>
                    <a:pt x="15040" y="6554"/>
                  </a:moveTo>
                  <a:lnTo>
                    <a:pt x="12687" y="6554"/>
                  </a:lnTo>
                  <a:lnTo>
                    <a:pt x="12687" y="8150"/>
                  </a:lnTo>
                  <a:lnTo>
                    <a:pt x="15040" y="8150"/>
                  </a:lnTo>
                  <a:close/>
                  <a:moveTo>
                    <a:pt x="2269" y="8823"/>
                  </a:moveTo>
                  <a:lnTo>
                    <a:pt x="0" y="8823"/>
                  </a:lnTo>
                  <a:lnTo>
                    <a:pt x="0" y="10335"/>
                  </a:lnTo>
                  <a:lnTo>
                    <a:pt x="2269" y="10335"/>
                  </a:lnTo>
                  <a:close/>
                  <a:moveTo>
                    <a:pt x="6470" y="8823"/>
                  </a:moveTo>
                  <a:lnTo>
                    <a:pt x="4201" y="8823"/>
                  </a:lnTo>
                  <a:lnTo>
                    <a:pt x="4201" y="10335"/>
                  </a:lnTo>
                  <a:lnTo>
                    <a:pt x="6470" y="10335"/>
                  </a:lnTo>
                  <a:close/>
                  <a:moveTo>
                    <a:pt x="10839" y="8823"/>
                  </a:moveTo>
                  <a:lnTo>
                    <a:pt x="8486" y="8823"/>
                  </a:lnTo>
                  <a:lnTo>
                    <a:pt x="8486" y="10335"/>
                  </a:lnTo>
                  <a:lnTo>
                    <a:pt x="10839" y="10335"/>
                  </a:lnTo>
                  <a:close/>
                  <a:moveTo>
                    <a:pt x="15040" y="8823"/>
                  </a:moveTo>
                  <a:lnTo>
                    <a:pt x="12687" y="8823"/>
                  </a:lnTo>
                  <a:lnTo>
                    <a:pt x="12687" y="10335"/>
                  </a:lnTo>
                  <a:lnTo>
                    <a:pt x="15040" y="10335"/>
                  </a:lnTo>
                  <a:close/>
                  <a:moveTo>
                    <a:pt x="2269" y="11007"/>
                  </a:moveTo>
                  <a:lnTo>
                    <a:pt x="0" y="11007"/>
                  </a:lnTo>
                  <a:lnTo>
                    <a:pt x="0" y="12603"/>
                  </a:lnTo>
                  <a:lnTo>
                    <a:pt x="2269" y="12603"/>
                  </a:lnTo>
                  <a:close/>
                  <a:moveTo>
                    <a:pt x="6470" y="11007"/>
                  </a:moveTo>
                  <a:lnTo>
                    <a:pt x="4201" y="11007"/>
                  </a:lnTo>
                  <a:lnTo>
                    <a:pt x="4201" y="12603"/>
                  </a:lnTo>
                  <a:lnTo>
                    <a:pt x="6470" y="12603"/>
                  </a:lnTo>
                  <a:close/>
                  <a:moveTo>
                    <a:pt x="10839" y="11007"/>
                  </a:moveTo>
                  <a:lnTo>
                    <a:pt x="8486" y="11007"/>
                  </a:lnTo>
                  <a:lnTo>
                    <a:pt x="8486" y="12603"/>
                  </a:lnTo>
                  <a:lnTo>
                    <a:pt x="10839" y="12603"/>
                  </a:lnTo>
                  <a:close/>
                  <a:moveTo>
                    <a:pt x="15040" y="11007"/>
                  </a:moveTo>
                  <a:lnTo>
                    <a:pt x="12687" y="11007"/>
                  </a:lnTo>
                  <a:lnTo>
                    <a:pt x="12687" y="12603"/>
                  </a:lnTo>
                  <a:lnTo>
                    <a:pt x="15040" y="12603"/>
                  </a:lnTo>
                  <a:close/>
                  <a:moveTo>
                    <a:pt x="2269" y="13192"/>
                  </a:moveTo>
                  <a:lnTo>
                    <a:pt x="0" y="13192"/>
                  </a:lnTo>
                  <a:lnTo>
                    <a:pt x="0" y="14788"/>
                  </a:lnTo>
                  <a:lnTo>
                    <a:pt x="2269" y="14788"/>
                  </a:lnTo>
                  <a:close/>
                  <a:moveTo>
                    <a:pt x="6470" y="13192"/>
                  </a:moveTo>
                  <a:lnTo>
                    <a:pt x="4201" y="13192"/>
                  </a:lnTo>
                  <a:lnTo>
                    <a:pt x="4201" y="14788"/>
                  </a:lnTo>
                  <a:lnTo>
                    <a:pt x="6470" y="14788"/>
                  </a:lnTo>
                  <a:close/>
                  <a:moveTo>
                    <a:pt x="10839" y="13192"/>
                  </a:moveTo>
                  <a:lnTo>
                    <a:pt x="8486" y="13192"/>
                  </a:lnTo>
                  <a:lnTo>
                    <a:pt x="8486" y="14788"/>
                  </a:lnTo>
                  <a:lnTo>
                    <a:pt x="10839" y="14788"/>
                  </a:lnTo>
                  <a:close/>
                  <a:moveTo>
                    <a:pt x="15040" y="13192"/>
                  </a:moveTo>
                  <a:lnTo>
                    <a:pt x="12687" y="13192"/>
                  </a:lnTo>
                  <a:lnTo>
                    <a:pt x="12687" y="14788"/>
                  </a:lnTo>
                  <a:lnTo>
                    <a:pt x="15040" y="14788"/>
                  </a:lnTo>
                  <a:close/>
                  <a:moveTo>
                    <a:pt x="2269" y="15376"/>
                  </a:moveTo>
                  <a:lnTo>
                    <a:pt x="0" y="15376"/>
                  </a:lnTo>
                  <a:lnTo>
                    <a:pt x="0" y="16972"/>
                  </a:lnTo>
                  <a:lnTo>
                    <a:pt x="2269" y="16972"/>
                  </a:lnTo>
                  <a:close/>
                  <a:moveTo>
                    <a:pt x="6470" y="15376"/>
                  </a:moveTo>
                  <a:lnTo>
                    <a:pt x="4201" y="15376"/>
                  </a:lnTo>
                  <a:lnTo>
                    <a:pt x="4201" y="16972"/>
                  </a:lnTo>
                  <a:lnTo>
                    <a:pt x="6470" y="16972"/>
                  </a:lnTo>
                  <a:close/>
                  <a:moveTo>
                    <a:pt x="10839" y="15376"/>
                  </a:moveTo>
                  <a:lnTo>
                    <a:pt x="8486" y="15376"/>
                  </a:lnTo>
                  <a:lnTo>
                    <a:pt x="8486" y="16972"/>
                  </a:lnTo>
                  <a:lnTo>
                    <a:pt x="10839" y="16972"/>
                  </a:lnTo>
                  <a:close/>
                  <a:moveTo>
                    <a:pt x="15040" y="15376"/>
                  </a:moveTo>
                  <a:lnTo>
                    <a:pt x="12687" y="15376"/>
                  </a:lnTo>
                  <a:lnTo>
                    <a:pt x="12687" y="16972"/>
                  </a:lnTo>
                  <a:lnTo>
                    <a:pt x="15040" y="16972"/>
                  </a:lnTo>
                  <a:close/>
                  <a:moveTo>
                    <a:pt x="12267" y="1513"/>
                  </a:moveTo>
                  <a:lnTo>
                    <a:pt x="11343" y="1513"/>
                  </a:lnTo>
                  <a:lnTo>
                    <a:pt x="11343" y="1"/>
                  </a:lnTo>
                  <a:lnTo>
                    <a:pt x="12267" y="1"/>
                  </a:lnTo>
                  <a:close/>
                  <a:moveTo>
                    <a:pt x="12267" y="2269"/>
                  </a:moveTo>
                  <a:lnTo>
                    <a:pt x="11343" y="2269"/>
                  </a:lnTo>
                  <a:lnTo>
                    <a:pt x="11343" y="3781"/>
                  </a:lnTo>
                  <a:lnTo>
                    <a:pt x="12267" y="3781"/>
                  </a:lnTo>
                  <a:close/>
                  <a:moveTo>
                    <a:pt x="12267" y="4454"/>
                  </a:moveTo>
                  <a:lnTo>
                    <a:pt x="11343" y="4454"/>
                  </a:lnTo>
                  <a:lnTo>
                    <a:pt x="11343" y="6050"/>
                  </a:lnTo>
                  <a:lnTo>
                    <a:pt x="12267" y="6050"/>
                  </a:lnTo>
                  <a:close/>
                  <a:moveTo>
                    <a:pt x="12267" y="6554"/>
                  </a:moveTo>
                  <a:lnTo>
                    <a:pt x="11343" y="6554"/>
                  </a:lnTo>
                  <a:lnTo>
                    <a:pt x="11343" y="8150"/>
                  </a:lnTo>
                  <a:lnTo>
                    <a:pt x="12267" y="8150"/>
                  </a:lnTo>
                  <a:close/>
                  <a:moveTo>
                    <a:pt x="12267" y="8823"/>
                  </a:moveTo>
                  <a:lnTo>
                    <a:pt x="11343" y="8823"/>
                  </a:lnTo>
                  <a:lnTo>
                    <a:pt x="11343" y="10335"/>
                  </a:lnTo>
                  <a:lnTo>
                    <a:pt x="12267" y="10335"/>
                  </a:lnTo>
                  <a:close/>
                  <a:moveTo>
                    <a:pt x="12267" y="11007"/>
                  </a:moveTo>
                  <a:lnTo>
                    <a:pt x="11343" y="11007"/>
                  </a:lnTo>
                  <a:lnTo>
                    <a:pt x="11343" y="12603"/>
                  </a:lnTo>
                  <a:lnTo>
                    <a:pt x="12267" y="12603"/>
                  </a:lnTo>
                  <a:close/>
                  <a:moveTo>
                    <a:pt x="12267" y="13192"/>
                  </a:moveTo>
                  <a:lnTo>
                    <a:pt x="11343" y="13192"/>
                  </a:lnTo>
                  <a:lnTo>
                    <a:pt x="11343" y="14788"/>
                  </a:lnTo>
                  <a:lnTo>
                    <a:pt x="12267" y="14788"/>
                  </a:lnTo>
                  <a:close/>
                  <a:moveTo>
                    <a:pt x="12267" y="15376"/>
                  </a:moveTo>
                  <a:lnTo>
                    <a:pt x="11343" y="15376"/>
                  </a:lnTo>
                  <a:lnTo>
                    <a:pt x="11343" y="16972"/>
                  </a:lnTo>
                  <a:lnTo>
                    <a:pt x="12267" y="16972"/>
                  </a:lnTo>
                  <a:close/>
                  <a:moveTo>
                    <a:pt x="7982" y="1513"/>
                  </a:moveTo>
                  <a:lnTo>
                    <a:pt x="7058" y="1513"/>
                  </a:lnTo>
                  <a:lnTo>
                    <a:pt x="7058" y="1"/>
                  </a:lnTo>
                  <a:lnTo>
                    <a:pt x="7982" y="1"/>
                  </a:lnTo>
                  <a:close/>
                  <a:moveTo>
                    <a:pt x="7982" y="2269"/>
                  </a:moveTo>
                  <a:lnTo>
                    <a:pt x="7058" y="2269"/>
                  </a:lnTo>
                  <a:lnTo>
                    <a:pt x="7058" y="3781"/>
                  </a:lnTo>
                  <a:lnTo>
                    <a:pt x="7982" y="3781"/>
                  </a:lnTo>
                  <a:close/>
                  <a:moveTo>
                    <a:pt x="7982" y="4454"/>
                  </a:moveTo>
                  <a:lnTo>
                    <a:pt x="7058" y="4454"/>
                  </a:lnTo>
                  <a:lnTo>
                    <a:pt x="7058" y="6050"/>
                  </a:lnTo>
                  <a:lnTo>
                    <a:pt x="7982" y="6050"/>
                  </a:lnTo>
                  <a:close/>
                  <a:moveTo>
                    <a:pt x="7982" y="6554"/>
                  </a:moveTo>
                  <a:lnTo>
                    <a:pt x="7058" y="6554"/>
                  </a:lnTo>
                  <a:lnTo>
                    <a:pt x="7058" y="8150"/>
                  </a:lnTo>
                  <a:lnTo>
                    <a:pt x="7982" y="8150"/>
                  </a:lnTo>
                  <a:close/>
                  <a:moveTo>
                    <a:pt x="7982" y="8823"/>
                  </a:moveTo>
                  <a:lnTo>
                    <a:pt x="7058" y="8823"/>
                  </a:lnTo>
                  <a:lnTo>
                    <a:pt x="7058" y="10335"/>
                  </a:lnTo>
                  <a:lnTo>
                    <a:pt x="7982" y="10335"/>
                  </a:lnTo>
                  <a:close/>
                  <a:moveTo>
                    <a:pt x="7982" y="11007"/>
                  </a:moveTo>
                  <a:lnTo>
                    <a:pt x="7058" y="11007"/>
                  </a:lnTo>
                  <a:lnTo>
                    <a:pt x="7058" y="12603"/>
                  </a:lnTo>
                  <a:lnTo>
                    <a:pt x="7982" y="12603"/>
                  </a:lnTo>
                  <a:close/>
                  <a:moveTo>
                    <a:pt x="7982" y="13192"/>
                  </a:moveTo>
                  <a:lnTo>
                    <a:pt x="7058" y="13192"/>
                  </a:lnTo>
                  <a:lnTo>
                    <a:pt x="7058" y="14788"/>
                  </a:lnTo>
                  <a:lnTo>
                    <a:pt x="7982" y="14788"/>
                  </a:lnTo>
                  <a:close/>
                  <a:moveTo>
                    <a:pt x="7982" y="15376"/>
                  </a:moveTo>
                  <a:lnTo>
                    <a:pt x="7058" y="15376"/>
                  </a:lnTo>
                  <a:lnTo>
                    <a:pt x="7058" y="16972"/>
                  </a:lnTo>
                  <a:lnTo>
                    <a:pt x="7982" y="16972"/>
                  </a:lnTo>
                  <a:close/>
                  <a:moveTo>
                    <a:pt x="3781" y="1513"/>
                  </a:moveTo>
                  <a:lnTo>
                    <a:pt x="2857" y="1513"/>
                  </a:lnTo>
                  <a:lnTo>
                    <a:pt x="2857" y="1"/>
                  </a:lnTo>
                  <a:lnTo>
                    <a:pt x="3781" y="1"/>
                  </a:lnTo>
                  <a:close/>
                  <a:moveTo>
                    <a:pt x="3781" y="2269"/>
                  </a:moveTo>
                  <a:lnTo>
                    <a:pt x="2857" y="2269"/>
                  </a:lnTo>
                  <a:lnTo>
                    <a:pt x="2857" y="3781"/>
                  </a:lnTo>
                  <a:lnTo>
                    <a:pt x="3781" y="3781"/>
                  </a:lnTo>
                  <a:close/>
                  <a:moveTo>
                    <a:pt x="3781" y="4454"/>
                  </a:moveTo>
                  <a:lnTo>
                    <a:pt x="2857" y="4454"/>
                  </a:lnTo>
                  <a:lnTo>
                    <a:pt x="2857" y="6050"/>
                  </a:lnTo>
                  <a:lnTo>
                    <a:pt x="3781" y="6050"/>
                  </a:lnTo>
                  <a:close/>
                  <a:moveTo>
                    <a:pt x="3781" y="6554"/>
                  </a:moveTo>
                  <a:lnTo>
                    <a:pt x="2857" y="6554"/>
                  </a:lnTo>
                  <a:lnTo>
                    <a:pt x="2857" y="8150"/>
                  </a:lnTo>
                  <a:lnTo>
                    <a:pt x="3781" y="8150"/>
                  </a:lnTo>
                  <a:close/>
                  <a:moveTo>
                    <a:pt x="3781" y="8823"/>
                  </a:moveTo>
                  <a:lnTo>
                    <a:pt x="2857" y="8823"/>
                  </a:lnTo>
                  <a:lnTo>
                    <a:pt x="2857" y="10335"/>
                  </a:lnTo>
                  <a:lnTo>
                    <a:pt x="3781" y="10335"/>
                  </a:lnTo>
                  <a:close/>
                  <a:moveTo>
                    <a:pt x="3781" y="11007"/>
                  </a:moveTo>
                  <a:lnTo>
                    <a:pt x="2857" y="11007"/>
                  </a:lnTo>
                  <a:lnTo>
                    <a:pt x="2857" y="12603"/>
                  </a:lnTo>
                  <a:lnTo>
                    <a:pt x="3781" y="12603"/>
                  </a:lnTo>
                  <a:close/>
                  <a:moveTo>
                    <a:pt x="3781" y="13192"/>
                  </a:moveTo>
                  <a:lnTo>
                    <a:pt x="2857" y="13192"/>
                  </a:lnTo>
                  <a:lnTo>
                    <a:pt x="2857" y="14788"/>
                  </a:lnTo>
                  <a:lnTo>
                    <a:pt x="3781" y="14788"/>
                  </a:lnTo>
                  <a:close/>
                  <a:moveTo>
                    <a:pt x="3781" y="15376"/>
                  </a:moveTo>
                  <a:lnTo>
                    <a:pt x="2857" y="15376"/>
                  </a:lnTo>
                  <a:lnTo>
                    <a:pt x="2857" y="16972"/>
                  </a:lnTo>
                  <a:lnTo>
                    <a:pt x="3781" y="16972"/>
                  </a:lnTo>
                  <a:close/>
                  <a:moveTo>
                    <a:pt x="2269" y="19073"/>
                  </a:moveTo>
                  <a:lnTo>
                    <a:pt x="0" y="19073"/>
                  </a:lnTo>
                  <a:lnTo>
                    <a:pt x="0" y="17477"/>
                  </a:lnTo>
                  <a:lnTo>
                    <a:pt x="2269" y="17477"/>
                  </a:lnTo>
                  <a:close/>
                  <a:moveTo>
                    <a:pt x="6470" y="17645"/>
                  </a:moveTo>
                  <a:lnTo>
                    <a:pt x="4201" y="17645"/>
                  </a:lnTo>
                  <a:lnTo>
                    <a:pt x="4201" y="19157"/>
                  </a:lnTo>
                  <a:lnTo>
                    <a:pt x="6470" y="19157"/>
                  </a:lnTo>
                  <a:close/>
                  <a:moveTo>
                    <a:pt x="10839" y="17645"/>
                  </a:moveTo>
                  <a:lnTo>
                    <a:pt x="8486" y="17645"/>
                  </a:lnTo>
                  <a:lnTo>
                    <a:pt x="8486" y="19157"/>
                  </a:lnTo>
                  <a:lnTo>
                    <a:pt x="10839" y="19157"/>
                  </a:lnTo>
                  <a:close/>
                  <a:moveTo>
                    <a:pt x="15040" y="17645"/>
                  </a:moveTo>
                  <a:lnTo>
                    <a:pt x="12687" y="17645"/>
                  </a:lnTo>
                  <a:lnTo>
                    <a:pt x="12687" y="19157"/>
                  </a:lnTo>
                  <a:lnTo>
                    <a:pt x="15040" y="19157"/>
                  </a:lnTo>
                  <a:close/>
                  <a:moveTo>
                    <a:pt x="2269" y="19745"/>
                  </a:moveTo>
                  <a:lnTo>
                    <a:pt x="0" y="19745"/>
                  </a:lnTo>
                  <a:lnTo>
                    <a:pt x="0" y="21257"/>
                  </a:lnTo>
                  <a:lnTo>
                    <a:pt x="2269" y="21257"/>
                  </a:lnTo>
                  <a:close/>
                  <a:moveTo>
                    <a:pt x="6470" y="19745"/>
                  </a:moveTo>
                  <a:lnTo>
                    <a:pt x="4201" y="19745"/>
                  </a:lnTo>
                  <a:lnTo>
                    <a:pt x="4201" y="21257"/>
                  </a:lnTo>
                  <a:lnTo>
                    <a:pt x="6470" y="21257"/>
                  </a:lnTo>
                  <a:close/>
                  <a:moveTo>
                    <a:pt x="10839" y="19745"/>
                  </a:moveTo>
                  <a:lnTo>
                    <a:pt x="8486" y="19745"/>
                  </a:lnTo>
                  <a:lnTo>
                    <a:pt x="8486" y="21257"/>
                  </a:lnTo>
                  <a:lnTo>
                    <a:pt x="10839" y="21257"/>
                  </a:lnTo>
                  <a:close/>
                  <a:moveTo>
                    <a:pt x="15040" y="19745"/>
                  </a:moveTo>
                  <a:lnTo>
                    <a:pt x="12687" y="19745"/>
                  </a:lnTo>
                  <a:lnTo>
                    <a:pt x="12687" y="21257"/>
                  </a:lnTo>
                  <a:lnTo>
                    <a:pt x="15040" y="21257"/>
                  </a:lnTo>
                  <a:close/>
                  <a:moveTo>
                    <a:pt x="2269" y="21930"/>
                  </a:moveTo>
                  <a:lnTo>
                    <a:pt x="0" y="21930"/>
                  </a:lnTo>
                  <a:lnTo>
                    <a:pt x="0" y="23526"/>
                  </a:lnTo>
                  <a:lnTo>
                    <a:pt x="2269" y="23526"/>
                  </a:lnTo>
                  <a:close/>
                  <a:moveTo>
                    <a:pt x="6470" y="21930"/>
                  </a:moveTo>
                  <a:lnTo>
                    <a:pt x="4201" y="21930"/>
                  </a:lnTo>
                  <a:lnTo>
                    <a:pt x="4201" y="23526"/>
                  </a:lnTo>
                  <a:lnTo>
                    <a:pt x="6470" y="23526"/>
                  </a:lnTo>
                  <a:close/>
                  <a:moveTo>
                    <a:pt x="10839" y="21930"/>
                  </a:moveTo>
                  <a:lnTo>
                    <a:pt x="8486" y="21930"/>
                  </a:lnTo>
                  <a:lnTo>
                    <a:pt x="8486" y="23526"/>
                  </a:lnTo>
                  <a:lnTo>
                    <a:pt x="10839" y="23526"/>
                  </a:lnTo>
                  <a:close/>
                  <a:moveTo>
                    <a:pt x="15040" y="21930"/>
                  </a:moveTo>
                  <a:lnTo>
                    <a:pt x="12687" y="21930"/>
                  </a:lnTo>
                  <a:lnTo>
                    <a:pt x="12687" y="23526"/>
                  </a:lnTo>
                  <a:lnTo>
                    <a:pt x="15040" y="23526"/>
                  </a:lnTo>
                  <a:close/>
                  <a:moveTo>
                    <a:pt x="2269" y="24114"/>
                  </a:moveTo>
                  <a:lnTo>
                    <a:pt x="0" y="24114"/>
                  </a:lnTo>
                  <a:lnTo>
                    <a:pt x="0" y="25710"/>
                  </a:lnTo>
                  <a:lnTo>
                    <a:pt x="2269" y="25710"/>
                  </a:lnTo>
                  <a:close/>
                  <a:moveTo>
                    <a:pt x="6470" y="24114"/>
                  </a:moveTo>
                  <a:lnTo>
                    <a:pt x="4201" y="24114"/>
                  </a:lnTo>
                  <a:lnTo>
                    <a:pt x="4201" y="25710"/>
                  </a:lnTo>
                  <a:lnTo>
                    <a:pt x="6470" y="25710"/>
                  </a:lnTo>
                  <a:close/>
                  <a:moveTo>
                    <a:pt x="10839" y="24114"/>
                  </a:moveTo>
                  <a:lnTo>
                    <a:pt x="8486" y="24114"/>
                  </a:lnTo>
                  <a:lnTo>
                    <a:pt x="8486" y="25710"/>
                  </a:lnTo>
                  <a:lnTo>
                    <a:pt x="10839" y="25710"/>
                  </a:lnTo>
                  <a:close/>
                  <a:moveTo>
                    <a:pt x="15040" y="24114"/>
                  </a:moveTo>
                  <a:lnTo>
                    <a:pt x="12687" y="24114"/>
                  </a:lnTo>
                  <a:lnTo>
                    <a:pt x="12687" y="25710"/>
                  </a:lnTo>
                  <a:lnTo>
                    <a:pt x="15040" y="25710"/>
                  </a:lnTo>
                  <a:close/>
                  <a:moveTo>
                    <a:pt x="2269" y="26299"/>
                  </a:moveTo>
                  <a:lnTo>
                    <a:pt x="0" y="26299"/>
                  </a:lnTo>
                  <a:lnTo>
                    <a:pt x="0" y="27895"/>
                  </a:lnTo>
                  <a:lnTo>
                    <a:pt x="2269" y="27895"/>
                  </a:lnTo>
                  <a:close/>
                  <a:moveTo>
                    <a:pt x="6470" y="26299"/>
                  </a:moveTo>
                  <a:lnTo>
                    <a:pt x="4201" y="26299"/>
                  </a:lnTo>
                  <a:lnTo>
                    <a:pt x="4201" y="27895"/>
                  </a:lnTo>
                  <a:lnTo>
                    <a:pt x="6470" y="27895"/>
                  </a:lnTo>
                  <a:close/>
                  <a:moveTo>
                    <a:pt x="10839" y="26299"/>
                  </a:moveTo>
                  <a:lnTo>
                    <a:pt x="8486" y="26299"/>
                  </a:lnTo>
                  <a:lnTo>
                    <a:pt x="8486" y="27895"/>
                  </a:lnTo>
                  <a:lnTo>
                    <a:pt x="10839" y="27895"/>
                  </a:lnTo>
                  <a:close/>
                  <a:moveTo>
                    <a:pt x="15040" y="26299"/>
                  </a:moveTo>
                  <a:lnTo>
                    <a:pt x="12687" y="26299"/>
                  </a:lnTo>
                  <a:lnTo>
                    <a:pt x="12687" y="27895"/>
                  </a:lnTo>
                  <a:lnTo>
                    <a:pt x="15040" y="27895"/>
                  </a:lnTo>
                  <a:close/>
                  <a:moveTo>
                    <a:pt x="2269" y="28483"/>
                  </a:moveTo>
                  <a:lnTo>
                    <a:pt x="0" y="28483"/>
                  </a:lnTo>
                  <a:lnTo>
                    <a:pt x="0" y="30079"/>
                  </a:lnTo>
                  <a:lnTo>
                    <a:pt x="2269" y="30079"/>
                  </a:lnTo>
                  <a:close/>
                  <a:moveTo>
                    <a:pt x="6470" y="28483"/>
                  </a:moveTo>
                  <a:lnTo>
                    <a:pt x="4201" y="28483"/>
                  </a:lnTo>
                  <a:lnTo>
                    <a:pt x="4201" y="30079"/>
                  </a:lnTo>
                  <a:lnTo>
                    <a:pt x="6470" y="30079"/>
                  </a:lnTo>
                  <a:close/>
                  <a:moveTo>
                    <a:pt x="10839" y="28483"/>
                  </a:moveTo>
                  <a:lnTo>
                    <a:pt x="8486" y="28483"/>
                  </a:lnTo>
                  <a:lnTo>
                    <a:pt x="8486" y="30079"/>
                  </a:lnTo>
                  <a:lnTo>
                    <a:pt x="10839" y="30079"/>
                  </a:lnTo>
                  <a:close/>
                  <a:moveTo>
                    <a:pt x="15040" y="28483"/>
                  </a:moveTo>
                  <a:lnTo>
                    <a:pt x="12687" y="28483"/>
                  </a:lnTo>
                  <a:lnTo>
                    <a:pt x="12687" y="30079"/>
                  </a:lnTo>
                  <a:lnTo>
                    <a:pt x="15040" y="30079"/>
                  </a:lnTo>
                  <a:close/>
                  <a:moveTo>
                    <a:pt x="2269" y="30752"/>
                  </a:moveTo>
                  <a:lnTo>
                    <a:pt x="0" y="30752"/>
                  </a:lnTo>
                  <a:lnTo>
                    <a:pt x="0" y="32348"/>
                  </a:lnTo>
                  <a:lnTo>
                    <a:pt x="2269" y="32348"/>
                  </a:lnTo>
                  <a:close/>
                  <a:moveTo>
                    <a:pt x="6470" y="30752"/>
                  </a:moveTo>
                  <a:lnTo>
                    <a:pt x="4201" y="30752"/>
                  </a:lnTo>
                  <a:lnTo>
                    <a:pt x="4201" y="32348"/>
                  </a:lnTo>
                  <a:lnTo>
                    <a:pt x="6470" y="32348"/>
                  </a:lnTo>
                  <a:close/>
                  <a:moveTo>
                    <a:pt x="10839" y="30752"/>
                  </a:moveTo>
                  <a:lnTo>
                    <a:pt x="8486" y="30752"/>
                  </a:lnTo>
                  <a:lnTo>
                    <a:pt x="8486" y="32348"/>
                  </a:lnTo>
                  <a:lnTo>
                    <a:pt x="10839" y="32348"/>
                  </a:lnTo>
                  <a:close/>
                  <a:moveTo>
                    <a:pt x="15040" y="30752"/>
                  </a:moveTo>
                  <a:lnTo>
                    <a:pt x="12687" y="30752"/>
                  </a:lnTo>
                  <a:lnTo>
                    <a:pt x="12687" y="32348"/>
                  </a:lnTo>
                  <a:lnTo>
                    <a:pt x="15040" y="32348"/>
                  </a:lnTo>
                  <a:close/>
                  <a:moveTo>
                    <a:pt x="2269" y="32936"/>
                  </a:moveTo>
                  <a:lnTo>
                    <a:pt x="0" y="32936"/>
                  </a:lnTo>
                  <a:lnTo>
                    <a:pt x="0" y="34532"/>
                  </a:lnTo>
                  <a:lnTo>
                    <a:pt x="2269" y="34532"/>
                  </a:lnTo>
                  <a:close/>
                  <a:moveTo>
                    <a:pt x="6470" y="32936"/>
                  </a:moveTo>
                  <a:lnTo>
                    <a:pt x="4201" y="32936"/>
                  </a:lnTo>
                  <a:lnTo>
                    <a:pt x="4201" y="34532"/>
                  </a:lnTo>
                  <a:lnTo>
                    <a:pt x="6470" y="34532"/>
                  </a:lnTo>
                  <a:close/>
                  <a:moveTo>
                    <a:pt x="10839" y="32936"/>
                  </a:moveTo>
                  <a:lnTo>
                    <a:pt x="8486" y="32936"/>
                  </a:lnTo>
                  <a:lnTo>
                    <a:pt x="8486" y="34532"/>
                  </a:lnTo>
                  <a:lnTo>
                    <a:pt x="10839" y="34532"/>
                  </a:lnTo>
                  <a:close/>
                  <a:moveTo>
                    <a:pt x="15040" y="32936"/>
                  </a:moveTo>
                  <a:lnTo>
                    <a:pt x="12687" y="32936"/>
                  </a:lnTo>
                  <a:lnTo>
                    <a:pt x="12687" y="34532"/>
                  </a:lnTo>
                  <a:lnTo>
                    <a:pt x="15040" y="34532"/>
                  </a:lnTo>
                  <a:close/>
                  <a:moveTo>
                    <a:pt x="12267" y="19073"/>
                  </a:moveTo>
                  <a:lnTo>
                    <a:pt x="11343" y="19073"/>
                  </a:lnTo>
                  <a:lnTo>
                    <a:pt x="11343" y="17477"/>
                  </a:lnTo>
                  <a:lnTo>
                    <a:pt x="12267" y="17477"/>
                  </a:lnTo>
                  <a:close/>
                  <a:moveTo>
                    <a:pt x="12267" y="19745"/>
                  </a:moveTo>
                  <a:lnTo>
                    <a:pt x="11343" y="19745"/>
                  </a:lnTo>
                  <a:lnTo>
                    <a:pt x="11343" y="21257"/>
                  </a:lnTo>
                  <a:lnTo>
                    <a:pt x="12267" y="21257"/>
                  </a:lnTo>
                  <a:close/>
                  <a:moveTo>
                    <a:pt x="12267" y="21930"/>
                  </a:moveTo>
                  <a:lnTo>
                    <a:pt x="11343" y="21930"/>
                  </a:lnTo>
                  <a:lnTo>
                    <a:pt x="11343" y="23526"/>
                  </a:lnTo>
                  <a:lnTo>
                    <a:pt x="12267" y="23526"/>
                  </a:lnTo>
                  <a:close/>
                  <a:moveTo>
                    <a:pt x="12267" y="24114"/>
                  </a:moveTo>
                  <a:lnTo>
                    <a:pt x="11343" y="24114"/>
                  </a:lnTo>
                  <a:lnTo>
                    <a:pt x="11343" y="25710"/>
                  </a:lnTo>
                  <a:lnTo>
                    <a:pt x="12267" y="25710"/>
                  </a:lnTo>
                  <a:close/>
                  <a:moveTo>
                    <a:pt x="12267" y="26299"/>
                  </a:moveTo>
                  <a:lnTo>
                    <a:pt x="11343" y="26299"/>
                  </a:lnTo>
                  <a:lnTo>
                    <a:pt x="11343" y="27895"/>
                  </a:lnTo>
                  <a:lnTo>
                    <a:pt x="12267" y="27895"/>
                  </a:lnTo>
                  <a:close/>
                  <a:moveTo>
                    <a:pt x="12267" y="28483"/>
                  </a:moveTo>
                  <a:lnTo>
                    <a:pt x="11343" y="28483"/>
                  </a:lnTo>
                  <a:lnTo>
                    <a:pt x="11343" y="30079"/>
                  </a:lnTo>
                  <a:lnTo>
                    <a:pt x="12267" y="30079"/>
                  </a:lnTo>
                  <a:close/>
                  <a:moveTo>
                    <a:pt x="12267" y="30752"/>
                  </a:moveTo>
                  <a:lnTo>
                    <a:pt x="11343" y="30752"/>
                  </a:lnTo>
                  <a:lnTo>
                    <a:pt x="11343" y="32348"/>
                  </a:lnTo>
                  <a:lnTo>
                    <a:pt x="12267" y="32348"/>
                  </a:lnTo>
                  <a:close/>
                  <a:moveTo>
                    <a:pt x="12267" y="32936"/>
                  </a:moveTo>
                  <a:lnTo>
                    <a:pt x="11343" y="32936"/>
                  </a:lnTo>
                  <a:lnTo>
                    <a:pt x="11343" y="34532"/>
                  </a:lnTo>
                  <a:lnTo>
                    <a:pt x="12267" y="34532"/>
                  </a:lnTo>
                  <a:close/>
                  <a:moveTo>
                    <a:pt x="7982" y="19073"/>
                  </a:moveTo>
                  <a:lnTo>
                    <a:pt x="7058" y="19073"/>
                  </a:lnTo>
                  <a:lnTo>
                    <a:pt x="7058" y="17477"/>
                  </a:lnTo>
                  <a:lnTo>
                    <a:pt x="7982" y="17477"/>
                  </a:lnTo>
                  <a:close/>
                  <a:moveTo>
                    <a:pt x="7982" y="19745"/>
                  </a:moveTo>
                  <a:lnTo>
                    <a:pt x="7058" y="19745"/>
                  </a:lnTo>
                  <a:lnTo>
                    <a:pt x="7058" y="21257"/>
                  </a:lnTo>
                  <a:lnTo>
                    <a:pt x="7982" y="21257"/>
                  </a:lnTo>
                  <a:close/>
                  <a:moveTo>
                    <a:pt x="7982" y="21930"/>
                  </a:moveTo>
                  <a:lnTo>
                    <a:pt x="7058" y="21930"/>
                  </a:lnTo>
                  <a:lnTo>
                    <a:pt x="7058" y="23526"/>
                  </a:lnTo>
                  <a:lnTo>
                    <a:pt x="7982" y="23526"/>
                  </a:lnTo>
                  <a:close/>
                  <a:moveTo>
                    <a:pt x="7982" y="24114"/>
                  </a:moveTo>
                  <a:lnTo>
                    <a:pt x="7058" y="24114"/>
                  </a:lnTo>
                  <a:lnTo>
                    <a:pt x="7058" y="25710"/>
                  </a:lnTo>
                  <a:lnTo>
                    <a:pt x="7982" y="25710"/>
                  </a:lnTo>
                  <a:close/>
                  <a:moveTo>
                    <a:pt x="7982" y="26299"/>
                  </a:moveTo>
                  <a:lnTo>
                    <a:pt x="7058" y="26299"/>
                  </a:lnTo>
                  <a:lnTo>
                    <a:pt x="7058" y="27895"/>
                  </a:lnTo>
                  <a:lnTo>
                    <a:pt x="7982" y="27895"/>
                  </a:lnTo>
                  <a:close/>
                  <a:moveTo>
                    <a:pt x="7982" y="28483"/>
                  </a:moveTo>
                  <a:lnTo>
                    <a:pt x="7058" y="28483"/>
                  </a:lnTo>
                  <a:lnTo>
                    <a:pt x="7058" y="30079"/>
                  </a:lnTo>
                  <a:lnTo>
                    <a:pt x="7982" y="30079"/>
                  </a:lnTo>
                  <a:close/>
                  <a:moveTo>
                    <a:pt x="7982" y="30752"/>
                  </a:moveTo>
                  <a:lnTo>
                    <a:pt x="7058" y="30752"/>
                  </a:lnTo>
                  <a:lnTo>
                    <a:pt x="7058" y="32348"/>
                  </a:lnTo>
                  <a:lnTo>
                    <a:pt x="7982" y="32348"/>
                  </a:lnTo>
                  <a:close/>
                  <a:moveTo>
                    <a:pt x="7982" y="32936"/>
                  </a:moveTo>
                  <a:lnTo>
                    <a:pt x="7058" y="32936"/>
                  </a:lnTo>
                  <a:lnTo>
                    <a:pt x="7058" y="34532"/>
                  </a:lnTo>
                  <a:lnTo>
                    <a:pt x="7982" y="34532"/>
                  </a:lnTo>
                  <a:close/>
                  <a:moveTo>
                    <a:pt x="3781" y="19073"/>
                  </a:moveTo>
                  <a:lnTo>
                    <a:pt x="2857" y="19073"/>
                  </a:lnTo>
                  <a:lnTo>
                    <a:pt x="2857" y="17477"/>
                  </a:lnTo>
                  <a:lnTo>
                    <a:pt x="3781" y="17477"/>
                  </a:lnTo>
                  <a:close/>
                  <a:moveTo>
                    <a:pt x="3781" y="19745"/>
                  </a:moveTo>
                  <a:lnTo>
                    <a:pt x="2857" y="19745"/>
                  </a:lnTo>
                  <a:lnTo>
                    <a:pt x="2857" y="21257"/>
                  </a:lnTo>
                  <a:lnTo>
                    <a:pt x="3781" y="21257"/>
                  </a:lnTo>
                  <a:close/>
                  <a:moveTo>
                    <a:pt x="3781" y="21930"/>
                  </a:moveTo>
                  <a:lnTo>
                    <a:pt x="2857" y="21930"/>
                  </a:lnTo>
                  <a:lnTo>
                    <a:pt x="2857" y="23526"/>
                  </a:lnTo>
                  <a:lnTo>
                    <a:pt x="3781" y="23526"/>
                  </a:lnTo>
                  <a:close/>
                  <a:moveTo>
                    <a:pt x="3781" y="24114"/>
                  </a:moveTo>
                  <a:lnTo>
                    <a:pt x="2857" y="24114"/>
                  </a:lnTo>
                  <a:lnTo>
                    <a:pt x="2857" y="25710"/>
                  </a:lnTo>
                  <a:lnTo>
                    <a:pt x="3781" y="25710"/>
                  </a:lnTo>
                  <a:close/>
                  <a:moveTo>
                    <a:pt x="3781" y="26299"/>
                  </a:moveTo>
                  <a:lnTo>
                    <a:pt x="2857" y="26299"/>
                  </a:lnTo>
                  <a:lnTo>
                    <a:pt x="2857" y="27895"/>
                  </a:lnTo>
                  <a:lnTo>
                    <a:pt x="3781" y="27895"/>
                  </a:lnTo>
                  <a:close/>
                  <a:moveTo>
                    <a:pt x="3781" y="28483"/>
                  </a:moveTo>
                  <a:lnTo>
                    <a:pt x="2857" y="28483"/>
                  </a:lnTo>
                  <a:lnTo>
                    <a:pt x="2857" y="30079"/>
                  </a:lnTo>
                  <a:lnTo>
                    <a:pt x="3781" y="30079"/>
                  </a:lnTo>
                  <a:close/>
                  <a:moveTo>
                    <a:pt x="3781" y="30752"/>
                  </a:moveTo>
                  <a:lnTo>
                    <a:pt x="2857" y="30752"/>
                  </a:lnTo>
                  <a:lnTo>
                    <a:pt x="2857" y="32348"/>
                  </a:lnTo>
                  <a:lnTo>
                    <a:pt x="3781" y="32348"/>
                  </a:lnTo>
                  <a:close/>
                  <a:moveTo>
                    <a:pt x="3781" y="32936"/>
                  </a:moveTo>
                  <a:lnTo>
                    <a:pt x="2857" y="32936"/>
                  </a:lnTo>
                  <a:lnTo>
                    <a:pt x="2857" y="34532"/>
                  </a:lnTo>
                  <a:lnTo>
                    <a:pt x="3781" y="34532"/>
                  </a:lnTo>
                  <a:close/>
                  <a:moveTo>
                    <a:pt x="2269" y="36633"/>
                  </a:moveTo>
                  <a:lnTo>
                    <a:pt x="0" y="36633"/>
                  </a:lnTo>
                  <a:lnTo>
                    <a:pt x="0" y="35037"/>
                  </a:lnTo>
                  <a:lnTo>
                    <a:pt x="2269" y="35037"/>
                  </a:lnTo>
                  <a:close/>
                  <a:moveTo>
                    <a:pt x="6470" y="35037"/>
                  </a:moveTo>
                  <a:lnTo>
                    <a:pt x="4201" y="35037"/>
                  </a:lnTo>
                  <a:lnTo>
                    <a:pt x="4201" y="36633"/>
                  </a:lnTo>
                  <a:lnTo>
                    <a:pt x="6470" y="36633"/>
                  </a:lnTo>
                  <a:close/>
                  <a:moveTo>
                    <a:pt x="10839" y="35037"/>
                  </a:moveTo>
                  <a:lnTo>
                    <a:pt x="8486" y="35037"/>
                  </a:lnTo>
                  <a:lnTo>
                    <a:pt x="8486" y="36633"/>
                  </a:lnTo>
                  <a:lnTo>
                    <a:pt x="10839" y="36633"/>
                  </a:lnTo>
                  <a:close/>
                  <a:moveTo>
                    <a:pt x="15040" y="35037"/>
                  </a:moveTo>
                  <a:lnTo>
                    <a:pt x="12687" y="35037"/>
                  </a:lnTo>
                  <a:lnTo>
                    <a:pt x="12687" y="36633"/>
                  </a:lnTo>
                  <a:lnTo>
                    <a:pt x="15040" y="36633"/>
                  </a:lnTo>
                  <a:close/>
                  <a:moveTo>
                    <a:pt x="2269" y="37221"/>
                  </a:moveTo>
                  <a:lnTo>
                    <a:pt x="0" y="37221"/>
                  </a:lnTo>
                  <a:lnTo>
                    <a:pt x="0" y="38817"/>
                  </a:lnTo>
                  <a:lnTo>
                    <a:pt x="2269" y="38817"/>
                  </a:lnTo>
                  <a:close/>
                  <a:moveTo>
                    <a:pt x="6470" y="37221"/>
                  </a:moveTo>
                  <a:lnTo>
                    <a:pt x="4201" y="37221"/>
                  </a:lnTo>
                  <a:lnTo>
                    <a:pt x="4201" y="38817"/>
                  </a:lnTo>
                  <a:lnTo>
                    <a:pt x="6470" y="38817"/>
                  </a:lnTo>
                  <a:close/>
                  <a:moveTo>
                    <a:pt x="10839" y="37221"/>
                  </a:moveTo>
                  <a:lnTo>
                    <a:pt x="8486" y="37221"/>
                  </a:lnTo>
                  <a:lnTo>
                    <a:pt x="8486" y="38817"/>
                  </a:lnTo>
                  <a:lnTo>
                    <a:pt x="10839" y="38817"/>
                  </a:lnTo>
                  <a:close/>
                  <a:moveTo>
                    <a:pt x="15040" y="37221"/>
                  </a:moveTo>
                  <a:lnTo>
                    <a:pt x="12687" y="37221"/>
                  </a:lnTo>
                  <a:lnTo>
                    <a:pt x="12687" y="38817"/>
                  </a:lnTo>
                  <a:lnTo>
                    <a:pt x="15040" y="38817"/>
                  </a:lnTo>
                  <a:close/>
                  <a:moveTo>
                    <a:pt x="2269" y="39490"/>
                  </a:moveTo>
                  <a:lnTo>
                    <a:pt x="0" y="39490"/>
                  </a:lnTo>
                  <a:lnTo>
                    <a:pt x="0" y="41002"/>
                  </a:lnTo>
                  <a:lnTo>
                    <a:pt x="2269" y="41002"/>
                  </a:lnTo>
                  <a:close/>
                  <a:moveTo>
                    <a:pt x="6470" y="39490"/>
                  </a:moveTo>
                  <a:lnTo>
                    <a:pt x="4201" y="39490"/>
                  </a:lnTo>
                  <a:lnTo>
                    <a:pt x="4201" y="41002"/>
                  </a:lnTo>
                  <a:lnTo>
                    <a:pt x="6470" y="41002"/>
                  </a:lnTo>
                  <a:close/>
                  <a:moveTo>
                    <a:pt x="10839" y="39490"/>
                  </a:moveTo>
                  <a:lnTo>
                    <a:pt x="8486" y="39490"/>
                  </a:lnTo>
                  <a:lnTo>
                    <a:pt x="8486" y="41002"/>
                  </a:lnTo>
                  <a:lnTo>
                    <a:pt x="10839" y="41002"/>
                  </a:lnTo>
                  <a:close/>
                  <a:moveTo>
                    <a:pt x="15040" y="39490"/>
                  </a:moveTo>
                  <a:lnTo>
                    <a:pt x="12687" y="39490"/>
                  </a:lnTo>
                  <a:lnTo>
                    <a:pt x="12687" y="41002"/>
                  </a:lnTo>
                  <a:lnTo>
                    <a:pt x="15040" y="41002"/>
                  </a:lnTo>
                  <a:close/>
                  <a:moveTo>
                    <a:pt x="2269" y="41674"/>
                  </a:moveTo>
                  <a:lnTo>
                    <a:pt x="0" y="41674"/>
                  </a:lnTo>
                  <a:lnTo>
                    <a:pt x="0" y="43271"/>
                  </a:lnTo>
                  <a:lnTo>
                    <a:pt x="2269" y="43271"/>
                  </a:lnTo>
                  <a:close/>
                  <a:moveTo>
                    <a:pt x="6470" y="41674"/>
                  </a:moveTo>
                  <a:lnTo>
                    <a:pt x="4201" y="41674"/>
                  </a:lnTo>
                  <a:lnTo>
                    <a:pt x="4201" y="43271"/>
                  </a:lnTo>
                  <a:lnTo>
                    <a:pt x="6470" y="43271"/>
                  </a:lnTo>
                  <a:close/>
                  <a:moveTo>
                    <a:pt x="10839" y="41674"/>
                  </a:moveTo>
                  <a:lnTo>
                    <a:pt x="8486" y="41674"/>
                  </a:lnTo>
                  <a:lnTo>
                    <a:pt x="8486" y="43271"/>
                  </a:lnTo>
                  <a:lnTo>
                    <a:pt x="10839" y="43271"/>
                  </a:lnTo>
                  <a:close/>
                  <a:moveTo>
                    <a:pt x="15040" y="41674"/>
                  </a:moveTo>
                  <a:lnTo>
                    <a:pt x="12687" y="41674"/>
                  </a:lnTo>
                  <a:lnTo>
                    <a:pt x="12687" y="43271"/>
                  </a:lnTo>
                  <a:lnTo>
                    <a:pt x="15040" y="43271"/>
                  </a:lnTo>
                  <a:close/>
                  <a:moveTo>
                    <a:pt x="2269" y="43859"/>
                  </a:moveTo>
                  <a:lnTo>
                    <a:pt x="0" y="43859"/>
                  </a:lnTo>
                  <a:lnTo>
                    <a:pt x="0" y="45455"/>
                  </a:lnTo>
                  <a:lnTo>
                    <a:pt x="2269" y="45455"/>
                  </a:lnTo>
                  <a:close/>
                  <a:moveTo>
                    <a:pt x="6470" y="43859"/>
                  </a:moveTo>
                  <a:lnTo>
                    <a:pt x="4201" y="43859"/>
                  </a:lnTo>
                  <a:lnTo>
                    <a:pt x="4201" y="45455"/>
                  </a:lnTo>
                  <a:lnTo>
                    <a:pt x="6470" y="45455"/>
                  </a:lnTo>
                  <a:close/>
                  <a:moveTo>
                    <a:pt x="10839" y="43859"/>
                  </a:moveTo>
                  <a:lnTo>
                    <a:pt x="8486" y="43859"/>
                  </a:lnTo>
                  <a:lnTo>
                    <a:pt x="8486" y="45455"/>
                  </a:lnTo>
                  <a:lnTo>
                    <a:pt x="10839" y="45455"/>
                  </a:lnTo>
                  <a:close/>
                  <a:moveTo>
                    <a:pt x="15040" y="43859"/>
                  </a:moveTo>
                  <a:lnTo>
                    <a:pt x="12687" y="43859"/>
                  </a:lnTo>
                  <a:lnTo>
                    <a:pt x="12687" y="45455"/>
                  </a:lnTo>
                  <a:lnTo>
                    <a:pt x="15040" y="45455"/>
                  </a:lnTo>
                  <a:close/>
                  <a:moveTo>
                    <a:pt x="2269" y="46043"/>
                  </a:moveTo>
                  <a:lnTo>
                    <a:pt x="0" y="46043"/>
                  </a:lnTo>
                  <a:lnTo>
                    <a:pt x="0" y="47640"/>
                  </a:lnTo>
                  <a:lnTo>
                    <a:pt x="2269" y="47640"/>
                  </a:lnTo>
                  <a:close/>
                  <a:moveTo>
                    <a:pt x="6470" y="46043"/>
                  </a:moveTo>
                  <a:lnTo>
                    <a:pt x="4201" y="46043"/>
                  </a:lnTo>
                  <a:lnTo>
                    <a:pt x="4201" y="47640"/>
                  </a:lnTo>
                  <a:lnTo>
                    <a:pt x="6470" y="47640"/>
                  </a:lnTo>
                  <a:close/>
                  <a:moveTo>
                    <a:pt x="10839" y="46043"/>
                  </a:moveTo>
                  <a:lnTo>
                    <a:pt x="8486" y="46043"/>
                  </a:lnTo>
                  <a:lnTo>
                    <a:pt x="8486" y="47640"/>
                  </a:lnTo>
                  <a:lnTo>
                    <a:pt x="10839" y="47640"/>
                  </a:lnTo>
                  <a:close/>
                  <a:moveTo>
                    <a:pt x="15040" y="46043"/>
                  </a:moveTo>
                  <a:lnTo>
                    <a:pt x="12687" y="46043"/>
                  </a:lnTo>
                  <a:lnTo>
                    <a:pt x="12687" y="47640"/>
                  </a:lnTo>
                  <a:lnTo>
                    <a:pt x="15040" y="47640"/>
                  </a:lnTo>
                  <a:close/>
                  <a:moveTo>
                    <a:pt x="2269" y="48312"/>
                  </a:moveTo>
                  <a:lnTo>
                    <a:pt x="0" y="48312"/>
                  </a:lnTo>
                  <a:lnTo>
                    <a:pt x="0" y="49824"/>
                  </a:lnTo>
                  <a:lnTo>
                    <a:pt x="2269" y="49824"/>
                  </a:lnTo>
                  <a:close/>
                  <a:moveTo>
                    <a:pt x="6470" y="48312"/>
                  </a:moveTo>
                  <a:lnTo>
                    <a:pt x="4201" y="48312"/>
                  </a:lnTo>
                  <a:lnTo>
                    <a:pt x="4201" y="49824"/>
                  </a:lnTo>
                  <a:lnTo>
                    <a:pt x="6470" y="49824"/>
                  </a:lnTo>
                  <a:close/>
                  <a:moveTo>
                    <a:pt x="10839" y="48312"/>
                  </a:moveTo>
                  <a:lnTo>
                    <a:pt x="8486" y="48312"/>
                  </a:lnTo>
                  <a:lnTo>
                    <a:pt x="8486" y="49824"/>
                  </a:lnTo>
                  <a:lnTo>
                    <a:pt x="10839" y="49824"/>
                  </a:lnTo>
                  <a:close/>
                  <a:moveTo>
                    <a:pt x="15040" y="48312"/>
                  </a:moveTo>
                  <a:lnTo>
                    <a:pt x="12687" y="48312"/>
                  </a:lnTo>
                  <a:lnTo>
                    <a:pt x="12687" y="49824"/>
                  </a:lnTo>
                  <a:lnTo>
                    <a:pt x="15040" y="49824"/>
                  </a:lnTo>
                  <a:close/>
                  <a:moveTo>
                    <a:pt x="2269" y="50412"/>
                  </a:moveTo>
                  <a:lnTo>
                    <a:pt x="0" y="50412"/>
                  </a:lnTo>
                  <a:lnTo>
                    <a:pt x="0" y="51925"/>
                  </a:lnTo>
                  <a:lnTo>
                    <a:pt x="2269" y="51925"/>
                  </a:lnTo>
                  <a:close/>
                  <a:moveTo>
                    <a:pt x="6470" y="50412"/>
                  </a:moveTo>
                  <a:lnTo>
                    <a:pt x="4201" y="50412"/>
                  </a:lnTo>
                  <a:lnTo>
                    <a:pt x="4201" y="51925"/>
                  </a:lnTo>
                  <a:lnTo>
                    <a:pt x="6470" y="51925"/>
                  </a:lnTo>
                  <a:close/>
                  <a:moveTo>
                    <a:pt x="10839" y="50412"/>
                  </a:moveTo>
                  <a:lnTo>
                    <a:pt x="8486" y="50412"/>
                  </a:lnTo>
                  <a:lnTo>
                    <a:pt x="8486" y="51925"/>
                  </a:lnTo>
                  <a:lnTo>
                    <a:pt x="10839" y="51925"/>
                  </a:lnTo>
                  <a:close/>
                  <a:moveTo>
                    <a:pt x="15040" y="50412"/>
                  </a:moveTo>
                  <a:lnTo>
                    <a:pt x="12687" y="50412"/>
                  </a:lnTo>
                  <a:lnTo>
                    <a:pt x="12687" y="51925"/>
                  </a:lnTo>
                  <a:lnTo>
                    <a:pt x="15040" y="51925"/>
                  </a:lnTo>
                  <a:close/>
                  <a:moveTo>
                    <a:pt x="12267" y="36633"/>
                  </a:moveTo>
                  <a:lnTo>
                    <a:pt x="11343" y="36633"/>
                  </a:lnTo>
                  <a:lnTo>
                    <a:pt x="11343" y="35037"/>
                  </a:lnTo>
                  <a:lnTo>
                    <a:pt x="12267" y="35037"/>
                  </a:lnTo>
                  <a:close/>
                  <a:moveTo>
                    <a:pt x="12267" y="37221"/>
                  </a:moveTo>
                  <a:lnTo>
                    <a:pt x="11343" y="37221"/>
                  </a:lnTo>
                  <a:lnTo>
                    <a:pt x="11343" y="38817"/>
                  </a:lnTo>
                  <a:lnTo>
                    <a:pt x="12267" y="38817"/>
                  </a:lnTo>
                  <a:close/>
                  <a:moveTo>
                    <a:pt x="12267" y="39490"/>
                  </a:moveTo>
                  <a:lnTo>
                    <a:pt x="11343" y="39490"/>
                  </a:lnTo>
                  <a:lnTo>
                    <a:pt x="11343" y="41002"/>
                  </a:lnTo>
                  <a:lnTo>
                    <a:pt x="12267" y="41002"/>
                  </a:lnTo>
                  <a:close/>
                  <a:moveTo>
                    <a:pt x="12267" y="41674"/>
                  </a:moveTo>
                  <a:lnTo>
                    <a:pt x="11343" y="41674"/>
                  </a:lnTo>
                  <a:lnTo>
                    <a:pt x="11343" y="43271"/>
                  </a:lnTo>
                  <a:lnTo>
                    <a:pt x="12267" y="43271"/>
                  </a:lnTo>
                  <a:close/>
                  <a:moveTo>
                    <a:pt x="12267" y="43859"/>
                  </a:moveTo>
                  <a:lnTo>
                    <a:pt x="11343" y="43859"/>
                  </a:lnTo>
                  <a:lnTo>
                    <a:pt x="11343" y="45455"/>
                  </a:lnTo>
                  <a:lnTo>
                    <a:pt x="12267" y="45455"/>
                  </a:lnTo>
                  <a:close/>
                  <a:moveTo>
                    <a:pt x="12267" y="46043"/>
                  </a:moveTo>
                  <a:lnTo>
                    <a:pt x="11343" y="46043"/>
                  </a:lnTo>
                  <a:lnTo>
                    <a:pt x="11343" y="47640"/>
                  </a:lnTo>
                  <a:lnTo>
                    <a:pt x="12267" y="47640"/>
                  </a:lnTo>
                  <a:close/>
                  <a:moveTo>
                    <a:pt x="12267" y="48312"/>
                  </a:moveTo>
                  <a:lnTo>
                    <a:pt x="11343" y="48312"/>
                  </a:lnTo>
                  <a:lnTo>
                    <a:pt x="11343" y="49824"/>
                  </a:lnTo>
                  <a:lnTo>
                    <a:pt x="12267" y="49824"/>
                  </a:lnTo>
                  <a:close/>
                  <a:moveTo>
                    <a:pt x="12267" y="50412"/>
                  </a:moveTo>
                  <a:lnTo>
                    <a:pt x="11343" y="50412"/>
                  </a:lnTo>
                  <a:lnTo>
                    <a:pt x="11343" y="51925"/>
                  </a:lnTo>
                  <a:lnTo>
                    <a:pt x="12267" y="51925"/>
                  </a:lnTo>
                  <a:close/>
                  <a:moveTo>
                    <a:pt x="7982" y="36633"/>
                  </a:moveTo>
                  <a:lnTo>
                    <a:pt x="7058" y="36633"/>
                  </a:lnTo>
                  <a:lnTo>
                    <a:pt x="7058" y="35037"/>
                  </a:lnTo>
                  <a:lnTo>
                    <a:pt x="7982" y="35037"/>
                  </a:lnTo>
                  <a:close/>
                  <a:moveTo>
                    <a:pt x="7982" y="37221"/>
                  </a:moveTo>
                  <a:lnTo>
                    <a:pt x="7058" y="37221"/>
                  </a:lnTo>
                  <a:lnTo>
                    <a:pt x="7058" y="38817"/>
                  </a:lnTo>
                  <a:lnTo>
                    <a:pt x="7982" y="38817"/>
                  </a:lnTo>
                  <a:close/>
                  <a:moveTo>
                    <a:pt x="7982" y="39490"/>
                  </a:moveTo>
                  <a:lnTo>
                    <a:pt x="7058" y="39490"/>
                  </a:lnTo>
                  <a:lnTo>
                    <a:pt x="7058" y="41002"/>
                  </a:lnTo>
                  <a:lnTo>
                    <a:pt x="7982" y="41002"/>
                  </a:lnTo>
                  <a:close/>
                  <a:moveTo>
                    <a:pt x="7982" y="41674"/>
                  </a:moveTo>
                  <a:lnTo>
                    <a:pt x="7058" y="41674"/>
                  </a:lnTo>
                  <a:lnTo>
                    <a:pt x="7058" y="43271"/>
                  </a:lnTo>
                  <a:lnTo>
                    <a:pt x="7982" y="43271"/>
                  </a:lnTo>
                  <a:close/>
                  <a:moveTo>
                    <a:pt x="7982" y="43859"/>
                  </a:moveTo>
                  <a:lnTo>
                    <a:pt x="7058" y="43859"/>
                  </a:lnTo>
                  <a:lnTo>
                    <a:pt x="7058" y="45455"/>
                  </a:lnTo>
                  <a:lnTo>
                    <a:pt x="7982" y="45455"/>
                  </a:lnTo>
                  <a:close/>
                  <a:moveTo>
                    <a:pt x="7982" y="46043"/>
                  </a:moveTo>
                  <a:lnTo>
                    <a:pt x="7058" y="46043"/>
                  </a:lnTo>
                  <a:lnTo>
                    <a:pt x="7058" y="47640"/>
                  </a:lnTo>
                  <a:lnTo>
                    <a:pt x="7982" y="47640"/>
                  </a:lnTo>
                  <a:close/>
                  <a:moveTo>
                    <a:pt x="7982" y="48312"/>
                  </a:moveTo>
                  <a:lnTo>
                    <a:pt x="7058" y="48312"/>
                  </a:lnTo>
                  <a:lnTo>
                    <a:pt x="7058" y="49824"/>
                  </a:lnTo>
                  <a:lnTo>
                    <a:pt x="7982" y="49824"/>
                  </a:lnTo>
                  <a:close/>
                  <a:moveTo>
                    <a:pt x="7982" y="50412"/>
                  </a:moveTo>
                  <a:lnTo>
                    <a:pt x="7058" y="50412"/>
                  </a:lnTo>
                  <a:lnTo>
                    <a:pt x="7058" y="51925"/>
                  </a:lnTo>
                  <a:lnTo>
                    <a:pt x="7982" y="51925"/>
                  </a:lnTo>
                  <a:close/>
                  <a:moveTo>
                    <a:pt x="3781" y="36633"/>
                  </a:moveTo>
                  <a:lnTo>
                    <a:pt x="2857" y="36633"/>
                  </a:lnTo>
                  <a:lnTo>
                    <a:pt x="2857" y="35037"/>
                  </a:lnTo>
                  <a:lnTo>
                    <a:pt x="3781" y="35037"/>
                  </a:lnTo>
                  <a:close/>
                  <a:moveTo>
                    <a:pt x="3781" y="37221"/>
                  </a:moveTo>
                  <a:lnTo>
                    <a:pt x="2857" y="37221"/>
                  </a:lnTo>
                  <a:lnTo>
                    <a:pt x="2857" y="38817"/>
                  </a:lnTo>
                  <a:lnTo>
                    <a:pt x="3781" y="38817"/>
                  </a:lnTo>
                  <a:close/>
                  <a:moveTo>
                    <a:pt x="3781" y="39490"/>
                  </a:moveTo>
                  <a:lnTo>
                    <a:pt x="2857" y="39490"/>
                  </a:lnTo>
                  <a:lnTo>
                    <a:pt x="2857" y="41002"/>
                  </a:lnTo>
                  <a:lnTo>
                    <a:pt x="3781" y="41002"/>
                  </a:lnTo>
                  <a:close/>
                  <a:moveTo>
                    <a:pt x="3781" y="41674"/>
                  </a:moveTo>
                  <a:lnTo>
                    <a:pt x="2857" y="41674"/>
                  </a:lnTo>
                  <a:lnTo>
                    <a:pt x="2857" y="43271"/>
                  </a:lnTo>
                  <a:lnTo>
                    <a:pt x="3781" y="43271"/>
                  </a:lnTo>
                  <a:close/>
                  <a:moveTo>
                    <a:pt x="3781" y="43859"/>
                  </a:moveTo>
                  <a:lnTo>
                    <a:pt x="2857" y="43859"/>
                  </a:lnTo>
                  <a:lnTo>
                    <a:pt x="2857" y="45455"/>
                  </a:lnTo>
                  <a:lnTo>
                    <a:pt x="3781" y="45455"/>
                  </a:lnTo>
                  <a:close/>
                  <a:moveTo>
                    <a:pt x="3781" y="46043"/>
                  </a:moveTo>
                  <a:lnTo>
                    <a:pt x="2857" y="46043"/>
                  </a:lnTo>
                  <a:lnTo>
                    <a:pt x="2857" y="47640"/>
                  </a:lnTo>
                  <a:lnTo>
                    <a:pt x="3781" y="47640"/>
                  </a:lnTo>
                  <a:close/>
                  <a:moveTo>
                    <a:pt x="3781" y="48312"/>
                  </a:moveTo>
                  <a:lnTo>
                    <a:pt x="2857" y="48312"/>
                  </a:lnTo>
                  <a:lnTo>
                    <a:pt x="2857" y="49824"/>
                  </a:lnTo>
                  <a:lnTo>
                    <a:pt x="3781" y="49824"/>
                  </a:lnTo>
                  <a:close/>
                  <a:moveTo>
                    <a:pt x="3781" y="50412"/>
                  </a:moveTo>
                  <a:lnTo>
                    <a:pt x="2857" y="50412"/>
                  </a:lnTo>
                  <a:lnTo>
                    <a:pt x="2857" y="51925"/>
                  </a:lnTo>
                  <a:lnTo>
                    <a:pt x="3781" y="51925"/>
                  </a:lnTo>
                  <a:close/>
                </a:path>
              </a:pathLst>
            </a:custGeom>
            <a:solidFill>
              <a:srgbClr val="55AD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9"/>
            <p:cNvSpPr/>
            <p:nvPr/>
          </p:nvSpPr>
          <p:spPr>
            <a:xfrm flipH="1">
              <a:off x="386760" y="3008603"/>
              <a:ext cx="82973" cy="520941"/>
            </a:xfrm>
            <a:custGeom>
              <a:avLst/>
              <a:gdLst/>
              <a:ahLst/>
              <a:cxnLst/>
              <a:rect l="l" t="t" r="r" b="b"/>
              <a:pathLst>
                <a:path w="2690" h="16889" extrusionOk="0">
                  <a:moveTo>
                    <a:pt x="1" y="1"/>
                  </a:moveTo>
                  <a:lnTo>
                    <a:pt x="1" y="1597"/>
                  </a:lnTo>
                  <a:lnTo>
                    <a:pt x="421" y="1597"/>
                  </a:lnTo>
                  <a:lnTo>
                    <a:pt x="421" y="1"/>
                  </a:lnTo>
                  <a:close/>
                  <a:moveTo>
                    <a:pt x="841" y="1"/>
                  </a:moveTo>
                  <a:lnTo>
                    <a:pt x="841" y="1597"/>
                  </a:lnTo>
                  <a:lnTo>
                    <a:pt x="1261" y="1597"/>
                  </a:lnTo>
                  <a:lnTo>
                    <a:pt x="1261" y="1"/>
                  </a:lnTo>
                  <a:close/>
                  <a:moveTo>
                    <a:pt x="1597" y="1"/>
                  </a:moveTo>
                  <a:lnTo>
                    <a:pt x="1597" y="1597"/>
                  </a:lnTo>
                  <a:lnTo>
                    <a:pt x="2017" y="1597"/>
                  </a:lnTo>
                  <a:lnTo>
                    <a:pt x="2017" y="1"/>
                  </a:lnTo>
                  <a:close/>
                  <a:moveTo>
                    <a:pt x="2269" y="1"/>
                  </a:moveTo>
                  <a:lnTo>
                    <a:pt x="2269" y="1597"/>
                  </a:lnTo>
                  <a:lnTo>
                    <a:pt x="2690" y="1597"/>
                  </a:lnTo>
                  <a:lnTo>
                    <a:pt x="2690" y="1"/>
                  </a:lnTo>
                  <a:close/>
                  <a:moveTo>
                    <a:pt x="1" y="2185"/>
                  </a:moveTo>
                  <a:lnTo>
                    <a:pt x="1" y="3781"/>
                  </a:lnTo>
                  <a:lnTo>
                    <a:pt x="421" y="3781"/>
                  </a:lnTo>
                  <a:lnTo>
                    <a:pt x="421" y="2185"/>
                  </a:lnTo>
                  <a:close/>
                  <a:moveTo>
                    <a:pt x="841" y="2185"/>
                  </a:moveTo>
                  <a:lnTo>
                    <a:pt x="841" y="3781"/>
                  </a:lnTo>
                  <a:lnTo>
                    <a:pt x="1261" y="3781"/>
                  </a:lnTo>
                  <a:lnTo>
                    <a:pt x="1261" y="2185"/>
                  </a:lnTo>
                  <a:close/>
                  <a:moveTo>
                    <a:pt x="1597" y="2185"/>
                  </a:moveTo>
                  <a:lnTo>
                    <a:pt x="1597" y="3781"/>
                  </a:lnTo>
                  <a:lnTo>
                    <a:pt x="2017" y="3781"/>
                  </a:lnTo>
                  <a:lnTo>
                    <a:pt x="2017" y="2185"/>
                  </a:lnTo>
                  <a:close/>
                  <a:moveTo>
                    <a:pt x="2269" y="2185"/>
                  </a:moveTo>
                  <a:lnTo>
                    <a:pt x="2269" y="3781"/>
                  </a:lnTo>
                  <a:lnTo>
                    <a:pt x="2690" y="3781"/>
                  </a:lnTo>
                  <a:lnTo>
                    <a:pt x="2690" y="2185"/>
                  </a:lnTo>
                  <a:close/>
                  <a:moveTo>
                    <a:pt x="1" y="4454"/>
                  </a:moveTo>
                  <a:lnTo>
                    <a:pt x="1" y="5966"/>
                  </a:lnTo>
                  <a:lnTo>
                    <a:pt x="421" y="5966"/>
                  </a:lnTo>
                  <a:lnTo>
                    <a:pt x="421" y="4454"/>
                  </a:lnTo>
                  <a:close/>
                  <a:moveTo>
                    <a:pt x="841" y="4454"/>
                  </a:moveTo>
                  <a:lnTo>
                    <a:pt x="841" y="5966"/>
                  </a:lnTo>
                  <a:lnTo>
                    <a:pt x="1261" y="5966"/>
                  </a:lnTo>
                  <a:lnTo>
                    <a:pt x="1261" y="4454"/>
                  </a:lnTo>
                  <a:close/>
                  <a:moveTo>
                    <a:pt x="1597" y="4454"/>
                  </a:moveTo>
                  <a:lnTo>
                    <a:pt x="1597" y="5966"/>
                  </a:lnTo>
                  <a:lnTo>
                    <a:pt x="2017" y="5966"/>
                  </a:lnTo>
                  <a:lnTo>
                    <a:pt x="2017" y="4454"/>
                  </a:lnTo>
                  <a:close/>
                  <a:moveTo>
                    <a:pt x="2269" y="4454"/>
                  </a:moveTo>
                  <a:lnTo>
                    <a:pt x="2269" y="5966"/>
                  </a:lnTo>
                  <a:lnTo>
                    <a:pt x="2690" y="5966"/>
                  </a:lnTo>
                  <a:lnTo>
                    <a:pt x="2690" y="4454"/>
                  </a:lnTo>
                  <a:close/>
                  <a:moveTo>
                    <a:pt x="1" y="6638"/>
                  </a:moveTo>
                  <a:lnTo>
                    <a:pt x="1" y="8235"/>
                  </a:lnTo>
                  <a:lnTo>
                    <a:pt x="421" y="8235"/>
                  </a:lnTo>
                  <a:lnTo>
                    <a:pt x="421" y="6638"/>
                  </a:lnTo>
                  <a:close/>
                  <a:moveTo>
                    <a:pt x="841" y="6638"/>
                  </a:moveTo>
                  <a:lnTo>
                    <a:pt x="841" y="8235"/>
                  </a:lnTo>
                  <a:lnTo>
                    <a:pt x="1261" y="8235"/>
                  </a:lnTo>
                  <a:lnTo>
                    <a:pt x="1261" y="6638"/>
                  </a:lnTo>
                  <a:close/>
                  <a:moveTo>
                    <a:pt x="1597" y="6638"/>
                  </a:moveTo>
                  <a:lnTo>
                    <a:pt x="1597" y="8235"/>
                  </a:lnTo>
                  <a:lnTo>
                    <a:pt x="2017" y="8235"/>
                  </a:lnTo>
                  <a:lnTo>
                    <a:pt x="2017" y="6638"/>
                  </a:lnTo>
                  <a:close/>
                  <a:moveTo>
                    <a:pt x="2269" y="6638"/>
                  </a:moveTo>
                  <a:lnTo>
                    <a:pt x="2269" y="8235"/>
                  </a:lnTo>
                  <a:lnTo>
                    <a:pt x="2690" y="8235"/>
                  </a:lnTo>
                  <a:lnTo>
                    <a:pt x="2690" y="6638"/>
                  </a:lnTo>
                  <a:close/>
                  <a:moveTo>
                    <a:pt x="1" y="8823"/>
                  </a:moveTo>
                  <a:lnTo>
                    <a:pt x="1" y="10419"/>
                  </a:lnTo>
                  <a:lnTo>
                    <a:pt x="421" y="10419"/>
                  </a:lnTo>
                  <a:lnTo>
                    <a:pt x="421" y="8823"/>
                  </a:lnTo>
                  <a:close/>
                  <a:moveTo>
                    <a:pt x="841" y="8823"/>
                  </a:moveTo>
                  <a:lnTo>
                    <a:pt x="841" y="10419"/>
                  </a:lnTo>
                  <a:lnTo>
                    <a:pt x="1261" y="10419"/>
                  </a:lnTo>
                  <a:lnTo>
                    <a:pt x="1261" y="8823"/>
                  </a:lnTo>
                  <a:close/>
                  <a:moveTo>
                    <a:pt x="1597" y="8823"/>
                  </a:moveTo>
                  <a:lnTo>
                    <a:pt x="1597" y="10419"/>
                  </a:lnTo>
                  <a:lnTo>
                    <a:pt x="2017" y="10419"/>
                  </a:lnTo>
                  <a:lnTo>
                    <a:pt x="2017" y="8823"/>
                  </a:lnTo>
                  <a:close/>
                  <a:moveTo>
                    <a:pt x="2269" y="8823"/>
                  </a:moveTo>
                  <a:lnTo>
                    <a:pt x="2269" y="10419"/>
                  </a:lnTo>
                  <a:lnTo>
                    <a:pt x="2690" y="10419"/>
                  </a:lnTo>
                  <a:lnTo>
                    <a:pt x="2690" y="8823"/>
                  </a:lnTo>
                  <a:close/>
                  <a:moveTo>
                    <a:pt x="1" y="11007"/>
                  </a:moveTo>
                  <a:lnTo>
                    <a:pt x="1" y="12604"/>
                  </a:lnTo>
                  <a:lnTo>
                    <a:pt x="421" y="12604"/>
                  </a:lnTo>
                  <a:lnTo>
                    <a:pt x="421" y="11007"/>
                  </a:lnTo>
                  <a:close/>
                  <a:moveTo>
                    <a:pt x="841" y="11007"/>
                  </a:moveTo>
                  <a:lnTo>
                    <a:pt x="841" y="12604"/>
                  </a:lnTo>
                  <a:lnTo>
                    <a:pt x="1261" y="12604"/>
                  </a:lnTo>
                  <a:lnTo>
                    <a:pt x="1261" y="11007"/>
                  </a:lnTo>
                  <a:close/>
                  <a:moveTo>
                    <a:pt x="1597" y="11007"/>
                  </a:moveTo>
                  <a:lnTo>
                    <a:pt x="1597" y="12604"/>
                  </a:lnTo>
                  <a:lnTo>
                    <a:pt x="2017" y="12604"/>
                  </a:lnTo>
                  <a:lnTo>
                    <a:pt x="2017" y="11007"/>
                  </a:lnTo>
                  <a:close/>
                  <a:moveTo>
                    <a:pt x="2269" y="11007"/>
                  </a:moveTo>
                  <a:lnTo>
                    <a:pt x="2269" y="12604"/>
                  </a:lnTo>
                  <a:lnTo>
                    <a:pt x="2690" y="12604"/>
                  </a:lnTo>
                  <a:lnTo>
                    <a:pt x="2690" y="11007"/>
                  </a:lnTo>
                  <a:close/>
                  <a:moveTo>
                    <a:pt x="1" y="13276"/>
                  </a:moveTo>
                  <a:lnTo>
                    <a:pt x="1" y="14788"/>
                  </a:lnTo>
                  <a:lnTo>
                    <a:pt x="421" y="14788"/>
                  </a:lnTo>
                  <a:lnTo>
                    <a:pt x="421" y="13276"/>
                  </a:lnTo>
                  <a:close/>
                  <a:moveTo>
                    <a:pt x="841" y="13276"/>
                  </a:moveTo>
                  <a:lnTo>
                    <a:pt x="841" y="14788"/>
                  </a:lnTo>
                  <a:lnTo>
                    <a:pt x="1261" y="14788"/>
                  </a:lnTo>
                  <a:lnTo>
                    <a:pt x="1261" y="13276"/>
                  </a:lnTo>
                  <a:close/>
                  <a:moveTo>
                    <a:pt x="1597" y="13276"/>
                  </a:moveTo>
                  <a:lnTo>
                    <a:pt x="1597" y="14788"/>
                  </a:lnTo>
                  <a:lnTo>
                    <a:pt x="2017" y="14788"/>
                  </a:lnTo>
                  <a:lnTo>
                    <a:pt x="2017" y="13276"/>
                  </a:lnTo>
                  <a:close/>
                  <a:moveTo>
                    <a:pt x="2269" y="13276"/>
                  </a:moveTo>
                  <a:lnTo>
                    <a:pt x="2269" y="14788"/>
                  </a:lnTo>
                  <a:lnTo>
                    <a:pt x="2690" y="14788"/>
                  </a:lnTo>
                  <a:lnTo>
                    <a:pt x="2690" y="13276"/>
                  </a:lnTo>
                  <a:close/>
                  <a:moveTo>
                    <a:pt x="1" y="15376"/>
                  </a:moveTo>
                  <a:lnTo>
                    <a:pt x="1" y="16889"/>
                  </a:lnTo>
                  <a:lnTo>
                    <a:pt x="421" y="16889"/>
                  </a:lnTo>
                  <a:lnTo>
                    <a:pt x="421" y="15376"/>
                  </a:lnTo>
                  <a:close/>
                  <a:moveTo>
                    <a:pt x="841" y="15376"/>
                  </a:moveTo>
                  <a:lnTo>
                    <a:pt x="841" y="16889"/>
                  </a:lnTo>
                  <a:lnTo>
                    <a:pt x="1261" y="16889"/>
                  </a:lnTo>
                  <a:lnTo>
                    <a:pt x="1261" y="15376"/>
                  </a:lnTo>
                  <a:close/>
                  <a:moveTo>
                    <a:pt x="1597" y="15376"/>
                  </a:moveTo>
                  <a:lnTo>
                    <a:pt x="1597" y="16889"/>
                  </a:lnTo>
                  <a:lnTo>
                    <a:pt x="2017" y="16889"/>
                  </a:lnTo>
                  <a:lnTo>
                    <a:pt x="2017" y="15376"/>
                  </a:lnTo>
                  <a:close/>
                  <a:moveTo>
                    <a:pt x="2269" y="15376"/>
                  </a:moveTo>
                  <a:lnTo>
                    <a:pt x="2269" y="16889"/>
                  </a:lnTo>
                  <a:lnTo>
                    <a:pt x="2690" y="16889"/>
                  </a:lnTo>
                  <a:lnTo>
                    <a:pt x="2690" y="15376"/>
                  </a:lnTo>
                  <a:close/>
                </a:path>
              </a:pathLst>
            </a:custGeom>
            <a:solidFill>
              <a:srgbClr val="408BC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8" name="Google Shape;318;p9"/>
          <p:cNvGrpSpPr/>
          <p:nvPr/>
        </p:nvGrpSpPr>
        <p:grpSpPr>
          <a:xfrm>
            <a:off x="348325" y="2511035"/>
            <a:ext cx="313632" cy="1041852"/>
            <a:chOff x="425625" y="2518785"/>
            <a:chExt cx="313632" cy="1041852"/>
          </a:xfrm>
        </p:grpSpPr>
        <p:sp>
          <p:nvSpPr>
            <p:cNvPr id="319" name="Google Shape;319;p9"/>
            <p:cNvSpPr/>
            <p:nvPr/>
          </p:nvSpPr>
          <p:spPr>
            <a:xfrm flipH="1">
              <a:off x="562978" y="3412889"/>
              <a:ext cx="31123" cy="147748"/>
            </a:xfrm>
            <a:custGeom>
              <a:avLst/>
              <a:gdLst/>
              <a:ahLst/>
              <a:cxnLst/>
              <a:rect l="l" t="t" r="r" b="b"/>
              <a:pathLst>
                <a:path w="1009" h="4790" extrusionOk="0">
                  <a:moveTo>
                    <a:pt x="0" y="1"/>
                  </a:moveTo>
                  <a:lnTo>
                    <a:pt x="0" y="4790"/>
                  </a:lnTo>
                  <a:lnTo>
                    <a:pt x="1008" y="4790"/>
                  </a:lnTo>
                  <a:lnTo>
                    <a:pt x="1008" y="1"/>
                  </a:lnTo>
                  <a:close/>
                </a:path>
              </a:pathLst>
            </a:custGeom>
            <a:solidFill>
              <a:srgbClr val="4054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9"/>
            <p:cNvSpPr/>
            <p:nvPr/>
          </p:nvSpPr>
          <p:spPr>
            <a:xfrm flipH="1">
              <a:off x="562978" y="3412889"/>
              <a:ext cx="12986" cy="147748"/>
            </a:xfrm>
            <a:custGeom>
              <a:avLst/>
              <a:gdLst/>
              <a:ahLst/>
              <a:cxnLst/>
              <a:rect l="l" t="t" r="r" b="b"/>
              <a:pathLst>
                <a:path w="421" h="4790" extrusionOk="0">
                  <a:moveTo>
                    <a:pt x="0" y="1"/>
                  </a:moveTo>
                  <a:lnTo>
                    <a:pt x="0" y="4790"/>
                  </a:lnTo>
                  <a:lnTo>
                    <a:pt x="420" y="4790"/>
                  </a:lnTo>
                  <a:lnTo>
                    <a:pt x="420" y="1"/>
                  </a:lnTo>
                  <a:close/>
                </a:path>
              </a:pathLst>
            </a:custGeom>
            <a:solidFill>
              <a:srgbClr val="6C8C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9"/>
            <p:cNvSpPr/>
            <p:nvPr/>
          </p:nvSpPr>
          <p:spPr>
            <a:xfrm flipH="1">
              <a:off x="568160" y="2695033"/>
              <a:ext cx="20759" cy="717887"/>
            </a:xfrm>
            <a:custGeom>
              <a:avLst/>
              <a:gdLst/>
              <a:ahLst/>
              <a:cxnLst/>
              <a:rect l="l" t="t" r="r" b="b"/>
              <a:pathLst>
                <a:path w="673" h="23274" extrusionOk="0">
                  <a:moveTo>
                    <a:pt x="252" y="0"/>
                  </a:moveTo>
                  <a:cubicBezTo>
                    <a:pt x="252" y="924"/>
                    <a:pt x="0" y="22601"/>
                    <a:pt x="0" y="23274"/>
                  </a:cubicBezTo>
                  <a:lnTo>
                    <a:pt x="672" y="23274"/>
                  </a:lnTo>
                  <a:cubicBezTo>
                    <a:pt x="672" y="22601"/>
                    <a:pt x="420" y="924"/>
                    <a:pt x="420" y="0"/>
                  </a:cubicBezTo>
                  <a:close/>
                </a:path>
              </a:pathLst>
            </a:custGeom>
            <a:solidFill>
              <a:srgbClr val="F5F9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9"/>
            <p:cNvSpPr/>
            <p:nvPr/>
          </p:nvSpPr>
          <p:spPr>
            <a:xfrm flipH="1">
              <a:off x="570751" y="2695033"/>
              <a:ext cx="5213" cy="717887"/>
            </a:xfrm>
            <a:custGeom>
              <a:avLst/>
              <a:gdLst/>
              <a:ahLst/>
              <a:cxnLst/>
              <a:rect l="l" t="t" r="r" b="b"/>
              <a:pathLst>
                <a:path w="169" h="23274" extrusionOk="0">
                  <a:moveTo>
                    <a:pt x="0" y="0"/>
                  </a:moveTo>
                  <a:lnTo>
                    <a:pt x="0" y="23274"/>
                  </a:lnTo>
                  <a:lnTo>
                    <a:pt x="168" y="23274"/>
                  </a:lnTo>
                  <a:cubicBezTo>
                    <a:pt x="168" y="22601"/>
                    <a:pt x="0" y="924"/>
                    <a:pt x="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9"/>
            <p:cNvSpPr/>
            <p:nvPr/>
          </p:nvSpPr>
          <p:spPr>
            <a:xfrm flipH="1">
              <a:off x="557796" y="2518785"/>
              <a:ext cx="25941" cy="173688"/>
            </a:xfrm>
            <a:custGeom>
              <a:avLst/>
              <a:gdLst/>
              <a:ahLst/>
              <a:cxnLst/>
              <a:rect l="l" t="t" r="r" b="b"/>
              <a:pathLst>
                <a:path w="841" h="5631" extrusionOk="0">
                  <a:moveTo>
                    <a:pt x="336" y="1"/>
                  </a:moveTo>
                  <a:cubicBezTo>
                    <a:pt x="84" y="1"/>
                    <a:pt x="0" y="1429"/>
                    <a:pt x="0" y="2942"/>
                  </a:cubicBezTo>
                  <a:cubicBezTo>
                    <a:pt x="0" y="4622"/>
                    <a:pt x="0" y="5630"/>
                    <a:pt x="84" y="5630"/>
                  </a:cubicBezTo>
                  <a:cubicBezTo>
                    <a:pt x="252" y="5630"/>
                    <a:pt x="420" y="5042"/>
                    <a:pt x="756" y="4538"/>
                  </a:cubicBezTo>
                  <a:cubicBezTo>
                    <a:pt x="840" y="4202"/>
                    <a:pt x="420" y="1"/>
                    <a:pt x="3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9"/>
            <p:cNvSpPr/>
            <p:nvPr/>
          </p:nvSpPr>
          <p:spPr>
            <a:xfrm flipH="1">
              <a:off x="560387" y="2529180"/>
              <a:ext cx="12986" cy="152930"/>
            </a:xfrm>
            <a:custGeom>
              <a:avLst/>
              <a:gdLst/>
              <a:ahLst/>
              <a:cxnLst/>
              <a:rect l="l" t="t" r="r" b="b"/>
              <a:pathLst>
                <a:path w="421" h="4958" extrusionOk="0">
                  <a:moveTo>
                    <a:pt x="0" y="0"/>
                  </a:moveTo>
                  <a:lnTo>
                    <a:pt x="0" y="4957"/>
                  </a:lnTo>
                  <a:cubicBezTo>
                    <a:pt x="84" y="4873"/>
                    <a:pt x="168" y="4621"/>
                    <a:pt x="168" y="4453"/>
                  </a:cubicBezTo>
                  <a:cubicBezTo>
                    <a:pt x="168" y="4285"/>
                    <a:pt x="336" y="4285"/>
                    <a:pt x="336" y="4201"/>
                  </a:cubicBezTo>
                  <a:cubicBezTo>
                    <a:pt x="420" y="3865"/>
                    <a:pt x="84" y="1092"/>
                    <a:pt x="0" y="0"/>
                  </a:cubicBez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9"/>
            <p:cNvSpPr/>
            <p:nvPr/>
          </p:nvSpPr>
          <p:spPr>
            <a:xfrm flipH="1">
              <a:off x="578524" y="2693954"/>
              <a:ext cx="160733" cy="84916"/>
            </a:xfrm>
            <a:custGeom>
              <a:avLst/>
              <a:gdLst/>
              <a:ahLst/>
              <a:cxnLst/>
              <a:rect l="l" t="t" r="r" b="b"/>
              <a:pathLst>
                <a:path w="5211" h="2753" extrusionOk="0">
                  <a:moveTo>
                    <a:pt x="4951" y="0"/>
                  </a:moveTo>
                  <a:cubicBezTo>
                    <a:pt x="4732" y="0"/>
                    <a:pt x="4341" y="60"/>
                    <a:pt x="3866" y="119"/>
                  </a:cubicBezTo>
                  <a:cubicBezTo>
                    <a:pt x="3614" y="119"/>
                    <a:pt x="1" y="2640"/>
                    <a:pt x="85" y="2724"/>
                  </a:cubicBezTo>
                  <a:cubicBezTo>
                    <a:pt x="104" y="2743"/>
                    <a:pt x="138" y="2753"/>
                    <a:pt x="186" y="2753"/>
                  </a:cubicBezTo>
                  <a:cubicBezTo>
                    <a:pt x="547" y="2753"/>
                    <a:pt x="1678" y="2207"/>
                    <a:pt x="2942" y="1464"/>
                  </a:cubicBezTo>
                  <a:cubicBezTo>
                    <a:pt x="4454" y="623"/>
                    <a:pt x="5210" y="203"/>
                    <a:pt x="5126" y="35"/>
                  </a:cubicBezTo>
                  <a:cubicBezTo>
                    <a:pt x="5102" y="11"/>
                    <a:pt x="5041" y="0"/>
                    <a:pt x="495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9"/>
            <p:cNvSpPr/>
            <p:nvPr/>
          </p:nvSpPr>
          <p:spPr>
            <a:xfrm flipH="1">
              <a:off x="594101" y="2697624"/>
              <a:ext cx="132171" cy="75169"/>
            </a:xfrm>
            <a:custGeom>
              <a:avLst/>
              <a:gdLst/>
              <a:ahLst/>
              <a:cxnLst/>
              <a:rect l="l" t="t" r="r" b="b"/>
              <a:pathLst>
                <a:path w="4285" h="2437" extrusionOk="0">
                  <a:moveTo>
                    <a:pt x="4285" y="0"/>
                  </a:moveTo>
                  <a:cubicBezTo>
                    <a:pt x="4117" y="0"/>
                    <a:pt x="3865" y="0"/>
                    <a:pt x="3697" y="84"/>
                  </a:cubicBezTo>
                  <a:lnTo>
                    <a:pt x="3445" y="84"/>
                  </a:lnTo>
                  <a:cubicBezTo>
                    <a:pt x="3193" y="84"/>
                    <a:pt x="756" y="1765"/>
                    <a:pt x="0" y="2437"/>
                  </a:cubicBezTo>
                  <a:lnTo>
                    <a:pt x="4285" y="0"/>
                  </a:ln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9"/>
            <p:cNvSpPr/>
            <p:nvPr/>
          </p:nvSpPr>
          <p:spPr>
            <a:xfrm flipH="1">
              <a:off x="425625" y="2693028"/>
              <a:ext cx="155520" cy="92813"/>
            </a:xfrm>
            <a:custGeom>
              <a:avLst/>
              <a:gdLst/>
              <a:ahLst/>
              <a:cxnLst/>
              <a:rect l="l" t="t" r="r" b="b"/>
              <a:pathLst>
                <a:path w="5042" h="3009" extrusionOk="0">
                  <a:moveTo>
                    <a:pt x="150" y="0"/>
                  </a:moveTo>
                  <a:cubicBezTo>
                    <a:pt x="80" y="0"/>
                    <a:pt x="30" y="21"/>
                    <a:pt x="0" y="65"/>
                  </a:cubicBezTo>
                  <a:cubicBezTo>
                    <a:pt x="0" y="149"/>
                    <a:pt x="420" y="569"/>
                    <a:pt x="756" y="1073"/>
                  </a:cubicBezTo>
                  <a:cubicBezTo>
                    <a:pt x="1002" y="1401"/>
                    <a:pt x="4687" y="3009"/>
                    <a:pt x="4945" y="3009"/>
                  </a:cubicBezTo>
                  <a:cubicBezTo>
                    <a:pt x="4951" y="3009"/>
                    <a:pt x="4955" y="3008"/>
                    <a:pt x="4957" y="3006"/>
                  </a:cubicBezTo>
                  <a:cubicBezTo>
                    <a:pt x="5041" y="2922"/>
                    <a:pt x="3949" y="1998"/>
                    <a:pt x="2437" y="1158"/>
                  </a:cubicBezTo>
                  <a:cubicBezTo>
                    <a:pt x="1259" y="465"/>
                    <a:pt x="481" y="0"/>
                    <a:pt x="15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9"/>
            <p:cNvSpPr/>
            <p:nvPr/>
          </p:nvSpPr>
          <p:spPr>
            <a:xfrm flipH="1">
              <a:off x="438580" y="2705397"/>
              <a:ext cx="132202" cy="72578"/>
            </a:xfrm>
            <a:custGeom>
              <a:avLst/>
              <a:gdLst/>
              <a:ahLst/>
              <a:cxnLst/>
              <a:rect l="l" t="t" r="r" b="b"/>
              <a:pathLst>
                <a:path w="4286" h="2353" extrusionOk="0">
                  <a:moveTo>
                    <a:pt x="0" y="0"/>
                  </a:moveTo>
                  <a:lnTo>
                    <a:pt x="0" y="0"/>
                  </a:lnTo>
                  <a:cubicBezTo>
                    <a:pt x="84" y="84"/>
                    <a:pt x="252" y="252"/>
                    <a:pt x="336" y="504"/>
                  </a:cubicBezTo>
                  <a:cubicBezTo>
                    <a:pt x="336" y="588"/>
                    <a:pt x="420" y="588"/>
                    <a:pt x="420" y="672"/>
                  </a:cubicBezTo>
                  <a:cubicBezTo>
                    <a:pt x="672" y="841"/>
                    <a:pt x="3361" y="2101"/>
                    <a:pt x="4285" y="2353"/>
                  </a:cubicBezTo>
                  <a:lnTo>
                    <a:pt x="0" y="0"/>
                  </a:ln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9"/>
            <p:cNvSpPr/>
            <p:nvPr/>
          </p:nvSpPr>
          <p:spPr>
            <a:xfrm flipH="1">
              <a:off x="570751" y="2684669"/>
              <a:ext cx="20759" cy="18692"/>
            </a:xfrm>
            <a:custGeom>
              <a:avLst/>
              <a:gdLst/>
              <a:ahLst/>
              <a:cxnLst/>
              <a:rect l="l" t="t" r="r" b="b"/>
              <a:pathLst>
                <a:path w="673" h="606" extrusionOk="0">
                  <a:moveTo>
                    <a:pt x="336" y="0"/>
                  </a:moveTo>
                  <a:cubicBezTo>
                    <a:pt x="168" y="0"/>
                    <a:pt x="0" y="84"/>
                    <a:pt x="0" y="336"/>
                  </a:cubicBezTo>
                  <a:cubicBezTo>
                    <a:pt x="0" y="504"/>
                    <a:pt x="168" y="588"/>
                    <a:pt x="336" y="588"/>
                  </a:cubicBezTo>
                  <a:cubicBezTo>
                    <a:pt x="371" y="600"/>
                    <a:pt x="403" y="605"/>
                    <a:pt x="432" y="605"/>
                  </a:cubicBezTo>
                  <a:cubicBezTo>
                    <a:pt x="610" y="605"/>
                    <a:pt x="672" y="409"/>
                    <a:pt x="672" y="336"/>
                  </a:cubicBezTo>
                  <a:cubicBezTo>
                    <a:pt x="672" y="84"/>
                    <a:pt x="588" y="0"/>
                    <a:pt x="3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9"/>
            <p:cNvSpPr/>
            <p:nvPr/>
          </p:nvSpPr>
          <p:spPr>
            <a:xfrm flipH="1">
              <a:off x="573342" y="2687260"/>
              <a:ext cx="12986" cy="12986"/>
            </a:xfrm>
            <a:custGeom>
              <a:avLst/>
              <a:gdLst/>
              <a:ahLst/>
              <a:cxnLst/>
              <a:rect l="l" t="t" r="r" b="b"/>
              <a:pathLst>
                <a:path w="421" h="421" extrusionOk="0">
                  <a:moveTo>
                    <a:pt x="168" y="0"/>
                  </a:moveTo>
                  <a:cubicBezTo>
                    <a:pt x="84" y="0"/>
                    <a:pt x="0" y="84"/>
                    <a:pt x="0" y="252"/>
                  </a:cubicBezTo>
                  <a:cubicBezTo>
                    <a:pt x="0" y="336"/>
                    <a:pt x="84" y="420"/>
                    <a:pt x="168" y="420"/>
                  </a:cubicBezTo>
                  <a:cubicBezTo>
                    <a:pt x="336" y="420"/>
                    <a:pt x="420" y="336"/>
                    <a:pt x="420" y="252"/>
                  </a:cubicBezTo>
                  <a:cubicBezTo>
                    <a:pt x="420" y="168"/>
                    <a:pt x="336" y="0"/>
                    <a:pt x="168" y="0"/>
                  </a:cubicBezTo>
                  <a:close/>
                </a:path>
              </a:pathLst>
            </a:custGeom>
            <a:solidFill>
              <a:srgbClr val="5068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1" name="Google Shape;331;p9"/>
          <p:cNvGrpSpPr/>
          <p:nvPr/>
        </p:nvGrpSpPr>
        <p:grpSpPr>
          <a:xfrm>
            <a:off x="76211" y="2531639"/>
            <a:ext cx="279918" cy="1021247"/>
            <a:chOff x="153511" y="2539389"/>
            <a:chExt cx="279918" cy="1021247"/>
          </a:xfrm>
        </p:grpSpPr>
        <p:sp>
          <p:nvSpPr>
            <p:cNvPr id="332" name="Google Shape;332;p9"/>
            <p:cNvSpPr/>
            <p:nvPr/>
          </p:nvSpPr>
          <p:spPr>
            <a:xfrm flipH="1">
              <a:off x="236453" y="3412889"/>
              <a:ext cx="28532" cy="147748"/>
            </a:xfrm>
            <a:custGeom>
              <a:avLst/>
              <a:gdLst/>
              <a:ahLst/>
              <a:cxnLst/>
              <a:rect l="l" t="t" r="r" b="b"/>
              <a:pathLst>
                <a:path w="925" h="4790" extrusionOk="0">
                  <a:moveTo>
                    <a:pt x="0" y="1"/>
                  </a:moveTo>
                  <a:lnTo>
                    <a:pt x="0" y="4790"/>
                  </a:lnTo>
                  <a:lnTo>
                    <a:pt x="925" y="4790"/>
                  </a:lnTo>
                  <a:lnTo>
                    <a:pt x="925" y="1"/>
                  </a:lnTo>
                  <a:close/>
                </a:path>
              </a:pathLst>
            </a:custGeom>
            <a:solidFill>
              <a:srgbClr val="4054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9"/>
            <p:cNvSpPr/>
            <p:nvPr/>
          </p:nvSpPr>
          <p:spPr>
            <a:xfrm flipH="1">
              <a:off x="236453" y="3412889"/>
              <a:ext cx="12986" cy="147748"/>
            </a:xfrm>
            <a:custGeom>
              <a:avLst/>
              <a:gdLst/>
              <a:ahLst/>
              <a:cxnLst/>
              <a:rect l="l" t="t" r="r" b="b"/>
              <a:pathLst>
                <a:path w="421" h="4790" extrusionOk="0">
                  <a:moveTo>
                    <a:pt x="1" y="1"/>
                  </a:moveTo>
                  <a:lnTo>
                    <a:pt x="1" y="4790"/>
                  </a:lnTo>
                  <a:lnTo>
                    <a:pt x="421" y="4790"/>
                  </a:lnTo>
                  <a:lnTo>
                    <a:pt x="421" y="1"/>
                  </a:lnTo>
                  <a:close/>
                </a:path>
              </a:pathLst>
            </a:custGeom>
            <a:solidFill>
              <a:srgbClr val="6C8C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9"/>
            <p:cNvSpPr/>
            <p:nvPr/>
          </p:nvSpPr>
          <p:spPr>
            <a:xfrm flipH="1">
              <a:off x="239044" y="2695033"/>
              <a:ext cx="23350" cy="717887"/>
            </a:xfrm>
            <a:custGeom>
              <a:avLst/>
              <a:gdLst/>
              <a:ahLst/>
              <a:cxnLst/>
              <a:rect l="l" t="t" r="r" b="b"/>
              <a:pathLst>
                <a:path w="757" h="23274" extrusionOk="0">
                  <a:moveTo>
                    <a:pt x="337" y="0"/>
                  </a:moveTo>
                  <a:cubicBezTo>
                    <a:pt x="337" y="924"/>
                    <a:pt x="1" y="22601"/>
                    <a:pt x="1" y="23274"/>
                  </a:cubicBezTo>
                  <a:lnTo>
                    <a:pt x="757" y="23274"/>
                  </a:lnTo>
                  <a:cubicBezTo>
                    <a:pt x="757" y="22601"/>
                    <a:pt x="421" y="924"/>
                    <a:pt x="421" y="0"/>
                  </a:cubicBezTo>
                  <a:close/>
                </a:path>
              </a:pathLst>
            </a:custGeom>
            <a:solidFill>
              <a:srgbClr val="F5F9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9"/>
            <p:cNvSpPr/>
            <p:nvPr/>
          </p:nvSpPr>
          <p:spPr>
            <a:xfrm flipH="1">
              <a:off x="244226" y="2695033"/>
              <a:ext cx="5213" cy="717887"/>
            </a:xfrm>
            <a:custGeom>
              <a:avLst/>
              <a:gdLst/>
              <a:ahLst/>
              <a:cxnLst/>
              <a:rect l="l" t="t" r="r" b="b"/>
              <a:pathLst>
                <a:path w="169" h="23274" extrusionOk="0">
                  <a:moveTo>
                    <a:pt x="1" y="0"/>
                  </a:moveTo>
                  <a:lnTo>
                    <a:pt x="1" y="23274"/>
                  </a:lnTo>
                  <a:lnTo>
                    <a:pt x="169" y="23274"/>
                  </a:lnTo>
                  <a:cubicBezTo>
                    <a:pt x="169" y="22601"/>
                    <a:pt x="1" y="924"/>
                    <a:pt x="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9"/>
            <p:cNvSpPr/>
            <p:nvPr/>
          </p:nvSpPr>
          <p:spPr>
            <a:xfrm flipH="1">
              <a:off x="257181" y="2681831"/>
              <a:ext cx="176248" cy="27884"/>
            </a:xfrm>
            <a:custGeom>
              <a:avLst/>
              <a:gdLst/>
              <a:ahLst/>
              <a:cxnLst/>
              <a:rect l="l" t="t" r="r" b="b"/>
              <a:pathLst>
                <a:path w="5714" h="904" extrusionOk="0">
                  <a:moveTo>
                    <a:pt x="4506" y="0"/>
                  </a:moveTo>
                  <a:cubicBezTo>
                    <a:pt x="3740" y="0"/>
                    <a:pt x="0" y="529"/>
                    <a:pt x="0" y="764"/>
                  </a:cubicBezTo>
                  <a:cubicBezTo>
                    <a:pt x="0" y="863"/>
                    <a:pt x="462" y="904"/>
                    <a:pt x="1181" y="904"/>
                  </a:cubicBezTo>
                  <a:cubicBezTo>
                    <a:pt x="1690" y="904"/>
                    <a:pt x="2329" y="883"/>
                    <a:pt x="3025" y="848"/>
                  </a:cubicBezTo>
                  <a:cubicBezTo>
                    <a:pt x="4705" y="764"/>
                    <a:pt x="5630" y="764"/>
                    <a:pt x="5630" y="512"/>
                  </a:cubicBezTo>
                  <a:cubicBezTo>
                    <a:pt x="5714" y="344"/>
                    <a:pt x="5209" y="176"/>
                    <a:pt x="4621" y="8"/>
                  </a:cubicBezTo>
                  <a:cubicBezTo>
                    <a:pt x="4599" y="3"/>
                    <a:pt x="4560" y="0"/>
                    <a:pt x="450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9"/>
            <p:cNvSpPr/>
            <p:nvPr/>
          </p:nvSpPr>
          <p:spPr>
            <a:xfrm flipH="1">
              <a:off x="264954" y="2682078"/>
              <a:ext cx="155520" cy="18168"/>
            </a:xfrm>
            <a:custGeom>
              <a:avLst/>
              <a:gdLst/>
              <a:ahLst/>
              <a:cxnLst/>
              <a:rect l="l" t="t" r="r" b="b"/>
              <a:pathLst>
                <a:path w="5042" h="589" extrusionOk="0">
                  <a:moveTo>
                    <a:pt x="4285" y="0"/>
                  </a:moveTo>
                  <a:cubicBezTo>
                    <a:pt x="3949" y="0"/>
                    <a:pt x="1009" y="420"/>
                    <a:pt x="0" y="588"/>
                  </a:cubicBezTo>
                  <a:lnTo>
                    <a:pt x="0" y="588"/>
                  </a:lnTo>
                  <a:lnTo>
                    <a:pt x="5041" y="336"/>
                  </a:lnTo>
                  <a:cubicBezTo>
                    <a:pt x="4789" y="168"/>
                    <a:pt x="4621" y="168"/>
                    <a:pt x="4453" y="84"/>
                  </a:cubicBezTo>
                  <a:cubicBezTo>
                    <a:pt x="4369" y="84"/>
                    <a:pt x="4369" y="0"/>
                    <a:pt x="4285" y="0"/>
                  </a:cubicBez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9"/>
            <p:cNvSpPr/>
            <p:nvPr/>
          </p:nvSpPr>
          <p:spPr>
            <a:xfrm flipH="1">
              <a:off x="153511" y="2697439"/>
              <a:ext cx="98519" cy="145342"/>
            </a:xfrm>
            <a:custGeom>
              <a:avLst/>
              <a:gdLst/>
              <a:ahLst/>
              <a:cxnLst/>
              <a:rect l="l" t="t" r="r" b="b"/>
              <a:pathLst>
                <a:path w="3194" h="4712" extrusionOk="0">
                  <a:moveTo>
                    <a:pt x="99" y="1"/>
                  </a:moveTo>
                  <a:cubicBezTo>
                    <a:pt x="93" y="1"/>
                    <a:pt x="88" y="2"/>
                    <a:pt x="85" y="6"/>
                  </a:cubicBezTo>
                  <a:cubicBezTo>
                    <a:pt x="1" y="90"/>
                    <a:pt x="85" y="510"/>
                    <a:pt x="169" y="1183"/>
                  </a:cubicBezTo>
                  <a:cubicBezTo>
                    <a:pt x="253" y="1435"/>
                    <a:pt x="3025" y="4711"/>
                    <a:pt x="3109" y="4711"/>
                  </a:cubicBezTo>
                  <a:cubicBezTo>
                    <a:pt x="3193" y="4627"/>
                    <a:pt x="2605" y="3451"/>
                    <a:pt x="1681" y="2107"/>
                  </a:cubicBezTo>
                  <a:cubicBezTo>
                    <a:pt x="719" y="824"/>
                    <a:pt x="216" y="1"/>
                    <a:pt x="9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9"/>
            <p:cNvSpPr/>
            <p:nvPr/>
          </p:nvSpPr>
          <p:spPr>
            <a:xfrm flipH="1">
              <a:off x="166465" y="2707988"/>
              <a:ext cx="82973" cy="127020"/>
            </a:xfrm>
            <a:custGeom>
              <a:avLst/>
              <a:gdLst/>
              <a:ahLst/>
              <a:cxnLst/>
              <a:rect l="l" t="t" r="r" b="b"/>
              <a:pathLst>
                <a:path w="2690" h="4118" extrusionOk="0">
                  <a:moveTo>
                    <a:pt x="1" y="0"/>
                  </a:moveTo>
                  <a:cubicBezTo>
                    <a:pt x="1" y="168"/>
                    <a:pt x="85" y="420"/>
                    <a:pt x="85" y="588"/>
                  </a:cubicBezTo>
                  <a:lnTo>
                    <a:pt x="85" y="841"/>
                  </a:lnTo>
                  <a:cubicBezTo>
                    <a:pt x="169" y="1093"/>
                    <a:pt x="2101" y="3361"/>
                    <a:pt x="2689" y="4117"/>
                  </a:cubicBezTo>
                  <a:lnTo>
                    <a:pt x="1" y="0"/>
                  </a:ln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9"/>
            <p:cNvSpPr/>
            <p:nvPr/>
          </p:nvSpPr>
          <p:spPr>
            <a:xfrm flipH="1">
              <a:off x="166465" y="2539389"/>
              <a:ext cx="90746" cy="153485"/>
            </a:xfrm>
            <a:custGeom>
              <a:avLst/>
              <a:gdLst/>
              <a:ahLst/>
              <a:cxnLst/>
              <a:rect l="l" t="t" r="r" b="b"/>
              <a:pathLst>
                <a:path w="2942" h="4976" extrusionOk="0">
                  <a:moveTo>
                    <a:pt x="2845" y="1"/>
                  </a:moveTo>
                  <a:cubicBezTo>
                    <a:pt x="2719" y="1"/>
                    <a:pt x="1990" y="1068"/>
                    <a:pt x="1261" y="2526"/>
                  </a:cubicBezTo>
                  <a:cubicBezTo>
                    <a:pt x="589" y="3954"/>
                    <a:pt x="1" y="4794"/>
                    <a:pt x="253" y="4962"/>
                  </a:cubicBezTo>
                  <a:cubicBezTo>
                    <a:pt x="253" y="4971"/>
                    <a:pt x="257" y="4975"/>
                    <a:pt x="266" y="4975"/>
                  </a:cubicBezTo>
                  <a:cubicBezTo>
                    <a:pt x="341" y="4975"/>
                    <a:pt x="725" y="4666"/>
                    <a:pt x="1177" y="4290"/>
                  </a:cubicBezTo>
                  <a:cubicBezTo>
                    <a:pt x="1513" y="4122"/>
                    <a:pt x="2941" y="89"/>
                    <a:pt x="2857" y="5"/>
                  </a:cubicBezTo>
                  <a:cubicBezTo>
                    <a:pt x="2854" y="2"/>
                    <a:pt x="2850" y="1"/>
                    <a:pt x="284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9"/>
            <p:cNvSpPr/>
            <p:nvPr/>
          </p:nvSpPr>
          <p:spPr>
            <a:xfrm flipH="1">
              <a:off x="174238" y="2552498"/>
              <a:ext cx="70018" cy="134793"/>
            </a:xfrm>
            <a:custGeom>
              <a:avLst/>
              <a:gdLst/>
              <a:ahLst/>
              <a:cxnLst/>
              <a:rect l="l" t="t" r="r" b="b"/>
              <a:pathLst>
                <a:path w="2270" h="4370" extrusionOk="0">
                  <a:moveTo>
                    <a:pt x="2269" y="0"/>
                  </a:moveTo>
                  <a:lnTo>
                    <a:pt x="1" y="4369"/>
                  </a:lnTo>
                  <a:cubicBezTo>
                    <a:pt x="169" y="4285"/>
                    <a:pt x="337" y="4201"/>
                    <a:pt x="421" y="3949"/>
                  </a:cubicBezTo>
                  <a:cubicBezTo>
                    <a:pt x="589" y="3949"/>
                    <a:pt x="589" y="3865"/>
                    <a:pt x="673" y="3865"/>
                  </a:cubicBezTo>
                  <a:cubicBezTo>
                    <a:pt x="841" y="3697"/>
                    <a:pt x="1933" y="924"/>
                    <a:pt x="2269" y="0"/>
                  </a:cubicBez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9"/>
            <p:cNvSpPr/>
            <p:nvPr/>
          </p:nvSpPr>
          <p:spPr>
            <a:xfrm flipH="1">
              <a:off x="244226" y="2686736"/>
              <a:ext cx="18168" cy="21283"/>
            </a:xfrm>
            <a:custGeom>
              <a:avLst/>
              <a:gdLst/>
              <a:ahLst/>
              <a:cxnLst/>
              <a:rect l="l" t="t" r="r" b="b"/>
              <a:pathLst>
                <a:path w="589" h="690" extrusionOk="0">
                  <a:moveTo>
                    <a:pt x="375" y="1"/>
                  </a:moveTo>
                  <a:cubicBezTo>
                    <a:pt x="361" y="1"/>
                    <a:pt x="348" y="6"/>
                    <a:pt x="337" y="17"/>
                  </a:cubicBezTo>
                  <a:cubicBezTo>
                    <a:pt x="85" y="17"/>
                    <a:pt x="1" y="185"/>
                    <a:pt x="1" y="353"/>
                  </a:cubicBezTo>
                  <a:cubicBezTo>
                    <a:pt x="1" y="605"/>
                    <a:pt x="85" y="689"/>
                    <a:pt x="337" y="689"/>
                  </a:cubicBezTo>
                  <a:cubicBezTo>
                    <a:pt x="505" y="689"/>
                    <a:pt x="589" y="605"/>
                    <a:pt x="589" y="353"/>
                  </a:cubicBezTo>
                  <a:cubicBezTo>
                    <a:pt x="589" y="208"/>
                    <a:pt x="463" y="1"/>
                    <a:pt x="37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9"/>
            <p:cNvSpPr/>
            <p:nvPr/>
          </p:nvSpPr>
          <p:spPr>
            <a:xfrm flipH="1">
              <a:off x="246817" y="2687260"/>
              <a:ext cx="12986" cy="12986"/>
            </a:xfrm>
            <a:custGeom>
              <a:avLst/>
              <a:gdLst/>
              <a:ahLst/>
              <a:cxnLst/>
              <a:rect l="l" t="t" r="r" b="b"/>
              <a:pathLst>
                <a:path w="421" h="421" extrusionOk="0">
                  <a:moveTo>
                    <a:pt x="253" y="0"/>
                  </a:moveTo>
                  <a:cubicBezTo>
                    <a:pt x="85" y="0"/>
                    <a:pt x="1" y="168"/>
                    <a:pt x="1" y="252"/>
                  </a:cubicBezTo>
                  <a:cubicBezTo>
                    <a:pt x="1" y="336"/>
                    <a:pt x="85" y="420"/>
                    <a:pt x="253" y="420"/>
                  </a:cubicBezTo>
                  <a:cubicBezTo>
                    <a:pt x="337" y="420"/>
                    <a:pt x="421" y="336"/>
                    <a:pt x="421" y="252"/>
                  </a:cubicBezTo>
                  <a:cubicBezTo>
                    <a:pt x="421" y="168"/>
                    <a:pt x="337" y="0"/>
                    <a:pt x="253" y="0"/>
                  </a:cubicBezTo>
                  <a:close/>
                </a:path>
              </a:pathLst>
            </a:custGeom>
            <a:solidFill>
              <a:srgbClr val="5068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4" name="Google Shape;344;p9"/>
          <p:cNvGrpSpPr/>
          <p:nvPr/>
        </p:nvGrpSpPr>
        <p:grpSpPr>
          <a:xfrm>
            <a:off x="-67614" y="2713178"/>
            <a:ext cx="557215" cy="839693"/>
            <a:chOff x="-126377" y="2746853"/>
            <a:chExt cx="557215" cy="839693"/>
          </a:xfrm>
        </p:grpSpPr>
        <p:sp>
          <p:nvSpPr>
            <p:cNvPr id="345" name="Google Shape;345;p9"/>
            <p:cNvSpPr/>
            <p:nvPr/>
          </p:nvSpPr>
          <p:spPr>
            <a:xfrm flipH="1">
              <a:off x="127601" y="3145956"/>
              <a:ext cx="70018" cy="440590"/>
            </a:xfrm>
            <a:custGeom>
              <a:avLst/>
              <a:gdLst/>
              <a:ahLst/>
              <a:cxnLst/>
              <a:rect l="l" t="t" r="r" b="b"/>
              <a:pathLst>
                <a:path w="2270" h="14284" extrusionOk="0">
                  <a:moveTo>
                    <a:pt x="505" y="1"/>
                  </a:moveTo>
                  <a:lnTo>
                    <a:pt x="1" y="14284"/>
                  </a:lnTo>
                  <a:lnTo>
                    <a:pt x="2270" y="14284"/>
                  </a:lnTo>
                  <a:lnTo>
                    <a:pt x="1765" y="1"/>
                  </a:lnTo>
                  <a:close/>
                </a:path>
              </a:pathLst>
            </a:custGeom>
            <a:solidFill>
              <a:srgbClr val="7A452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9"/>
            <p:cNvSpPr/>
            <p:nvPr/>
          </p:nvSpPr>
          <p:spPr>
            <a:xfrm flipH="1">
              <a:off x="-126377" y="2746853"/>
              <a:ext cx="528714" cy="440590"/>
            </a:xfrm>
            <a:custGeom>
              <a:avLst/>
              <a:gdLst/>
              <a:ahLst/>
              <a:cxnLst/>
              <a:rect l="l" t="t" r="r" b="b"/>
              <a:pathLst>
                <a:path w="17141" h="14284" extrusionOk="0">
                  <a:moveTo>
                    <a:pt x="5966" y="1"/>
                  </a:moveTo>
                  <a:cubicBezTo>
                    <a:pt x="5294" y="1"/>
                    <a:pt x="4706" y="505"/>
                    <a:pt x="4706" y="1261"/>
                  </a:cubicBezTo>
                  <a:cubicBezTo>
                    <a:pt x="4706" y="1429"/>
                    <a:pt x="4874" y="1681"/>
                    <a:pt x="4958" y="1849"/>
                  </a:cubicBezTo>
                  <a:lnTo>
                    <a:pt x="3613" y="1849"/>
                  </a:lnTo>
                  <a:cubicBezTo>
                    <a:pt x="2689" y="1849"/>
                    <a:pt x="2101" y="2521"/>
                    <a:pt x="2101" y="3361"/>
                  </a:cubicBezTo>
                  <a:lnTo>
                    <a:pt x="2101" y="3613"/>
                  </a:lnTo>
                  <a:cubicBezTo>
                    <a:pt x="1261" y="4034"/>
                    <a:pt x="757" y="4790"/>
                    <a:pt x="757" y="5714"/>
                  </a:cubicBezTo>
                  <a:cubicBezTo>
                    <a:pt x="757" y="6386"/>
                    <a:pt x="925" y="6890"/>
                    <a:pt x="1345" y="7310"/>
                  </a:cubicBezTo>
                  <a:lnTo>
                    <a:pt x="1177" y="7310"/>
                  </a:lnTo>
                  <a:cubicBezTo>
                    <a:pt x="505" y="7310"/>
                    <a:pt x="0" y="7814"/>
                    <a:pt x="0" y="8403"/>
                  </a:cubicBezTo>
                  <a:cubicBezTo>
                    <a:pt x="0" y="8991"/>
                    <a:pt x="505" y="9411"/>
                    <a:pt x="1177" y="9411"/>
                  </a:cubicBezTo>
                  <a:lnTo>
                    <a:pt x="1513" y="9411"/>
                  </a:lnTo>
                  <a:cubicBezTo>
                    <a:pt x="1261" y="9663"/>
                    <a:pt x="1177" y="9915"/>
                    <a:pt x="1177" y="10167"/>
                  </a:cubicBezTo>
                  <a:cubicBezTo>
                    <a:pt x="1177" y="10755"/>
                    <a:pt x="1681" y="11427"/>
                    <a:pt x="2269" y="11427"/>
                  </a:cubicBezTo>
                  <a:lnTo>
                    <a:pt x="2269" y="11679"/>
                  </a:lnTo>
                  <a:cubicBezTo>
                    <a:pt x="2269" y="12604"/>
                    <a:pt x="3025" y="13360"/>
                    <a:pt x="3949" y="13360"/>
                  </a:cubicBezTo>
                  <a:cubicBezTo>
                    <a:pt x="3949" y="13864"/>
                    <a:pt x="4369" y="14284"/>
                    <a:pt x="5042" y="14284"/>
                  </a:cubicBezTo>
                  <a:lnTo>
                    <a:pt x="12687" y="14284"/>
                  </a:lnTo>
                  <a:cubicBezTo>
                    <a:pt x="13192" y="14284"/>
                    <a:pt x="13780" y="13864"/>
                    <a:pt x="13780" y="13192"/>
                  </a:cubicBezTo>
                  <a:cubicBezTo>
                    <a:pt x="13780" y="13024"/>
                    <a:pt x="13696" y="12940"/>
                    <a:pt x="13696" y="12688"/>
                  </a:cubicBezTo>
                  <a:lnTo>
                    <a:pt x="14284" y="12688"/>
                  </a:lnTo>
                  <a:cubicBezTo>
                    <a:pt x="14788" y="12688"/>
                    <a:pt x="15208" y="12267"/>
                    <a:pt x="15208" y="11763"/>
                  </a:cubicBezTo>
                  <a:cubicBezTo>
                    <a:pt x="15208" y="11427"/>
                    <a:pt x="15040" y="11259"/>
                    <a:pt x="14788" y="11007"/>
                  </a:cubicBezTo>
                  <a:lnTo>
                    <a:pt x="15208" y="11007"/>
                  </a:lnTo>
                  <a:cubicBezTo>
                    <a:pt x="15628" y="11007"/>
                    <a:pt x="15964" y="10671"/>
                    <a:pt x="15964" y="10251"/>
                  </a:cubicBezTo>
                  <a:cubicBezTo>
                    <a:pt x="15964" y="10083"/>
                    <a:pt x="15880" y="9915"/>
                    <a:pt x="15880" y="9831"/>
                  </a:cubicBezTo>
                  <a:cubicBezTo>
                    <a:pt x="16636" y="9831"/>
                    <a:pt x="17140" y="9159"/>
                    <a:pt x="17140" y="8235"/>
                  </a:cubicBezTo>
                  <a:cubicBezTo>
                    <a:pt x="17140" y="7478"/>
                    <a:pt x="16636" y="6722"/>
                    <a:pt x="15880" y="6470"/>
                  </a:cubicBezTo>
                  <a:cubicBezTo>
                    <a:pt x="15964" y="6302"/>
                    <a:pt x="15964" y="5966"/>
                    <a:pt x="15964" y="5714"/>
                  </a:cubicBezTo>
                  <a:cubicBezTo>
                    <a:pt x="15964" y="4706"/>
                    <a:pt x="15208" y="3866"/>
                    <a:pt x="14368" y="3529"/>
                  </a:cubicBezTo>
                  <a:lnTo>
                    <a:pt x="14368" y="3361"/>
                  </a:lnTo>
                  <a:cubicBezTo>
                    <a:pt x="14368" y="2521"/>
                    <a:pt x="13780" y="1849"/>
                    <a:pt x="12939" y="1849"/>
                  </a:cubicBezTo>
                  <a:lnTo>
                    <a:pt x="12687" y="1849"/>
                  </a:lnTo>
                  <a:cubicBezTo>
                    <a:pt x="12855" y="1681"/>
                    <a:pt x="12939" y="1429"/>
                    <a:pt x="12939" y="1261"/>
                  </a:cubicBezTo>
                  <a:cubicBezTo>
                    <a:pt x="12939" y="505"/>
                    <a:pt x="12435" y="1"/>
                    <a:pt x="1167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9"/>
            <p:cNvSpPr/>
            <p:nvPr/>
          </p:nvSpPr>
          <p:spPr>
            <a:xfrm flipH="1">
              <a:off x="-9752" y="2746853"/>
              <a:ext cx="440590" cy="440590"/>
            </a:xfrm>
            <a:custGeom>
              <a:avLst/>
              <a:gdLst/>
              <a:ahLst/>
              <a:cxnLst/>
              <a:rect l="l" t="t" r="r" b="b"/>
              <a:pathLst>
                <a:path w="14284" h="14284" extrusionOk="0">
                  <a:moveTo>
                    <a:pt x="6050" y="1"/>
                  </a:moveTo>
                  <a:cubicBezTo>
                    <a:pt x="5377" y="1"/>
                    <a:pt x="4789" y="505"/>
                    <a:pt x="4789" y="1261"/>
                  </a:cubicBezTo>
                  <a:cubicBezTo>
                    <a:pt x="4789" y="1429"/>
                    <a:pt x="4957" y="1681"/>
                    <a:pt x="5041" y="1849"/>
                  </a:cubicBezTo>
                  <a:lnTo>
                    <a:pt x="3697" y="1849"/>
                  </a:lnTo>
                  <a:cubicBezTo>
                    <a:pt x="2857" y="1849"/>
                    <a:pt x="2185" y="2521"/>
                    <a:pt x="2185" y="3361"/>
                  </a:cubicBezTo>
                  <a:lnTo>
                    <a:pt x="2185" y="3613"/>
                  </a:lnTo>
                  <a:cubicBezTo>
                    <a:pt x="1345" y="4034"/>
                    <a:pt x="840" y="4790"/>
                    <a:pt x="840" y="5714"/>
                  </a:cubicBezTo>
                  <a:cubicBezTo>
                    <a:pt x="840" y="6386"/>
                    <a:pt x="1008" y="6890"/>
                    <a:pt x="1429" y="7310"/>
                  </a:cubicBezTo>
                  <a:lnTo>
                    <a:pt x="1177" y="7310"/>
                  </a:lnTo>
                  <a:cubicBezTo>
                    <a:pt x="504" y="7310"/>
                    <a:pt x="0" y="7814"/>
                    <a:pt x="0" y="8403"/>
                  </a:cubicBezTo>
                  <a:cubicBezTo>
                    <a:pt x="0" y="8991"/>
                    <a:pt x="504" y="9411"/>
                    <a:pt x="1177" y="9411"/>
                  </a:cubicBezTo>
                  <a:lnTo>
                    <a:pt x="1429" y="9411"/>
                  </a:lnTo>
                  <a:cubicBezTo>
                    <a:pt x="1261" y="9663"/>
                    <a:pt x="1177" y="9915"/>
                    <a:pt x="1177" y="10167"/>
                  </a:cubicBezTo>
                  <a:cubicBezTo>
                    <a:pt x="1177" y="10755"/>
                    <a:pt x="1681" y="11427"/>
                    <a:pt x="2269" y="11427"/>
                  </a:cubicBezTo>
                  <a:lnTo>
                    <a:pt x="2269" y="11679"/>
                  </a:lnTo>
                  <a:cubicBezTo>
                    <a:pt x="2269" y="12604"/>
                    <a:pt x="3025" y="13360"/>
                    <a:pt x="3949" y="13360"/>
                  </a:cubicBezTo>
                  <a:cubicBezTo>
                    <a:pt x="3949" y="13864"/>
                    <a:pt x="4369" y="14284"/>
                    <a:pt x="5041" y="14284"/>
                  </a:cubicBezTo>
                  <a:lnTo>
                    <a:pt x="9831" y="14284"/>
                  </a:lnTo>
                  <a:cubicBezTo>
                    <a:pt x="10419" y="14284"/>
                    <a:pt x="10923" y="13864"/>
                    <a:pt x="10923" y="13192"/>
                  </a:cubicBezTo>
                  <a:cubicBezTo>
                    <a:pt x="10923" y="13024"/>
                    <a:pt x="10839" y="12940"/>
                    <a:pt x="10839" y="12688"/>
                  </a:cubicBezTo>
                  <a:lnTo>
                    <a:pt x="11427" y="12688"/>
                  </a:lnTo>
                  <a:cubicBezTo>
                    <a:pt x="11931" y="12688"/>
                    <a:pt x="12351" y="12267"/>
                    <a:pt x="12351" y="11763"/>
                  </a:cubicBezTo>
                  <a:cubicBezTo>
                    <a:pt x="12351" y="11427"/>
                    <a:pt x="12183" y="11259"/>
                    <a:pt x="11931" y="11007"/>
                  </a:cubicBezTo>
                  <a:lnTo>
                    <a:pt x="12351" y="11007"/>
                  </a:lnTo>
                  <a:cubicBezTo>
                    <a:pt x="12771" y="11007"/>
                    <a:pt x="13107" y="10671"/>
                    <a:pt x="13107" y="10251"/>
                  </a:cubicBezTo>
                  <a:cubicBezTo>
                    <a:pt x="13107" y="10083"/>
                    <a:pt x="13023" y="9915"/>
                    <a:pt x="13023" y="9831"/>
                  </a:cubicBezTo>
                  <a:cubicBezTo>
                    <a:pt x="13611" y="9831"/>
                    <a:pt x="14284" y="9159"/>
                    <a:pt x="14284" y="8235"/>
                  </a:cubicBezTo>
                  <a:cubicBezTo>
                    <a:pt x="14284" y="7478"/>
                    <a:pt x="13779" y="6722"/>
                    <a:pt x="13023" y="6470"/>
                  </a:cubicBezTo>
                  <a:cubicBezTo>
                    <a:pt x="13107" y="6302"/>
                    <a:pt x="13107" y="5966"/>
                    <a:pt x="13107" y="5714"/>
                  </a:cubicBezTo>
                  <a:cubicBezTo>
                    <a:pt x="13107" y="4706"/>
                    <a:pt x="12519" y="3866"/>
                    <a:pt x="11511" y="3529"/>
                  </a:cubicBezTo>
                  <a:lnTo>
                    <a:pt x="11511" y="3361"/>
                  </a:lnTo>
                  <a:cubicBezTo>
                    <a:pt x="11511" y="2521"/>
                    <a:pt x="10923" y="1849"/>
                    <a:pt x="10083" y="1849"/>
                  </a:cubicBezTo>
                  <a:lnTo>
                    <a:pt x="9831" y="1849"/>
                  </a:lnTo>
                  <a:cubicBezTo>
                    <a:pt x="9999" y="1681"/>
                    <a:pt x="10083" y="1429"/>
                    <a:pt x="10083" y="1261"/>
                  </a:cubicBezTo>
                  <a:cubicBezTo>
                    <a:pt x="10083" y="505"/>
                    <a:pt x="9578" y="1"/>
                    <a:pt x="88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9"/>
            <p:cNvSpPr/>
            <p:nvPr/>
          </p:nvSpPr>
          <p:spPr>
            <a:xfrm flipH="1">
              <a:off x="93918" y="2972330"/>
              <a:ext cx="336920" cy="215113"/>
            </a:xfrm>
            <a:custGeom>
              <a:avLst/>
              <a:gdLst/>
              <a:ahLst/>
              <a:cxnLst/>
              <a:rect l="l" t="t" r="r" b="b"/>
              <a:pathLst>
                <a:path w="10923" h="6974" extrusionOk="0">
                  <a:moveTo>
                    <a:pt x="1092" y="0"/>
                  </a:moveTo>
                  <a:cubicBezTo>
                    <a:pt x="504" y="0"/>
                    <a:pt x="0" y="588"/>
                    <a:pt x="0" y="1093"/>
                  </a:cubicBezTo>
                  <a:cubicBezTo>
                    <a:pt x="0" y="1681"/>
                    <a:pt x="504" y="2101"/>
                    <a:pt x="1092" y="2101"/>
                  </a:cubicBezTo>
                  <a:lnTo>
                    <a:pt x="1429" y="2101"/>
                  </a:lnTo>
                  <a:cubicBezTo>
                    <a:pt x="1261" y="2353"/>
                    <a:pt x="1092" y="2689"/>
                    <a:pt x="1092" y="2857"/>
                  </a:cubicBezTo>
                  <a:cubicBezTo>
                    <a:pt x="1092" y="3529"/>
                    <a:pt x="1681" y="4117"/>
                    <a:pt x="2269" y="4117"/>
                  </a:cubicBezTo>
                  <a:lnTo>
                    <a:pt x="2269" y="4369"/>
                  </a:lnTo>
                  <a:cubicBezTo>
                    <a:pt x="2269" y="5294"/>
                    <a:pt x="3025" y="6050"/>
                    <a:pt x="3949" y="6050"/>
                  </a:cubicBezTo>
                  <a:cubicBezTo>
                    <a:pt x="3949" y="6554"/>
                    <a:pt x="4369" y="6974"/>
                    <a:pt x="5041" y="6974"/>
                  </a:cubicBezTo>
                  <a:lnTo>
                    <a:pt x="9831" y="6974"/>
                  </a:lnTo>
                  <a:cubicBezTo>
                    <a:pt x="10335" y="6974"/>
                    <a:pt x="10923" y="6554"/>
                    <a:pt x="10923" y="5882"/>
                  </a:cubicBezTo>
                  <a:lnTo>
                    <a:pt x="8150" y="5882"/>
                  </a:lnTo>
                  <a:lnTo>
                    <a:pt x="8150" y="5630"/>
                  </a:lnTo>
                  <a:cubicBezTo>
                    <a:pt x="8150" y="5042"/>
                    <a:pt x="7730" y="4621"/>
                    <a:pt x="7310" y="4453"/>
                  </a:cubicBezTo>
                  <a:cubicBezTo>
                    <a:pt x="7646" y="4369"/>
                    <a:pt x="7814" y="4117"/>
                    <a:pt x="7982" y="3781"/>
                  </a:cubicBezTo>
                  <a:lnTo>
                    <a:pt x="9662" y="3781"/>
                  </a:lnTo>
                  <a:cubicBezTo>
                    <a:pt x="10251" y="3781"/>
                    <a:pt x="10923" y="3277"/>
                    <a:pt x="10923" y="2689"/>
                  </a:cubicBezTo>
                  <a:cubicBezTo>
                    <a:pt x="10923" y="2017"/>
                    <a:pt x="10335" y="1513"/>
                    <a:pt x="9662" y="1513"/>
                  </a:cubicBezTo>
                  <a:lnTo>
                    <a:pt x="7562" y="1513"/>
                  </a:lnTo>
                  <a:cubicBezTo>
                    <a:pt x="7562" y="1429"/>
                    <a:pt x="7646" y="1261"/>
                    <a:pt x="7646" y="1177"/>
                  </a:cubicBezTo>
                  <a:cubicBezTo>
                    <a:pt x="7646" y="588"/>
                    <a:pt x="7142" y="0"/>
                    <a:pt x="638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9"/>
            <p:cNvSpPr/>
            <p:nvPr/>
          </p:nvSpPr>
          <p:spPr>
            <a:xfrm flipH="1">
              <a:off x="31704" y="2746853"/>
              <a:ext cx="243645" cy="158111"/>
            </a:xfrm>
            <a:custGeom>
              <a:avLst/>
              <a:gdLst/>
              <a:ahLst/>
              <a:cxnLst/>
              <a:rect l="l" t="t" r="r" b="b"/>
              <a:pathLst>
                <a:path w="7899" h="5126" extrusionOk="0">
                  <a:moveTo>
                    <a:pt x="2437" y="1"/>
                  </a:moveTo>
                  <a:cubicBezTo>
                    <a:pt x="2437" y="85"/>
                    <a:pt x="2269" y="169"/>
                    <a:pt x="2269" y="253"/>
                  </a:cubicBezTo>
                  <a:cubicBezTo>
                    <a:pt x="2269" y="673"/>
                    <a:pt x="2605" y="1093"/>
                    <a:pt x="3025" y="1261"/>
                  </a:cubicBezTo>
                  <a:cubicBezTo>
                    <a:pt x="2857" y="1345"/>
                    <a:pt x="2605" y="1429"/>
                    <a:pt x="2521" y="1765"/>
                  </a:cubicBezTo>
                  <a:lnTo>
                    <a:pt x="1009" y="1765"/>
                  </a:lnTo>
                  <a:cubicBezTo>
                    <a:pt x="505" y="1765"/>
                    <a:pt x="0" y="2185"/>
                    <a:pt x="0" y="2773"/>
                  </a:cubicBezTo>
                  <a:cubicBezTo>
                    <a:pt x="0" y="3361"/>
                    <a:pt x="421" y="3866"/>
                    <a:pt x="1009" y="3866"/>
                  </a:cubicBezTo>
                  <a:lnTo>
                    <a:pt x="2857" y="3866"/>
                  </a:lnTo>
                  <a:lnTo>
                    <a:pt x="2857" y="4034"/>
                  </a:lnTo>
                  <a:cubicBezTo>
                    <a:pt x="2857" y="4622"/>
                    <a:pt x="3277" y="5126"/>
                    <a:pt x="3865" y="5126"/>
                  </a:cubicBezTo>
                  <a:lnTo>
                    <a:pt x="7898" y="5126"/>
                  </a:lnTo>
                  <a:cubicBezTo>
                    <a:pt x="7646" y="4286"/>
                    <a:pt x="7142" y="3782"/>
                    <a:pt x="6386" y="3529"/>
                  </a:cubicBezTo>
                  <a:lnTo>
                    <a:pt x="6386" y="3361"/>
                  </a:lnTo>
                  <a:cubicBezTo>
                    <a:pt x="6386" y="2521"/>
                    <a:pt x="5798" y="1849"/>
                    <a:pt x="4958" y="1849"/>
                  </a:cubicBezTo>
                  <a:lnTo>
                    <a:pt x="4705" y="1849"/>
                  </a:lnTo>
                  <a:cubicBezTo>
                    <a:pt x="4790" y="1681"/>
                    <a:pt x="4958" y="1429"/>
                    <a:pt x="4958" y="1261"/>
                  </a:cubicBezTo>
                  <a:cubicBezTo>
                    <a:pt x="4958" y="505"/>
                    <a:pt x="4369" y="1"/>
                    <a:pt x="36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0" name="Google Shape;350;p9"/>
          <p:cNvGrpSpPr/>
          <p:nvPr/>
        </p:nvGrpSpPr>
        <p:grpSpPr>
          <a:xfrm>
            <a:off x="383309" y="2974928"/>
            <a:ext cx="510577" cy="577943"/>
            <a:chOff x="324546" y="3008603"/>
            <a:chExt cx="510577" cy="577943"/>
          </a:xfrm>
        </p:grpSpPr>
        <p:sp>
          <p:nvSpPr>
            <p:cNvPr id="351" name="Google Shape;351;p9"/>
            <p:cNvSpPr/>
            <p:nvPr/>
          </p:nvSpPr>
          <p:spPr>
            <a:xfrm flipH="1">
              <a:off x="562978" y="3381797"/>
              <a:ext cx="57063" cy="204749"/>
            </a:xfrm>
            <a:custGeom>
              <a:avLst/>
              <a:gdLst/>
              <a:ahLst/>
              <a:cxnLst/>
              <a:rect l="l" t="t" r="r" b="b"/>
              <a:pathLst>
                <a:path w="1850" h="6638" extrusionOk="0">
                  <a:moveTo>
                    <a:pt x="421" y="0"/>
                  </a:moveTo>
                  <a:lnTo>
                    <a:pt x="1" y="6638"/>
                  </a:lnTo>
                  <a:lnTo>
                    <a:pt x="1849" y="6638"/>
                  </a:lnTo>
                  <a:lnTo>
                    <a:pt x="1513" y="0"/>
                  </a:lnTo>
                  <a:close/>
                </a:path>
              </a:pathLst>
            </a:custGeom>
            <a:solidFill>
              <a:srgbClr val="7A452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9"/>
            <p:cNvSpPr/>
            <p:nvPr/>
          </p:nvSpPr>
          <p:spPr>
            <a:xfrm flipH="1">
              <a:off x="324546" y="3008603"/>
              <a:ext cx="484667" cy="414680"/>
            </a:xfrm>
            <a:custGeom>
              <a:avLst/>
              <a:gdLst/>
              <a:ahLst/>
              <a:cxnLst/>
              <a:rect l="l" t="t" r="r" b="b"/>
              <a:pathLst>
                <a:path w="15713" h="13444" extrusionOk="0">
                  <a:moveTo>
                    <a:pt x="5378" y="1"/>
                  </a:moveTo>
                  <a:cubicBezTo>
                    <a:pt x="4790" y="1"/>
                    <a:pt x="4285" y="505"/>
                    <a:pt x="4285" y="1177"/>
                  </a:cubicBezTo>
                  <a:cubicBezTo>
                    <a:pt x="4285" y="1345"/>
                    <a:pt x="4369" y="1597"/>
                    <a:pt x="4453" y="1765"/>
                  </a:cubicBezTo>
                  <a:lnTo>
                    <a:pt x="3193" y="1765"/>
                  </a:lnTo>
                  <a:cubicBezTo>
                    <a:pt x="2521" y="1765"/>
                    <a:pt x="1849" y="2437"/>
                    <a:pt x="1849" y="3193"/>
                  </a:cubicBezTo>
                  <a:lnTo>
                    <a:pt x="1849" y="3445"/>
                  </a:lnTo>
                  <a:cubicBezTo>
                    <a:pt x="1093" y="3781"/>
                    <a:pt x="589" y="4538"/>
                    <a:pt x="589" y="5378"/>
                  </a:cubicBezTo>
                  <a:cubicBezTo>
                    <a:pt x="589" y="5966"/>
                    <a:pt x="757" y="6470"/>
                    <a:pt x="1177" y="6806"/>
                  </a:cubicBezTo>
                  <a:lnTo>
                    <a:pt x="1009" y="6806"/>
                  </a:lnTo>
                  <a:cubicBezTo>
                    <a:pt x="505" y="6806"/>
                    <a:pt x="0" y="7226"/>
                    <a:pt x="0" y="7898"/>
                  </a:cubicBezTo>
                  <a:cubicBezTo>
                    <a:pt x="0" y="8403"/>
                    <a:pt x="421" y="8907"/>
                    <a:pt x="1009" y="8907"/>
                  </a:cubicBezTo>
                  <a:lnTo>
                    <a:pt x="1345" y="8907"/>
                  </a:lnTo>
                  <a:cubicBezTo>
                    <a:pt x="1093" y="9159"/>
                    <a:pt x="1093" y="9327"/>
                    <a:pt x="1093" y="9663"/>
                  </a:cubicBezTo>
                  <a:cubicBezTo>
                    <a:pt x="1093" y="10335"/>
                    <a:pt x="1681" y="10839"/>
                    <a:pt x="2185" y="10839"/>
                  </a:cubicBezTo>
                  <a:lnTo>
                    <a:pt x="2185" y="11007"/>
                  </a:lnTo>
                  <a:cubicBezTo>
                    <a:pt x="2185" y="11847"/>
                    <a:pt x="2941" y="12604"/>
                    <a:pt x="3781" y="12604"/>
                  </a:cubicBezTo>
                  <a:cubicBezTo>
                    <a:pt x="3781" y="13108"/>
                    <a:pt x="4201" y="13444"/>
                    <a:pt x="4705" y="13444"/>
                  </a:cubicBezTo>
                  <a:lnTo>
                    <a:pt x="11847" y="13444"/>
                  </a:lnTo>
                  <a:cubicBezTo>
                    <a:pt x="12351" y="13444"/>
                    <a:pt x="12771" y="13024"/>
                    <a:pt x="12771" y="12520"/>
                  </a:cubicBezTo>
                  <a:cubicBezTo>
                    <a:pt x="12771" y="12267"/>
                    <a:pt x="12687" y="12183"/>
                    <a:pt x="12687" y="12099"/>
                  </a:cubicBezTo>
                  <a:lnTo>
                    <a:pt x="13275" y="12099"/>
                  </a:lnTo>
                  <a:cubicBezTo>
                    <a:pt x="13864" y="12099"/>
                    <a:pt x="14116" y="11679"/>
                    <a:pt x="14116" y="11259"/>
                  </a:cubicBezTo>
                  <a:cubicBezTo>
                    <a:pt x="14116" y="10923"/>
                    <a:pt x="14032" y="10671"/>
                    <a:pt x="13696" y="10503"/>
                  </a:cubicBezTo>
                  <a:lnTo>
                    <a:pt x="14116" y="10503"/>
                  </a:lnTo>
                  <a:cubicBezTo>
                    <a:pt x="14536" y="10503"/>
                    <a:pt x="14872" y="10167"/>
                    <a:pt x="14872" y="9831"/>
                  </a:cubicBezTo>
                  <a:cubicBezTo>
                    <a:pt x="14872" y="9747"/>
                    <a:pt x="14788" y="9579"/>
                    <a:pt x="14788" y="9411"/>
                  </a:cubicBezTo>
                  <a:cubicBezTo>
                    <a:pt x="15208" y="9243"/>
                    <a:pt x="15712" y="8655"/>
                    <a:pt x="15712" y="7814"/>
                  </a:cubicBezTo>
                  <a:cubicBezTo>
                    <a:pt x="15712" y="7058"/>
                    <a:pt x="15208" y="6386"/>
                    <a:pt x="14536" y="6134"/>
                  </a:cubicBezTo>
                  <a:cubicBezTo>
                    <a:pt x="14704" y="5882"/>
                    <a:pt x="14704" y="5714"/>
                    <a:pt x="14704" y="5378"/>
                  </a:cubicBezTo>
                  <a:cubicBezTo>
                    <a:pt x="14704" y="4454"/>
                    <a:pt x="14032" y="3613"/>
                    <a:pt x="13191" y="3361"/>
                  </a:cubicBezTo>
                  <a:lnTo>
                    <a:pt x="13191" y="3193"/>
                  </a:lnTo>
                  <a:cubicBezTo>
                    <a:pt x="13191" y="2437"/>
                    <a:pt x="12603" y="1765"/>
                    <a:pt x="11847" y="1765"/>
                  </a:cubicBezTo>
                  <a:lnTo>
                    <a:pt x="11595" y="1765"/>
                  </a:lnTo>
                  <a:cubicBezTo>
                    <a:pt x="11679" y="1597"/>
                    <a:pt x="11847" y="1345"/>
                    <a:pt x="11847" y="1177"/>
                  </a:cubicBezTo>
                  <a:cubicBezTo>
                    <a:pt x="11847" y="505"/>
                    <a:pt x="11259" y="1"/>
                    <a:pt x="1067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9"/>
            <p:cNvSpPr/>
            <p:nvPr/>
          </p:nvSpPr>
          <p:spPr>
            <a:xfrm flipH="1">
              <a:off x="433398" y="3008603"/>
              <a:ext cx="401725" cy="414680"/>
            </a:xfrm>
            <a:custGeom>
              <a:avLst/>
              <a:gdLst/>
              <a:ahLst/>
              <a:cxnLst/>
              <a:rect l="l" t="t" r="r" b="b"/>
              <a:pathLst>
                <a:path w="13024" h="13444" extrusionOk="0">
                  <a:moveTo>
                    <a:pt x="5461" y="1"/>
                  </a:moveTo>
                  <a:cubicBezTo>
                    <a:pt x="4789" y="1"/>
                    <a:pt x="4285" y="505"/>
                    <a:pt x="4285" y="1177"/>
                  </a:cubicBezTo>
                  <a:cubicBezTo>
                    <a:pt x="4285" y="1345"/>
                    <a:pt x="4369" y="1597"/>
                    <a:pt x="4453" y="1765"/>
                  </a:cubicBezTo>
                  <a:lnTo>
                    <a:pt x="3193" y="1765"/>
                  </a:lnTo>
                  <a:cubicBezTo>
                    <a:pt x="2521" y="1765"/>
                    <a:pt x="1849" y="2437"/>
                    <a:pt x="1849" y="3193"/>
                  </a:cubicBezTo>
                  <a:lnTo>
                    <a:pt x="1849" y="3445"/>
                  </a:lnTo>
                  <a:cubicBezTo>
                    <a:pt x="1092" y="3781"/>
                    <a:pt x="588" y="4538"/>
                    <a:pt x="588" y="5378"/>
                  </a:cubicBezTo>
                  <a:cubicBezTo>
                    <a:pt x="588" y="5966"/>
                    <a:pt x="840" y="6470"/>
                    <a:pt x="1261" y="6806"/>
                  </a:cubicBezTo>
                  <a:lnTo>
                    <a:pt x="1008" y="6806"/>
                  </a:lnTo>
                  <a:cubicBezTo>
                    <a:pt x="504" y="6806"/>
                    <a:pt x="0" y="7226"/>
                    <a:pt x="0" y="7898"/>
                  </a:cubicBezTo>
                  <a:cubicBezTo>
                    <a:pt x="0" y="8403"/>
                    <a:pt x="420" y="8907"/>
                    <a:pt x="1008" y="8907"/>
                  </a:cubicBezTo>
                  <a:lnTo>
                    <a:pt x="1345" y="8907"/>
                  </a:lnTo>
                  <a:cubicBezTo>
                    <a:pt x="1261" y="9159"/>
                    <a:pt x="1092" y="9327"/>
                    <a:pt x="1092" y="9663"/>
                  </a:cubicBezTo>
                  <a:cubicBezTo>
                    <a:pt x="1092" y="10335"/>
                    <a:pt x="1681" y="10839"/>
                    <a:pt x="2185" y="10839"/>
                  </a:cubicBezTo>
                  <a:lnTo>
                    <a:pt x="2185" y="11007"/>
                  </a:lnTo>
                  <a:cubicBezTo>
                    <a:pt x="2185" y="11847"/>
                    <a:pt x="2941" y="12604"/>
                    <a:pt x="3781" y="12604"/>
                  </a:cubicBezTo>
                  <a:cubicBezTo>
                    <a:pt x="3781" y="13108"/>
                    <a:pt x="4201" y="13444"/>
                    <a:pt x="4705" y="13444"/>
                  </a:cubicBezTo>
                  <a:lnTo>
                    <a:pt x="9074" y="13444"/>
                  </a:lnTo>
                  <a:cubicBezTo>
                    <a:pt x="9662" y="13444"/>
                    <a:pt x="10083" y="13024"/>
                    <a:pt x="10083" y="12520"/>
                  </a:cubicBezTo>
                  <a:cubicBezTo>
                    <a:pt x="10083" y="12267"/>
                    <a:pt x="9914" y="12183"/>
                    <a:pt x="9914" y="12099"/>
                  </a:cubicBezTo>
                  <a:lnTo>
                    <a:pt x="10587" y="12099"/>
                  </a:lnTo>
                  <a:cubicBezTo>
                    <a:pt x="11091" y="12099"/>
                    <a:pt x="11427" y="11679"/>
                    <a:pt x="11427" y="11259"/>
                  </a:cubicBezTo>
                  <a:cubicBezTo>
                    <a:pt x="11427" y="10923"/>
                    <a:pt x="11343" y="10671"/>
                    <a:pt x="11007" y="10503"/>
                  </a:cubicBezTo>
                  <a:lnTo>
                    <a:pt x="11427" y="10503"/>
                  </a:lnTo>
                  <a:cubicBezTo>
                    <a:pt x="11847" y="10503"/>
                    <a:pt x="12183" y="10167"/>
                    <a:pt x="12183" y="9831"/>
                  </a:cubicBezTo>
                  <a:cubicBezTo>
                    <a:pt x="12183" y="9747"/>
                    <a:pt x="12015" y="9579"/>
                    <a:pt x="12015" y="9411"/>
                  </a:cubicBezTo>
                  <a:cubicBezTo>
                    <a:pt x="12435" y="9243"/>
                    <a:pt x="13023" y="8655"/>
                    <a:pt x="13023" y="7814"/>
                  </a:cubicBezTo>
                  <a:cubicBezTo>
                    <a:pt x="13023" y="7058"/>
                    <a:pt x="12435" y="6386"/>
                    <a:pt x="11847" y="6134"/>
                  </a:cubicBezTo>
                  <a:cubicBezTo>
                    <a:pt x="11931" y="5882"/>
                    <a:pt x="11931" y="5714"/>
                    <a:pt x="11931" y="5378"/>
                  </a:cubicBezTo>
                  <a:cubicBezTo>
                    <a:pt x="11931" y="4454"/>
                    <a:pt x="11343" y="3613"/>
                    <a:pt x="10503" y="3361"/>
                  </a:cubicBezTo>
                  <a:lnTo>
                    <a:pt x="10503" y="3193"/>
                  </a:lnTo>
                  <a:cubicBezTo>
                    <a:pt x="10503" y="2437"/>
                    <a:pt x="9830" y="1765"/>
                    <a:pt x="9074" y="1765"/>
                  </a:cubicBezTo>
                  <a:lnTo>
                    <a:pt x="8906" y="1765"/>
                  </a:lnTo>
                  <a:cubicBezTo>
                    <a:pt x="8990" y="1597"/>
                    <a:pt x="9074" y="1345"/>
                    <a:pt x="9074" y="1177"/>
                  </a:cubicBezTo>
                  <a:cubicBezTo>
                    <a:pt x="9074" y="505"/>
                    <a:pt x="8570" y="1"/>
                    <a:pt x="798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4" name="Google Shape;354;p9"/>
          <p:cNvGrpSpPr/>
          <p:nvPr/>
        </p:nvGrpSpPr>
        <p:grpSpPr>
          <a:xfrm>
            <a:off x="-98706" y="3063053"/>
            <a:ext cx="440590" cy="489819"/>
            <a:chOff x="-157469" y="3096728"/>
            <a:chExt cx="440590" cy="489819"/>
          </a:xfrm>
        </p:grpSpPr>
        <p:sp>
          <p:nvSpPr>
            <p:cNvPr id="355" name="Google Shape;355;p9"/>
            <p:cNvSpPr/>
            <p:nvPr/>
          </p:nvSpPr>
          <p:spPr>
            <a:xfrm flipH="1">
              <a:off x="42068" y="3410298"/>
              <a:ext cx="54472" cy="176248"/>
            </a:xfrm>
            <a:custGeom>
              <a:avLst/>
              <a:gdLst/>
              <a:ahLst/>
              <a:cxnLst/>
              <a:rect l="l" t="t" r="r" b="b"/>
              <a:pathLst>
                <a:path w="1766" h="5714" extrusionOk="0">
                  <a:moveTo>
                    <a:pt x="421" y="1"/>
                  </a:moveTo>
                  <a:lnTo>
                    <a:pt x="1" y="5714"/>
                  </a:lnTo>
                  <a:lnTo>
                    <a:pt x="1765" y="5714"/>
                  </a:lnTo>
                  <a:lnTo>
                    <a:pt x="1429" y="1"/>
                  </a:lnTo>
                  <a:close/>
                </a:path>
              </a:pathLst>
            </a:custGeom>
            <a:solidFill>
              <a:srgbClr val="7A452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9"/>
            <p:cNvSpPr/>
            <p:nvPr/>
          </p:nvSpPr>
          <p:spPr>
            <a:xfrm flipH="1">
              <a:off x="-157469" y="3096728"/>
              <a:ext cx="417271" cy="347284"/>
            </a:xfrm>
            <a:custGeom>
              <a:avLst/>
              <a:gdLst/>
              <a:ahLst/>
              <a:cxnLst/>
              <a:rect l="l" t="t" r="r" b="b"/>
              <a:pathLst>
                <a:path w="13528" h="11259" extrusionOk="0">
                  <a:moveTo>
                    <a:pt x="4622" y="0"/>
                  </a:moveTo>
                  <a:cubicBezTo>
                    <a:pt x="4117" y="0"/>
                    <a:pt x="3613" y="420"/>
                    <a:pt x="3613" y="924"/>
                  </a:cubicBezTo>
                  <a:cubicBezTo>
                    <a:pt x="3613" y="1177"/>
                    <a:pt x="3697" y="1261"/>
                    <a:pt x="3697" y="1429"/>
                  </a:cubicBezTo>
                  <a:lnTo>
                    <a:pt x="2605" y="1429"/>
                  </a:lnTo>
                  <a:cubicBezTo>
                    <a:pt x="2017" y="1429"/>
                    <a:pt x="1513" y="2017"/>
                    <a:pt x="1513" y="2605"/>
                  </a:cubicBezTo>
                  <a:lnTo>
                    <a:pt x="1513" y="2857"/>
                  </a:lnTo>
                  <a:cubicBezTo>
                    <a:pt x="841" y="3109"/>
                    <a:pt x="421" y="3781"/>
                    <a:pt x="421" y="4537"/>
                  </a:cubicBezTo>
                  <a:cubicBezTo>
                    <a:pt x="421" y="5041"/>
                    <a:pt x="673" y="5462"/>
                    <a:pt x="925" y="5798"/>
                  </a:cubicBezTo>
                  <a:lnTo>
                    <a:pt x="841" y="5798"/>
                  </a:lnTo>
                  <a:cubicBezTo>
                    <a:pt x="337" y="5798"/>
                    <a:pt x="1" y="6218"/>
                    <a:pt x="1" y="6638"/>
                  </a:cubicBezTo>
                  <a:cubicBezTo>
                    <a:pt x="1" y="7142"/>
                    <a:pt x="421" y="7478"/>
                    <a:pt x="841" y="7478"/>
                  </a:cubicBezTo>
                  <a:lnTo>
                    <a:pt x="1093" y="7478"/>
                  </a:lnTo>
                  <a:cubicBezTo>
                    <a:pt x="925" y="7646"/>
                    <a:pt x="841" y="7898"/>
                    <a:pt x="841" y="8066"/>
                  </a:cubicBezTo>
                  <a:cubicBezTo>
                    <a:pt x="841" y="8570"/>
                    <a:pt x="1261" y="8990"/>
                    <a:pt x="1765" y="9158"/>
                  </a:cubicBezTo>
                  <a:lnTo>
                    <a:pt x="1765" y="9242"/>
                  </a:lnTo>
                  <a:cubicBezTo>
                    <a:pt x="1765" y="9999"/>
                    <a:pt x="2437" y="10503"/>
                    <a:pt x="3193" y="10503"/>
                  </a:cubicBezTo>
                  <a:cubicBezTo>
                    <a:pt x="3193" y="10923"/>
                    <a:pt x="3613" y="11259"/>
                    <a:pt x="4033" y="11259"/>
                  </a:cubicBezTo>
                  <a:lnTo>
                    <a:pt x="10083" y="11259"/>
                  </a:lnTo>
                  <a:cubicBezTo>
                    <a:pt x="10503" y="11259"/>
                    <a:pt x="10923" y="10923"/>
                    <a:pt x="10923" y="10419"/>
                  </a:cubicBezTo>
                  <a:cubicBezTo>
                    <a:pt x="10923" y="10251"/>
                    <a:pt x="10923" y="10083"/>
                    <a:pt x="10839" y="9999"/>
                  </a:cubicBezTo>
                  <a:lnTo>
                    <a:pt x="11343" y="9999"/>
                  </a:lnTo>
                  <a:cubicBezTo>
                    <a:pt x="11763" y="9999"/>
                    <a:pt x="12099" y="9663"/>
                    <a:pt x="12099" y="9242"/>
                  </a:cubicBezTo>
                  <a:cubicBezTo>
                    <a:pt x="12099" y="8990"/>
                    <a:pt x="12015" y="8822"/>
                    <a:pt x="11763" y="8570"/>
                  </a:cubicBezTo>
                  <a:lnTo>
                    <a:pt x="12099" y="8570"/>
                  </a:lnTo>
                  <a:cubicBezTo>
                    <a:pt x="12435" y="8570"/>
                    <a:pt x="12687" y="8402"/>
                    <a:pt x="12687" y="7982"/>
                  </a:cubicBezTo>
                  <a:cubicBezTo>
                    <a:pt x="12687" y="7898"/>
                    <a:pt x="12687" y="7730"/>
                    <a:pt x="12603" y="7646"/>
                  </a:cubicBezTo>
                  <a:lnTo>
                    <a:pt x="12603" y="7646"/>
                  </a:lnTo>
                  <a:cubicBezTo>
                    <a:pt x="12640" y="7652"/>
                    <a:pt x="12677" y="7655"/>
                    <a:pt x="12712" y="7655"/>
                  </a:cubicBezTo>
                  <a:cubicBezTo>
                    <a:pt x="13167" y="7655"/>
                    <a:pt x="13528" y="7171"/>
                    <a:pt x="13528" y="6470"/>
                  </a:cubicBezTo>
                  <a:cubicBezTo>
                    <a:pt x="13528" y="5882"/>
                    <a:pt x="13108" y="5209"/>
                    <a:pt x="12519" y="5125"/>
                  </a:cubicBezTo>
                  <a:cubicBezTo>
                    <a:pt x="12603" y="4957"/>
                    <a:pt x="12603" y="4705"/>
                    <a:pt x="12603" y="4537"/>
                  </a:cubicBezTo>
                  <a:cubicBezTo>
                    <a:pt x="12603" y="3697"/>
                    <a:pt x="12099" y="3025"/>
                    <a:pt x="11343" y="2857"/>
                  </a:cubicBezTo>
                  <a:lnTo>
                    <a:pt x="11343" y="2605"/>
                  </a:lnTo>
                  <a:cubicBezTo>
                    <a:pt x="11343" y="2017"/>
                    <a:pt x="10839" y="1429"/>
                    <a:pt x="10167" y="1429"/>
                  </a:cubicBezTo>
                  <a:lnTo>
                    <a:pt x="10083" y="1429"/>
                  </a:lnTo>
                  <a:cubicBezTo>
                    <a:pt x="10167" y="1345"/>
                    <a:pt x="10167" y="1177"/>
                    <a:pt x="10167" y="924"/>
                  </a:cubicBezTo>
                  <a:cubicBezTo>
                    <a:pt x="10167" y="420"/>
                    <a:pt x="9747" y="0"/>
                    <a:pt x="915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9"/>
            <p:cNvSpPr/>
            <p:nvPr/>
          </p:nvSpPr>
          <p:spPr>
            <a:xfrm flipH="1">
              <a:off x="-64163" y="3096728"/>
              <a:ext cx="342102" cy="347284"/>
            </a:xfrm>
            <a:custGeom>
              <a:avLst/>
              <a:gdLst/>
              <a:ahLst/>
              <a:cxnLst/>
              <a:rect l="l" t="t" r="r" b="b"/>
              <a:pathLst>
                <a:path w="11091" h="11259" extrusionOk="0">
                  <a:moveTo>
                    <a:pt x="4621" y="0"/>
                  </a:moveTo>
                  <a:cubicBezTo>
                    <a:pt x="4033" y="0"/>
                    <a:pt x="3529" y="420"/>
                    <a:pt x="3529" y="924"/>
                  </a:cubicBezTo>
                  <a:cubicBezTo>
                    <a:pt x="3529" y="1177"/>
                    <a:pt x="3613" y="1261"/>
                    <a:pt x="3613" y="1429"/>
                  </a:cubicBezTo>
                  <a:lnTo>
                    <a:pt x="2605" y="1429"/>
                  </a:lnTo>
                  <a:cubicBezTo>
                    <a:pt x="1933" y="1429"/>
                    <a:pt x="1429" y="2017"/>
                    <a:pt x="1429" y="2605"/>
                  </a:cubicBezTo>
                  <a:lnTo>
                    <a:pt x="1429" y="2857"/>
                  </a:lnTo>
                  <a:cubicBezTo>
                    <a:pt x="841" y="3109"/>
                    <a:pt x="420" y="3781"/>
                    <a:pt x="420" y="4537"/>
                  </a:cubicBezTo>
                  <a:cubicBezTo>
                    <a:pt x="420" y="5041"/>
                    <a:pt x="589" y="5462"/>
                    <a:pt x="925" y="5798"/>
                  </a:cubicBezTo>
                  <a:lnTo>
                    <a:pt x="841" y="5798"/>
                  </a:lnTo>
                  <a:cubicBezTo>
                    <a:pt x="252" y="5798"/>
                    <a:pt x="0" y="6218"/>
                    <a:pt x="0" y="6638"/>
                  </a:cubicBezTo>
                  <a:cubicBezTo>
                    <a:pt x="0" y="7142"/>
                    <a:pt x="420" y="7478"/>
                    <a:pt x="841" y="7478"/>
                  </a:cubicBezTo>
                  <a:lnTo>
                    <a:pt x="1009" y="7478"/>
                  </a:lnTo>
                  <a:cubicBezTo>
                    <a:pt x="925" y="7646"/>
                    <a:pt x="841" y="7898"/>
                    <a:pt x="841" y="8066"/>
                  </a:cubicBezTo>
                  <a:cubicBezTo>
                    <a:pt x="841" y="8570"/>
                    <a:pt x="1261" y="8990"/>
                    <a:pt x="1765" y="9158"/>
                  </a:cubicBezTo>
                  <a:lnTo>
                    <a:pt x="1765" y="9242"/>
                  </a:lnTo>
                  <a:cubicBezTo>
                    <a:pt x="1765" y="9999"/>
                    <a:pt x="2353" y="10503"/>
                    <a:pt x="3109" y="10503"/>
                  </a:cubicBezTo>
                  <a:cubicBezTo>
                    <a:pt x="3109" y="10923"/>
                    <a:pt x="3529" y="11259"/>
                    <a:pt x="3949" y="11259"/>
                  </a:cubicBezTo>
                  <a:lnTo>
                    <a:pt x="7730" y="11259"/>
                  </a:lnTo>
                  <a:cubicBezTo>
                    <a:pt x="8150" y="11259"/>
                    <a:pt x="8570" y="10923"/>
                    <a:pt x="8570" y="10419"/>
                  </a:cubicBezTo>
                  <a:cubicBezTo>
                    <a:pt x="8570" y="10251"/>
                    <a:pt x="8570" y="10083"/>
                    <a:pt x="8486" y="9999"/>
                  </a:cubicBezTo>
                  <a:lnTo>
                    <a:pt x="8990" y="9999"/>
                  </a:lnTo>
                  <a:cubicBezTo>
                    <a:pt x="9411" y="9999"/>
                    <a:pt x="9747" y="9663"/>
                    <a:pt x="9747" y="9242"/>
                  </a:cubicBezTo>
                  <a:cubicBezTo>
                    <a:pt x="9747" y="8990"/>
                    <a:pt x="9663" y="8822"/>
                    <a:pt x="9411" y="8570"/>
                  </a:cubicBezTo>
                  <a:lnTo>
                    <a:pt x="9747" y="8570"/>
                  </a:lnTo>
                  <a:cubicBezTo>
                    <a:pt x="10083" y="8570"/>
                    <a:pt x="10335" y="8402"/>
                    <a:pt x="10335" y="7982"/>
                  </a:cubicBezTo>
                  <a:cubicBezTo>
                    <a:pt x="10335" y="7898"/>
                    <a:pt x="10335" y="7730"/>
                    <a:pt x="10251" y="7646"/>
                  </a:cubicBezTo>
                  <a:lnTo>
                    <a:pt x="10251" y="7646"/>
                  </a:lnTo>
                  <a:cubicBezTo>
                    <a:pt x="10281" y="7652"/>
                    <a:pt x="10312" y="7655"/>
                    <a:pt x="10343" y="7655"/>
                  </a:cubicBezTo>
                  <a:cubicBezTo>
                    <a:pt x="10730" y="7655"/>
                    <a:pt x="11091" y="7171"/>
                    <a:pt x="11091" y="6470"/>
                  </a:cubicBezTo>
                  <a:cubicBezTo>
                    <a:pt x="11091" y="5882"/>
                    <a:pt x="10671" y="5209"/>
                    <a:pt x="10083" y="5125"/>
                  </a:cubicBezTo>
                  <a:cubicBezTo>
                    <a:pt x="10167" y="4957"/>
                    <a:pt x="10167" y="4705"/>
                    <a:pt x="10167" y="4537"/>
                  </a:cubicBezTo>
                  <a:cubicBezTo>
                    <a:pt x="10167" y="3697"/>
                    <a:pt x="9663" y="3025"/>
                    <a:pt x="8906" y="2857"/>
                  </a:cubicBezTo>
                  <a:lnTo>
                    <a:pt x="8906" y="2605"/>
                  </a:lnTo>
                  <a:cubicBezTo>
                    <a:pt x="8906" y="2017"/>
                    <a:pt x="8402" y="1429"/>
                    <a:pt x="7730" y="1429"/>
                  </a:cubicBezTo>
                  <a:lnTo>
                    <a:pt x="7646" y="1429"/>
                  </a:lnTo>
                  <a:cubicBezTo>
                    <a:pt x="7730" y="1345"/>
                    <a:pt x="7730" y="1177"/>
                    <a:pt x="7730" y="924"/>
                  </a:cubicBezTo>
                  <a:cubicBezTo>
                    <a:pt x="7730" y="420"/>
                    <a:pt x="7310" y="0"/>
                    <a:pt x="672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9"/>
            <p:cNvSpPr/>
            <p:nvPr/>
          </p:nvSpPr>
          <p:spPr>
            <a:xfrm flipH="1">
              <a:off x="16158" y="3272945"/>
              <a:ext cx="266963" cy="168475"/>
            </a:xfrm>
            <a:custGeom>
              <a:avLst/>
              <a:gdLst/>
              <a:ahLst/>
              <a:cxnLst/>
              <a:rect l="l" t="t" r="r" b="b"/>
              <a:pathLst>
                <a:path w="8655" h="5462" extrusionOk="0">
                  <a:moveTo>
                    <a:pt x="841" y="1"/>
                  </a:moveTo>
                  <a:cubicBezTo>
                    <a:pt x="336" y="1"/>
                    <a:pt x="0" y="505"/>
                    <a:pt x="0" y="841"/>
                  </a:cubicBezTo>
                  <a:cubicBezTo>
                    <a:pt x="0" y="1429"/>
                    <a:pt x="420" y="1681"/>
                    <a:pt x="841" y="1681"/>
                  </a:cubicBezTo>
                  <a:lnTo>
                    <a:pt x="1093" y="1681"/>
                  </a:lnTo>
                  <a:cubicBezTo>
                    <a:pt x="1009" y="1933"/>
                    <a:pt x="841" y="2101"/>
                    <a:pt x="841" y="2353"/>
                  </a:cubicBezTo>
                  <a:cubicBezTo>
                    <a:pt x="841" y="2857"/>
                    <a:pt x="1261" y="3277"/>
                    <a:pt x="1849" y="3361"/>
                  </a:cubicBezTo>
                  <a:lnTo>
                    <a:pt x="1849" y="3529"/>
                  </a:lnTo>
                  <a:cubicBezTo>
                    <a:pt x="1849" y="4202"/>
                    <a:pt x="2437" y="4790"/>
                    <a:pt x="3193" y="4790"/>
                  </a:cubicBezTo>
                  <a:cubicBezTo>
                    <a:pt x="3193" y="5210"/>
                    <a:pt x="3613" y="5462"/>
                    <a:pt x="4033" y="5462"/>
                  </a:cubicBezTo>
                  <a:lnTo>
                    <a:pt x="7814" y="5462"/>
                  </a:lnTo>
                  <a:cubicBezTo>
                    <a:pt x="8234" y="5462"/>
                    <a:pt x="8654" y="5210"/>
                    <a:pt x="8654" y="4622"/>
                  </a:cubicBezTo>
                  <a:lnTo>
                    <a:pt x="6536" y="4622"/>
                  </a:lnTo>
                  <a:cubicBezTo>
                    <a:pt x="6554" y="4583"/>
                    <a:pt x="6554" y="4503"/>
                    <a:pt x="6554" y="4454"/>
                  </a:cubicBezTo>
                  <a:cubicBezTo>
                    <a:pt x="6554" y="4034"/>
                    <a:pt x="6218" y="3697"/>
                    <a:pt x="5798" y="3613"/>
                  </a:cubicBezTo>
                  <a:cubicBezTo>
                    <a:pt x="6050" y="3529"/>
                    <a:pt x="6218" y="3445"/>
                    <a:pt x="6218" y="3109"/>
                  </a:cubicBezTo>
                  <a:lnTo>
                    <a:pt x="7562" y="3109"/>
                  </a:lnTo>
                  <a:cubicBezTo>
                    <a:pt x="8150" y="3109"/>
                    <a:pt x="8570" y="2689"/>
                    <a:pt x="8570" y="2185"/>
                  </a:cubicBezTo>
                  <a:cubicBezTo>
                    <a:pt x="8570" y="1597"/>
                    <a:pt x="8150" y="1177"/>
                    <a:pt x="7562" y="1177"/>
                  </a:cubicBezTo>
                  <a:lnTo>
                    <a:pt x="5882" y="1177"/>
                  </a:lnTo>
                  <a:lnTo>
                    <a:pt x="5882" y="1009"/>
                  </a:lnTo>
                  <a:cubicBezTo>
                    <a:pt x="5882" y="505"/>
                    <a:pt x="5462" y="1"/>
                    <a:pt x="49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9"/>
            <p:cNvSpPr/>
            <p:nvPr/>
          </p:nvSpPr>
          <p:spPr>
            <a:xfrm flipH="1">
              <a:off x="-33071" y="3096728"/>
              <a:ext cx="194385" cy="127020"/>
            </a:xfrm>
            <a:custGeom>
              <a:avLst/>
              <a:gdLst/>
              <a:ahLst/>
              <a:cxnLst/>
              <a:rect l="l" t="t" r="r" b="b"/>
              <a:pathLst>
                <a:path w="6302" h="4118" extrusionOk="0">
                  <a:moveTo>
                    <a:pt x="1849" y="0"/>
                  </a:moveTo>
                  <a:cubicBezTo>
                    <a:pt x="1849" y="84"/>
                    <a:pt x="1765" y="84"/>
                    <a:pt x="1765" y="168"/>
                  </a:cubicBezTo>
                  <a:cubicBezTo>
                    <a:pt x="1765" y="504"/>
                    <a:pt x="1933" y="840"/>
                    <a:pt x="2353" y="924"/>
                  </a:cubicBezTo>
                  <a:cubicBezTo>
                    <a:pt x="2185" y="1009"/>
                    <a:pt x="2101" y="1177"/>
                    <a:pt x="1933" y="1345"/>
                  </a:cubicBezTo>
                  <a:lnTo>
                    <a:pt x="840" y="1345"/>
                  </a:lnTo>
                  <a:cubicBezTo>
                    <a:pt x="420" y="1345"/>
                    <a:pt x="0" y="1681"/>
                    <a:pt x="0" y="2185"/>
                  </a:cubicBezTo>
                  <a:cubicBezTo>
                    <a:pt x="0" y="2689"/>
                    <a:pt x="252" y="3025"/>
                    <a:pt x="840" y="3025"/>
                  </a:cubicBezTo>
                  <a:lnTo>
                    <a:pt x="2269" y="3025"/>
                  </a:lnTo>
                  <a:lnTo>
                    <a:pt x="2269" y="3277"/>
                  </a:lnTo>
                  <a:cubicBezTo>
                    <a:pt x="2269" y="3697"/>
                    <a:pt x="2605" y="4117"/>
                    <a:pt x="3109" y="4117"/>
                  </a:cubicBezTo>
                  <a:lnTo>
                    <a:pt x="6302" y="4117"/>
                  </a:lnTo>
                  <a:cubicBezTo>
                    <a:pt x="6134" y="3361"/>
                    <a:pt x="5714" y="2941"/>
                    <a:pt x="5125" y="2857"/>
                  </a:cubicBezTo>
                  <a:lnTo>
                    <a:pt x="5125" y="2605"/>
                  </a:lnTo>
                  <a:cubicBezTo>
                    <a:pt x="5125" y="2017"/>
                    <a:pt x="4621" y="1429"/>
                    <a:pt x="3949" y="1429"/>
                  </a:cubicBezTo>
                  <a:lnTo>
                    <a:pt x="3865" y="1429"/>
                  </a:lnTo>
                  <a:cubicBezTo>
                    <a:pt x="3949" y="1345"/>
                    <a:pt x="3949" y="1177"/>
                    <a:pt x="3949" y="924"/>
                  </a:cubicBezTo>
                  <a:cubicBezTo>
                    <a:pt x="3949" y="420"/>
                    <a:pt x="3529" y="0"/>
                    <a:pt x="294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436"/>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437"/>
        <p:cNvGrpSpPr/>
        <p:nvPr/>
      </p:nvGrpSpPr>
      <p:grpSpPr>
        <a:xfrm>
          <a:off x="0" y="0"/>
          <a:ext cx="0" cy="0"/>
          <a:chOff x="0" y="0"/>
          <a:chExt cx="0" cy="0"/>
        </a:xfrm>
      </p:grpSpPr>
      <p:pic>
        <p:nvPicPr>
          <p:cNvPr id="438" name="Google Shape;438;p13"/>
          <p:cNvPicPr preferRelativeResize="0"/>
          <p:nvPr/>
        </p:nvPicPr>
        <p:blipFill rotWithShape="1">
          <a:blip r:embed="rId2">
            <a:alphaModFix amt="81000"/>
          </a:blip>
          <a:srcRect t="-21812" b="24"/>
          <a:stretch/>
        </p:blipFill>
        <p:spPr>
          <a:xfrm rot="5400000">
            <a:off x="-342613" y="345037"/>
            <a:ext cx="2628050" cy="1937976"/>
          </a:xfrm>
          <a:prstGeom prst="rect">
            <a:avLst/>
          </a:prstGeom>
          <a:noFill/>
          <a:ln>
            <a:noFill/>
          </a:ln>
        </p:spPr>
      </p:pic>
      <p:sp>
        <p:nvSpPr>
          <p:cNvPr id="439" name="Google Shape;439;p1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6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440" name="Google Shape;440;p13"/>
          <p:cNvSpPr txBox="1">
            <a:spLocks noGrp="1"/>
          </p:cNvSpPr>
          <p:nvPr>
            <p:ph type="subTitle" idx="1"/>
          </p:nvPr>
        </p:nvSpPr>
        <p:spPr>
          <a:xfrm>
            <a:off x="720000" y="2116975"/>
            <a:ext cx="2305500" cy="48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441" name="Google Shape;441;p13"/>
          <p:cNvSpPr txBox="1">
            <a:spLocks noGrp="1"/>
          </p:cNvSpPr>
          <p:nvPr>
            <p:ph type="subTitle" idx="2"/>
          </p:nvPr>
        </p:nvSpPr>
        <p:spPr>
          <a:xfrm>
            <a:off x="3419269" y="2116975"/>
            <a:ext cx="2305500" cy="48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442" name="Google Shape;442;p13"/>
          <p:cNvSpPr txBox="1">
            <a:spLocks noGrp="1"/>
          </p:cNvSpPr>
          <p:nvPr>
            <p:ph type="subTitle" idx="3"/>
          </p:nvPr>
        </p:nvSpPr>
        <p:spPr>
          <a:xfrm>
            <a:off x="720000" y="3550375"/>
            <a:ext cx="2305500" cy="48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443" name="Google Shape;443;p13"/>
          <p:cNvSpPr txBox="1">
            <a:spLocks noGrp="1"/>
          </p:cNvSpPr>
          <p:nvPr>
            <p:ph type="subTitle" idx="4"/>
          </p:nvPr>
        </p:nvSpPr>
        <p:spPr>
          <a:xfrm>
            <a:off x="3419269" y="3550375"/>
            <a:ext cx="2305500" cy="48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444" name="Google Shape;444;p13"/>
          <p:cNvSpPr txBox="1">
            <a:spLocks noGrp="1"/>
          </p:cNvSpPr>
          <p:nvPr>
            <p:ph type="subTitle" idx="5"/>
          </p:nvPr>
        </p:nvSpPr>
        <p:spPr>
          <a:xfrm>
            <a:off x="6118545" y="2116975"/>
            <a:ext cx="2305500" cy="48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445" name="Google Shape;445;p13"/>
          <p:cNvSpPr txBox="1">
            <a:spLocks noGrp="1"/>
          </p:cNvSpPr>
          <p:nvPr>
            <p:ph type="subTitle" idx="6"/>
          </p:nvPr>
        </p:nvSpPr>
        <p:spPr>
          <a:xfrm>
            <a:off x="6118545" y="3550375"/>
            <a:ext cx="2305500" cy="48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446" name="Google Shape;446;p13"/>
          <p:cNvSpPr txBox="1">
            <a:spLocks noGrp="1"/>
          </p:cNvSpPr>
          <p:nvPr>
            <p:ph type="title" idx="7" hasCustomPrompt="1"/>
          </p:nvPr>
        </p:nvSpPr>
        <p:spPr>
          <a:xfrm>
            <a:off x="720002" y="1344783"/>
            <a:ext cx="734700" cy="4476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000"/>
              <a:buNone/>
              <a:defRPr sz="2400">
                <a:solidFill>
                  <a:schemeClr val="accent6"/>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447" name="Google Shape;447;p13"/>
          <p:cNvSpPr txBox="1">
            <a:spLocks noGrp="1"/>
          </p:cNvSpPr>
          <p:nvPr>
            <p:ph type="title" idx="8" hasCustomPrompt="1"/>
          </p:nvPr>
        </p:nvSpPr>
        <p:spPr>
          <a:xfrm>
            <a:off x="720002" y="2778191"/>
            <a:ext cx="734700" cy="4476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000"/>
              <a:buNone/>
              <a:defRPr sz="2400">
                <a:solidFill>
                  <a:schemeClr val="accent6"/>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448" name="Google Shape;448;p13"/>
          <p:cNvSpPr txBox="1">
            <a:spLocks noGrp="1"/>
          </p:cNvSpPr>
          <p:nvPr>
            <p:ph type="title" idx="9" hasCustomPrompt="1"/>
          </p:nvPr>
        </p:nvSpPr>
        <p:spPr>
          <a:xfrm>
            <a:off x="3419277" y="1344783"/>
            <a:ext cx="734700" cy="4476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000"/>
              <a:buNone/>
              <a:defRPr sz="2400">
                <a:solidFill>
                  <a:schemeClr val="accent6"/>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449" name="Google Shape;449;p13"/>
          <p:cNvSpPr txBox="1">
            <a:spLocks noGrp="1"/>
          </p:cNvSpPr>
          <p:nvPr>
            <p:ph type="title" idx="13" hasCustomPrompt="1"/>
          </p:nvPr>
        </p:nvSpPr>
        <p:spPr>
          <a:xfrm>
            <a:off x="3419277" y="2778191"/>
            <a:ext cx="734700" cy="4476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000"/>
              <a:buNone/>
              <a:defRPr sz="2400">
                <a:solidFill>
                  <a:schemeClr val="accent6"/>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450" name="Google Shape;450;p13"/>
          <p:cNvSpPr txBox="1">
            <a:spLocks noGrp="1"/>
          </p:cNvSpPr>
          <p:nvPr>
            <p:ph type="title" idx="14" hasCustomPrompt="1"/>
          </p:nvPr>
        </p:nvSpPr>
        <p:spPr>
          <a:xfrm>
            <a:off x="6118552" y="1344783"/>
            <a:ext cx="734700" cy="4476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000"/>
              <a:buNone/>
              <a:defRPr sz="2400">
                <a:solidFill>
                  <a:schemeClr val="accent6"/>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451" name="Google Shape;451;p13"/>
          <p:cNvSpPr txBox="1">
            <a:spLocks noGrp="1"/>
          </p:cNvSpPr>
          <p:nvPr>
            <p:ph type="title" idx="15" hasCustomPrompt="1"/>
          </p:nvPr>
        </p:nvSpPr>
        <p:spPr>
          <a:xfrm>
            <a:off x="6118552" y="2778191"/>
            <a:ext cx="734700" cy="4476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000"/>
              <a:buNone/>
              <a:defRPr sz="2400">
                <a:solidFill>
                  <a:schemeClr val="accent6"/>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452" name="Google Shape;452;p13"/>
          <p:cNvSpPr txBox="1">
            <a:spLocks noGrp="1"/>
          </p:cNvSpPr>
          <p:nvPr>
            <p:ph type="subTitle" idx="16"/>
          </p:nvPr>
        </p:nvSpPr>
        <p:spPr>
          <a:xfrm>
            <a:off x="720000" y="1827975"/>
            <a:ext cx="2305500" cy="3945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1600" b="1">
                <a:solidFill>
                  <a:schemeClr val="dk1"/>
                </a:solidFill>
                <a:latin typeface="Syncopate"/>
                <a:ea typeface="Syncopate"/>
                <a:cs typeface="Syncopate"/>
                <a:sym typeface="Syncopate"/>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453" name="Google Shape;453;p13"/>
          <p:cNvSpPr txBox="1">
            <a:spLocks noGrp="1"/>
          </p:cNvSpPr>
          <p:nvPr>
            <p:ph type="subTitle" idx="17"/>
          </p:nvPr>
        </p:nvSpPr>
        <p:spPr>
          <a:xfrm>
            <a:off x="3419275" y="1827975"/>
            <a:ext cx="2305500" cy="3945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1600" b="1">
                <a:solidFill>
                  <a:schemeClr val="dk1"/>
                </a:solidFill>
                <a:latin typeface="Syncopate"/>
                <a:ea typeface="Syncopate"/>
                <a:cs typeface="Syncopate"/>
                <a:sym typeface="Syncopate"/>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454" name="Google Shape;454;p13"/>
          <p:cNvSpPr txBox="1">
            <a:spLocks noGrp="1"/>
          </p:cNvSpPr>
          <p:nvPr>
            <p:ph type="subTitle" idx="18"/>
          </p:nvPr>
        </p:nvSpPr>
        <p:spPr>
          <a:xfrm>
            <a:off x="6118550" y="1827975"/>
            <a:ext cx="2305500" cy="3945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1600" b="1">
                <a:solidFill>
                  <a:schemeClr val="dk1"/>
                </a:solidFill>
                <a:latin typeface="Syncopate"/>
                <a:ea typeface="Syncopate"/>
                <a:cs typeface="Syncopate"/>
                <a:sym typeface="Syncopate"/>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455" name="Google Shape;455;p13"/>
          <p:cNvSpPr txBox="1">
            <a:spLocks noGrp="1"/>
          </p:cNvSpPr>
          <p:nvPr>
            <p:ph type="subTitle" idx="19"/>
          </p:nvPr>
        </p:nvSpPr>
        <p:spPr>
          <a:xfrm>
            <a:off x="720000" y="3261450"/>
            <a:ext cx="2305500" cy="3945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1600" b="1">
                <a:solidFill>
                  <a:schemeClr val="dk1"/>
                </a:solidFill>
                <a:latin typeface="Syncopate"/>
                <a:ea typeface="Syncopate"/>
                <a:cs typeface="Syncopate"/>
                <a:sym typeface="Syncopate"/>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456" name="Google Shape;456;p13"/>
          <p:cNvSpPr txBox="1">
            <a:spLocks noGrp="1"/>
          </p:cNvSpPr>
          <p:nvPr>
            <p:ph type="subTitle" idx="20"/>
          </p:nvPr>
        </p:nvSpPr>
        <p:spPr>
          <a:xfrm>
            <a:off x="3419275" y="3261450"/>
            <a:ext cx="2305500" cy="3945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1600" b="1">
                <a:solidFill>
                  <a:schemeClr val="dk1"/>
                </a:solidFill>
                <a:latin typeface="Syncopate"/>
                <a:ea typeface="Syncopate"/>
                <a:cs typeface="Syncopate"/>
                <a:sym typeface="Syncopate"/>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457" name="Google Shape;457;p13"/>
          <p:cNvSpPr txBox="1">
            <a:spLocks noGrp="1"/>
          </p:cNvSpPr>
          <p:nvPr>
            <p:ph type="subTitle" idx="21"/>
          </p:nvPr>
        </p:nvSpPr>
        <p:spPr>
          <a:xfrm>
            <a:off x="6118550" y="3261450"/>
            <a:ext cx="2305500" cy="3945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1600" b="1">
                <a:solidFill>
                  <a:schemeClr val="dk1"/>
                </a:solidFill>
                <a:latin typeface="Syncopate"/>
                <a:ea typeface="Syncopate"/>
                <a:cs typeface="Syncopate"/>
                <a:sym typeface="Syncopate"/>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grpSp>
        <p:nvGrpSpPr>
          <p:cNvPr id="458" name="Google Shape;458;p13"/>
          <p:cNvGrpSpPr/>
          <p:nvPr/>
        </p:nvGrpSpPr>
        <p:grpSpPr>
          <a:xfrm flipH="1">
            <a:off x="-276740" y="4617203"/>
            <a:ext cx="9697465" cy="527941"/>
            <a:chOff x="-3449" y="3500224"/>
            <a:chExt cx="7717225" cy="420135"/>
          </a:xfrm>
        </p:grpSpPr>
        <p:sp>
          <p:nvSpPr>
            <p:cNvPr id="459" name="Google Shape;459;p13"/>
            <p:cNvSpPr/>
            <p:nvPr/>
          </p:nvSpPr>
          <p:spPr>
            <a:xfrm>
              <a:off x="-3449" y="3500224"/>
              <a:ext cx="7717225" cy="420135"/>
            </a:xfrm>
            <a:custGeom>
              <a:avLst/>
              <a:gdLst/>
              <a:ahLst/>
              <a:cxnLst/>
              <a:rect l="l" t="t" r="r" b="b"/>
              <a:pathLst>
                <a:path w="308689" h="50833" extrusionOk="0">
                  <a:moveTo>
                    <a:pt x="10839" y="0"/>
                  </a:moveTo>
                  <a:cubicBezTo>
                    <a:pt x="4790" y="0"/>
                    <a:pt x="1" y="4201"/>
                    <a:pt x="1" y="9411"/>
                  </a:cubicBezTo>
                  <a:lnTo>
                    <a:pt x="1" y="41506"/>
                  </a:lnTo>
                  <a:cubicBezTo>
                    <a:pt x="1" y="46631"/>
                    <a:pt x="4874" y="50832"/>
                    <a:pt x="10839" y="50832"/>
                  </a:cubicBezTo>
                  <a:lnTo>
                    <a:pt x="297850" y="50832"/>
                  </a:lnTo>
                  <a:cubicBezTo>
                    <a:pt x="303815" y="50832"/>
                    <a:pt x="308688" y="46631"/>
                    <a:pt x="308688" y="41506"/>
                  </a:cubicBezTo>
                  <a:lnTo>
                    <a:pt x="308688" y="9411"/>
                  </a:lnTo>
                  <a:cubicBezTo>
                    <a:pt x="308688" y="4201"/>
                    <a:pt x="303815" y="0"/>
                    <a:pt x="297850" y="0"/>
                  </a:cubicBezTo>
                  <a:close/>
                </a:path>
              </a:pathLst>
            </a:custGeom>
            <a:solidFill>
              <a:srgbClr val="97B8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13"/>
            <p:cNvSpPr/>
            <p:nvPr/>
          </p:nvSpPr>
          <p:spPr>
            <a:xfrm flipH="1">
              <a:off x="1566498" y="3562073"/>
              <a:ext cx="5534800" cy="313959"/>
            </a:xfrm>
            <a:custGeom>
              <a:avLst/>
              <a:gdLst/>
              <a:ahLst/>
              <a:cxnLst/>
              <a:rect l="l" t="t" r="r" b="b"/>
              <a:pathLst>
                <a:path w="221392" h="16805" extrusionOk="0">
                  <a:moveTo>
                    <a:pt x="6554" y="0"/>
                  </a:moveTo>
                  <a:cubicBezTo>
                    <a:pt x="2941" y="0"/>
                    <a:pt x="0" y="2857"/>
                    <a:pt x="0" y="6386"/>
                  </a:cubicBezTo>
                  <a:cubicBezTo>
                    <a:pt x="0" y="9915"/>
                    <a:pt x="2941" y="12855"/>
                    <a:pt x="6554" y="12855"/>
                  </a:cubicBezTo>
                  <a:lnTo>
                    <a:pt x="10335" y="12855"/>
                  </a:lnTo>
                  <a:cubicBezTo>
                    <a:pt x="10335" y="13023"/>
                    <a:pt x="10167" y="13275"/>
                    <a:pt x="10167" y="13443"/>
                  </a:cubicBezTo>
                  <a:cubicBezTo>
                    <a:pt x="10167" y="15376"/>
                    <a:pt x="11763" y="16804"/>
                    <a:pt x="13695" y="16804"/>
                  </a:cubicBezTo>
                  <a:lnTo>
                    <a:pt x="69988" y="16804"/>
                  </a:lnTo>
                  <a:cubicBezTo>
                    <a:pt x="71837" y="16804"/>
                    <a:pt x="73433" y="15376"/>
                    <a:pt x="73433" y="13443"/>
                  </a:cubicBezTo>
                  <a:cubicBezTo>
                    <a:pt x="73433" y="13275"/>
                    <a:pt x="73433" y="13023"/>
                    <a:pt x="73349" y="12855"/>
                  </a:cubicBezTo>
                  <a:lnTo>
                    <a:pt x="214922" y="12855"/>
                  </a:lnTo>
                  <a:cubicBezTo>
                    <a:pt x="218451" y="12855"/>
                    <a:pt x="221391" y="9999"/>
                    <a:pt x="221391" y="6386"/>
                  </a:cubicBezTo>
                  <a:cubicBezTo>
                    <a:pt x="221391" y="2941"/>
                    <a:pt x="218451" y="0"/>
                    <a:pt x="2149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61" name="Google Shape;461;p13"/>
          <p:cNvSpPr/>
          <p:nvPr/>
        </p:nvSpPr>
        <p:spPr>
          <a:xfrm>
            <a:off x="7880902" y="200126"/>
            <a:ext cx="851873" cy="427417"/>
          </a:xfrm>
          <a:custGeom>
            <a:avLst/>
            <a:gdLst/>
            <a:ahLst/>
            <a:cxnLst/>
            <a:rect l="l" t="t" r="r" b="b"/>
            <a:pathLst>
              <a:path w="24451" h="12268" extrusionOk="0">
                <a:moveTo>
                  <a:pt x="22182" y="4706"/>
                </a:moveTo>
                <a:lnTo>
                  <a:pt x="18821" y="4706"/>
                </a:lnTo>
                <a:cubicBezTo>
                  <a:pt x="18569" y="3362"/>
                  <a:pt x="17477" y="2185"/>
                  <a:pt x="15881" y="2185"/>
                </a:cubicBezTo>
                <a:lnTo>
                  <a:pt x="12268" y="2185"/>
                </a:lnTo>
                <a:lnTo>
                  <a:pt x="12268" y="1849"/>
                </a:lnTo>
                <a:cubicBezTo>
                  <a:pt x="12268" y="841"/>
                  <a:pt x="11428" y="1"/>
                  <a:pt x="10335" y="1"/>
                </a:cubicBezTo>
                <a:lnTo>
                  <a:pt x="8235" y="1"/>
                </a:lnTo>
                <a:cubicBezTo>
                  <a:pt x="7143" y="1"/>
                  <a:pt x="6218" y="841"/>
                  <a:pt x="6218" y="1849"/>
                </a:cubicBezTo>
                <a:lnTo>
                  <a:pt x="6218" y="2185"/>
                </a:lnTo>
                <a:lnTo>
                  <a:pt x="5126" y="2185"/>
                </a:lnTo>
                <a:cubicBezTo>
                  <a:pt x="3614" y="2185"/>
                  <a:pt x="2185" y="3446"/>
                  <a:pt x="2185" y="5042"/>
                </a:cubicBezTo>
                <a:cubicBezTo>
                  <a:pt x="925" y="5126"/>
                  <a:pt x="1" y="6050"/>
                  <a:pt x="1" y="7311"/>
                </a:cubicBezTo>
                <a:cubicBezTo>
                  <a:pt x="1" y="8571"/>
                  <a:pt x="1093" y="9663"/>
                  <a:pt x="2269" y="9663"/>
                </a:cubicBezTo>
                <a:lnTo>
                  <a:pt x="3194" y="9663"/>
                </a:lnTo>
                <a:cubicBezTo>
                  <a:pt x="3614" y="10503"/>
                  <a:pt x="4370" y="11007"/>
                  <a:pt x="5378" y="11007"/>
                </a:cubicBezTo>
                <a:lnTo>
                  <a:pt x="7815" y="11007"/>
                </a:lnTo>
                <a:cubicBezTo>
                  <a:pt x="8235" y="11764"/>
                  <a:pt x="8907" y="12268"/>
                  <a:pt x="9747" y="12268"/>
                </a:cubicBezTo>
                <a:lnTo>
                  <a:pt x="11764" y="12268"/>
                </a:lnTo>
                <a:cubicBezTo>
                  <a:pt x="12688" y="12268"/>
                  <a:pt x="13444" y="11764"/>
                  <a:pt x="13780" y="11007"/>
                </a:cubicBezTo>
                <a:lnTo>
                  <a:pt x="13864" y="11007"/>
                </a:lnTo>
                <a:cubicBezTo>
                  <a:pt x="15040" y="11007"/>
                  <a:pt x="15965" y="10251"/>
                  <a:pt x="16301" y="9327"/>
                </a:cubicBezTo>
                <a:lnTo>
                  <a:pt x="21762" y="9327"/>
                </a:lnTo>
                <a:cubicBezTo>
                  <a:pt x="23022" y="9327"/>
                  <a:pt x="24030" y="8235"/>
                  <a:pt x="24030" y="6974"/>
                </a:cubicBezTo>
                <a:cubicBezTo>
                  <a:pt x="24451" y="5714"/>
                  <a:pt x="23442" y="4706"/>
                  <a:pt x="22182" y="470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62" name="Google Shape;462;p13"/>
          <p:cNvGrpSpPr/>
          <p:nvPr/>
        </p:nvGrpSpPr>
        <p:grpSpPr>
          <a:xfrm>
            <a:off x="8420444" y="3550386"/>
            <a:ext cx="331740" cy="1224973"/>
            <a:chOff x="8678270" y="2267841"/>
            <a:chExt cx="341929" cy="1262338"/>
          </a:xfrm>
        </p:grpSpPr>
        <p:sp>
          <p:nvSpPr>
            <p:cNvPr id="463" name="Google Shape;463;p13"/>
            <p:cNvSpPr/>
            <p:nvPr/>
          </p:nvSpPr>
          <p:spPr>
            <a:xfrm>
              <a:off x="8879564" y="3351210"/>
              <a:ext cx="38410" cy="178969"/>
            </a:xfrm>
            <a:custGeom>
              <a:avLst/>
              <a:gdLst/>
              <a:ahLst/>
              <a:cxnLst/>
              <a:rect l="l" t="t" r="r" b="b"/>
              <a:pathLst>
                <a:path w="1010" h="4706" extrusionOk="0">
                  <a:moveTo>
                    <a:pt x="1" y="0"/>
                  </a:moveTo>
                  <a:lnTo>
                    <a:pt x="1" y="4705"/>
                  </a:lnTo>
                  <a:lnTo>
                    <a:pt x="1009" y="4705"/>
                  </a:lnTo>
                  <a:lnTo>
                    <a:pt x="1009" y="0"/>
                  </a:lnTo>
                  <a:close/>
                </a:path>
              </a:pathLst>
            </a:custGeom>
            <a:solidFill>
              <a:srgbClr val="4054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13"/>
            <p:cNvSpPr/>
            <p:nvPr/>
          </p:nvSpPr>
          <p:spPr>
            <a:xfrm>
              <a:off x="8885953" y="2462898"/>
              <a:ext cx="25594" cy="888343"/>
            </a:xfrm>
            <a:custGeom>
              <a:avLst/>
              <a:gdLst/>
              <a:ahLst/>
              <a:cxnLst/>
              <a:rect l="l" t="t" r="r" b="b"/>
              <a:pathLst>
                <a:path w="673" h="23359" extrusionOk="0">
                  <a:moveTo>
                    <a:pt x="253" y="1"/>
                  </a:moveTo>
                  <a:cubicBezTo>
                    <a:pt x="253" y="1009"/>
                    <a:pt x="1" y="22602"/>
                    <a:pt x="1" y="23358"/>
                  </a:cubicBezTo>
                  <a:lnTo>
                    <a:pt x="673" y="23358"/>
                  </a:lnTo>
                  <a:cubicBezTo>
                    <a:pt x="673" y="22602"/>
                    <a:pt x="421" y="925"/>
                    <a:pt x="421" y="1"/>
                  </a:cubicBezTo>
                  <a:close/>
                </a:path>
              </a:pathLst>
            </a:custGeom>
            <a:solidFill>
              <a:srgbClr val="F5F9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13"/>
            <p:cNvSpPr/>
            <p:nvPr/>
          </p:nvSpPr>
          <p:spPr>
            <a:xfrm>
              <a:off x="8901926" y="2462898"/>
              <a:ext cx="9622" cy="888343"/>
            </a:xfrm>
            <a:custGeom>
              <a:avLst/>
              <a:gdLst/>
              <a:ahLst/>
              <a:cxnLst/>
              <a:rect l="l" t="t" r="r" b="b"/>
              <a:pathLst>
                <a:path w="253" h="23359" extrusionOk="0">
                  <a:moveTo>
                    <a:pt x="1" y="1"/>
                  </a:moveTo>
                  <a:lnTo>
                    <a:pt x="1" y="23358"/>
                  </a:lnTo>
                  <a:lnTo>
                    <a:pt x="169" y="23358"/>
                  </a:lnTo>
                  <a:cubicBezTo>
                    <a:pt x="253" y="22602"/>
                    <a:pt x="1" y="925"/>
                    <a:pt x="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13"/>
            <p:cNvSpPr/>
            <p:nvPr/>
          </p:nvSpPr>
          <p:spPr>
            <a:xfrm>
              <a:off x="8678270" y="2446013"/>
              <a:ext cx="214109" cy="37383"/>
            </a:xfrm>
            <a:custGeom>
              <a:avLst/>
              <a:gdLst/>
              <a:ahLst/>
              <a:cxnLst/>
              <a:rect l="l" t="t" r="r" b="b"/>
              <a:pathLst>
                <a:path w="5630" h="983" extrusionOk="0">
                  <a:moveTo>
                    <a:pt x="4414" y="1"/>
                  </a:moveTo>
                  <a:cubicBezTo>
                    <a:pt x="3480" y="1"/>
                    <a:pt x="1" y="630"/>
                    <a:pt x="1" y="781"/>
                  </a:cubicBezTo>
                  <a:cubicBezTo>
                    <a:pt x="1" y="920"/>
                    <a:pt x="408" y="982"/>
                    <a:pt x="1055" y="982"/>
                  </a:cubicBezTo>
                  <a:cubicBezTo>
                    <a:pt x="1583" y="982"/>
                    <a:pt x="2270" y="941"/>
                    <a:pt x="3025" y="865"/>
                  </a:cubicBezTo>
                  <a:cubicBezTo>
                    <a:pt x="4706" y="781"/>
                    <a:pt x="5630" y="781"/>
                    <a:pt x="5630" y="613"/>
                  </a:cubicBezTo>
                  <a:cubicBezTo>
                    <a:pt x="5630" y="361"/>
                    <a:pt x="5210" y="277"/>
                    <a:pt x="4622" y="25"/>
                  </a:cubicBezTo>
                  <a:cubicBezTo>
                    <a:pt x="4588" y="8"/>
                    <a:pt x="4517" y="1"/>
                    <a:pt x="441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13"/>
            <p:cNvSpPr/>
            <p:nvPr/>
          </p:nvSpPr>
          <p:spPr>
            <a:xfrm>
              <a:off x="8694242" y="2446583"/>
              <a:ext cx="185358" cy="25936"/>
            </a:xfrm>
            <a:custGeom>
              <a:avLst/>
              <a:gdLst/>
              <a:ahLst/>
              <a:cxnLst/>
              <a:rect l="l" t="t" r="r" b="b"/>
              <a:pathLst>
                <a:path w="4874" h="682" extrusionOk="0">
                  <a:moveTo>
                    <a:pt x="4083" y="1"/>
                  </a:moveTo>
                  <a:cubicBezTo>
                    <a:pt x="3433" y="1"/>
                    <a:pt x="855" y="449"/>
                    <a:pt x="1" y="682"/>
                  </a:cubicBezTo>
                  <a:lnTo>
                    <a:pt x="4874" y="346"/>
                  </a:lnTo>
                  <a:cubicBezTo>
                    <a:pt x="4706" y="262"/>
                    <a:pt x="4454" y="262"/>
                    <a:pt x="4370" y="178"/>
                  </a:cubicBezTo>
                  <a:cubicBezTo>
                    <a:pt x="4286" y="178"/>
                    <a:pt x="4286" y="178"/>
                    <a:pt x="4202" y="10"/>
                  </a:cubicBezTo>
                  <a:cubicBezTo>
                    <a:pt x="4176" y="4"/>
                    <a:pt x="4136" y="1"/>
                    <a:pt x="4083" y="1"/>
                  </a:cubicBez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13"/>
            <p:cNvSpPr/>
            <p:nvPr/>
          </p:nvSpPr>
          <p:spPr>
            <a:xfrm>
              <a:off x="8895537" y="2468489"/>
              <a:ext cx="124662" cy="179806"/>
            </a:xfrm>
            <a:custGeom>
              <a:avLst/>
              <a:gdLst/>
              <a:ahLst/>
              <a:cxnLst/>
              <a:rect l="l" t="t" r="r" b="b"/>
              <a:pathLst>
                <a:path w="3278" h="4728" extrusionOk="0">
                  <a:moveTo>
                    <a:pt x="199" y="1"/>
                  </a:moveTo>
                  <a:cubicBezTo>
                    <a:pt x="186" y="1"/>
                    <a:pt x="176" y="8"/>
                    <a:pt x="169" y="22"/>
                  </a:cubicBezTo>
                  <a:cubicBezTo>
                    <a:pt x="1" y="22"/>
                    <a:pt x="169" y="526"/>
                    <a:pt x="253" y="1114"/>
                  </a:cubicBezTo>
                  <a:cubicBezTo>
                    <a:pt x="337" y="1450"/>
                    <a:pt x="3110" y="4727"/>
                    <a:pt x="3194" y="4727"/>
                  </a:cubicBezTo>
                  <a:cubicBezTo>
                    <a:pt x="3278" y="4643"/>
                    <a:pt x="2690" y="3467"/>
                    <a:pt x="1681" y="2122"/>
                  </a:cubicBezTo>
                  <a:cubicBezTo>
                    <a:pt x="835" y="815"/>
                    <a:pt x="341" y="1"/>
                    <a:pt x="19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13"/>
            <p:cNvSpPr/>
            <p:nvPr/>
          </p:nvSpPr>
          <p:spPr>
            <a:xfrm>
              <a:off x="8905120" y="2478909"/>
              <a:ext cx="102301" cy="156570"/>
            </a:xfrm>
            <a:custGeom>
              <a:avLst/>
              <a:gdLst/>
              <a:ahLst/>
              <a:cxnLst/>
              <a:rect l="l" t="t" r="r" b="b"/>
              <a:pathLst>
                <a:path w="2690" h="4117" extrusionOk="0">
                  <a:moveTo>
                    <a:pt x="1" y="0"/>
                  </a:moveTo>
                  <a:cubicBezTo>
                    <a:pt x="1" y="252"/>
                    <a:pt x="85" y="420"/>
                    <a:pt x="85" y="672"/>
                  </a:cubicBezTo>
                  <a:lnTo>
                    <a:pt x="85" y="840"/>
                  </a:lnTo>
                  <a:cubicBezTo>
                    <a:pt x="85" y="1092"/>
                    <a:pt x="2017" y="3361"/>
                    <a:pt x="2690" y="4117"/>
                  </a:cubicBezTo>
                  <a:lnTo>
                    <a:pt x="1" y="0"/>
                  </a:ln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13"/>
            <p:cNvSpPr/>
            <p:nvPr/>
          </p:nvSpPr>
          <p:spPr>
            <a:xfrm>
              <a:off x="8892342" y="2267841"/>
              <a:ext cx="111884" cy="190644"/>
            </a:xfrm>
            <a:custGeom>
              <a:avLst/>
              <a:gdLst/>
              <a:ahLst/>
              <a:cxnLst/>
              <a:rect l="l" t="t" r="r" b="b"/>
              <a:pathLst>
                <a:path w="2942" h="5013" extrusionOk="0">
                  <a:moveTo>
                    <a:pt x="2847" y="1"/>
                  </a:moveTo>
                  <a:cubicBezTo>
                    <a:pt x="2722" y="1"/>
                    <a:pt x="1992" y="1145"/>
                    <a:pt x="1261" y="2525"/>
                  </a:cubicBezTo>
                  <a:cubicBezTo>
                    <a:pt x="505" y="4038"/>
                    <a:pt x="1" y="4878"/>
                    <a:pt x="253" y="4962"/>
                  </a:cubicBezTo>
                  <a:cubicBezTo>
                    <a:pt x="270" y="4996"/>
                    <a:pt x="298" y="5013"/>
                    <a:pt x="335" y="5013"/>
                  </a:cubicBezTo>
                  <a:cubicBezTo>
                    <a:pt x="481" y="5013"/>
                    <a:pt x="776" y="4758"/>
                    <a:pt x="1177" y="4290"/>
                  </a:cubicBezTo>
                  <a:cubicBezTo>
                    <a:pt x="1429" y="4122"/>
                    <a:pt x="2942" y="89"/>
                    <a:pt x="2858" y="5"/>
                  </a:cubicBezTo>
                  <a:cubicBezTo>
                    <a:pt x="2855" y="2"/>
                    <a:pt x="2851" y="1"/>
                    <a:pt x="284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13"/>
            <p:cNvSpPr/>
            <p:nvPr/>
          </p:nvSpPr>
          <p:spPr>
            <a:xfrm>
              <a:off x="8911509" y="2283966"/>
              <a:ext cx="86328" cy="169386"/>
            </a:xfrm>
            <a:custGeom>
              <a:avLst/>
              <a:gdLst/>
              <a:ahLst/>
              <a:cxnLst/>
              <a:rect l="l" t="t" r="r" b="b"/>
              <a:pathLst>
                <a:path w="2270" h="4454" extrusionOk="0">
                  <a:moveTo>
                    <a:pt x="2270" y="1"/>
                  </a:moveTo>
                  <a:lnTo>
                    <a:pt x="1" y="4454"/>
                  </a:lnTo>
                  <a:cubicBezTo>
                    <a:pt x="169" y="4286"/>
                    <a:pt x="337" y="4202"/>
                    <a:pt x="421" y="4034"/>
                  </a:cubicBezTo>
                  <a:cubicBezTo>
                    <a:pt x="589" y="4034"/>
                    <a:pt x="589" y="3866"/>
                    <a:pt x="673" y="3866"/>
                  </a:cubicBezTo>
                  <a:cubicBezTo>
                    <a:pt x="841" y="3698"/>
                    <a:pt x="1933" y="925"/>
                    <a:pt x="2270" y="1"/>
                  </a:cubicBez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13"/>
            <p:cNvSpPr/>
            <p:nvPr/>
          </p:nvSpPr>
          <p:spPr>
            <a:xfrm>
              <a:off x="8885953" y="2453315"/>
              <a:ext cx="22400" cy="22438"/>
            </a:xfrm>
            <a:custGeom>
              <a:avLst/>
              <a:gdLst/>
              <a:ahLst/>
              <a:cxnLst/>
              <a:rect l="l" t="t" r="r" b="b"/>
              <a:pathLst>
                <a:path w="589" h="590" extrusionOk="0">
                  <a:moveTo>
                    <a:pt x="253" y="1"/>
                  </a:moveTo>
                  <a:cubicBezTo>
                    <a:pt x="85" y="1"/>
                    <a:pt x="1" y="85"/>
                    <a:pt x="1" y="253"/>
                  </a:cubicBezTo>
                  <a:cubicBezTo>
                    <a:pt x="1" y="505"/>
                    <a:pt x="85" y="589"/>
                    <a:pt x="253" y="589"/>
                  </a:cubicBezTo>
                  <a:cubicBezTo>
                    <a:pt x="505" y="589"/>
                    <a:pt x="589" y="505"/>
                    <a:pt x="589" y="253"/>
                  </a:cubicBezTo>
                  <a:cubicBezTo>
                    <a:pt x="589" y="85"/>
                    <a:pt x="505" y="1"/>
                    <a:pt x="25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13"/>
            <p:cNvSpPr/>
            <p:nvPr/>
          </p:nvSpPr>
          <p:spPr>
            <a:xfrm>
              <a:off x="8889148" y="2456509"/>
              <a:ext cx="16011" cy="16011"/>
            </a:xfrm>
            <a:custGeom>
              <a:avLst/>
              <a:gdLst/>
              <a:ahLst/>
              <a:cxnLst/>
              <a:rect l="l" t="t" r="r" b="b"/>
              <a:pathLst>
                <a:path w="421" h="421" extrusionOk="0">
                  <a:moveTo>
                    <a:pt x="169" y="1"/>
                  </a:moveTo>
                  <a:cubicBezTo>
                    <a:pt x="85" y="1"/>
                    <a:pt x="1" y="85"/>
                    <a:pt x="1" y="169"/>
                  </a:cubicBezTo>
                  <a:cubicBezTo>
                    <a:pt x="1" y="337"/>
                    <a:pt x="85" y="421"/>
                    <a:pt x="169" y="421"/>
                  </a:cubicBezTo>
                  <a:cubicBezTo>
                    <a:pt x="337" y="421"/>
                    <a:pt x="421" y="337"/>
                    <a:pt x="421" y="169"/>
                  </a:cubicBezTo>
                  <a:cubicBezTo>
                    <a:pt x="421" y="85"/>
                    <a:pt x="337" y="1"/>
                    <a:pt x="169" y="1"/>
                  </a:cubicBezTo>
                  <a:close/>
                </a:path>
              </a:pathLst>
            </a:custGeom>
            <a:solidFill>
              <a:srgbClr val="5068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4" name="Google Shape;474;p13"/>
          <p:cNvGrpSpPr/>
          <p:nvPr/>
        </p:nvGrpSpPr>
        <p:grpSpPr>
          <a:xfrm>
            <a:off x="8752169" y="3550386"/>
            <a:ext cx="331740" cy="1224973"/>
            <a:chOff x="8678270" y="2267841"/>
            <a:chExt cx="341929" cy="1262338"/>
          </a:xfrm>
        </p:grpSpPr>
        <p:sp>
          <p:nvSpPr>
            <p:cNvPr id="475" name="Google Shape;475;p13"/>
            <p:cNvSpPr/>
            <p:nvPr/>
          </p:nvSpPr>
          <p:spPr>
            <a:xfrm>
              <a:off x="8879564" y="3351210"/>
              <a:ext cx="38410" cy="178969"/>
            </a:xfrm>
            <a:custGeom>
              <a:avLst/>
              <a:gdLst/>
              <a:ahLst/>
              <a:cxnLst/>
              <a:rect l="l" t="t" r="r" b="b"/>
              <a:pathLst>
                <a:path w="1010" h="4706" extrusionOk="0">
                  <a:moveTo>
                    <a:pt x="1" y="0"/>
                  </a:moveTo>
                  <a:lnTo>
                    <a:pt x="1" y="4705"/>
                  </a:lnTo>
                  <a:lnTo>
                    <a:pt x="1009" y="4705"/>
                  </a:lnTo>
                  <a:lnTo>
                    <a:pt x="1009" y="0"/>
                  </a:lnTo>
                  <a:close/>
                </a:path>
              </a:pathLst>
            </a:custGeom>
            <a:solidFill>
              <a:srgbClr val="4054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13"/>
            <p:cNvSpPr/>
            <p:nvPr/>
          </p:nvSpPr>
          <p:spPr>
            <a:xfrm>
              <a:off x="8885953" y="2462898"/>
              <a:ext cx="25594" cy="888343"/>
            </a:xfrm>
            <a:custGeom>
              <a:avLst/>
              <a:gdLst/>
              <a:ahLst/>
              <a:cxnLst/>
              <a:rect l="l" t="t" r="r" b="b"/>
              <a:pathLst>
                <a:path w="673" h="23359" extrusionOk="0">
                  <a:moveTo>
                    <a:pt x="253" y="1"/>
                  </a:moveTo>
                  <a:cubicBezTo>
                    <a:pt x="253" y="1009"/>
                    <a:pt x="1" y="22602"/>
                    <a:pt x="1" y="23358"/>
                  </a:cubicBezTo>
                  <a:lnTo>
                    <a:pt x="673" y="23358"/>
                  </a:lnTo>
                  <a:cubicBezTo>
                    <a:pt x="673" y="22602"/>
                    <a:pt x="421" y="925"/>
                    <a:pt x="421" y="1"/>
                  </a:cubicBezTo>
                  <a:close/>
                </a:path>
              </a:pathLst>
            </a:custGeom>
            <a:solidFill>
              <a:srgbClr val="F5F9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13"/>
            <p:cNvSpPr/>
            <p:nvPr/>
          </p:nvSpPr>
          <p:spPr>
            <a:xfrm>
              <a:off x="8901926" y="2462898"/>
              <a:ext cx="9622" cy="888343"/>
            </a:xfrm>
            <a:custGeom>
              <a:avLst/>
              <a:gdLst/>
              <a:ahLst/>
              <a:cxnLst/>
              <a:rect l="l" t="t" r="r" b="b"/>
              <a:pathLst>
                <a:path w="253" h="23359" extrusionOk="0">
                  <a:moveTo>
                    <a:pt x="1" y="1"/>
                  </a:moveTo>
                  <a:lnTo>
                    <a:pt x="1" y="23358"/>
                  </a:lnTo>
                  <a:lnTo>
                    <a:pt x="169" y="23358"/>
                  </a:lnTo>
                  <a:cubicBezTo>
                    <a:pt x="253" y="22602"/>
                    <a:pt x="1" y="925"/>
                    <a:pt x="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13"/>
            <p:cNvSpPr/>
            <p:nvPr/>
          </p:nvSpPr>
          <p:spPr>
            <a:xfrm>
              <a:off x="8678270" y="2446013"/>
              <a:ext cx="214109" cy="37383"/>
            </a:xfrm>
            <a:custGeom>
              <a:avLst/>
              <a:gdLst/>
              <a:ahLst/>
              <a:cxnLst/>
              <a:rect l="l" t="t" r="r" b="b"/>
              <a:pathLst>
                <a:path w="5630" h="983" extrusionOk="0">
                  <a:moveTo>
                    <a:pt x="4414" y="1"/>
                  </a:moveTo>
                  <a:cubicBezTo>
                    <a:pt x="3480" y="1"/>
                    <a:pt x="1" y="630"/>
                    <a:pt x="1" y="781"/>
                  </a:cubicBezTo>
                  <a:cubicBezTo>
                    <a:pt x="1" y="920"/>
                    <a:pt x="408" y="982"/>
                    <a:pt x="1055" y="982"/>
                  </a:cubicBezTo>
                  <a:cubicBezTo>
                    <a:pt x="1583" y="982"/>
                    <a:pt x="2270" y="941"/>
                    <a:pt x="3025" y="865"/>
                  </a:cubicBezTo>
                  <a:cubicBezTo>
                    <a:pt x="4706" y="781"/>
                    <a:pt x="5630" y="781"/>
                    <a:pt x="5630" y="613"/>
                  </a:cubicBezTo>
                  <a:cubicBezTo>
                    <a:pt x="5630" y="361"/>
                    <a:pt x="5210" y="277"/>
                    <a:pt x="4622" y="25"/>
                  </a:cubicBezTo>
                  <a:cubicBezTo>
                    <a:pt x="4588" y="8"/>
                    <a:pt x="4517" y="1"/>
                    <a:pt x="441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13"/>
            <p:cNvSpPr/>
            <p:nvPr/>
          </p:nvSpPr>
          <p:spPr>
            <a:xfrm>
              <a:off x="8694242" y="2446583"/>
              <a:ext cx="185358" cy="25936"/>
            </a:xfrm>
            <a:custGeom>
              <a:avLst/>
              <a:gdLst/>
              <a:ahLst/>
              <a:cxnLst/>
              <a:rect l="l" t="t" r="r" b="b"/>
              <a:pathLst>
                <a:path w="4874" h="682" extrusionOk="0">
                  <a:moveTo>
                    <a:pt x="4083" y="1"/>
                  </a:moveTo>
                  <a:cubicBezTo>
                    <a:pt x="3433" y="1"/>
                    <a:pt x="855" y="449"/>
                    <a:pt x="1" y="682"/>
                  </a:cubicBezTo>
                  <a:lnTo>
                    <a:pt x="4874" y="346"/>
                  </a:lnTo>
                  <a:cubicBezTo>
                    <a:pt x="4706" y="262"/>
                    <a:pt x="4454" y="262"/>
                    <a:pt x="4370" y="178"/>
                  </a:cubicBezTo>
                  <a:cubicBezTo>
                    <a:pt x="4286" y="178"/>
                    <a:pt x="4286" y="178"/>
                    <a:pt x="4202" y="10"/>
                  </a:cubicBezTo>
                  <a:cubicBezTo>
                    <a:pt x="4176" y="4"/>
                    <a:pt x="4136" y="1"/>
                    <a:pt x="4083" y="1"/>
                  </a:cubicBez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13"/>
            <p:cNvSpPr/>
            <p:nvPr/>
          </p:nvSpPr>
          <p:spPr>
            <a:xfrm>
              <a:off x="8895537" y="2468489"/>
              <a:ext cx="124662" cy="179806"/>
            </a:xfrm>
            <a:custGeom>
              <a:avLst/>
              <a:gdLst/>
              <a:ahLst/>
              <a:cxnLst/>
              <a:rect l="l" t="t" r="r" b="b"/>
              <a:pathLst>
                <a:path w="3278" h="4728" extrusionOk="0">
                  <a:moveTo>
                    <a:pt x="199" y="1"/>
                  </a:moveTo>
                  <a:cubicBezTo>
                    <a:pt x="186" y="1"/>
                    <a:pt x="176" y="8"/>
                    <a:pt x="169" y="22"/>
                  </a:cubicBezTo>
                  <a:cubicBezTo>
                    <a:pt x="1" y="22"/>
                    <a:pt x="169" y="526"/>
                    <a:pt x="253" y="1114"/>
                  </a:cubicBezTo>
                  <a:cubicBezTo>
                    <a:pt x="337" y="1450"/>
                    <a:pt x="3110" y="4727"/>
                    <a:pt x="3194" y="4727"/>
                  </a:cubicBezTo>
                  <a:cubicBezTo>
                    <a:pt x="3278" y="4643"/>
                    <a:pt x="2690" y="3467"/>
                    <a:pt x="1681" y="2122"/>
                  </a:cubicBezTo>
                  <a:cubicBezTo>
                    <a:pt x="835" y="815"/>
                    <a:pt x="341" y="1"/>
                    <a:pt x="19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13"/>
            <p:cNvSpPr/>
            <p:nvPr/>
          </p:nvSpPr>
          <p:spPr>
            <a:xfrm>
              <a:off x="8905120" y="2478909"/>
              <a:ext cx="102301" cy="156570"/>
            </a:xfrm>
            <a:custGeom>
              <a:avLst/>
              <a:gdLst/>
              <a:ahLst/>
              <a:cxnLst/>
              <a:rect l="l" t="t" r="r" b="b"/>
              <a:pathLst>
                <a:path w="2690" h="4117" extrusionOk="0">
                  <a:moveTo>
                    <a:pt x="1" y="0"/>
                  </a:moveTo>
                  <a:cubicBezTo>
                    <a:pt x="1" y="252"/>
                    <a:pt x="85" y="420"/>
                    <a:pt x="85" y="672"/>
                  </a:cubicBezTo>
                  <a:lnTo>
                    <a:pt x="85" y="840"/>
                  </a:lnTo>
                  <a:cubicBezTo>
                    <a:pt x="85" y="1092"/>
                    <a:pt x="2017" y="3361"/>
                    <a:pt x="2690" y="4117"/>
                  </a:cubicBezTo>
                  <a:lnTo>
                    <a:pt x="1" y="0"/>
                  </a:ln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13"/>
            <p:cNvSpPr/>
            <p:nvPr/>
          </p:nvSpPr>
          <p:spPr>
            <a:xfrm>
              <a:off x="8892342" y="2267841"/>
              <a:ext cx="111884" cy="190644"/>
            </a:xfrm>
            <a:custGeom>
              <a:avLst/>
              <a:gdLst/>
              <a:ahLst/>
              <a:cxnLst/>
              <a:rect l="l" t="t" r="r" b="b"/>
              <a:pathLst>
                <a:path w="2942" h="5013" extrusionOk="0">
                  <a:moveTo>
                    <a:pt x="2847" y="1"/>
                  </a:moveTo>
                  <a:cubicBezTo>
                    <a:pt x="2722" y="1"/>
                    <a:pt x="1992" y="1145"/>
                    <a:pt x="1261" y="2525"/>
                  </a:cubicBezTo>
                  <a:cubicBezTo>
                    <a:pt x="505" y="4038"/>
                    <a:pt x="1" y="4878"/>
                    <a:pt x="253" y="4962"/>
                  </a:cubicBezTo>
                  <a:cubicBezTo>
                    <a:pt x="270" y="4996"/>
                    <a:pt x="298" y="5013"/>
                    <a:pt x="335" y="5013"/>
                  </a:cubicBezTo>
                  <a:cubicBezTo>
                    <a:pt x="481" y="5013"/>
                    <a:pt x="776" y="4758"/>
                    <a:pt x="1177" y="4290"/>
                  </a:cubicBezTo>
                  <a:cubicBezTo>
                    <a:pt x="1429" y="4122"/>
                    <a:pt x="2942" y="89"/>
                    <a:pt x="2858" y="5"/>
                  </a:cubicBezTo>
                  <a:cubicBezTo>
                    <a:pt x="2855" y="2"/>
                    <a:pt x="2851" y="1"/>
                    <a:pt x="284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13"/>
            <p:cNvSpPr/>
            <p:nvPr/>
          </p:nvSpPr>
          <p:spPr>
            <a:xfrm>
              <a:off x="8911509" y="2283966"/>
              <a:ext cx="86328" cy="169386"/>
            </a:xfrm>
            <a:custGeom>
              <a:avLst/>
              <a:gdLst/>
              <a:ahLst/>
              <a:cxnLst/>
              <a:rect l="l" t="t" r="r" b="b"/>
              <a:pathLst>
                <a:path w="2270" h="4454" extrusionOk="0">
                  <a:moveTo>
                    <a:pt x="2270" y="1"/>
                  </a:moveTo>
                  <a:lnTo>
                    <a:pt x="1" y="4454"/>
                  </a:lnTo>
                  <a:cubicBezTo>
                    <a:pt x="169" y="4286"/>
                    <a:pt x="337" y="4202"/>
                    <a:pt x="421" y="4034"/>
                  </a:cubicBezTo>
                  <a:cubicBezTo>
                    <a:pt x="589" y="4034"/>
                    <a:pt x="589" y="3866"/>
                    <a:pt x="673" y="3866"/>
                  </a:cubicBezTo>
                  <a:cubicBezTo>
                    <a:pt x="841" y="3698"/>
                    <a:pt x="1933" y="925"/>
                    <a:pt x="2270" y="1"/>
                  </a:cubicBez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13"/>
            <p:cNvSpPr/>
            <p:nvPr/>
          </p:nvSpPr>
          <p:spPr>
            <a:xfrm>
              <a:off x="8885953" y="2453315"/>
              <a:ext cx="22400" cy="22438"/>
            </a:xfrm>
            <a:custGeom>
              <a:avLst/>
              <a:gdLst/>
              <a:ahLst/>
              <a:cxnLst/>
              <a:rect l="l" t="t" r="r" b="b"/>
              <a:pathLst>
                <a:path w="589" h="590" extrusionOk="0">
                  <a:moveTo>
                    <a:pt x="253" y="1"/>
                  </a:moveTo>
                  <a:cubicBezTo>
                    <a:pt x="85" y="1"/>
                    <a:pt x="1" y="85"/>
                    <a:pt x="1" y="253"/>
                  </a:cubicBezTo>
                  <a:cubicBezTo>
                    <a:pt x="1" y="505"/>
                    <a:pt x="85" y="589"/>
                    <a:pt x="253" y="589"/>
                  </a:cubicBezTo>
                  <a:cubicBezTo>
                    <a:pt x="505" y="589"/>
                    <a:pt x="589" y="505"/>
                    <a:pt x="589" y="253"/>
                  </a:cubicBezTo>
                  <a:cubicBezTo>
                    <a:pt x="589" y="85"/>
                    <a:pt x="505" y="1"/>
                    <a:pt x="25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13"/>
            <p:cNvSpPr/>
            <p:nvPr/>
          </p:nvSpPr>
          <p:spPr>
            <a:xfrm>
              <a:off x="8889148" y="2456509"/>
              <a:ext cx="16011" cy="16011"/>
            </a:xfrm>
            <a:custGeom>
              <a:avLst/>
              <a:gdLst/>
              <a:ahLst/>
              <a:cxnLst/>
              <a:rect l="l" t="t" r="r" b="b"/>
              <a:pathLst>
                <a:path w="421" h="421" extrusionOk="0">
                  <a:moveTo>
                    <a:pt x="169" y="1"/>
                  </a:moveTo>
                  <a:cubicBezTo>
                    <a:pt x="85" y="1"/>
                    <a:pt x="1" y="85"/>
                    <a:pt x="1" y="169"/>
                  </a:cubicBezTo>
                  <a:cubicBezTo>
                    <a:pt x="1" y="337"/>
                    <a:pt x="85" y="421"/>
                    <a:pt x="169" y="421"/>
                  </a:cubicBezTo>
                  <a:cubicBezTo>
                    <a:pt x="337" y="421"/>
                    <a:pt x="421" y="337"/>
                    <a:pt x="421" y="169"/>
                  </a:cubicBezTo>
                  <a:cubicBezTo>
                    <a:pt x="421" y="85"/>
                    <a:pt x="337" y="1"/>
                    <a:pt x="169" y="1"/>
                  </a:cubicBezTo>
                  <a:close/>
                </a:path>
              </a:pathLst>
            </a:custGeom>
            <a:solidFill>
              <a:srgbClr val="5068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86" name="Google Shape;486;p13"/>
          <p:cNvSpPr/>
          <p:nvPr/>
        </p:nvSpPr>
        <p:spPr>
          <a:xfrm>
            <a:off x="8371159" y="627556"/>
            <a:ext cx="430344" cy="424734"/>
          </a:xfrm>
          <a:custGeom>
            <a:avLst/>
            <a:gdLst/>
            <a:ahLst/>
            <a:cxnLst/>
            <a:rect l="l" t="t" r="r" b="b"/>
            <a:pathLst>
              <a:path w="12352" h="12191" extrusionOk="0">
                <a:moveTo>
                  <a:pt x="6416" y="1"/>
                </a:moveTo>
                <a:cubicBezTo>
                  <a:pt x="6322" y="1"/>
                  <a:pt x="6228" y="3"/>
                  <a:pt x="6134" y="8"/>
                </a:cubicBezTo>
                <a:cubicBezTo>
                  <a:pt x="2773" y="8"/>
                  <a:pt x="0" y="2696"/>
                  <a:pt x="0" y="6057"/>
                </a:cubicBezTo>
                <a:cubicBezTo>
                  <a:pt x="0" y="9418"/>
                  <a:pt x="2689" y="12191"/>
                  <a:pt x="6134" y="12191"/>
                </a:cubicBezTo>
                <a:cubicBezTo>
                  <a:pt x="9494" y="12191"/>
                  <a:pt x="12351" y="9418"/>
                  <a:pt x="12351" y="6057"/>
                </a:cubicBezTo>
                <a:cubicBezTo>
                  <a:pt x="12351" y="2791"/>
                  <a:pt x="9653" y="1"/>
                  <a:pt x="6416" y="1"/>
                </a:cubicBezTo>
                <a:close/>
              </a:path>
            </a:pathLst>
          </a:custGeom>
          <a:solidFill>
            <a:srgbClr val="FFEB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87" name="Google Shape;487;p13"/>
          <p:cNvGrpSpPr/>
          <p:nvPr/>
        </p:nvGrpSpPr>
        <p:grpSpPr>
          <a:xfrm flipH="1">
            <a:off x="-248800" y="4415900"/>
            <a:ext cx="1804325" cy="207975"/>
            <a:chOff x="582600" y="3330075"/>
            <a:chExt cx="1804325" cy="207975"/>
          </a:xfrm>
        </p:grpSpPr>
        <p:sp>
          <p:nvSpPr>
            <p:cNvPr id="488" name="Google Shape;488;p13"/>
            <p:cNvSpPr/>
            <p:nvPr/>
          </p:nvSpPr>
          <p:spPr>
            <a:xfrm>
              <a:off x="1036300" y="3355300"/>
              <a:ext cx="252075" cy="180650"/>
            </a:xfrm>
            <a:custGeom>
              <a:avLst/>
              <a:gdLst/>
              <a:ahLst/>
              <a:cxnLst/>
              <a:rect l="l" t="t" r="r" b="b"/>
              <a:pathLst>
                <a:path w="10083" h="7226" extrusionOk="0">
                  <a:moveTo>
                    <a:pt x="3529" y="0"/>
                  </a:moveTo>
                  <a:cubicBezTo>
                    <a:pt x="3193" y="0"/>
                    <a:pt x="2857" y="336"/>
                    <a:pt x="2857" y="756"/>
                  </a:cubicBezTo>
                  <a:cubicBezTo>
                    <a:pt x="2857" y="840"/>
                    <a:pt x="2857" y="1092"/>
                    <a:pt x="2941" y="1176"/>
                  </a:cubicBezTo>
                  <a:lnTo>
                    <a:pt x="2101" y="1176"/>
                  </a:lnTo>
                  <a:cubicBezTo>
                    <a:pt x="1597" y="1176"/>
                    <a:pt x="1261" y="1596"/>
                    <a:pt x="1261" y="2017"/>
                  </a:cubicBezTo>
                  <a:lnTo>
                    <a:pt x="1261" y="2269"/>
                  </a:lnTo>
                  <a:cubicBezTo>
                    <a:pt x="757" y="2437"/>
                    <a:pt x="420" y="2941"/>
                    <a:pt x="420" y="3529"/>
                  </a:cubicBezTo>
                  <a:cubicBezTo>
                    <a:pt x="420" y="3949"/>
                    <a:pt x="504" y="4201"/>
                    <a:pt x="841" y="4453"/>
                  </a:cubicBezTo>
                  <a:lnTo>
                    <a:pt x="757" y="4453"/>
                  </a:lnTo>
                  <a:cubicBezTo>
                    <a:pt x="420" y="4453"/>
                    <a:pt x="84" y="4789"/>
                    <a:pt x="84" y="5041"/>
                  </a:cubicBezTo>
                  <a:cubicBezTo>
                    <a:pt x="0" y="5293"/>
                    <a:pt x="336" y="5629"/>
                    <a:pt x="757" y="5629"/>
                  </a:cubicBezTo>
                  <a:lnTo>
                    <a:pt x="925" y="5629"/>
                  </a:lnTo>
                  <a:cubicBezTo>
                    <a:pt x="841" y="5713"/>
                    <a:pt x="757" y="5965"/>
                    <a:pt x="757" y="6050"/>
                  </a:cubicBezTo>
                  <a:cubicBezTo>
                    <a:pt x="757" y="6470"/>
                    <a:pt x="1093" y="6806"/>
                    <a:pt x="1513" y="6806"/>
                  </a:cubicBezTo>
                  <a:lnTo>
                    <a:pt x="1513" y="6890"/>
                  </a:lnTo>
                  <a:cubicBezTo>
                    <a:pt x="1513" y="6974"/>
                    <a:pt x="1513" y="7058"/>
                    <a:pt x="1597" y="7226"/>
                  </a:cubicBezTo>
                  <a:lnTo>
                    <a:pt x="9074" y="7226"/>
                  </a:lnTo>
                  <a:lnTo>
                    <a:pt x="9074" y="6974"/>
                  </a:lnTo>
                  <a:cubicBezTo>
                    <a:pt x="9074" y="6806"/>
                    <a:pt x="8906" y="6638"/>
                    <a:pt x="8822" y="6554"/>
                  </a:cubicBezTo>
                  <a:lnTo>
                    <a:pt x="9074" y="6554"/>
                  </a:lnTo>
                  <a:cubicBezTo>
                    <a:pt x="9243" y="6554"/>
                    <a:pt x="9495" y="6302"/>
                    <a:pt x="9495" y="6134"/>
                  </a:cubicBezTo>
                  <a:cubicBezTo>
                    <a:pt x="9495" y="6050"/>
                    <a:pt x="9495" y="5881"/>
                    <a:pt x="9327" y="5881"/>
                  </a:cubicBezTo>
                  <a:cubicBezTo>
                    <a:pt x="9747" y="5797"/>
                    <a:pt x="10083" y="5377"/>
                    <a:pt x="10083" y="4873"/>
                  </a:cubicBezTo>
                  <a:cubicBezTo>
                    <a:pt x="10083" y="4369"/>
                    <a:pt x="9747" y="3949"/>
                    <a:pt x="9327" y="3781"/>
                  </a:cubicBezTo>
                  <a:cubicBezTo>
                    <a:pt x="9327" y="3697"/>
                    <a:pt x="9495" y="3529"/>
                    <a:pt x="9495" y="3361"/>
                  </a:cubicBezTo>
                  <a:cubicBezTo>
                    <a:pt x="9495" y="2773"/>
                    <a:pt x="9074" y="2269"/>
                    <a:pt x="8486" y="2101"/>
                  </a:cubicBezTo>
                  <a:lnTo>
                    <a:pt x="8486" y="2017"/>
                  </a:lnTo>
                  <a:cubicBezTo>
                    <a:pt x="8486" y="1512"/>
                    <a:pt x="8066" y="1176"/>
                    <a:pt x="7646" y="1176"/>
                  </a:cubicBezTo>
                  <a:lnTo>
                    <a:pt x="7562" y="1176"/>
                  </a:lnTo>
                  <a:cubicBezTo>
                    <a:pt x="7646" y="1092"/>
                    <a:pt x="7646" y="1008"/>
                    <a:pt x="7646" y="756"/>
                  </a:cubicBezTo>
                  <a:cubicBezTo>
                    <a:pt x="7646" y="336"/>
                    <a:pt x="7394" y="0"/>
                    <a:pt x="697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13"/>
            <p:cNvSpPr/>
            <p:nvPr/>
          </p:nvSpPr>
          <p:spPr>
            <a:xfrm>
              <a:off x="1023700" y="3355300"/>
              <a:ext cx="210075" cy="180650"/>
            </a:xfrm>
            <a:custGeom>
              <a:avLst/>
              <a:gdLst/>
              <a:ahLst/>
              <a:cxnLst/>
              <a:rect l="l" t="t" r="r" b="b"/>
              <a:pathLst>
                <a:path w="8403" h="7226" extrusionOk="0">
                  <a:moveTo>
                    <a:pt x="3613" y="0"/>
                  </a:moveTo>
                  <a:cubicBezTo>
                    <a:pt x="3193" y="0"/>
                    <a:pt x="2941" y="336"/>
                    <a:pt x="2941" y="756"/>
                  </a:cubicBezTo>
                  <a:cubicBezTo>
                    <a:pt x="2941" y="840"/>
                    <a:pt x="2941" y="1092"/>
                    <a:pt x="3025" y="1176"/>
                  </a:cubicBezTo>
                  <a:lnTo>
                    <a:pt x="2185" y="1176"/>
                  </a:lnTo>
                  <a:cubicBezTo>
                    <a:pt x="1681" y="1176"/>
                    <a:pt x="1345" y="1596"/>
                    <a:pt x="1345" y="2017"/>
                  </a:cubicBezTo>
                  <a:lnTo>
                    <a:pt x="1345" y="2269"/>
                  </a:lnTo>
                  <a:cubicBezTo>
                    <a:pt x="840" y="2437"/>
                    <a:pt x="504" y="2941"/>
                    <a:pt x="504" y="3529"/>
                  </a:cubicBezTo>
                  <a:cubicBezTo>
                    <a:pt x="504" y="3949"/>
                    <a:pt x="588" y="4201"/>
                    <a:pt x="924" y="4453"/>
                  </a:cubicBezTo>
                  <a:lnTo>
                    <a:pt x="840" y="4453"/>
                  </a:lnTo>
                  <a:cubicBezTo>
                    <a:pt x="504" y="4453"/>
                    <a:pt x="168" y="4789"/>
                    <a:pt x="168" y="5041"/>
                  </a:cubicBezTo>
                  <a:cubicBezTo>
                    <a:pt x="0" y="5293"/>
                    <a:pt x="336" y="5629"/>
                    <a:pt x="588" y="5629"/>
                  </a:cubicBezTo>
                  <a:lnTo>
                    <a:pt x="840" y="5629"/>
                  </a:lnTo>
                  <a:cubicBezTo>
                    <a:pt x="756" y="5713"/>
                    <a:pt x="588" y="5965"/>
                    <a:pt x="588" y="6050"/>
                  </a:cubicBezTo>
                  <a:cubicBezTo>
                    <a:pt x="588" y="6470"/>
                    <a:pt x="924" y="6806"/>
                    <a:pt x="1345" y="6806"/>
                  </a:cubicBezTo>
                  <a:lnTo>
                    <a:pt x="1345" y="6890"/>
                  </a:lnTo>
                  <a:cubicBezTo>
                    <a:pt x="1345" y="6974"/>
                    <a:pt x="1345" y="7058"/>
                    <a:pt x="1429" y="7226"/>
                  </a:cubicBezTo>
                  <a:lnTo>
                    <a:pt x="7226" y="7226"/>
                  </a:lnTo>
                  <a:lnTo>
                    <a:pt x="7226" y="6974"/>
                  </a:lnTo>
                  <a:cubicBezTo>
                    <a:pt x="7226" y="6806"/>
                    <a:pt x="7142" y="6638"/>
                    <a:pt x="6974" y="6554"/>
                  </a:cubicBezTo>
                  <a:lnTo>
                    <a:pt x="7310" y="6554"/>
                  </a:lnTo>
                  <a:cubicBezTo>
                    <a:pt x="7562" y="6554"/>
                    <a:pt x="7730" y="6302"/>
                    <a:pt x="7730" y="6134"/>
                  </a:cubicBezTo>
                  <a:cubicBezTo>
                    <a:pt x="7730" y="6050"/>
                    <a:pt x="7730" y="5881"/>
                    <a:pt x="7646" y="5881"/>
                  </a:cubicBezTo>
                  <a:cubicBezTo>
                    <a:pt x="8066" y="5797"/>
                    <a:pt x="8402" y="5377"/>
                    <a:pt x="8402" y="4873"/>
                  </a:cubicBezTo>
                  <a:cubicBezTo>
                    <a:pt x="8402" y="4369"/>
                    <a:pt x="8066" y="3949"/>
                    <a:pt x="7646" y="3781"/>
                  </a:cubicBezTo>
                  <a:cubicBezTo>
                    <a:pt x="7646" y="3697"/>
                    <a:pt x="7730" y="3529"/>
                    <a:pt x="7730" y="3361"/>
                  </a:cubicBezTo>
                  <a:cubicBezTo>
                    <a:pt x="7730" y="2773"/>
                    <a:pt x="7310" y="2269"/>
                    <a:pt x="6806" y="2101"/>
                  </a:cubicBezTo>
                  <a:lnTo>
                    <a:pt x="6806" y="2017"/>
                  </a:lnTo>
                  <a:cubicBezTo>
                    <a:pt x="6806" y="1512"/>
                    <a:pt x="6386" y="1176"/>
                    <a:pt x="5966" y="1176"/>
                  </a:cubicBezTo>
                  <a:lnTo>
                    <a:pt x="5882" y="1176"/>
                  </a:lnTo>
                  <a:cubicBezTo>
                    <a:pt x="5966" y="1092"/>
                    <a:pt x="5966" y="1008"/>
                    <a:pt x="5966" y="756"/>
                  </a:cubicBezTo>
                  <a:cubicBezTo>
                    <a:pt x="5966" y="336"/>
                    <a:pt x="5630" y="0"/>
                    <a:pt x="520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13"/>
            <p:cNvSpPr/>
            <p:nvPr/>
          </p:nvSpPr>
          <p:spPr>
            <a:xfrm>
              <a:off x="1023700" y="3462425"/>
              <a:ext cx="159650" cy="73525"/>
            </a:xfrm>
            <a:custGeom>
              <a:avLst/>
              <a:gdLst/>
              <a:ahLst/>
              <a:cxnLst/>
              <a:rect l="l" t="t" r="r" b="b"/>
              <a:pathLst>
                <a:path w="6386" h="2941" extrusionOk="0">
                  <a:moveTo>
                    <a:pt x="588" y="0"/>
                  </a:moveTo>
                  <a:cubicBezTo>
                    <a:pt x="252" y="0"/>
                    <a:pt x="0" y="252"/>
                    <a:pt x="0" y="588"/>
                  </a:cubicBezTo>
                  <a:cubicBezTo>
                    <a:pt x="0" y="1008"/>
                    <a:pt x="336" y="1344"/>
                    <a:pt x="588" y="1344"/>
                  </a:cubicBezTo>
                  <a:lnTo>
                    <a:pt x="840" y="1344"/>
                  </a:lnTo>
                  <a:cubicBezTo>
                    <a:pt x="756" y="1428"/>
                    <a:pt x="588" y="1680"/>
                    <a:pt x="588" y="1765"/>
                  </a:cubicBezTo>
                  <a:cubicBezTo>
                    <a:pt x="588" y="2185"/>
                    <a:pt x="924" y="2521"/>
                    <a:pt x="1345" y="2521"/>
                  </a:cubicBezTo>
                  <a:lnTo>
                    <a:pt x="1345" y="2605"/>
                  </a:lnTo>
                  <a:cubicBezTo>
                    <a:pt x="1345" y="2689"/>
                    <a:pt x="1345" y="2773"/>
                    <a:pt x="1429" y="2941"/>
                  </a:cubicBezTo>
                  <a:lnTo>
                    <a:pt x="4705" y="2941"/>
                  </a:lnTo>
                  <a:cubicBezTo>
                    <a:pt x="4621" y="2773"/>
                    <a:pt x="4453" y="2605"/>
                    <a:pt x="4285" y="2605"/>
                  </a:cubicBezTo>
                  <a:cubicBezTo>
                    <a:pt x="4537" y="2521"/>
                    <a:pt x="4621" y="2353"/>
                    <a:pt x="4621" y="2269"/>
                  </a:cubicBezTo>
                  <a:lnTo>
                    <a:pt x="5630" y="2269"/>
                  </a:lnTo>
                  <a:cubicBezTo>
                    <a:pt x="6050" y="2269"/>
                    <a:pt x="6386" y="1933"/>
                    <a:pt x="6386" y="1512"/>
                  </a:cubicBezTo>
                  <a:cubicBezTo>
                    <a:pt x="6386" y="1092"/>
                    <a:pt x="6050" y="840"/>
                    <a:pt x="5630" y="840"/>
                  </a:cubicBezTo>
                  <a:lnTo>
                    <a:pt x="4369" y="840"/>
                  </a:lnTo>
                  <a:lnTo>
                    <a:pt x="4369" y="672"/>
                  </a:lnTo>
                  <a:cubicBezTo>
                    <a:pt x="4369" y="252"/>
                    <a:pt x="4033" y="0"/>
                    <a:pt x="36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13"/>
            <p:cNvSpPr/>
            <p:nvPr/>
          </p:nvSpPr>
          <p:spPr>
            <a:xfrm>
              <a:off x="1097200" y="3353200"/>
              <a:ext cx="117675" cy="75625"/>
            </a:xfrm>
            <a:custGeom>
              <a:avLst/>
              <a:gdLst/>
              <a:ahLst/>
              <a:cxnLst/>
              <a:rect l="l" t="t" r="r" b="b"/>
              <a:pathLst>
                <a:path w="4707" h="3025" extrusionOk="0">
                  <a:moveTo>
                    <a:pt x="1345" y="0"/>
                  </a:moveTo>
                  <a:lnTo>
                    <a:pt x="1345" y="252"/>
                  </a:lnTo>
                  <a:cubicBezTo>
                    <a:pt x="1345" y="588"/>
                    <a:pt x="1597" y="756"/>
                    <a:pt x="1765" y="756"/>
                  </a:cubicBezTo>
                  <a:cubicBezTo>
                    <a:pt x="1681" y="756"/>
                    <a:pt x="1513" y="840"/>
                    <a:pt x="1429" y="1092"/>
                  </a:cubicBezTo>
                  <a:lnTo>
                    <a:pt x="589" y="1092"/>
                  </a:lnTo>
                  <a:cubicBezTo>
                    <a:pt x="337" y="1092"/>
                    <a:pt x="1" y="1428"/>
                    <a:pt x="1" y="1680"/>
                  </a:cubicBezTo>
                  <a:cubicBezTo>
                    <a:pt x="1" y="2017"/>
                    <a:pt x="337" y="2353"/>
                    <a:pt x="589" y="2353"/>
                  </a:cubicBezTo>
                  <a:lnTo>
                    <a:pt x="1681" y="2353"/>
                  </a:lnTo>
                  <a:lnTo>
                    <a:pt x="1681" y="2437"/>
                  </a:lnTo>
                  <a:cubicBezTo>
                    <a:pt x="1681" y="2773"/>
                    <a:pt x="2017" y="3025"/>
                    <a:pt x="2269" y="3025"/>
                  </a:cubicBezTo>
                  <a:lnTo>
                    <a:pt x="4706" y="3025"/>
                  </a:lnTo>
                  <a:cubicBezTo>
                    <a:pt x="4538" y="2689"/>
                    <a:pt x="4202" y="2353"/>
                    <a:pt x="3782" y="2101"/>
                  </a:cubicBezTo>
                  <a:lnTo>
                    <a:pt x="3782" y="2017"/>
                  </a:lnTo>
                  <a:cubicBezTo>
                    <a:pt x="3782" y="1512"/>
                    <a:pt x="3362" y="1176"/>
                    <a:pt x="2942" y="1176"/>
                  </a:cubicBezTo>
                  <a:lnTo>
                    <a:pt x="2858" y="1176"/>
                  </a:lnTo>
                  <a:cubicBezTo>
                    <a:pt x="2942" y="1092"/>
                    <a:pt x="2942" y="1008"/>
                    <a:pt x="2942" y="756"/>
                  </a:cubicBezTo>
                  <a:cubicBezTo>
                    <a:pt x="2942" y="336"/>
                    <a:pt x="2606" y="0"/>
                    <a:pt x="218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13"/>
            <p:cNvSpPr/>
            <p:nvPr/>
          </p:nvSpPr>
          <p:spPr>
            <a:xfrm>
              <a:off x="2130650" y="3359500"/>
              <a:ext cx="256275" cy="178550"/>
            </a:xfrm>
            <a:custGeom>
              <a:avLst/>
              <a:gdLst/>
              <a:ahLst/>
              <a:cxnLst/>
              <a:rect l="l" t="t" r="r" b="b"/>
              <a:pathLst>
                <a:path w="10251" h="7142" extrusionOk="0">
                  <a:moveTo>
                    <a:pt x="3613" y="0"/>
                  </a:moveTo>
                  <a:cubicBezTo>
                    <a:pt x="3193" y="0"/>
                    <a:pt x="2857" y="252"/>
                    <a:pt x="2857" y="672"/>
                  </a:cubicBezTo>
                  <a:cubicBezTo>
                    <a:pt x="2857" y="840"/>
                    <a:pt x="2857" y="1008"/>
                    <a:pt x="2941" y="1092"/>
                  </a:cubicBezTo>
                  <a:lnTo>
                    <a:pt x="2101" y="1092"/>
                  </a:lnTo>
                  <a:cubicBezTo>
                    <a:pt x="1597" y="1092"/>
                    <a:pt x="1177" y="1597"/>
                    <a:pt x="1177" y="1933"/>
                  </a:cubicBezTo>
                  <a:lnTo>
                    <a:pt x="1177" y="2185"/>
                  </a:lnTo>
                  <a:cubicBezTo>
                    <a:pt x="673" y="2437"/>
                    <a:pt x="337" y="2941"/>
                    <a:pt x="337" y="3445"/>
                  </a:cubicBezTo>
                  <a:cubicBezTo>
                    <a:pt x="337" y="3865"/>
                    <a:pt x="421" y="4201"/>
                    <a:pt x="757" y="4369"/>
                  </a:cubicBezTo>
                  <a:lnTo>
                    <a:pt x="673" y="4369"/>
                  </a:lnTo>
                  <a:cubicBezTo>
                    <a:pt x="337" y="4369"/>
                    <a:pt x="0" y="4705"/>
                    <a:pt x="0" y="5041"/>
                  </a:cubicBezTo>
                  <a:cubicBezTo>
                    <a:pt x="0" y="5209"/>
                    <a:pt x="337" y="5545"/>
                    <a:pt x="673" y="5545"/>
                  </a:cubicBezTo>
                  <a:lnTo>
                    <a:pt x="841" y="5545"/>
                  </a:lnTo>
                  <a:cubicBezTo>
                    <a:pt x="757" y="5629"/>
                    <a:pt x="673" y="5882"/>
                    <a:pt x="673" y="5966"/>
                  </a:cubicBezTo>
                  <a:cubicBezTo>
                    <a:pt x="673" y="6386"/>
                    <a:pt x="1009" y="6722"/>
                    <a:pt x="1429" y="6722"/>
                  </a:cubicBezTo>
                  <a:lnTo>
                    <a:pt x="1429" y="6806"/>
                  </a:lnTo>
                  <a:cubicBezTo>
                    <a:pt x="1429" y="6890"/>
                    <a:pt x="1429" y="7058"/>
                    <a:pt x="1513" y="7142"/>
                  </a:cubicBezTo>
                  <a:lnTo>
                    <a:pt x="9075" y="7142"/>
                  </a:lnTo>
                  <a:lnTo>
                    <a:pt x="9075" y="6890"/>
                  </a:lnTo>
                  <a:cubicBezTo>
                    <a:pt x="9075" y="6722"/>
                    <a:pt x="8991" y="6638"/>
                    <a:pt x="8823" y="6470"/>
                  </a:cubicBezTo>
                  <a:lnTo>
                    <a:pt x="9159" y="6470"/>
                  </a:lnTo>
                  <a:cubicBezTo>
                    <a:pt x="9411" y="6470"/>
                    <a:pt x="9579" y="6302"/>
                    <a:pt x="9579" y="6050"/>
                  </a:cubicBezTo>
                  <a:cubicBezTo>
                    <a:pt x="9579" y="5966"/>
                    <a:pt x="9579" y="5882"/>
                    <a:pt x="9495" y="5882"/>
                  </a:cubicBezTo>
                  <a:cubicBezTo>
                    <a:pt x="9915" y="5797"/>
                    <a:pt x="10251" y="5293"/>
                    <a:pt x="10251" y="4789"/>
                  </a:cubicBezTo>
                  <a:cubicBezTo>
                    <a:pt x="10251" y="4285"/>
                    <a:pt x="9915" y="3865"/>
                    <a:pt x="9495" y="3781"/>
                  </a:cubicBezTo>
                  <a:cubicBezTo>
                    <a:pt x="9579" y="3697"/>
                    <a:pt x="9579" y="3445"/>
                    <a:pt x="9579" y="3361"/>
                  </a:cubicBezTo>
                  <a:cubicBezTo>
                    <a:pt x="9579" y="2689"/>
                    <a:pt x="9159" y="2185"/>
                    <a:pt x="8654" y="2101"/>
                  </a:cubicBezTo>
                  <a:lnTo>
                    <a:pt x="8654" y="1933"/>
                  </a:lnTo>
                  <a:cubicBezTo>
                    <a:pt x="8654" y="1428"/>
                    <a:pt x="8234" y="1092"/>
                    <a:pt x="7646" y="1092"/>
                  </a:cubicBezTo>
                  <a:lnTo>
                    <a:pt x="7562" y="1092"/>
                  </a:lnTo>
                  <a:cubicBezTo>
                    <a:pt x="7646" y="1008"/>
                    <a:pt x="7646" y="924"/>
                    <a:pt x="7646" y="672"/>
                  </a:cubicBezTo>
                  <a:cubicBezTo>
                    <a:pt x="7646" y="252"/>
                    <a:pt x="7394" y="0"/>
                    <a:pt x="697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13"/>
            <p:cNvSpPr/>
            <p:nvPr/>
          </p:nvSpPr>
          <p:spPr>
            <a:xfrm>
              <a:off x="2115950" y="3359500"/>
              <a:ext cx="212175" cy="178550"/>
            </a:xfrm>
            <a:custGeom>
              <a:avLst/>
              <a:gdLst/>
              <a:ahLst/>
              <a:cxnLst/>
              <a:rect l="l" t="t" r="r" b="b"/>
              <a:pathLst>
                <a:path w="8487" h="7142" extrusionOk="0">
                  <a:moveTo>
                    <a:pt x="3529" y="0"/>
                  </a:moveTo>
                  <a:cubicBezTo>
                    <a:pt x="3109" y="0"/>
                    <a:pt x="2773" y="252"/>
                    <a:pt x="2773" y="672"/>
                  </a:cubicBezTo>
                  <a:cubicBezTo>
                    <a:pt x="2773" y="840"/>
                    <a:pt x="2773" y="1008"/>
                    <a:pt x="2941" y="1092"/>
                  </a:cubicBezTo>
                  <a:lnTo>
                    <a:pt x="2101" y="1092"/>
                  </a:lnTo>
                  <a:cubicBezTo>
                    <a:pt x="1513" y="1092"/>
                    <a:pt x="1093" y="1597"/>
                    <a:pt x="1093" y="1933"/>
                  </a:cubicBezTo>
                  <a:lnTo>
                    <a:pt x="1093" y="2185"/>
                  </a:lnTo>
                  <a:cubicBezTo>
                    <a:pt x="588" y="2437"/>
                    <a:pt x="252" y="2941"/>
                    <a:pt x="252" y="3445"/>
                  </a:cubicBezTo>
                  <a:cubicBezTo>
                    <a:pt x="252" y="3865"/>
                    <a:pt x="420" y="4201"/>
                    <a:pt x="673" y="4369"/>
                  </a:cubicBezTo>
                  <a:lnTo>
                    <a:pt x="588" y="4369"/>
                  </a:lnTo>
                  <a:cubicBezTo>
                    <a:pt x="336" y="4369"/>
                    <a:pt x="0" y="4705"/>
                    <a:pt x="0" y="5041"/>
                  </a:cubicBezTo>
                  <a:cubicBezTo>
                    <a:pt x="84" y="5209"/>
                    <a:pt x="420" y="5545"/>
                    <a:pt x="757" y="5545"/>
                  </a:cubicBezTo>
                  <a:lnTo>
                    <a:pt x="925" y="5545"/>
                  </a:lnTo>
                  <a:cubicBezTo>
                    <a:pt x="841" y="5629"/>
                    <a:pt x="757" y="5882"/>
                    <a:pt x="757" y="5966"/>
                  </a:cubicBezTo>
                  <a:cubicBezTo>
                    <a:pt x="757" y="6386"/>
                    <a:pt x="1009" y="6722"/>
                    <a:pt x="1429" y="6722"/>
                  </a:cubicBezTo>
                  <a:lnTo>
                    <a:pt x="1429" y="6806"/>
                  </a:lnTo>
                  <a:cubicBezTo>
                    <a:pt x="1429" y="6890"/>
                    <a:pt x="1429" y="7058"/>
                    <a:pt x="1597" y="7142"/>
                  </a:cubicBezTo>
                  <a:lnTo>
                    <a:pt x="7310" y="7142"/>
                  </a:lnTo>
                  <a:lnTo>
                    <a:pt x="7310" y="6890"/>
                  </a:lnTo>
                  <a:cubicBezTo>
                    <a:pt x="7310" y="6722"/>
                    <a:pt x="7226" y="6638"/>
                    <a:pt x="7142" y="6470"/>
                  </a:cubicBezTo>
                  <a:lnTo>
                    <a:pt x="7394" y="6470"/>
                  </a:lnTo>
                  <a:cubicBezTo>
                    <a:pt x="7646" y="6470"/>
                    <a:pt x="7898" y="6302"/>
                    <a:pt x="7898" y="6050"/>
                  </a:cubicBezTo>
                  <a:cubicBezTo>
                    <a:pt x="7898" y="5966"/>
                    <a:pt x="7898" y="5882"/>
                    <a:pt x="7730" y="5882"/>
                  </a:cubicBezTo>
                  <a:cubicBezTo>
                    <a:pt x="8150" y="5797"/>
                    <a:pt x="8486" y="5293"/>
                    <a:pt x="8486" y="4789"/>
                  </a:cubicBezTo>
                  <a:cubicBezTo>
                    <a:pt x="8486" y="4285"/>
                    <a:pt x="8150" y="3865"/>
                    <a:pt x="7730" y="3781"/>
                  </a:cubicBezTo>
                  <a:cubicBezTo>
                    <a:pt x="7730" y="3697"/>
                    <a:pt x="7898" y="3445"/>
                    <a:pt x="7898" y="3361"/>
                  </a:cubicBezTo>
                  <a:cubicBezTo>
                    <a:pt x="7898" y="2689"/>
                    <a:pt x="7394" y="2185"/>
                    <a:pt x="6890" y="2101"/>
                  </a:cubicBezTo>
                  <a:lnTo>
                    <a:pt x="6890" y="1933"/>
                  </a:lnTo>
                  <a:cubicBezTo>
                    <a:pt x="6890" y="1428"/>
                    <a:pt x="6470" y="1092"/>
                    <a:pt x="5966" y="1092"/>
                  </a:cubicBezTo>
                  <a:lnTo>
                    <a:pt x="5882" y="1092"/>
                  </a:lnTo>
                  <a:cubicBezTo>
                    <a:pt x="5966" y="1008"/>
                    <a:pt x="5966" y="924"/>
                    <a:pt x="5966" y="672"/>
                  </a:cubicBezTo>
                  <a:cubicBezTo>
                    <a:pt x="5966" y="252"/>
                    <a:pt x="5630" y="0"/>
                    <a:pt x="521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13"/>
            <p:cNvSpPr/>
            <p:nvPr/>
          </p:nvSpPr>
          <p:spPr>
            <a:xfrm>
              <a:off x="2118050" y="3462425"/>
              <a:ext cx="163850" cy="75625"/>
            </a:xfrm>
            <a:custGeom>
              <a:avLst/>
              <a:gdLst/>
              <a:ahLst/>
              <a:cxnLst/>
              <a:rect l="l" t="t" r="r" b="b"/>
              <a:pathLst>
                <a:path w="6554" h="3025" extrusionOk="0">
                  <a:moveTo>
                    <a:pt x="589" y="0"/>
                  </a:moveTo>
                  <a:cubicBezTo>
                    <a:pt x="336" y="0"/>
                    <a:pt x="0" y="252"/>
                    <a:pt x="0" y="588"/>
                  </a:cubicBezTo>
                  <a:cubicBezTo>
                    <a:pt x="0" y="1092"/>
                    <a:pt x="336" y="1428"/>
                    <a:pt x="673" y="1428"/>
                  </a:cubicBezTo>
                  <a:lnTo>
                    <a:pt x="841" y="1428"/>
                  </a:lnTo>
                  <a:cubicBezTo>
                    <a:pt x="757" y="1512"/>
                    <a:pt x="673" y="1765"/>
                    <a:pt x="673" y="1849"/>
                  </a:cubicBezTo>
                  <a:cubicBezTo>
                    <a:pt x="673" y="2269"/>
                    <a:pt x="925" y="2605"/>
                    <a:pt x="1345" y="2605"/>
                  </a:cubicBezTo>
                  <a:lnTo>
                    <a:pt x="1345" y="2689"/>
                  </a:lnTo>
                  <a:cubicBezTo>
                    <a:pt x="1345" y="2773"/>
                    <a:pt x="1345" y="2941"/>
                    <a:pt x="1513" y="3025"/>
                  </a:cubicBezTo>
                  <a:lnTo>
                    <a:pt x="4873" y="3025"/>
                  </a:lnTo>
                  <a:cubicBezTo>
                    <a:pt x="4705" y="2941"/>
                    <a:pt x="4621" y="2689"/>
                    <a:pt x="4453" y="2689"/>
                  </a:cubicBezTo>
                  <a:cubicBezTo>
                    <a:pt x="4621" y="2689"/>
                    <a:pt x="4705" y="2521"/>
                    <a:pt x="4705" y="2353"/>
                  </a:cubicBezTo>
                  <a:lnTo>
                    <a:pt x="5798" y="2353"/>
                  </a:lnTo>
                  <a:cubicBezTo>
                    <a:pt x="6218" y="2353"/>
                    <a:pt x="6554" y="2101"/>
                    <a:pt x="6554" y="1680"/>
                  </a:cubicBezTo>
                  <a:cubicBezTo>
                    <a:pt x="6554" y="1260"/>
                    <a:pt x="6218" y="924"/>
                    <a:pt x="5798" y="924"/>
                  </a:cubicBezTo>
                  <a:lnTo>
                    <a:pt x="4537" y="924"/>
                  </a:lnTo>
                  <a:lnTo>
                    <a:pt x="4537" y="672"/>
                  </a:lnTo>
                  <a:cubicBezTo>
                    <a:pt x="4537" y="252"/>
                    <a:pt x="4201" y="0"/>
                    <a:pt x="378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13"/>
            <p:cNvSpPr/>
            <p:nvPr/>
          </p:nvSpPr>
          <p:spPr>
            <a:xfrm>
              <a:off x="2191575" y="3357400"/>
              <a:ext cx="117650" cy="75625"/>
            </a:xfrm>
            <a:custGeom>
              <a:avLst/>
              <a:gdLst/>
              <a:ahLst/>
              <a:cxnLst/>
              <a:rect l="l" t="t" r="r" b="b"/>
              <a:pathLst>
                <a:path w="4706" h="3025" extrusionOk="0">
                  <a:moveTo>
                    <a:pt x="1428" y="0"/>
                  </a:moveTo>
                  <a:lnTo>
                    <a:pt x="1428" y="168"/>
                  </a:lnTo>
                  <a:cubicBezTo>
                    <a:pt x="1428" y="504"/>
                    <a:pt x="1680" y="672"/>
                    <a:pt x="1848" y="672"/>
                  </a:cubicBezTo>
                  <a:cubicBezTo>
                    <a:pt x="1764" y="672"/>
                    <a:pt x="1680" y="840"/>
                    <a:pt x="1596" y="1008"/>
                  </a:cubicBezTo>
                  <a:lnTo>
                    <a:pt x="672" y="1008"/>
                  </a:lnTo>
                  <a:cubicBezTo>
                    <a:pt x="336" y="1008"/>
                    <a:pt x="0" y="1344"/>
                    <a:pt x="0" y="1681"/>
                  </a:cubicBezTo>
                  <a:cubicBezTo>
                    <a:pt x="0" y="1933"/>
                    <a:pt x="336" y="2269"/>
                    <a:pt x="672" y="2269"/>
                  </a:cubicBezTo>
                  <a:lnTo>
                    <a:pt x="1680" y="2269"/>
                  </a:lnTo>
                  <a:lnTo>
                    <a:pt x="1680" y="2353"/>
                  </a:lnTo>
                  <a:cubicBezTo>
                    <a:pt x="1680" y="2689"/>
                    <a:pt x="2017" y="3025"/>
                    <a:pt x="2269" y="3025"/>
                  </a:cubicBezTo>
                  <a:lnTo>
                    <a:pt x="4705" y="3025"/>
                  </a:lnTo>
                  <a:cubicBezTo>
                    <a:pt x="4621" y="2521"/>
                    <a:pt x="4285" y="2185"/>
                    <a:pt x="3865" y="2101"/>
                  </a:cubicBezTo>
                  <a:lnTo>
                    <a:pt x="3865" y="1933"/>
                  </a:lnTo>
                  <a:cubicBezTo>
                    <a:pt x="3865" y="1428"/>
                    <a:pt x="3445" y="1092"/>
                    <a:pt x="2941" y="1092"/>
                  </a:cubicBezTo>
                  <a:lnTo>
                    <a:pt x="2857" y="1092"/>
                  </a:lnTo>
                  <a:cubicBezTo>
                    <a:pt x="2941" y="1008"/>
                    <a:pt x="2941" y="924"/>
                    <a:pt x="2941" y="672"/>
                  </a:cubicBezTo>
                  <a:cubicBezTo>
                    <a:pt x="2941" y="252"/>
                    <a:pt x="2605" y="0"/>
                    <a:pt x="218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13"/>
            <p:cNvSpPr/>
            <p:nvPr/>
          </p:nvSpPr>
          <p:spPr>
            <a:xfrm>
              <a:off x="593100" y="3405700"/>
              <a:ext cx="172250" cy="130250"/>
            </a:xfrm>
            <a:custGeom>
              <a:avLst/>
              <a:gdLst/>
              <a:ahLst/>
              <a:cxnLst/>
              <a:rect l="l" t="t" r="r" b="b"/>
              <a:pathLst>
                <a:path w="6890" h="5210" extrusionOk="0">
                  <a:moveTo>
                    <a:pt x="2353" y="1"/>
                  </a:moveTo>
                  <a:cubicBezTo>
                    <a:pt x="2101" y="1"/>
                    <a:pt x="1849" y="253"/>
                    <a:pt x="1849" y="589"/>
                  </a:cubicBezTo>
                  <a:cubicBezTo>
                    <a:pt x="1849" y="673"/>
                    <a:pt x="1849" y="757"/>
                    <a:pt x="1933" y="841"/>
                  </a:cubicBezTo>
                  <a:lnTo>
                    <a:pt x="1429" y="841"/>
                  </a:lnTo>
                  <a:cubicBezTo>
                    <a:pt x="1093" y="841"/>
                    <a:pt x="840" y="1177"/>
                    <a:pt x="840" y="1513"/>
                  </a:cubicBezTo>
                  <a:lnTo>
                    <a:pt x="840" y="1597"/>
                  </a:lnTo>
                  <a:cubicBezTo>
                    <a:pt x="504" y="1681"/>
                    <a:pt x="252" y="2017"/>
                    <a:pt x="252" y="2437"/>
                  </a:cubicBezTo>
                  <a:cubicBezTo>
                    <a:pt x="252" y="2689"/>
                    <a:pt x="420" y="2941"/>
                    <a:pt x="588" y="3109"/>
                  </a:cubicBezTo>
                  <a:cubicBezTo>
                    <a:pt x="252" y="3109"/>
                    <a:pt x="84" y="3277"/>
                    <a:pt x="84" y="3529"/>
                  </a:cubicBezTo>
                  <a:cubicBezTo>
                    <a:pt x="0" y="3781"/>
                    <a:pt x="168" y="4034"/>
                    <a:pt x="504" y="4034"/>
                  </a:cubicBezTo>
                  <a:lnTo>
                    <a:pt x="588" y="4034"/>
                  </a:lnTo>
                  <a:cubicBezTo>
                    <a:pt x="504" y="4118"/>
                    <a:pt x="504" y="4202"/>
                    <a:pt x="504" y="4370"/>
                  </a:cubicBezTo>
                  <a:cubicBezTo>
                    <a:pt x="504" y="4622"/>
                    <a:pt x="756" y="4874"/>
                    <a:pt x="1009" y="4874"/>
                  </a:cubicBezTo>
                  <a:lnTo>
                    <a:pt x="1009" y="5210"/>
                  </a:lnTo>
                  <a:lnTo>
                    <a:pt x="6134" y="5210"/>
                  </a:lnTo>
                  <a:lnTo>
                    <a:pt x="6134" y="5042"/>
                  </a:lnTo>
                  <a:cubicBezTo>
                    <a:pt x="6134" y="4958"/>
                    <a:pt x="6050" y="4874"/>
                    <a:pt x="5966" y="4790"/>
                  </a:cubicBezTo>
                  <a:lnTo>
                    <a:pt x="6134" y="4790"/>
                  </a:lnTo>
                  <a:cubicBezTo>
                    <a:pt x="6386" y="4790"/>
                    <a:pt x="6470" y="4622"/>
                    <a:pt x="6470" y="4454"/>
                  </a:cubicBezTo>
                  <a:cubicBezTo>
                    <a:pt x="6470" y="4370"/>
                    <a:pt x="6470" y="4370"/>
                    <a:pt x="6386" y="4202"/>
                  </a:cubicBezTo>
                  <a:cubicBezTo>
                    <a:pt x="6722" y="4118"/>
                    <a:pt x="6890" y="3781"/>
                    <a:pt x="6890" y="3529"/>
                  </a:cubicBezTo>
                  <a:cubicBezTo>
                    <a:pt x="6890" y="3193"/>
                    <a:pt x="6722" y="2857"/>
                    <a:pt x="6386" y="2773"/>
                  </a:cubicBezTo>
                  <a:cubicBezTo>
                    <a:pt x="6386" y="2689"/>
                    <a:pt x="6470" y="2521"/>
                    <a:pt x="6470" y="2437"/>
                  </a:cubicBezTo>
                  <a:cubicBezTo>
                    <a:pt x="6470" y="2017"/>
                    <a:pt x="6134" y="1681"/>
                    <a:pt x="5882" y="1597"/>
                  </a:cubicBezTo>
                  <a:lnTo>
                    <a:pt x="5882" y="1513"/>
                  </a:lnTo>
                  <a:cubicBezTo>
                    <a:pt x="5882" y="1177"/>
                    <a:pt x="5546" y="841"/>
                    <a:pt x="5209" y="841"/>
                  </a:cubicBezTo>
                  <a:lnTo>
                    <a:pt x="5209" y="589"/>
                  </a:lnTo>
                  <a:cubicBezTo>
                    <a:pt x="5209" y="253"/>
                    <a:pt x="5041" y="1"/>
                    <a:pt x="470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13"/>
            <p:cNvSpPr/>
            <p:nvPr/>
          </p:nvSpPr>
          <p:spPr>
            <a:xfrm>
              <a:off x="582600" y="3483425"/>
              <a:ext cx="111350" cy="52525"/>
            </a:xfrm>
            <a:custGeom>
              <a:avLst/>
              <a:gdLst/>
              <a:ahLst/>
              <a:cxnLst/>
              <a:rect l="l" t="t" r="r" b="b"/>
              <a:pathLst>
                <a:path w="4454" h="2101" extrusionOk="0">
                  <a:moveTo>
                    <a:pt x="504" y="0"/>
                  </a:moveTo>
                  <a:cubicBezTo>
                    <a:pt x="168" y="0"/>
                    <a:pt x="0" y="168"/>
                    <a:pt x="0" y="420"/>
                  </a:cubicBezTo>
                  <a:cubicBezTo>
                    <a:pt x="84" y="672"/>
                    <a:pt x="336" y="925"/>
                    <a:pt x="504" y="925"/>
                  </a:cubicBezTo>
                  <a:lnTo>
                    <a:pt x="588" y="925"/>
                  </a:lnTo>
                  <a:cubicBezTo>
                    <a:pt x="504" y="1009"/>
                    <a:pt x="504" y="1093"/>
                    <a:pt x="504" y="1261"/>
                  </a:cubicBezTo>
                  <a:cubicBezTo>
                    <a:pt x="504" y="1513"/>
                    <a:pt x="756" y="1765"/>
                    <a:pt x="1008" y="1765"/>
                  </a:cubicBezTo>
                  <a:lnTo>
                    <a:pt x="1008" y="2101"/>
                  </a:lnTo>
                  <a:lnTo>
                    <a:pt x="3361" y="2101"/>
                  </a:lnTo>
                  <a:cubicBezTo>
                    <a:pt x="3277" y="1933"/>
                    <a:pt x="3277" y="1849"/>
                    <a:pt x="3025" y="1849"/>
                  </a:cubicBezTo>
                  <a:cubicBezTo>
                    <a:pt x="3109" y="1849"/>
                    <a:pt x="3277" y="1765"/>
                    <a:pt x="3277" y="1681"/>
                  </a:cubicBezTo>
                  <a:lnTo>
                    <a:pt x="3949" y="1681"/>
                  </a:lnTo>
                  <a:cubicBezTo>
                    <a:pt x="4285" y="1681"/>
                    <a:pt x="4453" y="1429"/>
                    <a:pt x="4453" y="1093"/>
                  </a:cubicBezTo>
                  <a:cubicBezTo>
                    <a:pt x="4453" y="840"/>
                    <a:pt x="4285" y="588"/>
                    <a:pt x="3949" y="588"/>
                  </a:cubicBezTo>
                  <a:lnTo>
                    <a:pt x="3109" y="588"/>
                  </a:lnTo>
                  <a:lnTo>
                    <a:pt x="3109" y="504"/>
                  </a:lnTo>
                  <a:cubicBezTo>
                    <a:pt x="3109" y="168"/>
                    <a:pt x="2941" y="0"/>
                    <a:pt x="260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13"/>
            <p:cNvSpPr/>
            <p:nvPr/>
          </p:nvSpPr>
          <p:spPr>
            <a:xfrm>
              <a:off x="635100" y="3409900"/>
              <a:ext cx="81950" cy="52550"/>
            </a:xfrm>
            <a:custGeom>
              <a:avLst/>
              <a:gdLst/>
              <a:ahLst/>
              <a:cxnLst/>
              <a:rect l="l" t="t" r="r" b="b"/>
              <a:pathLst>
                <a:path w="3278" h="2102" extrusionOk="0">
                  <a:moveTo>
                    <a:pt x="925" y="1"/>
                  </a:moveTo>
                  <a:lnTo>
                    <a:pt x="925" y="85"/>
                  </a:lnTo>
                  <a:cubicBezTo>
                    <a:pt x="925" y="253"/>
                    <a:pt x="1009" y="421"/>
                    <a:pt x="1261" y="505"/>
                  </a:cubicBezTo>
                  <a:cubicBezTo>
                    <a:pt x="1177" y="505"/>
                    <a:pt x="1009" y="589"/>
                    <a:pt x="1009" y="673"/>
                  </a:cubicBezTo>
                  <a:lnTo>
                    <a:pt x="421" y="673"/>
                  </a:lnTo>
                  <a:cubicBezTo>
                    <a:pt x="169" y="673"/>
                    <a:pt x="1" y="925"/>
                    <a:pt x="1" y="1093"/>
                  </a:cubicBezTo>
                  <a:cubicBezTo>
                    <a:pt x="1" y="1345"/>
                    <a:pt x="169" y="1513"/>
                    <a:pt x="421" y="1513"/>
                  </a:cubicBezTo>
                  <a:lnTo>
                    <a:pt x="1177" y="1513"/>
                  </a:lnTo>
                  <a:lnTo>
                    <a:pt x="1177" y="1681"/>
                  </a:lnTo>
                  <a:cubicBezTo>
                    <a:pt x="1177" y="1849"/>
                    <a:pt x="1345" y="2101"/>
                    <a:pt x="1597" y="2101"/>
                  </a:cubicBezTo>
                  <a:lnTo>
                    <a:pt x="3277" y="2101"/>
                  </a:lnTo>
                  <a:cubicBezTo>
                    <a:pt x="3109" y="1765"/>
                    <a:pt x="2941" y="1513"/>
                    <a:pt x="2605" y="1429"/>
                  </a:cubicBezTo>
                  <a:cubicBezTo>
                    <a:pt x="2605" y="1009"/>
                    <a:pt x="2269" y="841"/>
                    <a:pt x="2017" y="841"/>
                  </a:cubicBezTo>
                  <a:lnTo>
                    <a:pt x="2017" y="505"/>
                  </a:lnTo>
                  <a:cubicBezTo>
                    <a:pt x="2017" y="169"/>
                    <a:pt x="1765" y="1"/>
                    <a:pt x="142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13"/>
            <p:cNvSpPr/>
            <p:nvPr/>
          </p:nvSpPr>
          <p:spPr>
            <a:xfrm>
              <a:off x="1939500" y="3405700"/>
              <a:ext cx="180675" cy="132350"/>
            </a:xfrm>
            <a:custGeom>
              <a:avLst/>
              <a:gdLst/>
              <a:ahLst/>
              <a:cxnLst/>
              <a:rect l="l" t="t" r="r" b="b"/>
              <a:pathLst>
                <a:path w="7227" h="5294" extrusionOk="0">
                  <a:moveTo>
                    <a:pt x="2521" y="1"/>
                  </a:moveTo>
                  <a:cubicBezTo>
                    <a:pt x="2185" y="1"/>
                    <a:pt x="2017" y="253"/>
                    <a:pt x="2017" y="589"/>
                  </a:cubicBezTo>
                  <a:cubicBezTo>
                    <a:pt x="2017" y="673"/>
                    <a:pt x="2017" y="757"/>
                    <a:pt x="2101" y="841"/>
                  </a:cubicBezTo>
                  <a:lnTo>
                    <a:pt x="1597" y="841"/>
                  </a:lnTo>
                  <a:cubicBezTo>
                    <a:pt x="1261" y="841"/>
                    <a:pt x="925" y="1177"/>
                    <a:pt x="925" y="1513"/>
                  </a:cubicBezTo>
                  <a:lnTo>
                    <a:pt x="925" y="1597"/>
                  </a:lnTo>
                  <a:cubicBezTo>
                    <a:pt x="673" y="1681"/>
                    <a:pt x="337" y="2101"/>
                    <a:pt x="337" y="2437"/>
                  </a:cubicBezTo>
                  <a:cubicBezTo>
                    <a:pt x="337" y="2773"/>
                    <a:pt x="421" y="2941"/>
                    <a:pt x="673" y="3193"/>
                  </a:cubicBezTo>
                  <a:cubicBezTo>
                    <a:pt x="337" y="3193"/>
                    <a:pt x="85" y="3361"/>
                    <a:pt x="85" y="3613"/>
                  </a:cubicBezTo>
                  <a:cubicBezTo>
                    <a:pt x="1" y="3949"/>
                    <a:pt x="253" y="4118"/>
                    <a:pt x="421" y="4118"/>
                  </a:cubicBezTo>
                  <a:lnTo>
                    <a:pt x="505" y="4118"/>
                  </a:lnTo>
                  <a:cubicBezTo>
                    <a:pt x="421" y="4202"/>
                    <a:pt x="421" y="4370"/>
                    <a:pt x="421" y="4454"/>
                  </a:cubicBezTo>
                  <a:cubicBezTo>
                    <a:pt x="421" y="4790"/>
                    <a:pt x="673" y="4958"/>
                    <a:pt x="925" y="4958"/>
                  </a:cubicBezTo>
                  <a:lnTo>
                    <a:pt x="925" y="5294"/>
                  </a:lnTo>
                  <a:lnTo>
                    <a:pt x="6386" y="5294"/>
                  </a:lnTo>
                  <a:lnTo>
                    <a:pt x="6386" y="5210"/>
                  </a:lnTo>
                  <a:cubicBezTo>
                    <a:pt x="6386" y="5042"/>
                    <a:pt x="6302" y="4958"/>
                    <a:pt x="6218" y="4874"/>
                  </a:cubicBezTo>
                  <a:lnTo>
                    <a:pt x="6554" y="4874"/>
                  </a:lnTo>
                  <a:cubicBezTo>
                    <a:pt x="6722" y="4874"/>
                    <a:pt x="6806" y="4790"/>
                    <a:pt x="6806" y="4538"/>
                  </a:cubicBezTo>
                  <a:cubicBezTo>
                    <a:pt x="6806" y="4454"/>
                    <a:pt x="6806" y="4454"/>
                    <a:pt x="6722" y="4370"/>
                  </a:cubicBezTo>
                  <a:cubicBezTo>
                    <a:pt x="7058" y="4202"/>
                    <a:pt x="7226" y="3949"/>
                    <a:pt x="7226" y="3613"/>
                  </a:cubicBezTo>
                  <a:cubicBezTo>
                    <a:pt x="7226" y="3277"/>
                    <a:pt x="7058" y="2941"/>
                    <a:pt x="6722" y="2857"/>
                  </a:cubicBezTo>
                  <a:cubicBezTo>
                    <a:pt x="6722" y="2773"/>
                    <a:pt x="6806" y="2689"/>
                    <a:pt x="6806" y="2521"/>
                  </a:cubicBezTo>
                  <a:cubicBezTo>
                    <a:pt x="6806" y="2101"/>
                    <a:pt x="6554" y="1681"/>
                    <a:pt x="6050" y="1597"/>
                  </a:cubicBezTo>
                  <a:lnTo>
                    <a:pt x="6050" y="1513"/>
                  </a:lnTo>
                  <a:cubicBezTo>
                    <a:pt x="6050" y="1177"/>
                    <a:pt x="5798" y="841"/>
                    <a:pt x="5462" y="841"/>
                  </a:cubicBezTo>
                  <a:lnTo>
                    <a:pt x="5462" y="589"/>
                  </a:lnTo>
                  <a:cubicBezTo>
                    <a:pt x="5462" y="253"/>
                    <a:pt x="5294" y="1"/>
                    <a:pt x="495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13"/>
            <p:cNvSpPr/>
            <p:nvPr/>
          </p:nvSpPr>
          <p:spPr>
            <a:xfrm>
              <a:off x="1926900" y="3485525"/>
              <a:ext cx="117650" cy="52525"/>
            </a:xfrm>
            <a:custGeom>
              <a:avLst/>
              <a:gdLst/>
              <a:ahLst/>
              <a:cxnLst/>
              <a:rect l="l" t="t" r="r" b="b"/>
              <a:pathLst>
                <a:path w="4706" h="2101" extrusionOk="0">
                  <a:moveTo>
                    <a:pt x="505" y="0"/>
                  </a:moveTo>
                  <a:cubicBezTo>
                    <a:pt x="169" y="0"/>
                    <a:pt x="1" y="168"/>
                    <a:pt x="1" y="504"/>
                  </a:cubicBezTo>
                  <a:cubicBezTo>
                    <a:pt x="85" y="756"/>
                    <a:pt x="253" y="925"/>
                    <a:pt x="505" y="925"/>
                  </a:cubicBezTo>
                  <a:lnTo>
                    <a:pt x="757" y="925"/>
                  </a:lnTo>
                  <a:cubicBezTo>
                    <a:pt x="589" y="1009"/>
                    <a:pt x="589" y="1177"/>
                    <a:pt x="589" y="1261"/>
                  </a:cubicBezTo>
                  <a:cubicBezTo>
                    <a:pt x="589" y="1597"/>
                    <a:pt x="841" y="1765"/>
                    <a:pt x="1177" y="1765"/>
                  </a:cubicBezTo>
                  <a:lnTo>
                    <a:pt x="1177" y="2101"/>
                  </a:lnTo>
                  <a:lnTo>
                    <a:pt x="3529" y="2101"/>
                  </a:lnTo>
                  <a:cubicBezTo>
                    <a:pt x="3445" y="2017"/>
                    <a:pt x="3361" y="1849"/>
                    <a:pt x="3277" y="1849"/>
                  </a:cubicBezTo>
                  <a:cubicBezTo>
                    <a:pt x="3361" y="1849"/>
                    <a:pt x="3445" y="1765"/>
                    <a:pt x="3445" y="1681"/>
                  </a:cubicBezTo>
                  <a:lnTo>
                    <a:pt x="4202" y="1681"/>
                  </a:lnTo>
                  <a:cubicBezTo>
                    <a:pt x="4538" y="1681"/>
                    <a:pt x="4706" y="1429"/>
                    <a:pt x="4706" y="1093"/>
                  </a:cubicBezTo>
                  <a:cubicBezTo>
                    <a:pt x="4706" y="841"/>
                    <a:pt x="4538" y="588"/>
                    <a:pt x="4202" y="588"/>
                  </a:cubicBezTo>
                  <a:lnTo>
                    <a:pt x="3277" y="588"/>
                  </a:lnTo>
                  <a:lnTo>
                    <a:pt x="3277" y="504"/>
                  </a:lnTo>
                  <a:cubicBezTo>
                    <a:pt x="3277" y="168"/>
                    <a:pt x="3025" y="0"/>
                    <a:pt x="268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13"/>
            <p:cNvSpPr/>
            <p:nvPr/>
          </p:nvSpPr>
          <p:spPr>
            <a:xfrm>
              <a:off x="1985725" y="3405700"/>
              <a:ext cx="81925" cy="52550"/>
            </a:xfrm>
            <a:custGeom>
              <a:avLst/>
              <a:gdLst/>
              <a:ahLst/>
              <a:cxnLst/>
              <a:rect l="l" t="t" r="r" b="b"/>
              <a:pathLst>
                <a:path w="3277" h="2102" extrusionOk="0">
                  <a:moveTo>
                    <a:pt x="1008" y="1"/>
                  </a:moveTo>
                  <a:lnTo>
                    <a:pt x="1008" y="169"/>
                  </a:lnTo>
                  <a:cubicBezTo>
                    <a:pt x="1008" y="337"/>
                    <a:pt x="1092" y="421"/>
                    <a:pt x="1344" y="589"/>
                  </a:cubicBezTo>
                  <a:cubicBezTo>
                    <a:pt x="1176" y="589"/>
                    <a:pt x="1092" y="673"/>
                    <a:pt x="1092" y="757"/>
                  </a:cubicBezTo>
                  <a:lnTo>
                    <a:pt x="504" y="757"/>
                  </a:lnTo>
                  <a:cubicBezTo>
                    <a:pt x="252" y="757"/>
                    <a:pt x="0" y="1009"/>
                    <a:pt x="0" y="1177"/>
                  </a:cubicBezTo>
                  <a:cubicBezTo>
                    <a:pt x="0" y="1429"/>
                    <a:pt x="252" y="1597"/>
                    <a:pt x="504" y="1597"/>
                  </a:cubicBezTo>
                  <a:lnTo>
                    <a:pt x="1176" y="1597"/>
                  </a:lnTo>
                  <a:lnTo>
                    <a:pt x="1176" y="1681"/>
                  </a:lnTo>
                  <a:cubicBezTo>
                    <a:pt x="1176" y="1933"/>
                    <a:pt x="1428" y="2101"/>
                    <a:pt x="1597" y="2101"/>
                  </a:cubicBezTo>
                  <a:lnTo>
                    <a:pt x="3277" y="2101"/>
                  </a:lnTo>
                  <a:cubicBezTo>
                    <a:pt x="3193" y="1933"/>
                    <a:pt x="2857" y="1681"/>
                    <a:pt x="2689" y="1597"/>
                  </a:cubicBezTo>
                  <a:cubicBezTo>
                    <a:pt x="2689" y="1177"/>
                    <a:pt x="2353" y="841"/>
                    <a:pt x="2017" y="841"/>
                  </a:cubicBezTo>
                  <a:lnTo>
                    <a:pt x="2017" y="589"/>
                  </a:lnTo>
                  <a:cubicBezTo>
                    <a:pt x="2017" y="253"/>
                    <a:pt x="1849" y="1"/>
                    <a:pt x="151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13"/>
            <p:cNvSpPr/>
            <p:nvPr/>
          </p:nvSpPr>
          <p:spPr>
            <a:xfrm>
              <a:off x="744325" y="3374200"/>
              <a:ext cx="239475" cy="163850"/>
            </a:xfrm>
            <a:custGeom>
              <a:avLst/>
              <a:gdLst/>
              <a:ahLst/>
              <a:cxnLst/>
              <a:rect l="l" t="t" r="r" b="b"/>
              <a:pathLst>
                <a:path w="9579" h="6554" extrusionOk="0">
                  <a:moveTo>
                    <a:pt x="3361" y="0"/>
                  </a:moveTo>
                  <a:cubicBezTo>
                    <a:pt x="2941" y="0"/>
                    <a:pt x="2689" y="336"/>
                    <a:pt x="2689" y="672"/>
                  </a:cubicBezTo>
                  <a:cubicBezTo>
                    <a:pt x="2689" y="756"/>
                    <a:pt x="2689" y="840"/>
                    <a:pt x="2773" y="924"/>
                  </a:cubicBezTo>
                  <a:lnTo>
                    <a:pt x="2017" y="924"/>
                  </a:lnTo>
                  <a:cubicBezTo>
                    <a:pt x="1597" y="924"/>
                    <a:pt x="1177" y="1261"/>
                    <a:pt x="1177" y="1681"/>
                  </a:cubicBezTo>
                  <a:lnTo>
                    <a:pt x="1177" y="1933"/>
                  </a:lnTo>
                  <a:cubicBezTo>
                    <a:pt x="757" y="2101"/>
                    <a:pt x="421" y="2521"/>
                    <a:pt x="421" y="3025"/>
                  </a:cubicBezTo>
                  <a:cubicBezTo>
                    <a:pt x="421" y="3361"/>
                    <a:pt x="589" y="3697"/>
                    <a:pt x="757" y="3865"/>
                  </a:cubicBezTo>
                  <a:lnTo>
                    <a:pt x="673" y="3865"/>
                  </a:lnTo>
                  <a:cubicBezTo>
                    <a:pt x="337" y="3865"/>
                    <a:pt x="1" y="4117"/>
                    <a:pt x="1" y="4537"/>
                  </a:cubicBezTo>
                  <a:cubicBezTo>
                    <a:pt x="337" y="4789"/>
                    <a:pt x="673" y="4957"/>
                    <a:pt x="1009" y="4957"/>
                  </a:cubicBezTo>
                  <a:lnTo>
                    <a:pt x="1177" y="4957"/>
                  </a:lnTo>
                  <a:cubicBezTo>
                    <a:pt x="1093" y="5041"/>
                    <a:pt x="1093" y="5209"/>
                    <a:pt x="1093" y="5378"/>
                  </a:cubicBezTo>
                  <a:cubicBezTo>
                    <a:pt x="1093" y="5714"/>
                    <a:pt x="1429" y="6050"/>
                    <a:pt x="1681" y="6134"/>
                  </a:cubicBezTo>
                  <a:lnTo>
                    <a:pt x="1681" y="6218"/>
                  </a:lnTo>
                  <a:cubicBezTo>
                    <a:pt x="1681" y="6302"/>
                    <a:pt x="1681" y="6470"/>
                    <a:pt x="1849" y="6554"/>
                  </a:cubicBezTo>
                  <a:lnTo>
                    <a:pt x="8571" y="6554"/>
                  </a:lnTo>
                  <a:lnTo>
                    <a:pt x="8571" y="6302"/>
                  </a:lnTo>
                  <a:cubicBezTo>
                    <a:pt x="8571" y="6134"/>
                    <a:pt x="8403" y="6050"/>
                    <a:pt x="8319" y="5882"/>
                  </a:cubicBezTo>
                  <a:lnTo>
                    <a:pt x="8571" y="5882"/>
                  </a:lnTo>
                  <a:cubicBezTo>
                    <a:pt x="8739" y="5882"/>
                    <a:pt x="8907" y="5714"/>
                    <a:pt x="8907" y="5462"/>
                  </a:cubicBezTo>
                  <a:cubicBezTo>
                    <a:pt x="8907" y="5378"/>
                    <a:pt x="8907" y="5378"/>
                    <a:pt x="8823" y="5294"/>
                  </a:cubicBezTo>
                  <a:cubicBezTo>
                    <a:pt x="9243" y="5209"/>
                    <a:pt x="9579" y="4705"/>
                    <a:pt x="9579" y="4285"/>
                  </a:cubicBezTo>
                  <a:cubicBezTo>
                    <a:pt x="9579" y="3865"/>
                    <a:pt x="9243" y="3445"/>
                    <a:pt x="8823" y="3361"/>
                  </a:cubicBezTo>
                  <a:cubicBezTo>
                    <a:pt x="8823" y="3277"/>
                    <a:pt x="8907" y="3025"/>
                    <a:pt x="8907" y="2941"/>
                  </a:cubicBezTo>
                  <a:cubicBezTo>
                    <a:pt x="8907" y="2437"/>
                    <a:pt x="8655" y="1933"/>
                    <a:pt x="8067" y="1765"/>
                  </a:cubicBezTo>
                  <a:lnTo>
                    <a:pt x="8067" y="1681"/>
                  </a:lnTo>
                  <a:cubicBezTo>
                    <a:pt x="8067" y="1261"/>
                    <a:pt x="7814" y="924"/>
                    <a:pt x="7226" y="924"/>
                  </a:cubicBezTo>
                  <a:lnTo>
                    <a:pt x="7058" y="924"/>
                  </a:lnTo>
                  <a:cubicBezTo>
                    <a:pt x="7142" y="840"/>
                    <a:pt x="7142" y="756"/>
                    <a:pt x="7142" y="672"/>
                  </a:cubicBezTo>
                  <a:cubicBezTo>
                    <a:pt x="7142" y="252"/>
                    <a:pt x="6890" y="0"/>
                    <a:pt x="647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13"/>
            <p:cNvSpPr/>
            <p:nvPr/>
          </p:nvSpPr>
          <p:spPr>
            <a:xfrm>
              <a:off x="738025" y="3374200"/>
              <a:ext cx="195375" cy="163850"/>
            </a:xfrm>
            <a:custGeom>
              <a:avLst/>
              <a:gdLst/>
              <a:ahLst/>
              <a:cxnLst/>
              <a:rect l="l" t="t" r="r" b="b"/>
              <a:pathLst>
                <a:path w="7815" h="6554" extrusionOk="0">
                  <a:moveTo>
                    <a:pt x="3361" y="0"/>
                  </a:moveTo>
                  <a:cubicBezTo>
                    <a:pt x="2941" y="0"/>
                    <a:pt x="2605" y="336"/>
                    <a:pt x="2605" y="672"/>
                  </a:cubicBezTo>
                  <a:cubicBezTo>
                    <a:pt x="2605" y="756"/>
                    <a:pt x="2605" y="840"/>
                    <a:pt x="2689" y="924"/>
                  </a:cubicBezTo>
                  <a:lnTo>
                    <a:pt x="1933" y="924"/>
                  </a:lnTo>
                  <a:cubicBezTo>
                    <a:pt x="1513" y="924"/>
                    <a:pt x="1093" y="1261"/>
                    <a:pt x="1093" y="1681"/>
                  </a:cubicBezTo>
                  <a:lnTo>
                    <a:pt x="1093" y="1933"/>
                  </a:lnTo>
                  <a:cubicBezTo>
                    <a:pt x="673" y="2101"/>
                    <a:pt x="421" y="2521"/>
                    <a:pt x="421" y="3025"/>
                  </a:cubicBezTo>
                  <a:cubicBezTo>
                    <a:pt x="421" y="3361"/>
                    <a:pt x="505" y="3697"/>
                    <a:pt x="673" y="3865"/>
                  </a:cubicBezTo>
                  <a:lnTo>
                    <a:pt x="589" y="3865"/>
                  </a:lnTo>
                  <a:cubicBezTo>
                    <a:pt x="253" y="3865"/>
                    <a:pt x="1" y="4117"/>
                    <a:pt x="1" y="4537"/>
                  </a:cubicBezTo>
                  <a:cubicBezTo>
                    <a:pt x="85" y="4789"/>
                    <a:pt x="337" y="4957"/>
                    <a:pt x="673" y="4957"/>
                  </a:cubicBezTo>
                  <a:lnTo>
                    <a:pt x="925" y="4957"/>
                  </a:lnTo>
                  <a:cubicBezTo>
                    <a:pt x="757" y="5041"/>
                    <a:pt x="757" y="5209"/>
                    <a:pt x="757" y="5378"/>
                  </a:cubicBezTo>
                  <a:cubicBezTo>
                    <a:pt x="757" y="5714"/>
                    <a:pt x="1093" y="6050"/>
                    <a:pt x="1429" y="6134"/>
                  </a:cubicBezTo>
                  <a:lnTo>
                    <a:pt x="1429" y="6218"/>
                  </a:lnTo>
                  <a:cubicBezTo>
                    <a:pt x="1429" y="6302"/>
                    <a:pt x="1429" y="6470"/>
                    <a:pt x="1513" y="6554"/>
                  </a:cubicBezTo>
                  <a:lnTo>
                    <a:pt x="6806" y="6554"/>
                  </a:lnTo>
                  <a:lnTo>
                    <a:pt x="6806" y="6302"/>
                  </a:lnTo>
                  <a:cubicBezTo>
                    <a:pt x="6806" y="6134"/>
                    <a:pt x="6722" y="6050"/>
                    <a:pt x="6554" y="5882"/>
                  </a:cubicBezTo>
                  <a:lnTo>
                    <a:pt x="6806" y="5882"/>
                  </a:lnTo>
                  <a:cubicBezTo>
                    <a:pt x="6974" y="5882"/>
                    <a:pt x="7226" y="5714"/>
                    <a:pt x="7226" y="5462"/>
                  </a:cubicBezTo>
                  <a:cubicBezTo>
                    <a:pt x="7226" y="5378"/>
                    <a:pt x="7226" y="5378"/>
                    <a:pt x="7058" y="5294"/>
                  </a:cubicBezTo>
                  <a:cubicBezTo>
                    <a:pt x="7478" y="5209"/>
                    <a:pt x="7814" y="4705"/>
                    <a:pt x="7814" y="4285"/>
                  </a:cubicBezTo>
                  <a:cubicBezTo>
                    <a:pt x="7814" y="3865"/>
                    <a:pt x="7478" y="3445"/>
                    <a:pt x="7058" y="3361"/>
                  </a:cubicBezTo>
                  <a:cubicBezTo>
                    <a:pt x="7058" y="3277"/>
                    <a:pt x="7226" y="3025"/>
                    <a:pt x="7226" y="2941"/>
                  </a:cubicBezTo>
                  <a:cubicBezTo>
                    <a:pt x="7226" y="2437"/>
                    <a:pt x="6890" y="1933"/>
                    <a:pt x="6386" y="1765"/>
                  </a:cubicBezTo>
                  <a:lnTo>
                    <a:pt x="6386" y="1681"/>
                  </a:lnTo>
                  <a:cubicBezTo>
                    <a:pt x="6386" y="1261"/>
                    <a:pt x="6050" y="924"/>
                    <a:pt x="5546" y="924"/>
                  </a:cubicBezTo>
                  <a:lnTo>
                    <a:pt x="5378" y="924"/>
                  </a:lnTo>
                  <a:cubicBezTo>
                    <a:pt x="5546" y="840"/>
                    <a:pt x="5546" y="756"/>
                    <a:pt x="5546" y="672"/>
                  </a:cubicBezTo>
                  <a:cubicBezTo>
                    <a:pt x="5546" y="252"/>
                    <a:pt x="5210" y="0"/>
                    <a:pt x="479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13"/>
            <p:cNvSpPr/>
            <p:nvPr/>
          </p:nvSpPr>
          <p:spPr>
            <a:xfrm>
              <a:off x="735925" y="3468725"/>
              <a:ext cx="149150" cy="69325"/>
            </a:xfrm>
            <a:custGeom>
              <a:avLst/>
              <a:gdLst/>
              <a:ahLst/>
              <a:cxnLst/>
              <a:rect l="l" t="t" r="r" b="b"/>
              <a:pathLst>
                <a:path w="5966" h="2773" extrusionOk="0">
                  <a:moveTo>
                    <a:pt x="673" y="0"/>
                  </a:moveTo>
                  <a:cubicBezTo>
                    <a:pt x="337" y="0"/>
                    <a:pt x="1" y="252"/>
                    <a:pt x="1" y="672"/>
                  </a:cubicBezTo>
                  <a:cubicBezTo>
                    <a:pt x="169" y="1008"/>
                    <a:pt x="421" y="1176"/>
                    <a:pt x="757" y="1176"/>
                  </a:cubicBezTo>
                  <a:lnTo>
                    <a:pt x="1009" y="1176"/>
                  </a:lnTo>
                  <a:cubicBezTo>
                    <a:pt x="841" y="1260"/>
                    <a:pt x="841" y="1428"/>
                    <a:pt x="841" y="1597"/>
                  </a:cubicBezTo>
                  <a:cubicBezTo>
                    <a:pt x="841" y="1933"/>
                    <a:pt x="1177" y="2269"/>
                    <a:pt x="1513" y="2353"/>
                  </a:cubicBezTo>
                  <a:lnTo>
                    <a:pt x="1513" y="2437"/>
                  </a:lnTo>
                  <a:cubicBezTo>
                    <a:pt x="1513" y="2521"/>
                    <a:pt x="1513" y="2689"/>
                    <a:pt x="1597" y="2773"/>
                  </a:cubicBezTo>
                  <a:lnTo>
                    <a:pt x="4538" y="2773"/>
                  </a:lnTo>
                  <a:lnTo>
                    <a:pt x="4286" y="2437"/>
                  </a:lnTo>
                  <a:cubicBezTo>
                    <a:pt x="4454" y="2437"/>
                    <a:pt x="4538" y="2269"/>
                    <a:pt x="4538" y="2101"/>
                  </a:cubicBezTo>
                  <a:lnTo>
                    <a:pt x="5294" y="2101"/>
                  </a:lnTo>
                  <a:cubicBezTo>
                    <a:pt x="5630" y="2101"/>
                    <a:pt x="5966" y="1849"/>
                    <a:pt x="5966" y="1513"/>
                  </a:cubicBezTo>
                  <a:cubicBezTo>
                    <a:pt x="5966" y="1176"/>
                    <a:pt x="5714" y="756"/>
                    <a:pt x="5294" y="756"/>
                  </a:cubicBezTo>
                  <a:lnTo>
                    <a:pt x="4118" y="756"/>
                  </a:lnTo>
                  <a:lnTo>
                    <a:pt x="4118" y="672"/>
                  </a:lnTo>
                  <a:cubicBezTo>
                    <a:pt x="4118" y="336"/>
                    <a:pt x="3865" y="0"/>
                    <a:pt x="352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13"/>
            <p:cNvSpPr/>
            <p:nvPr/>
          </p:nvSpPr>
          <p:spPr>
            <a:xfrm>
              <a:off x="807350" y="3374200"/>
              <a:ext cx="105050" cy="69325"/>
            </a:xfrm>
            <a:custGeom>
              <a:avLst/>
              <a:gdLst/>
              <a:ahLst/>
              <a:cxnLst/>
              <a:rect l="l" t="t" r="r" b="b"/>
              <a:pathLst>
                <a:path w="4202" h="2773" extrusionOk="0">
                  <a:moveTo>
                    <a:pt x="1093" y="0"/>
                  </a:moveTo>
                  <a:lnTo>
                    <a:pt x="1093" y="252"/>
                  </a:lnTo>
                  <a:cubicBezTo>
                    <a:pt x="1093" y="420"/>
                    <a:pt x="1261" y="672"/>
                    <a:pt x="1513" y="756"/>
                  </a:cubicBezTo>
                  <a:cubicBezTo>
                    <a:pt x="1345" y="756"/>
                    <a:pt x="1261" y="840"/>
                    <a:pt x="1261" y="1093"/>
                  </a:cubicBezTo>
                  <a:lnTo>
                    <a:pt x="588" y="1093"/>
                  </a:lnTo>
                  <a:cubicBezTo>
                    <a:pt x="252" y="1093"/>
                    <a:pt x="0" y="1261"/>
                    <a:pt x="0" y="1597"/>
                  </a:cubicBezTo>
                  <a:cubicBezTo>
                    <a:pt x="0" y="1933"/>
                    <a:pt x="252" y="2101"/>
                    <a:pt x="588" y="2101"/>
                  </a:cubicBezTo>
                  <a:lnTo>
                    <a:pt x="1513" y="2101"/>
                  </a:lnTo>
                  <a:lnTo>
                    <a:pt x="1513" y="2269"/>
                  </a:lnTo>
                  <a:cubicBezTo>
                    <a:pt x="1513" y="2521"/>
                    <a:pt x="1681" y="2773"/>
                    <a:pt x="2017" y="2773"/>
                  </a:cubicBezTo>
                  <a:lnTo>
                    <a:pt x="4201" y="2773"/>
                  </a:lnTo>
                  <a:cubicBezTo>
                    <a:pt x="4117" y="2269"/>
                    <a:pt x="3781" y="1933"/>
                    <a:pt x="3361" y="1849"/>
                  </a:cubicBezTo>
                  <a:lnTo>
                    <a:pt x="3361" y="1681"/>
                  </a:lnTo>
                  <a:cubicBezTo>
                    <a:pt x="3361" y="1261"/>
                    <a:pt x="3109" y="1009"/>
                    <a:pt x="2521" y="1009"/>
                  </a:cubicBezTo>
                  <a:lnTo>
                    <a:pt x="2437" y="1009"/>
                  </a:lnTo>
                  <a:cubicBezTo>
                    <a:pt x="2521" y="840"/>
                    <a:pt x="2521" y="756"/>
                    <a:pt x="2521" y="672"/>
                  </a:cubicBezTo>
                  <a:cubicBezTo>
                    <a:pt x="2521" y="252"/>
                    <a:pt x="2185" y="0"/>
                    <a:pt x="184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13"/>
            <p:cNvSpPr/>
            <p:nvPr/>
          </p:nvSpPr>
          <p:spPr>
            <a:xfrm>
              <a:off x="1273650" y="3330075"/>
              <a:ext cx="277300" cy="203775"/>
            </a:xfrm>
            <a:custGeom>
              <a:avLst/>
              <a:gdLst/>
              <a:ahLst/>
              <a:cxnLst/>
              <a:rect l="l" t="t" r="r" b="b"/>
              <a:pathLst>
                <a:path w="11092" h="8151" extrusionOk="0">
                  <a:moveTo>
                    <a:pt x="3865" y="1"/>
                  </a:moveTo>
                  <a:cubicBezTo>
                    <a:pt x="3445" y="1"/>
                    <a:pt x="3025" y="337"/>
                    <a:pt x="3025" y="841"/>
                  </a:cubicBezTo>
                  <a:cubicBezTo>
                    <a:pt x="3025" y="925"/>
                    <a:pt x="3025" y="1177"/>
                    <a:pt x="3109" y="1261"/>
                  </a:cubicBezTo>
                  <a:lnTo>
                    <a:pt x="2269" y="1261"/>
                  </a:lnTo>
                  <a:cubicBezTo>
                    <a:pt x="1765" y="1261"/>
                    <a:pt x="1345" y="1681"/>
                    <a:pt x="1345" y="2185"/>
                  </a:cubicBezTo>
                  <a:lnTo>
                    <a:pt x="1345" y="2437"/>
                  </a:lnTo>
                  <a:cubicBezTo>
                    <a:pt x="841" y="2605"/>
                    <a:pt x="505" y="3194"/>
                    <a:pt x="505" y="3782"/>
                  </a:cubicBezTo>
                  <a:cubicBezTo>
                    <a:pt x="505" y="4202"/>
                    <a:pt x="673" y="4538"/>
                    <a:pt x="925" y="4874"/>
                  </a:cubicBezTo>
                  <a:lnTo>
                    <a:pt x="841" y="4874"/>
                  </a:lnTo>
                  <a:cubicBezTo>
                    <a:pt x="421" y="4874"/>
                    <a:pt x="85" y="5126"/>
                    <a:pt x="85" y="5546"/>
                  </a:cubicBezTo>
                  <a:cubicBezTo>
                    <a:pt x="1" y="6134"/>
                    <a:pt x="337" y="6386"/>
                    <a:pt x="673" y="6386"/>
                  </a:cubicBezTo>
                  <a:lnTo>
                    <a:pt x="925" y="6386"/>
                  </a:lnTo>
                  <a:cubicBezTo>
                    <a:pt x="841" y="6470"/>
                    <a:pt x="673" y="6722"/>
                    <a:pt x="673" y="6974"/>
                  </a:cubicBezTo>
                  <a:cubicBezTo>
                    <a:pt x="673" y="7395"/>
                    <a:pt x="1009" y="7815"/>
                    <a:pt x="1429" y="7815"/>
                  </a:cubicBezTo>
                  <a:lnTo>
                    <a:pt x="1429" y="7899"/>
                  </a:lnTo>
                  <a:cubicBezTo>
                    <a:pt x="1429" y="7983"/>
                    <a:pt x="1429" y="8067"/>
                    <a:pt x="1513" y="8151"/>
                  </a:cubicBezTo>
                  <a:lnTo>
                    <a:pt x="9831" y="8151"/>
                  </a:lnTo>
                  <a:lnTo>
                    <a:pt x="9831" y="7983"/>
                  </a:lnTo>
                  <a:cubicBezTo>
                    <a:pt x="9831" y="7731"/>
                    <a:pt x="9747" y="7563"/>
                    <a:pt x="9495" y="7479"/>
                  </a:cubicBezTo>
                  <a:lnTo>
                    <a:pt x="9831" y="7479"/>
                  </a:lnTo>
                  <a:cubicBezTo>
                    <a:pt x="10167" y="7479"/>
                    <a:pt x="10335" y="7227"/>
                    <a:pt x="10335" y="6890"/>
                  </a:cubicBezTo>
                  <a:cubicBezTo>
                    <a:pt x="10335" y="6806"/>
                    <a:pt x="10335" y="6722"/>
                    <a:pt x="10251" y="6638"/>
                  </a:cubicBezTo>
                  <a:cubicBezTo>
                    <a:pt x="10755" y="6386"/>
                    <a:pt x="11091" y="5966"/>
                    <a:pt x="11091" y="5462"/>
                  </a:cubicBezTo>
                  <a:cubicBezTo>
                    <a:pt x="11091" y="4958"/>
                    <a:pt x="10755" y="4370"/>
                    <a:pt x="10251" y="4286"/>
                  </a:cubicBezTo>
                  <a:cubicBezTo>
                    <a:pt x="10335" y="4202"/>
                    <a:pt x="10335" y="4034"/>
                    <a:pt x="10335" y="3782"/>
                  </a:cubicBezTo>
                  <a:cubicBezTo>
                    <a:pt x="10335" y="3194"/>
                    <a:pt x="9915" y="2521"/>
                    <a:pt x="9327" y="2269"/>
                  </a:cubicBezTo>
                  <a:lnTo>
                    <a:pt x="9327" y="2185"/>
                  </a:lnTo>
                  <a:cubicBezTo>
                    <a:pt x="9327" y="1681"/>
                    <a:pt x="8907" y="1261"/>
                    <a:pt x="8403" y="1261"/>
                  </a:cubicBezTo>
                  <a:lnTo>
                    <a:pt x="8234" y="1261"/>
                  </a:lnTo>
                  <a:cubicBezTo>
                    <a:pt x="8403" y="1177"/>
                    <a:pt x="8403" y="925"/>
                    <a:pt x="8403" y="841"/>
                  </a:cubicBezTo>
                  <a:cubicBezTo>
                    <a:pt x="8403" y="421"/>
                    <a:pt x="7982" y="1"/>
                    <a:pt x="756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13"/>
            <p:cNvSpPr/>
            <p:nvPr/>
          </p:nvSpPr>
          <p:spPr>
            <a:xfrm>
              <a:off x="1258950" y="3330075"/>
              <a:ext cx="231075" cy="203775"/>
            </a:xfrm>
            <a:custGeom>
              <a:avLst/>
              <a:gdLst/>
              <a:ahLst/>
              <a:cxnLst/>
              <a:rect l="l" t="t" r="r" b="b"/>
              <a:pathLst>
                <a:path w="9243" h="8151" extrusionOk="0">
                  <a:moveTo>
                    <a:pt x="3949" y="1"/>
                  </a:moveTo>
                  <a:cubicBezTo>
                    <a:pt x="3529" y="1"/>
                    <a:pt x="3109" y="337"/>
                    <a:pt x="3109" y="841"/>
                  </a:cubicBezTo>
                  <a:cubicBezTo>
                    <a:pt x="3109" y="925"/>
                    <a:pt x="3109" y="1177"/>
                    <a:pt x="3193" y="1261"/>
                  </a:cubicBezTo>
                  <a:lnTo>
                    <a:pt x="2269" y="1261"/>
                  </a:lnTo>
                  <a:cubicBezTo>
                    <a:pt x="1681" y="1261"/>
                    <a:pt x="1261" y="1681"/>
                    <a:pt x="1261" y="2185"/>
                  </a:cubicBezTo>
                  <a:lnTo>
                    <a:pt x="1261" y="2437"/>
                  </a:lnTo>
                  <a:cubicBezTo>
                    <a:pt x="757" y="2605"/>
                    <a:pt x="421" y="3194"/>
                    <a:pt x="421" y="3782"/>
                  </a:cubicBezTo>
                  <a:cubicBezTo>
                    <a:pt x="421" y="4202"/>
                    <a:pt x="673" y="4538"/>
                    <a:pt x="841" y="4874"/>
                  </a:cubicBezTo>
                  <a:lnTo>
                    <a:pt x="757" y="4874"/>
                  </a:lnTo>
                  <a:cubicBezTo>
                    <a:pt x="337" y="4874"/>
                    <a:pt x="0" y="5126"/>
                    <a:pt x="0" y="5546"/>
                  </a:cubicBezTo>
                  <a:cubicBezTo>
                    <a:pt x="0" y="6134"/>
                    <a:pt x="337" y="6386"/>
                    <a:pt x="757" y="6386"/>
                  </a:cubicBezTo>
                  <a:lnTo>
                    <a:pt x="1009" y="6386"/>
                  </a:lnTo>
                  <a:cubicBezTo>
                    <a:pt x="841" y="6470"/>
                    <a:pt x="757" y="6722"/>
                    <a:pt x="757" y="6974"/>
                  </a:cubicBezTo>
                  <a:cubicBezTo>
                    <a:pt x="757" y="7395"/>
                    <a:pt x="1093" y="7815"/>
                    <a:pt x="1513" y="7815"/>
                  </a:cubicBezTo>
                  <a:lnTo>
                    <a:pt x="1513" y="7899"/>
                  </a:lnTo>
                  <a:cubicBezTo>
                    <a:pt x="1513" y="7983"/>
                    <a:pt x="1513" y="8067"/>
                    <a:pt x="1597" y="8151"/>
                  </a:cubicBezTo>
                  <a:lnTo>
                    <a:pt x="7982" y="8151"/>
                  </a:lnTo>
                  <a:lnTo>
                    <a:pt x="7982" y="7983"/>
                  </a:lnTo>
                  <a:cubicBezTo>
                    <a:pt x="7982" y="7731"/>
                    <a:pt x="7898" y="7563"/>
                    <a:pt x="7730" y="7479"/>
                  </a:cubicBezTo>
                  <a:lnTo>
                    <a:pt x="7982" y="7479"/>
                  </a:lnTo>
                  <a:cubicBezTo>
                    <a:pt x="8318" y="7479"/>
                    <a:pt x="8570" y="7227"/>
                    <a:pt x="8570" y="6890"/>
                  </a:cubicBezTo>
                  <a:cubicBezTo>
                    <a:pt x="8570" y="6806"/>
                    <a:pt x="8570" y="6722"/>
                    <a:pt x="8402" y="6638"/>
                  </a:cubicBezTo>
                  <a:cubicBezTo>
                    <a:pt x="8991" y="6386"/>
                    <a:pt x="9243" y="5966"/>
                    <a:pt x="9243" y="5462"/>
                  </a:cubicBezTo>
                  <a:cubicBezTo>
                    <a:pt x="9243" y="4958"/>
                    <a:pt x="8991" y="4370"/>
                    <a:pt x="8402" y="4286"/>
                  </a:cubicBezTo>
                  <a:cubicBezTo>
                    <a:pt x="8570" y="4202"/>
                    <a:pt x="8570" y="4034"/>
                    <a:pt x="8570" y="3782"/>
                  </a:cubicBezTo>
                  <a:cubicBezTo>
                    <a:pt x="8570" y="3194"/>
                    <a:pt x="8150" y="2521"/>
                    <a:pt x="7478" y="2269"/>
                  </a:cubicBezTo>
                  <a:lnTo>
                    <a:pt x="7478" y="2185"/>
                  </a:lnTo>
                  <a:cubicBezTo>
                    <a:pt x="7478" y="1681"/>
                    <a:pt x="7058" y="1261"/>
                    <a:pt x="6554" y="1261"/>
                  </a:cubicBezTo>
                  <a:lnTo>
                    <a:pt x="6470" y="1261"/>
                  </a:lnTo>
                  <a:cubicBezTo>
                    <a:pt x="6554" y="1177"/>
                    <a:pt x="6554" y="925"/>
                    <a:pt x="6554" y="841"/>
                  </a:cubicBezTo>
                  <a:cubicBezTo>
                    <a:pt x="6554" y="421"/>
                    <a:pt x="6134" y="1"/>
                    <a:pt x="571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13"/>
            <p:cNvSpPr/>
            <p:nvPr/>
          </p:nvSpPr>
          <p:spPr>
            <a:xfrm>
              <a:off x="1258950" y="3456125"/>
              <a:ext cx="182775" cy="77725"/>
            </a:xfrm>
            <a:custGeom>
              <a:avLst/>
              <a:gdLst/>
              <a:ahLst/>
              <a:cxnLst/>
              <a:rect l="l" t="t" r="r" b="b"/>
              <a:pathLst>
                <a:path w="7311" h="3109" extrusionOk="0">
                  <a:moveTo>
                    <a:pt x="841" y="0"/>
                  </a:moveTo>
                  <a:cubicBezTo>
                    <a:pt x="421" y="0"/>
                    <a:pt x="168" y="336"/>
                    <a:pt x="168" y="756"/>
                  </a:cubicBezTo>
                  <a:cubicBezTo>
                    <a:pt x="0" y="1092"/>
                    <a:pt x="337" y="1344"/>
                    <a:pt x="757" y="1344"/>
                  </a:cubicBezTo>
                  <a:lnTo>
                    <a:pt x="1009" y="1344"/>
                  </a:lnTo>
                  <a:cubicBezTo>
                    <a:pt x="841" y="1428"/>
                    <a:pt x="757" y="1680"/>
                    <a:pt x="757" y="1932"/>
                  </a:cubicBezTo>
                  <a:cubicBezTo>
                    <a:pt x="757" y="2353"/>
                    <a:pt x="1093" y="2773"/>
                    <a:pt x="1513" y="2773"/>
                  </a:cubicBezTo>
                  <a:lnTo>
                    <a:pt x="1513" y="2857"/>
                  </a:lnTo>
                  <a:cubicBezTo>
                    <a:pt x="1513" y="2941"/>
                    <a:pt x="1513" y="3025"/>
                    <a:pt x="1597" y="3109"/>
                  </a:cubicBezTo>
                  <a:lnTo>
                    <a:pt x="5294" y="3109"/>
                  </a:lnTo>
                  <a:cubicBezTo>
                    <a:pt x="5210" y="2941"/>
                    <a:pt x="5042" y="2857"/>
                    <a:pt x="4874" y="2857"/>
                  </a:cubicBezTo>
                  <a:cubicBezTo>
                    <a:pt x="5042" y="2773"/>
                    <a:pt x="5210" y="2605"/>
                    <a:pt x="5294" y="2437"/>
                  </a:cubicBezTo>
                  <a:lnTo>
                    <a:pt x="6470" y="2437"/>
                  </a:lnTo>
                  <a:cubicBezTo>
                    <a:pt x="6890" y="2437"/>
                    <a:pt x="7310" y="2101"/>
                    <a:pt x="7310" y="1680"/>
                  </a:cubicBezTo>
                  <a:cubicBezTo>
                    <a:pt x="7310" y="1260"/>
                    <a:pt x="6974" y="924"/>
                    <a:pt x="6470" y="924"/>
                  </a:cubicBezTo>
                  <a:lnTo>
                    <a:pt x="5042" y="924"/>
                  </a:lnTo>
                  <a:lnTo>
                    <a:pt x="5042" y="756"/>
                  </a:lnTo>
                  <a:cubicBezTo>
                    <a:pt x="5042" y="336"/>
                    <a:pt x="4790" y="0"/>
                    <a:pt x="420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13"/>
            <p:cNvSpPr/>
            <p:nvPr/>
          </p:nvSpPr>
          <p:spPr>
            <a:xfrm>
              <a:off x="1347175" y="3336375"/>
              <a:ext cx="126050" cy="77750"/>
            </a:xfrm>
            <a:custGeom>
              <a:avLst/>
              <a:gdLst/>
              <a:ahLst/>
              <a:cxnLst/>
              <a:rect l="l" t="t" r="r" b="b"/>
              <a:pathLst>
                <a:path w="5042" h="3110" extrusionOk="0">
                  <a:moveTo>
                    <a:pt x="1345" y="1"/>
                  </a:moveTo>
                  <a:lnTo>
                    <a:pt x="1345" y="169"/>
                  </a:lnTo>
                  <a:cubicBezTo>
                    <a:pt x="1345" y="505"/>
                    <a:pt x="1513" y="673"/>
                    <a:pt x="1849" y="841"/>
                  </a:cubicBezTo>
                  <a:cubicBezTo>
                    <a:pt x="1681" y="841"/>
                    <a:pt x="1513" y="1009"/>
                    <a:pt x="1513" y="1093"/>
                  </a:cubicBezTo>
                  <a:lnTo>
                    <a:pt x="588" y="1093"/>
                  </a:lnTo>
                  <a:cubicBezTo>
                    <a:pt x="168" y="1093"/>
                    <a:pt x="0" y="1429"/>
                    <a:pt x="0" y="1765"/>
                  </a:cubicBezTo>
                  <a:cubicBezTo>
                    <a:pt x="0" y="2017"/>
                    <a:pt x="252" y="2353"/>
                    <a:pt x="588" y="2353"/>
                  </a:cubicBezTo>
                  <a:lnTo>
                    <a:pt x="1765" y="2353"/>
                  </a:lnTo>
                  <a:lnTo>
                    <a:pt x="1765" y="2437"/>
                  </a:lnTo>
                  <a:cubicBezTo>
                    <a:pt x="1765" y="2774"/>
                    <a:pt x="2101" y="3110"/>
                    <a:pt x="2353" y="3110"/>
                  </a:cubicBezTo>
                  <a:lnTo>
                    <a:pt x="5041" y="3110"/>
                  </a:lnTo>
                  <a:cubicBezTo>
                    <a:pt x="4705" y="2774"/>
                    <a:pt x="4369" y="2353"/>
                    <a:pt x="3949" y="2269"/>
                  </a:cubicBezTo>
                  <a:lnTo>
                    <a:pt x="3949" y="2185"/>
                  </a:lnTo>
                  <a:cubicBezTo>
                    <a:pt x="3949" y="1681"/>
                    <a:pt x="3529" y="1261"/>
                    <a:pt x="3025" y="1261"/>
                  </a:cubicBezTo>
                  <a:lnTo>
                    <a:pt x="2941" y="1261"/>
                  </a:lnTo>
                  <a:cubicBezTo>
                    <a:pt x="3025" y="1093"/>
                    <a:pt x="3025" y="925"/>
                    <a:pt x="3025" y="841"/>
                  </a:cubicBezTo>
                  <a:cubicBezTo>
                    <a:pt x="3025" y="421"/>
                    <a:pt x="2605" y="1"/>
                    <a:pt x="218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0" name="Google Shape;510;p13"/>
          <p:cNvGrpSpPr/>
          <p:nvPr/>
        </p:nvGrpSpPr>
        <p:grpSpPr>
          <a:xfrm flipH="1">
            <a:off x="8182900" y="4453350"/>
            <a:ext cx="247875" cy="163850"/>
            <a:chOff x="735925" y="3374200"/>
            <a:chExt cx="247875" cy="163850"/>
          </a:xfrm>
        </p:grpSpPr>
        <p:sp>
          <p:nvSpPr>
            <p:cNvPr id="511" name="Google Shape;511;p13"/>
            <p:cNvSpPr/>
            <p:nvPr/>
          </p:nvSpPr>
          <p:spPr>
            <a:xfrm>
              <a:off x="744325" y="3374200"/>
              <a:ext cx="239475" cy="163850"/>
            </a:xfrm>
            <a:custGeom>
              <a:avLst/>
              <a:gdLst/>
              <a:ahLst/>
              <a:cxnLst/>
              <a:rect l="l" t="t" r="r" b="b"/>
              <a:pathLst>
                <a:path w="9579" h="6554" extrusionOk="0">
                  <a:moveTo>
                    <a:pt x="3361" y="0"/>
                  </a:moveTo>
                  <a:cubicBezTo>
                    <a:pt x="2941" y="0"/>
                    <a:pt x="2689" y="336"/>
                    <a:pt x="2689" y="672"/>
                  </a:cubicBezTo>
                  <a:cubicBezTo>
                    <a:pt x="2689" y="756"/>
                    <a:pt x="2689" y="840"/>
                    <a:pt x="2773" y="924"/>
                  </a:cubicBezTo>
                  <a:lnTo>
                    <a:pt x="2017" y="924"/>
                  </a:lnTo>
                  <a:cubicBezTo>
                    <a:pt x="1597" y="924"/>
                    <a:pt x="1177" y="1261"/>
                    <a:pt x="1177" y="1681"/>
                  </a:cubicBezTo>
                  <a:lnTo>
                    <a:pt x="1177" y="1933"/>
                  </a:lnTo>
                  <a:cubicBezTo>
                    <a:pt x="757" y="2101"/>
                    <a:pt x="421" y="2521"/>
                    <a:pt x="421" y="3025"/>
                  </a:cubicBezTo>
                  <a:cubicBezTo>
                    <a:pt x="421" y="3361"/>
                    <a:pt x="589" y="3697"/>
                    <a:pt x="757" y="3865"/>
                  </a:cubicBezTo>
                  <a:lnTo>
                    <a:pt x="673" y="3865"/>
                  </a:lnTo>
                  <a:cubicBezTo>
                    <a:pt x="337" y="3865"/>
                    <a:pt x="1" y="4117"/>
                    <a:pt x="1" y="4537"/>
                  </a:cubicBezTo>
                  <a:cubicBezTo>
                    <a:pt x="337" y="4789"/>
                    <a:pt x="673" y="4957"/>
                    <a:pt x="1009" y="4957"/>
                  </a:cubicBezTo>
                  <a:lnTo>
                    <a:pt x="1177" y="4957"/>
                  </a:lnTo>
                  <a:cubicBezTo>
                    <a:pt x="1093" y="5041"/>
                    <a:pt x="1093" y="5209"/>
                    <a:pt x="1093" y="5378"/>
                  </a:cubicBezTo>
                  <a:cubicBezTo>
                    <a:pt x="1093" y="5714"/>
                    <a:pt x="1429" y="6050"/>
                    <a:pt x="1681" y="6134"/>
                  </a:cubicBezTo>
                  <a:lnTo>
                    <a:pt x="1681" y="6218"/>
                  </a:lnTo>
                  <a:cubicBezTo>
                    <a:pt x="1681" y="6302"/>
                    <a:pt x="1681" y="6470"/>
                    <a:pt x="1849" y="6554"/>
                  </a:cubicBezTo>
                  <a:lnTo>
                    <a:pt x="8571" y="6554"/>
                  </a:lnTo>
                  <a:lnTo>
                    <a:pt x="8571" y="6302"/>
                  </a:lnTo>
                  <a:cubicBezTo>
                    <a:pt x="8571" y="6134"/>
                    <a:pt x="8403" y="6050"/>
                    <a:pt x="8319" y="5882"/>
                  </a:cubicBezTo>
                  <a:lnTo>
                    <a:pt x="8571" y="5882"/>
                  </a:lnTo>
                  <a:cubicBezTo>
                    <a:pt x="8739" y="5882"/>
                    <a:pt x="8907" y="5714"/>
                    <a:pt x="8907" y="5462"/>
                  </a:cubicBezTo>
                  <a:cubicBezTo>
                    <a:pt x="8907" y="5378"/>
                    <a:pt x="8907" y="5378"/>
                    <a:pt x="8823" y="5294"/>
                  </a:cubicBezTo>
                  <a:cubicBezTo>
                    <a:pt x="9243" y="5209"/>
                    <a:pt x="9579" y="4705"/>
                    <a:pt x="9579" y="4285"/>
                  </a:cubicBezTo>
                  <a:cubicBezTo>
                    <a:pt x="9579" y="3865"/>
                    <a:pt x="9243" y="3445"/>
                    <a:pt x="8823" y="3361"/>
                  </a:cubicBezTo>
                  <a:cubicBezTo>
                    <a:pt x="8823" y="3277"/>
                    <a:pt x="8907" y="3025"/>
                    <a:pt x="8907" y="2941"/>
                  </a:cubicBezTo>
                  <a:cubicBezTo>
                    <a:pt x="8907" y="2437"/>
                    <a:pt x="8655" y="1933"/>
                    <a:pt x="8067" y="1765"/>
                  </a:cubicBezTo>
                  <a:lnTo>
                    <a:pt x="8067" y="1681"/>
                  </a:lnTo>
                  <a:cubicBezTo>
                    <a:pt x="8067" y="1261"/>
                    <a:pt x="7814" y="924"/>
                    <a:pt x="7226" y="924"/>
                  </a:cubicBezTo>
                  <a:lnTo>
                    <a:pt x="7058" y="924"/>
                  </a:lnTo>
                  <a:cubicBezTo>
                    <a:pt x="7142" y="840"/>
                    <a:pt x="7142" y="756"/>
                    <a:pt x="7142" y="672"/>
                  </a:cubicBezTo>
                  <a:cubicBezTo>
                    <a:pt x="7142" y="252"/>
                    <a:pt x="6890" y="0"/>
                    <a:pt x="647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13"/>
            <p:cNvSpPr/>
            <p:nvPr/>
          </p:nvSpPr>
          <p:spPr>
            <a:xfrm>
              <a:off x="738025" y="3374200"/>
              <a:ext cx="195375" cy="163850"/>
            </a:xfrm>
            <a:custGeom>
              <a:avLst/>
              <a:gdLst/>
              <a:ahLst/>
              <a:cxnLst/>
              <a:rect l="l" t="t" r="r" b="b"/>
              <a:pathLst>
                <a:path w="7815" h="6554" extrusionOk="0">
                  <a:moveTo>
                    <a:pt x="3361" y="0"/>
                  </a:moveTo>
                  <a:cubicBezTo>
                    <a:pt x="2941" y="0"/>
                    <a:pt x="2605" y="336"/>
                    <a:pt x="2605" y="672"/>
                  </a:cubicBezTo>
                  <a:cubicBezTo>
                    <a:pt x="2605" y="756"/>
                    <a:pt x="2605" y="840"/>
                    <a:pt x="2689" y="924"/>
                  </a:cubicBezTo>
                  <a:lnTo>
                    <a:pt x="1933" y="924"/>
                  </a:lnTo>
                  <a:cubicBezTo>
                    <a:pt x="1513" y="924"/>
                    <a:pt x="1093" y="1261"/>
                    <a:pt x="1093" y="1681"/>
                  </a:cubicBezTo>
                  <a:lnTo>
                    <a:pt x="1093" y="1933"/>
                  </a:lnTo>
                  <a:cubicBezTo>
                    <a:pt x="673" y="2101"/>
                    <a:pt x="421" y="2521"/>
                    <a:pt x="421" y="3025"/>
                  </a:cubicBezTo>
                  <a:cubicBezTo>
                    <a:pt x="421" y="3361"/>
                    <a:pt x="505" y="3697"/>
                    <a:pt x="673" y="3865"/>
                  </a:cubicBezTo>
                  <a:lnTo>
                    <a:pt x="589" y="3865"/>
                  </a:lnTo>
                  <a:cubicBezTo>
                    <a:pt x="253" y="3865"/>
                    <a:pt x="1" y="4117"/>
                    <a:pt x="1" y="4537"/>
                  </a:cubicBezTo>
                  <a:cubicBezTo>
                    <a:pt x="85" y="4789"/>
                    <a:pt x="337" y="4957"/>
                    <a:pt x="673" y="4957"/>
                  </a:cubicBezTo>
                  <a:lnTo>
                    <a:pt x="925" y="4957"/>
                  </a:lnTo>
                  <a:cubicBezTo>
                    <a:pt x="757" y="5041"/>
                    <a:pt x="757" y="5209"/>
                    <a:pt x="757" y="5378"/>
                  </a:cubicBezTo>
                  <a:cubicBezTo>
                    <a:pt x="757" y="5714"/>
                    <a:pt x="1093" y="6050"/>
                    <a:pt x="1429" y="6134"/>
                  </a:cubicBezTo>
                  <a:lnTo>
                    <a:pt x="1429" y="6218"/>
                  </a:lnTo>
                  <a:cubicBezTo>
                    <a:pt x="1429" y="6302"/>
                    <a:pt x="1429" y="6470"/>
                    <a:pt x="1513" y="6554"/>
                  </a:cubicBezTo>
                  <a:lnTo>
                    <a:pt x="6806" y="6554"/>
                  </a:lnTo>
                  <a:lnTo>
                    <a:pt x="6806" y="6302"/>
                  </a:lnTo>
                  <a:cubicBezTo>
                    <a:pt x="6806" y="6134"/>
                    <a:pt x="6722" y="6050"/>
                    <a:pt x="6554" y="5882"/>
                  </a:cubicBezTo>
                  <a:lnTo>
                    <a:pt x="6806" y="5882"/>
                  </a:lnTo>
                  <a:cubicBezTo>
                    <a:pt x="6974" y="5882"/>
                    <a:pt x="7226" y="5714"/>
                    <a:pt x="7226" y="5462"/>
                  </a:cubicBezTo>
                  <a:cubicBezTo>
                    <a:pt x="7226" y="5378"/>
                    <a:pt x="7226" y="5378"/>
                    <a:pt x="7058" y="5294"/>
                  </a:cubicBezTo>
                  <a:cubicBezTo>
                    <a:pt x="7478" y="5209"/>
                    <a:pt x="7814" y="4705"/>
                    <a:pt x="7814" y="4285"/>
                  </a:cubicBezTo>
                  <a:cubicBezTo>
                    <a:pt x="7814" y="3865"/>
                    <a:pt x="7478" y="3445"/>
                    <a:pt x="7058" y="3361"/>
                  </a:cubicBezTo>
                  <a:cubicBezTo>
                    <a:pt x="7058" y="3277"/>
                    <a:pt x="7226" y="3025"/>
                    <a:pt x="7226" y="2941"/>
                  </a:cubicBezTo>
                  <a:cubicBezTo>
                    <a:pt x="7226" y="2437"/>
                    <a:pt x="6890" y="1933"/>
                    <a:pt x="6386" y="1765"/>
                  </a:cubicBezTo>
                  <a:lnTo>
                    <a:pt x="6386" y="1681"/>
                  </a:lnTo>
                  <a:cubicBezTo>
                    <a:pt x="6386" y="1261"/>
                    <a:pt x="6050" y="924"/>
                    <a:pt x="5546" y="924"/>
                  </a:cubicBezTo>
                  <a:lnTo>
                    <a:pt x="5378" y="924"/>
                  </a:lnTo>
                  <a:cubicBezTo>
                    <a:pt x="5546" y="840"/>
                    <a:pt x="5546" y="756"/>
                    <a:pt x="5546" y="672"/>
                  </a:cubicBezTo>
                  <a:cubicBezTo>
                    <a:pt x="5546" y="252"/>
                    <a:pt x="5210" y="0"/>
                    <a:pt x="479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13"/>
            <p:cNvSpPr/>
            <p:nvPr/>
          </p:nvSpPr>
          <p:spPr>
            <a:xfrm>
              <a:off x="735925" y="3468725"/>
              <a:ext cx="149150" cy="69325"/>
            </a:xfrm>
            <a:custGeom>
              <a:avLst/>
              <a:gdLst/>
              <a:ahLst/>
              <a:cxnLst/>
              <a:rect l="l" t="t" r="r" b="b"/>
              <a:pathLst>
                <a:path w="5966" h="2773" extrusionOk="0">
                  <a:moveTo>
                    <a:pt x="673" y="0"/>
                  </a:moveTo>
                  <a:cubicBezTo>
                    <a:pt x="337" y="0"/>
                    <a:pt x="1" y="252"/>
                    <a:pt x="1" y="672"/>
                  </a:cubicBezTo>
                  <a:cubicBezTo>
                    <a:pt x="169" y="1008"/>
                    <a:pt x="421" y="1176"/>
                    <a:pt x="757" y="1176"/>
                  </a:cubicBezTo>
                  <a:lnTo>
                    <a:pt x="1009" y="1176"/>
                  </a:lnTo>
                  <a:cubicBezTo>
                    <a:pt x="841" y="1260"/>
                    <a:pt x="841" y="1428"/>
                    <a:pt x="841" y="1597"/>
                  </a:cubicBezTo>
                  <a:cubicBezTo>
                    <a:pt x="841" y="1933"/>
                    <a:pt x="1177" y="2269"/>
                    <a:pt x="1513" y="2353"/>
                  </a:cubicBezTo>
                  <a:lnTo>
                    <a:pt x="1513" y="2437"/>
                  </a:lnTo>
                  <a:cubicBezTo>
                    <a:pt x="1513" y="2521"/>
                    <a:pt x="1513" y="2689"/>
                    <a:pt x="1597" y="2773"/>
                  </a:cubicBezTo>
                  <a:lnTo>
                    <a:pt x="4538" y="2773"/>
                  </a:lnTo>
                  <a:lnTo>
                    <a:pt x="4286" y="2437"/>
                  </a:lnTo>
                  <a:cubicBezTo>
                    <a:pt x="4454" y="2437"/>
                    <a:pt x="4538" y="2269"/>
                    <a:pt x="4538" y="2101"/>
                  </a:cubicBezTo>
                  <a:lnTo>
                    <a:pt x="5294" y="2101"/>
                  </a:lnTo>
                  <a:cubicBezTo>
                    <a:pt x="5630" y="2101"/>
                    <a:pt x="5966" y="1849"/>
                    <a:pt x="5966" y="1513"/>
                  </a:cubicBezTo>
                  <a:cubicBezTo>
                    <a:pt x="5966" y="1176"/>
                    <a:pt x="5714" y="756"/>
                    <a:pt x="5294" y="756"/>
                  </a:cubicBezTo>
                  <a:lnTo>
                    <a:pt x="4118" y="756"/>
                  </a:lnTo>
                  <a:lnTo>
                    <a:pt x="4118" y="672"/>
                  </a:lnTo>
                  <a:cubicBezTo>
                    <a:pt x="4118" y="336"/>
                    <a:pt x="3865" y="0"/>
                    <a:pt x="352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13"/>
            <p:cNvSpPr/>
            <p:nvPr/>
          </p:nvSpPr>
          <p:spPr>
            <a:xfrm>
              <a:off x="807350" y="3374200"/>
              <a:ext cx="105050" cy="69325"/>
            </a:xfrm>
            <a:custGeom>
              <a:avLst/>
              <a:gdLst/>
              <a:ahLst/>
              <a:cxnLst/>
              <a:rect l="l" t="t" r="r" b="b"/>
              <a:pathLst>
                <a:path w="4202" h="2773" extrusionOk="0">
                  <a:moveTo>
                    <a:pt x="1093" y="0"/>
                  </a:moveTo>
                  <a:lnTo>
                    <a:pt x="1093" y="252"/>
                  </a:lnTo>
                  <a:cubicBezTo>
                    <a:pt x="1093" y="420"/>
                    <a:pt x="1261" y="672"/>
                    <a:pt x="1513" y="756"/>
                  </a:cubicBezTo>
                  <a:cubicBezTo>
                    <a:pt x="1345" y="756"/>
                    <a:pt x="1261" y="840"/>
                    <a:pt x="1261" y="1093"/>
                  </a:cubicBezTo>
                  <a:lnTo>
                    <a:pt x="588" y="1093"/>
                  </a:lnTo>
                  <a:cubicBezTo>
                    <a:pt x="252" y="1093"/>
                    <a:pt x="0" y="1261"/>
                    <a:pt x="0" y="1597"/>
                  </a:cubicBezTo>
                  <a:cubicBezTo>
                    <a:pt x="0" y="1933"/>
                    <a:pt x="252" y="2101"/>
                    <a:pt x="588" y="2101"/>
                  </a:cubicBezTo>
                  <a:lnTo>
                    <a:pt x="1513" y="2101"/>
                  </a:lnTo>
                  <a:lnTo>
                    <a:pt x="1513" y="2269"/>
                  </a:lnTo>
                  <a:cubicBezTo>
                    <a:pt x="1513" y="2521"/>
                    <a:pt x="1681" y="2773"/>
                    <a:pt x="2017" y="2773"/>
                  </a:cubicBezTo>
                  <a:lnTo>
                    <a:pt x="4201" y="2773"/>
                  </a:lnTo>
                  <a:cubicBezTo>
                    <a:pt x="4117" y="2269"/>
                    <a:pt x="3781" y="1933"/>
                    <a:pt x="3361" y="1849"/>
                  </a:cubicBezTo>
                  <a:lnTo>
                    <a:pt x="3361" y="1681"/>
                  </a:lnTo>
                  <a:cubicBezTo>
                    <a:pt x="3361" y="1261"/>
                    <a:pt x="3109" y="1009"/>
                    <a:pt x="2521" y="1009"/>
                  </a:cubicBezTo>
                  <a:lnTo>
                    <a:pt x="2437" y="1009"/>
                  </a:lnTo>
                  <a:cubicBezTo>
                    <a:pt x="2521" y="840"/>
                    <a:pt x="2521" y="756"/>
                    <a:pt x="2521" y="672"/>
                  </a:cubicBezTo>
                  <a:cubicBezTo>
                    <a:pt x="2521" y="252"/>
                    <a:pt x="2185" y="0"/>
                    <a:pt x="18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15" name="Google Shape;515;p13"/>
          <p:cNvSpPr/>
          <p:nvPr/>
        </p:nvSpPr>
        <p:spPr>
          <a:xfrm>
            <a:off x="8430780" y="4739875"/>
            <a:ext cx="688012" cy="42300"/>
          </a:xfrm>
          <a:custGeom>
            <a:avLst/>
            <a:gdLst/>
            <a:ahLst/>
            <a:cxnLst/>
            <a:rect l="l" t="t" r="r" b="b"/>
            <a:pathLst>
              <a:path w="70493" h="1692" extrusionOk="0">
                <a:moveTo>
                  <a:pt x="68838" y="1"/>
                </a:moveTo>
                <a:cubicBezTo>
                  <a:pt x="68747" y="1"/>
                  <a:pt x="68655" y="4"/>
                  <a:pt x="68561" y="11"/>
                </a:cubicBezTo>
                <a:lnTo>
                  <a:pt x="1849" y="11"/>
                </a:lnTo>
                <a:cubicBezTo>
                  <a:pt x="841" y="11"/>
                  <a:pt x="1" y="347"/>
                  <a:pt x="1" y="851"/>
                </a:cubicBezTo>
                <a:cubicBezTo>
                  <a:pt x="1" y="1272"/>
                  <a:pt x="841" y="1692"/>
                  <a:pt x="1849" y="1692"/>
                </a:cubicBezTo>
                <a:lnTo>
                  <a:pt x="68561" y="1692"/>
                </a:lnTo>
                <a:cubicBezTo>
                  <a:pt x="69653" y="1692"/>
                  <a:pt x="70493" y="1356"/>
                  <a:pt x="70493" y="851"/>
                </a:cubicBezTo>
                <a:cubicBezTo>
                  <a:pt x="70493" y="391"/>
                  <a:pt x="69792" y="1"/>
                  <a:pt x="68838" y="1"/>
                </a:cubicBezTo>
                <a:close/>
              </a:path>
            </a:pathLst>
          </a:custGeom>
          <a:solidFill>
            <a:srgbClr val="6A84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text 1">
  <p:cSld name="CUSTOM_4">
    <p:spTree>
      <p:nvGrpSpPr>
        <p:cNvPr id="1" name="Shape 564"/>
        <p:cNvGrpSpPr/>
        <p:nvPr/>
      </p:nvGrpSpPr>
      <p:grpSpPr>
        <a:xfrm>
          <a:off x="0" y="0"/>
          <a:ext cx="0" cy="0"/>
          <a:chOff x="0" y="0"/>
          <a:chExt cx="0" cy="0"/>
        </a:xfrm>
      </p:grpSpPr>
      <p:pic>
        <p:nvPicPr>
          <p:cNvPr id="565" name="Google Shape;565;p15"/>
          <p:cNvPicPr preferRelativeResize="0"/>
          <p:nvPr/>
        </p:nvPicPr>
        <p:blipFill rotWithShape="1">
          <a:blip r:embed="rId2">
            <a:alphaModFix/>
          </a:blip>
          <a:srcRect l="23389"/>
          <a:stretch/>
        </p:blipFill>
        <p:spPr>
          <a:xfrm rot="10800000" flipH="1">
            <a:off x="0" y="2"/>
            <a:ext cx="3565876" cy="1933075"/>
          </a:xfrm>
          <a:prstGeom prst="rect">
            <a:avLst/>
          </a:prstGeom>
          <a:noFill/>
          <a:ln>
            <a:noFill/>
          </a:ln>
        </p:spPr>
      </p:pic>
      <p:sp>
        <p:nvSpPr>
          <p:cNvPr id="566" name="Google Shape;566;p15"/>
          <p:cNvSpPr txBox="1">
            <a:spLocks noGrp="1"/>
          </p:cNvSpPr>
          <p:nvPr>
            <p:ph type="title"/>
          </p:nvPr>
        </p:nvSpPr>
        <p:spPr>
          <a:xfrm>
            <a:off x="871650" y="2051925"/>
            <a:ext cx="3233100" cy="951900"/>
          </a:xfrm>
          <a:prstGeom prst="rect">
            <a:avLst/>
          </a:prstGeom>
        </p:spPr>
        <p:txBody>
          <a:bodyPr spcFirstLastPara="1" wrap="square" lIns="91425" tIns="91425" rIns="91425" bIns="91425" anchor="b" anchorCtr="0">
            <a:noAutofit/>
          </a:bodyPr>
          <a:lstStyle>
            <a:lvl1pPr lvl="0" rtl="0">
              <a:spcBef>
                <a:spcPts val="0"/>
              </a:spcBef>
              <a:spcAft>
                <a:spcPts val="0"/>
              </a:spcAft>
              <a:buSzPts val="26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567" name="Google Shape;567;p15"/>
          <p:cNvSpPr txBox="1">
            <a:spLocks noGrp="1"/>
          </p:cNvSpPr>
          <p:nvPr>
            <p:ph type="subTitle" idx="1"/>
          </p:nvPr>
        </p:nvSpPr>
        <p:spPr>
          <a:xfrm>
            <a:off x="720000" y="2927550"/>
            <a:ext cx="3536400" cy="805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568" name="Google Shape;568;p15"/>
          <p:cNvSpPr/>
          <p:nvPr/>
        </p:nvSpPr>
        <p:spPr>
          <a:xfrm flipH="1">
            <a:off x="-276740" y="4617203"/>
            <a:ext cx="9697465" cy="527901"/>
          </a:xfrm>
          <a:custGeom>
            <a:avLst/>
            <a:gdLst/>
            <a:ahLst/>
            <a:cxnLst/>
            <a:rect l="l" t="t" r="r" b="b"/>
            <a:pathLst>
              <a:path w="308689" h="50833" extrusionOk="0">
                <a:moveTo>
                  <a:pt x="10839" y="0"/>
                </a:moveTo>
                <a:cubicBezTo>
                  <a:pt x="4790" y="0"/>
                  <a:pt x="1" y="4201"/>
                  <a:pt x="1" y="9411"/>
                </a:cubicBezTo>
                <a:lnTo>
                  <a:pt x="1" y="41506"/>
                </a:lnTo>
                <a:cubicBezTo>
                  <a:pt x="1" y="46631"/>
                  <a:pt x="4874" y="50832"/>
                  <a:pt x="10839" y="50832"/>
                </a:cubicBezTo>
                <a:lnTo>
                  <a:pt x="297850" y="50832"/>
                </a:lnTo>
                <a:cubicBezTo>
                  <a:pt x="303815" y="50832"/>
                  <a:pt x="308688" y="46631"/>
                  <a:pt x="308688" y="41506"/>
                </a:cubicBezTo>
                <a:lnTo>
                  <a:pt x="308688" y="9411"/>
                </a:lnTo>
                <a:cubicBezTo>
                  <a:pt x="308688" y="4201"/>
                  <a:pt x="303815" y="0"/>
                  <a:pt x="297850" y="0"/>
                </a:cubicBezTo>
                <a:close/>
              </a:path>
            </a:pathLst>
          </a:custGeom>
          <a:solidFill>
            <a:srgbClr val="97B8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69" name="Google Shape;569;p15"/>
          <p:cNvGrpSpPr/>
          <p:nvPr/>
        </p:nvGrpSpPr>
        <p:grpSpPr>
          <a:xfrm flipH="1">
            <a:off x="154872" y="4245057"/>
            <a:ext cx="1458406" cy="372150"/>
            <a:chOff x="735925" y="3330075"/>
            <a:chExt cx="815025" cy="207975"/>
          </a:xfrm>
        </p:grpSpPr>
        <p:sp>
          <p:nvSpPr>
            <p:cNvPr id="570" name="Google Shape;570;p15"/>
            <p:cNvSpPr/>
            <p:nvPr/>
          </p:nvSpPr>
          <p:spPr>
            <a:xfrm>
              <a:off x="1036300" y="3355300"/>
              <a:ext cx="252075" cy="180650"/>
            </a:xfrm>
            <a:custGeom>
              <a:avLst/>
              <a:gdLst/>
              <a:ahLst/>
              <a:cxnLst/>
              <a:rect l="l" t="t" r="r" b="b"/>
              <a:pathLst>
                <a:path w="10083" h="7226" extrusionOk="0">
                  <a:moveTo>
                    <a:pt x="3529" y="0"/>
                  </a:moveTo>
                  <a:cubicBezTo>
                    <a:pt x="3193" y="0"/>
                    <a:pt x="2857" y="336"/>
                    <a:pt x="2857" y="756"/>
                  </a:cubicBezTo>
                  <a:cubicBezTo>
                    <a:pt x="2857" y="840"/>
                    <a:pt x="2857" y="1092"/>
                    <a:pt x="2941" y="1176"/>
                  </a:cubicBezTo>
                  <a:lnTo>
                    <a:pt x="2101" y="1176"/>
                  </a:lnTo>
                  <a:cubicBezTo>
                    <a:pt x="1597" y="1176"/>
                    <a:pt x="1261" y="1596"/>
                    <a:pt x="1261" y="2017"/>
                  </a:cubicBezTo>
                  <a:lnTo>
                    <a:pt x="1261" y="2269"/>
                  </a:lnTo>
                  <a:cubicBezTo>
                    <a:pt x="757" y="2437"/>
                    <a:pt x="420" y="2941"/>
                    <a:pt x="420" y="3529"/>
                  </a:cubicBezTo>
                  <a:cubicBezTo>
                    <a:pt x="420" y="3949"/>
                    <a:pt x="504" y="4201"/>
                    <a:pt x="841" y="4453"/>
                  </a:cubicBezTo>
                  <a:lnTo>
                    <a:pt x="757" y="4453"/>
                  </a:lnTo>
                  <a:cubicBezTo>
                    <a:pt x="420" y="4453"/>
                    <a:pt x="84" y="4789"/>
                    <a:pt x="84" y="5041"/>
                  </a:cubicBezTo>
                  <a:cubicBezTo>
                    <a:pt x="0" y="5293"/>
                    <a:pt x="336" y="5629"/>
                    <a:pt x="757" y="5629"/>
                  </a:cubicBezTo>
                  <a:lnTo>
                    <a:pt x="925" y="5629"/>
                  </a:lnTo>
                  <a:cubicBezTo>
                    <a:pt x="841" y="5713"/>
                    <a:pt x="757" y="5965"/>
                    <a:pt x="757" y="6050"/>
                  </a:cubicBezTo>
                  <a:cubicBezTo>
                    <a:pt x="757" y="6470"/>
                    <a:pt x="1093" y="6806"/>
                    <a:pt x="1513" y="6806"/>
                  </a:cubicBezTo>
                  <a:lnTo>
                    <a:pt x="1513" y="6890"/>
                  </a:lnTo>
                  <a:cubicBezTo>
                    <a:pt x="1513" y="6974"/>
                    <a:pt x="1513" y="7058"/>
                    <a:pt x="1597" y="7226"/>
                  </a:cubicBezTo>
                  <a:lnTo>
                    <a:pt x="9074" y="7226"/>
                  </a:lnTo>
                  <a:lnTo>
                    <a:pt x="9074" y="6974"/>
                  </a:lnTo>
                  <a:cubicBezTo>
                    <a:pt x="9074" y="6806"/>
                    <a:pt x="8906" y="6638"/>
                    <a:pt x="8822" y="6554"/>
                  </a:cubicBezTo>
                  <a:lnTo>
                    <a:pt x="9074" y="6554"/>
                  </a:lnTo>
                  <a:cubicBezTo>
                    <a:pt x="9243" y="6554"/>
                    <a:pt x="9495" y="6302"/>
                    <a:pt x="9495" y="6134"/>
                  </a:cubicBezTo>
                  <a:cubicBezTo>
                    <a:pt x="9495" y="6050"/>
                    <a:pt x="9495" y="5881"/>
                    <a:pt x="9327" y="5881"/>
                  </a:cubicBezTo>
                  <a:cubicBezTo>
                    <a:pt x="9747" y="5797"/>
                    <a:pt x="10083" y="5377"/>
                    <a:pt x="10083" y="4873"/>
                  </a:cubicBezTo>
                  <a:cubicBezTo>
                    <a:pt x="10083" y="4369"/>
                    <a:pt x="9747" y="3949"/>
                    <a:pt x="9327" y="3781"/>
                  </a:cubicBezTo>
                  <a:cubicBezTo>
                    <a:pt x="9327" y="3697"/>
                    <a:pt x="9495" y="3529"/>
                    <a:pt x="9495" y="3361"/>
                  </a:cubicBezTo>
                  <a:cubicBezTo>
                    <a:pt x="9495" y="2773"/>
                    <a:pt x="9074" y="2269"/>
                    <a:pt x="8486" y="2101"/>
                  </a:cubicBezTo>
                  <a:lnTo>
                    <a:pt x="8486" y="2017"/>
                  </a:lnTo>
                  <a:cubicBezTo>
                    <a:pt x="8486" y="1512"/>
                    <a:pt x="8066" y="1176"/>
                    <a:pt x="7646" y="1176"/>
                  </a:cubicBezTo>
                  <a:lnTo>
                    <a:pt x="7562" y="1176"/>
                  </a:lnTo>
                  <a:cubicBezTo>
                    <a:pt x="7646" y="1092"/>
                    <a:pt x="7646" y="1008"/>
                    <a:pt x="7646" y="756"/>
                  </a:cubicBezTo>
                  <a:cubicBezTo>
                    <a:pt x="7646" y="336"/>
                    <a:pt x="7394" y="0"/>
                    <a:pt x="697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15"/>
            <p:cNvSpPr/>
            <p:nvPr/>
          </p:nvSpPr>
          <p:spPr>
            <a:xfrm>
              <a:off x="1023700" y="3355300"/>
              <a:ext cx="210075" cy="180650"/>
            </a:xfrm>
            <a:custGeom>
              <a:avLst/>
              <a:gdLst/>
              <a:ahLst/>
              <a:cxnLst/>
              <a:rect l="l" t="t" r="r" b="b"/>
              <a:pathLst>
                <a:path w="8403" h="7226" extrusionOk="0">
                  <a:moveTo>
                    <a:pt x="3613" y="0"/>
                  </a:moveTo>
                  <a:cubicBezTo>
                    <a:pt x="3193" y="0"/>
                    <a:pt x="2941" y="336"/>
                    <a:pt x="2941" y="756"/>
                  </a:cubicBezTo>
                  <a:cubicBezTo>
                    <a:pt x="2941" y="840"/>
                    <a:pt x="2941" y="1092"/>
                    <a:pt x="3025" y="1176"/>
                  </a:cubicBezTo>
                  <a:lnTo>
                    <a:pt x="2185" y="1176"/>
                  </a:lnTo>
                  <a:cubicBezTo>
                    <a:pt x="1681" y="1176"/>
                    <a:pt x="1345" y="1596"/>
                    <a:pt x="1345" y="2017"/>
                  </a:cubicBezTo>
                  <a:lnTo>
                    <a:pt x="1345" y="2269"/>
                  </a:lnTo>
                  <a:cubicBezTo>
                    <a:pt x="840" y="2437"/>
                    <a:pt x="504" y="2941"/>
                    <a:pt x="504" y="3529"/>
                  </a:cubicBezTo>
                  <a:cubicBezTo>
                    <a:pt x="504" y="3949"/>
                    <a:pt x="588" y="4201"/>
                    <a:pt x="924" y="4453"/>
                  </a:cubicBezTo>
                  <a:lnTo>
                    <a:pt x="840" y="4453"/>
                  </a:lnTo>
                  <a:cubicBezTo>
                    <a:pt x="504" y="4453"/>
                    <a:pt x="168" y="4789"/>
                    <a:pt x="168" y="5041"/>
                  </a:cubicBezTo>
                  <a:cubicBezTo>
                    <a:pt x="0" y="5293"/>
                    <a:pt x="336" y="5629"/>
                    <a:pt x="588" y="5629"/>
                  </a:cubicBezTo>
                  <a:lnTo>
                    <a:pt x="840" y="5629"/>
                  </a:lnTo>
                  <a:cubicBezTo>
                    <a:pt x="756" y="5713"/>
                    <a:pt x="588" y="5965"/>
                    <a:pt x="588" y="6050"/>
                  </a:cubicBezTo>
                  <a:cubicBezTo>
                    <a:pt x="588" y="6470"/>
                    <a:pt x="924" y="6806"/>
                    <a:pt x="1345" y="6806"/>
                  </a:cubicBezTo>
                  <a:lnTo>
                    <a:pt x="1345" y="6890"/>
                  </a:lnTo>
                  <a:cubicBezTo>
                    <a:pt x="1345" y="6974"/>
                    <a:pt x="1345" y="7058"/>
                    <a:pt x="1429" y="7226"/>
                  </a:cubicBezTo>
                  <a:lnTo>
                    <a:pt x="7226" y="7226"/>
                  </a:lnTo>
                  <a:lnTo>
                    <a:pt x="7226" y="6974"/>
                  </a:lnTo>
                  <a:cubicBezTo>
                    <a:pt x="7226" y="6806"/>
                    <a:pt x="7142" y="6638"/>
                    <a:pt x="6974" y="6554"/>
                  </a:cubicBezTo>
                  <a:lnTo>
                    <a:pt x="7310" y="6554"/>
                  </a:lnTo>
                  <a:cubicBezTo>
                    <a:pt x="7562" y="6554"/>
                    <a:pt x="7730" y="6302"/>
                    <a:pt x="7730" y="6134"/>
                  </a:cubicBezTo>
                  <a:cubicBezTo>
                    <a:pt x="7730" y="6050"/>
                    <a:pt x="7730" y="5881"/>
                    <a:pt x="7646" y="5881"/>
                  </a:cubicBezTo>
                  <a:cubicBezTo>
                    <a:pt x="8066" y="5797"/>
                    <a:pt x="8402" y="5377"/>
                    <a:pt x="8402" y="4873"/>
                  </a:cubicBezTo>
                  <a:cubicBezTo>
                    <a:pt x="8402" y="4369"/>
                    <a:pt x="8066" y="3949"/>
                    <a:pt x="7646" y="3781"/>
                  </a:cubicBezTo>
                  <a:cubicBezTo>
                    <a:pt x="7646" y="3697"/>
                    <a:pt x="7730" y="3529"/>
                    <a:pt x="7730" y="3361"/>
                  </a:cubicBezTo>
                  <a:cubicBezTo>
                    <a:pt x="7730" y="2773"/>
                    <a:pt x="7310" y="2269"/>
                    <a:pt x="6806" y="2101"/>
                  </a:cubicBezTo>
                  <a:lnTo>
                    <a:pt x="6806" y="2017"/>
                  </a:lnTo>
                  <a:cubicBezTo>
                    <a:pt x="6806" y="1512"/>
                    <a:pt x="6386" y="1176"/>
                    <a:pt x="5966" y="1176"/>
                  </a:cubicBezTo>
                  <a:lnTo>
                    <a:pt x="5882" y="1176"/>
                  </a:lnTo>
                  <a:cubicBezTo>
                    <a:pt x="5966" y="1092"/>
                    <a:pt x="5966" y="1008"/>
                    <a:pt x="5966" y="756"/>
                  </a:cubicBezTo>
                  <a:cubicBezTo>
                    <a:pt x="5966" y="336"/>
                    <a:pt x="5630" y="0"/>
                    <a:pt x="520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15"/>
            <p:cNvSpPr/>
            <p:nvPr/>
          </p:nvSpPr>
          <p:spPr>
            <a:xfrm>
              <a:off x="1023700" y="3462425"/>
              <a:ext cx="159650" cy="73525"/>
            </a:xfrm>
            <a:custGeom>
              <a:avLst/>
              <a:gdLst/>
              <a:ahLst/>
              <a:cxnLst/>
              <a:rect l="l" t="t" r="r" b="b"/>
              <a:pathLst>
                <a:path w="6386" h="2941" extrusionOk="0">
                  <a:moveTo>
                    <a:pt x="588" y="0"/>
                  </a:moveTo>
                  <a:cubicBezTo>
                    <a:pt x="252" y="0"/>
                    <a:pt x="0" y="252"/>
                    <a:pt x="0" y="588"/>
                  </a:cubicBezTo>
                  <a:cubicBezTo>
                    <a:pt x="0" y="1008"/>
                    <a:pt x="336" y="1344"/>
                    <a:pt x="588" y="1344"/>
                  </a:cubicBezTo>
                  <a:lnTo>
                    <a:pt x="840" y="1344"/>
                  </a:lnTo>
                  <a:cubicBezTo>
                    <a:pt x="756" y="1428"/>
                    <a:pt x="588" y="1680"/>
                    <a:pt x="588" y="1765"/>
                  </a:cubicBezTo>
                  <a:cubicBezTo>
                    <a:pt x="588" y="2185"/>
                    <a:pt x="924" y="2521"/>
                    <a:pt x="1345" y="2521"/>
                  </a:cubicBezTo>
                  <a:lnTo>
                    <a:pt x="1345" y="2605"/>
                  </a:lnTo>
                  <a:cubicBezTo>
                    <a:pt x="1345" y="2689"/>
                    <a:pt x="1345" y="2773"/>
                    <a:pt x="1429" y="2941"/>
                  </a:cubicBezTo>
                  <a:lnTo>
                    <a:pt x="4705" y="2941"/>
                  </a:lnTo>
                  <a:cubicBezTo>
                    <a:pt x="4621" y="2773"/>
                    <a:pt x="4453" y="2605"/>
                    <a:pt x="4285" y="2605"/>
                  </a:cubicBezTo>
                  <a:cubicBezTo>
                    <a:pt x="4537" y="2521"/>
                    <a:pt x="4621" y="2353"/>
                    <a:pt x="4621" y="2269"/>
                  </a:cubicBezTo>
                  <a:lnTo>
                    <a:pt x="5630" y="2269"/>
                  </a:lnTo>
                  <a:cubicBezTo>
                    <a:pt x="6050" y="2269"/>
                    <a:pt x="6386" y="1933"/>
                    <a:pt x="6386" y="1512"/>
                  </a:cubicBezTo>
                  <a:cubicBezTo>
                    <a:pt x="6386" y="1092"/>
                    <a:pt x="6050" y="840"/>
                    <a:pt x="5630" y="840"/>
                  </a:cubicBezTo>
                  <a:lnTo>
                    <a:pt x="4369" y="840"/>
                  </a:lnTo>
                  <a:lnTo>
                    <a:pt x="4369" y="672"/>
                  </a:lnTo>
                  <a:cubicBezTo>
                    <a:pt x="4369" y="252"/>
                    <a:pt x="4033" y="0"/>
                    <a:pt x="36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15"/>
            <p:cNvSpPr/>
            <p:nvPr/>
          </p:nvSpPr>
          <p:spPr>
            <a:xfrm>
              <a:off x="1097200" y="3353200"/>
              <a:ext cx="117675" cy="75625"/>
            </a:xfrm>
            <a:custGeom>
              <a:avLst/>
              <a:gdLst/>
              <a:ahLst/>
              <a:cxnLst/>
              <a:rect l="l" t="t" r="r" b="b"/>
              <a:pathLst>
                <a:path w="4707" h="3025" extrusionOk="0">
                  <a:moveTo>
                    <a:pt x="1345" y="0"/>
                  </a:moveTo>
                  <a:lnTo>
                    <a:pt x="1345" y="252"/>
                  </a:lnTo>
                  <a:cubicBezTo>
                    <a:pt x="1345" y="588"/>
                    <a:pt x="1597" y="756"/>
                    <a:pt x="1765" y="756"/>
                  </a:cubicBezTo>
                  <a:cubicBezTo>
                    <a:pt x="1681" y="756"/>
                    <a:pt x="1513" y="840"/>
                    <a:pt x="1429" y="1092"/>
                  </a:cubicBezTo>
                  <a:lnTo>
                    <a:pt x="589" y="1092"/>
                  </a:lnTo>
                  <a:cubicBezTo>
                    <a:pt x="337" y="1092"/>
                    <a:pt x="1" y="1428"/>
                    <a:pt x="1" y="1680"/>
                  </a:cubicBezTo>
                  <a:cubicBezTo>
                    <a:pt x="1" y="2017"/>
                    <a:pt x="337" y="2353"/>
                    <a:pt x="589" y="2353"/>
                  </a:cubicBezTo>
                  <a:lnTo>
                    <a:pt x="1681" y="2353"/>
                  </a:lnTo>
                  <a:lnTo>
                    <a:pt x="1681" y="2437"/>
                  </a:lnTo>
                  <a:cubicBezTo>
                    <a:pt x="1681" y="2773"/>
                    <a:pt x="2017" y="3025"/>
                    <a:pt x="2269" y="3025"/>
                  </a:cubicBezTo>
                  <a:lnTo>
                    <a:pt x="4706" y="3025"/>
                  </a:lnTo>
                  <a:cubicBezTo>
                    <a:pt x="4538" y="2689"/>
                    <a:pt x="4202" y="2353"/>
                    <a:pt x="3782" y="2101"/>
                  </a:cubicBezTo>
                  <a:lnTo>
                    <a:pt x="3782" y="2017"/>
                  </a:lnTo>
                  <a:cubicBezTo>
                    <a:pt x="3782" y="1512"/>
                    <a:pt x="3362" y="1176"/>
                    <a:pt x="2942" y="1176"/>
                  </a:cubicBezTo>
                  <a:lnTo>
                    <a:pt x="2858" y="1176"/>
                  </a:lnTo>
                  <a:cubicBezTo>
                    <a:pt x="2942" y="1092"/>
                    <a:pt x="2942" y="1008"/>
                    <a:pt x="2942" y="756"/>
                  </a:cubicBezTo>
                  <a:cubicBezTo>
                    <a:pt x="2942" y="336"/>
                    <a:pt x="2606" y="0"/>
                    <a:pt x="218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15"/>
            <p:cNvSpPr/>
            <p:nvPr/>
          </p:nvSpPr>
          <p:spPr>
            <a:xfrm>
              <a:off x="744325" y="3374200"/>
              <a:ext cx="239475" cy="163850"/>
            </a:xfrm>
            <a:custGeom>
              <a:avLst/>
              <a:gdLst/>
              <a:ahLst/>
              <a:cxnLst/>
              <a:rect l="l" t="t" r="r" b="b"/>
              <a:pathLst>
                <a:path w="9579" h="6554" extrusionOk="0">
                  <a:moveTo>
                    <a:pt x="3361" y="0"/>
                  </a:moveTo>
                  <a:cubicBezTo>
                    <a:pt x="2941" y="0"/>
                    <a:pt x="2689" y="336"/>
                    <a:pt x="2689" y="672"/>
                  </a:cubicBezTo>
                  <a:cubicBezTo>
                    <a:pt x="2689" y="756"/>
                    <a:pt x="2689" y="840"/>
                    <a:pt x="2773" y="924"/>
                  </a:cubicBezTo>
                  <a:lnTo>
                    <a:pt x="2017" y="924"/>
                  </a:lnTo>
                  <a:cubicBezTo>
                    <a:pt x="1597" y="924"/>
                    <a:pt x="1177" y="1261"/>
                    <a:pt x="1177" y="1681"/>
                  </a:cubicBezTo>
                  <a:lnTo>
                    <a:pt x="1177" y="1933"/>
                  </a:lnTo>
                  <a:cubicBezTo>
                    <a:pt x="757" y="2101"/>
                    <a:pt x="421" y="2521"/>
                    <a:pt x="421" y="3025"/>
                  </a:cubicBezTo>
                  <a:cubicBezTo>
                    <a:pt x="421" y="3361"/>
                    <a:pt x="589" y="3697"/>
                    <a:pt x="757" y="3865"/>
                  </a:cubicBezTo>
                  <a:lnTo>
                    <a:pt x="673" y="3865"/>
                  </a:lnTo>
                  <a:cubicBezTo>
                    <a:pt x="337" y="3865"/>
                    <a:pt x="1" y="4117"/>
                    <a:pt x="1" y="4537"/>
                  </a:cubicBezTo>
                  <a:cubicBezTo>
                    <a:pt x="337" y="4789"/>
                    <a:pt x="673" y="4957"/>
                    <a:pt x="1009" y="4957"/>
                  </a:cubicBezTo>
                  <a:lnTo>
                    <a:pt x="1177" y="4957"/>
                  </a:lnTo>
                  <a:cubicBezTo>
                    <a:pt x="1093" y="5041"/>
                    <a:pt x="1093" y="5209"/>
                    <a:pt x="1093" y="5378"/>
                  </a:cubicBezTo>
                  <a:cubicBezTo>
                    <a:pt x="1093" y="5714"/>
                    <a:pt x="1429" y="6050"/>
                    <a:pt x="1681" y="6134"/>
                  </a:cubicBezTo>
                  <a:lnTo>
                    <a:pt x="1681" y="6218"/>
                  </a:lnTo>
                  <a:cubicBezTo>
                    <a:pt x="1681" y="6302"/>
                    <a:pt x="1681" y="6470"/>
                    <a:pt x="1849" y="6554"/>
                  </a:cubicBezTo>
                  <a:lnTo>
                    <a:pt x="8571" y="6554"/>
                  </a:lnTo>
                  <a:lnTo>
                    <a:pt x="8571" y="6302"/>
                  </a:lnTo>
                  <a:cubicBezTo>
                    <a:pt x="8571" y="6134"/>
                    <a:pt x="8403" y="6050"/>
                    <a:pt x="8319" y="5882"/>
                  </a:cubicBezTo>
                  <a:lnTo>
                    <a:pt x="8571" y="5882"/>
                  </a:lnTo>
                  <a:cubicBezTo>
                    <a:pt x="8739" y="5882"/>
                    <a:pt x="8907" y="5714"/>
                    <a:pt x="8907" y="5462"/>
                  </a:cubicBezTo>
                  <a:cubicBezTo>
                    <a:pt x="8907" y="5378"/>
                    <a:pt x="8907" y="5378"/>
                    <a:pt x="8823" y="5294"/>
                  </a:cubicBezTo>
                  <a:cubicBezTo>
                    <a:pt x="9243" y="5209"/>
                    <a:pt x="9579" y="4705"/>
                    <a:pt x="9579" y="4285"/>
                  </a:cubicBezTo>
                  <a:cubicBezTo>
                    <a:pt x="9579" y="3865"/>
                    <a:pt x="9243" y="3445"/>
                    <a:pt x="8823" y="3361"/>
                  </a:cubicBezTo>
                  <a:cubicBezTo>
                    <a:pt x="8823" y="3277"/>
                    <a:pt x="8907" y="3025"/>
                    <a:pt x="8907" y="2941"/>
                  </a:cubicBezTo>
                  <a:cubicBezTo>
                    <a:pt x="8907" y="2437"/>
                    <a:pt x="8655" y="1933"/>
                    <a:pt x="8067" y="1765"/>
                  </a:cubicBezTo>
                  <a:lnTo>
                    <a:pt x="8067" y="1681"/>
                  </a:lnTo>
                  <a:cubicBezTo>
                    <a:pt x="8067" y="1261"/>
                    <a:pt x="7814" y="924"/>
                    <a:pt x="7226" y="924"/>
                  </a:cubicBezTo>
                  <a:lnTo>
                    <a:pt x="7058" y="924"/>
                  </a:lnTo>
                  <a:cubicBezTo>
                    <a:pt x="7142" y="840"/>
                    <a:pt x="7142" y="756"/>
                    <a:pt x="7142" y="672"/>
                  </a:cubicBezTo>
                  <a:cubicBezTo>
                    <a:pt x="7142" y="252"/>
                    <a:pt x="6890" y="0"/>
                    <a:pt x="647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15"/>
            <p:cNvSpPr/>
            <p:nvPr/>
          </p:nvSpPr>
          <p:spPr>
            <a:xfrm>
              <a:off x="738025" y="3374200"/>
              <a:ext cx="195375" cy="163850"/>
            </a:xfrm>
            <a:custGeom>
              <a:avLst/>
              <a:gdLst/>
              <a:ahLst/>
              <a:cxnLst/>
              <a:rect l="l" t="t" r="r" b="b"/>
              <a:pathLst>
                <a:path w="7815" h="6554" extrusionOk="0">
                  <a:moveTo>
                    <a:pt x="3361" y="0"/>
                  </a:moveTo>
                  <a:cubicBezTo>
                    <a:pt x="2941" y="0"/>
                    <a:pt x="2605" y="336"/>
                    <a:pt x="2605" y="672"/>
                  </a:cubicBezTo>
                  <a:cubicBezTo>
                    <a:pt x="2605" y="756"/>
                    <a:pt x="2605" y="840"/>
                    <a:pt x="2689" y="924"/>
                  </a:cubicBezTo>
                  <a:lnTo>
                    <a:pt x="1933" y="924"/>
                  </a:lnTo>
                  <a:cubicBezTo>
                    <a:pt x="1513" y="924"/>
                    <a:pt x="1093" y="1261"/>
                    <a:pt x="1093" y="1681"/>
                  </a:cubicBezTo>
                  <a:lnTo>
                    <a:pt x="1093" y="1933"/>
                  </a:lnTo>
                  <a:cubicBezTo>
                    <a:pt x="673" y="2101"/>
                    <a:pt x="421" y="2521"/>
                    <a:pt x="421" y="3025"/>
                  </a:cubicBezTo>
                  <a:cubicBezTo>
                    <a:pt x="421" y="3361"/>
                    <a:pt x="505" y="3697"/>
                    <a:pt x="673" y="3865"/>
                  </a:cubicBezTo>
                  <a:lnTo>
                    <a:pt x="589" y="3865"/>
                  </a:lnTo>
                  <a:cubicBezTo>
                    <a:pt x="253" y="3865"/>
                    <a:pt x="1" y="4117"/>
                    <a:pt x="1" y="4537"/>
                  </a:cubicBezTo>
                  <a:cubicBezTo>
                    <a:pt x="85" y="4789"/>
                    <a:pt x="337" y="4957"/>
                    <a:pt x="673" y="4957"/>
                  </a:cubicBezTo>
                  <a:lnTo>
                    <a:pt x="925" y="4957"/>
                  </a:lnTo>
                  <a:cubicBezTo>
                    <a:pt x="757" y="5041"/>
                    <a:pt x="757" y="5209"/>
                    <a:pt x="757" y="5378"/>
                  </a:cubicBezTo>
                  <a:cubicBezTo>
                    <a:pt x="757" y="5714"/>
                    <a:pt x="1093" y="6050"/>
                    <a:pt x="1429" y="6134"/>
                  </a:cubicBezTo>
                  <a:lnTo>
                    <a:pt x="1429" y="6218"/>
                  </a:lnTo>
                  <a:cubicBezTo>
                    <a:pt x="1429" y="6302"/>
                    <a:pt x="1429" y="6470"/>
                    <a:pt x="1513" y="6554"/>
                  </a:cubicBezTo>
                  <a:lnTo>
                    <a:pt x="6806" y="6554"/>
                  </a:lnTo>
                  <a:lnTo>
                    <a:pt x="6806" y="6302"/>
                  </a:lnTo>
                  <a:cubicBezTo>
                    <a:pt x="6806" y="6134"/>
                    <a:pt x="6722" y="6050"/>
                    <a:pt x="6554" y="5882"/>
                  </a:cubicBezTo>
                  <a:lnTo>
                    <a:pt x="6806" y="5882"/>
                  </a:lnTo>
                  <a:cubicBezTo>
                    <a:pt x="6974" y="5882"/>
                    <a:pt x="7226" y="5714"/>
                    <a:pt x="7226" y="5462"/>
                  </a:cubicBezTo>
                  <a:cubicBezTo>
                    <a:pt x="7226" y="5378"/>
                    <a:pt x="7226" y="5378"/>
                    <a:pt x="7058" y="5294"/>
                  </a:cubicBezTo>
                  <a:cubicBezTo>
                    <a:pt x="7478" y="5209"/>
                    <a:pt x="7814" y="4705"/>
                    <a:pt x="7814" y="4285"/>
                  </a:cubicBezTo>
                  <a:cubicBezTo>
                    <a:pt x="7814" y="3865"/>
                    <a:pt x="7478" y="3445"/>
                    <a:pt x="7058" y="3361"/>
                  </a:cubicBezTo>
                  <a:cubicBezTo>
                    <a:pt x="7058" y="3277"/>
                    <a:pt x="7226" y="3025"/>
                    <a:pt x="7226" y="2941"/>
                  </a:cubicBezTo>
                  <a:cubicBezTo>
                    <a:pt x="7226" y="2437"/>
                    <a:pt x="6890" y="1933"/>
                    <a:pt x="6386" y="1765"/>
                  </a:cubicBezTo>
                  <a:lnTo>
                    <a:pt x="6386" y="1681"/>
                  </a:lnTo>
                  <a:cubicBezTo>
                    <a:pt x="6386" y="1261"/>
                    <a:pt x="6050" y="924"/>
                    <a:pt x="5546" y="924"/>
                  </a:cubicBezTo>
                  <a:lnTo>
                    <a:pt x="5378" y="924"/>
                  </a:lnTo>
                  <a:cubicBezTo>
                    <a:pt x="5546" y="840"/>
                    <a:pt x="5546" y="756"/>
                    <a:pt x="5546" y="672"/>
                  </a:cubicBezTo>
                  <a:cubicBezTo>
                    <a:pt x="5546" y="252"/>
                    <a:pt x="5210" y="0"/>
                    <a:pt x="479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15"/>
            <p:cNvSpPr/>
            <p:nvPr/>
          </p:nvSpPr>
          <p:spPr>
            <a:xfrm>
              <a:off x="735925" y="3468725"/>
              <a:ext cx="149150" cy="69325"/>
            </a:xfrm>
            <a:custGeom>
              <a:avLst/>
              <a:gdLst/>
              <a:ahLst/>
              <a:cxnLst/>
              <a:rect l="l" t="t" r="r" b="b"/>
              <a:pathLst>
                <a:path w="5966" h="2773" extrusionOk="0">
                  <a:moveTo>
                    <a:pt x="673" y="0"/>
                  </a:moveTo>
                  <a:cubicBezTo>
                    <a:pt x="337" y="0"/>
                    <a:pt x="1" y="252"/>
                    <a:pt x="1" y="672"/>
                  </a:cubicBezTo>
                  <a:cubicBezTo>
                    <a:pt x="169" y="1008"/>
                    <a:pt x="421" y="1176"/>
                    <a:pt x="757" y="1176"/>
                  </a:cubicBezTo>
                  <a:lnTo>
                    <a:pt x="1009" y="1176"/>
                  </a:lnTo>
                  <a:cubicBezTo>
                    <a:pt x="841" y="1260"/>
                    <a:pt x="841" y="1428"/>
                    <a:pt x="841" y="1597"/>
                  </a:cubicBezTo>
                  <a:cubicBezTo>
                    <a:pt x="841" y="1933"/>
                    <a:pt x="1177" y="2269"/>
                    <a:pt x="1513" y="2353"/>
                  </a:cubicBezTo>
                  <a:lnTo>
                    <a:pt x="1513" y="2437"/>
                  </a:lnTo>
                  <a:cubicBezTo>
                    <a:pt x="1513" y="2521"/>
                    <a:pt x="1513" y="2689"/>
                    <a:pt x="1597" y="2773"/>
                  </a:cubicBezTo>
                  <a:lnTo>
                    <a:pt x="4538" y="2773"/>
                  </a:lnTo>
                  <a:lnTo>
                    <a:pt x="4286" y="2437"/>
                  </a:lnTo>
                  <a:cubicBezTo>
                    <a:pt x="4454" y="2437"/>
                    <a:pt x="4538" y="2269"/>
                    <a:pt x="4538" y="2101"/>
                  </a:cubicBezTo>
                  <a:lnTo>
                    <a:pt x="5294" y="2101"/>
                  </a:lnTo>
                  <a:cubicBezTo>
                    <a:pt x="5630" y="2101"/>
                    <a:pt x="5966" y="1849"/>
                    <a:pt x="5966" y="1513"/>
                  </a:cubicBezTo>
                  <a:cubicBezTo>
                    <a:pt x="5966" y="1176"/>
                    <a:pt x="5714" y="756"/>
                    <a:pt x="5294" y="756"/>
                  </a:cubicBezTo>
                  <a:lnTo>
                    <a:pt x="4118" y="756"/>
                  </a:lnTo>
                  <a:lnTo>
                    <a:pt x="4118" y="672"/>
                  </a:lnTo>
                  <a:cubicBezTo>
                    <a:pt x="4118" y="336"/>
                    <a:pt x="3865" y="0"/>
                    <a:pt x="352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15"/>
            <p:cNvSpPr/>
            <p:nvPr/>
          </p:nvSpPr>
          <p:spPr>
            <a:xfrm>
              <a:off x="807350" y="3374200"/>
              <a:ext cx="105050" cy="69325"/>
            </a:xfrm>
            <a:custGeom>
              <a:avLst/>
              <a:gdLst/>
              <a:ahLst/>
              <a:cxnLst/>
              <a:rect l="l" t="t" r="r" b="b"/>
              <a:pathLst>
                <a:path w="4202" h="2773" extrusionOk="0">
                  <a:moveTo>
                    <a:pt x="1093" y="0"/>
                  </a:moveTo>
                  <a:lnTo>
                    <a:pt x="1093" y="252"/>
                  </a:lnTo>
                  <a:cubicBezTo>
                    <a:pt x="1093" y="420"/>
                    <a:pt x="1261" y="672"/>
                    <a:pt x="1513" y="756"/>
                  </a:cubicBezTo>
                  <a:cubicBezTo>
                    <a:pt x="1345" y="756"/>
                    <a:pt x="1261" y="840"/>
                    <a:pt x="1261" y="1093"/>
                  </a:cubicBezTo>
                  <a:lnTo>
                    <a:pt x="588" y="1093"/>
                  </a:lnTo>
                  <a:cubicBezTo>
                    <a:pt x="252" y="1093"/>
                    <a:pt x="0" y="1261"/>
                    <a:pt x="0" y="1597"/>
                  </a:cubicBezTo>
                  <a:cubicBezTo>
                    <a:pt x="0" y="1933"/>
                    <a:pt x="252" y="2101"/>
                    <a:pt x="588" y="2101"/>
                  </a:cubicBezTo>
                  <a:lnTo>
                    <a:pt x="1513" y="2101"/>
                  </a:lnTo>
                  <a:lnTo>
                    <a:pt x="1513" y="2269"/>
                  </a:lnTo>
                  <a:cubicBezTo>
                    <a:pt x="1513" y="2521"/>
                    <a:pt x="1681" y="2773"/>
                    <a:pt x="2017" y="2773"/>
                  </a:cubicBezTo>
                  <a:lnTo>
                    <a:pt x="4201" y="2773"/>
                  </a:lnTo>
                  <a:cubicBezTo>
                    <a:pt x="4117" y="2269"/>
                    <a:pt x="3781" y="1933"/>
                    <a:pt x="3361" y="1849"/>
                  </a:cubicBezTo>
                  <a:lnTo>
                    <a:pt x="3361" y="1681"/>
                  </a:lnTo>
                  <a:cubicBezTo>
                    <a:pt x="3361" y="1261"/>
                    <a:pt x="3109" y="1009"/>
                    <a:pt x="2521" y="1009"/>
                  </a:cubicBezTo>
                  <a:lnTo>
                    <a:pt x="2437" y="1009"/>
                  </a:lnTo>
                  <a:cubicBezTo>
                    <a:pt x="2521" y="840"/>
                    <a:pt x="2521" y="756"/>
                    <a:pt x="2521" y="672"/>
                  </a:cubicBezTo>
                  <a:cubicBezTo>
                    <a:pt x="2521" y="252"/>
                    <a:pt x="2185" y="0"/>
                    <a:pt x="18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15"/>
            <p:cNvSpPr/>
            <p:nvPr/>
          </p:nvSpPr>
          <p:spPr>
            <a:xfrm>
              <a:off x="1273650" y="3330075"/>
              <a:ext cx="277300" cy="203775"/>
            </a:xfrm>
            <a:custGeom>
              <a:avLst/>
              <a:gdLst/>
              <a:ahLst/>
              <a:cxnLst/>
              <a:rect l="l" t="t" r="r" b="b"/>
              <a:pathLst>
                <a:path w="11092" h="8151" extrusionOk="0">
                  <a:moveTo>
                    <a:pt x="3865" y="1"/>
                  </a:moveTo>
                  <a:cubicBezTo>
                    <a:pt x="3445" y="1"/>
                    <a:pt x="3025" y="337"/>
                    <a:pt x="3025" y="841"/>
                  </a:cubicBezTo>
                  <a:cubicBezTo>
                    <a:pt x="3025" y="925"/>
                    <a:pt x="3025" y="1177"/>
                    <a:pt x="3109" y="1261"/>
                  </a:cubicBezTo>
                  <a:lnTo>
                    <a:pt x="2269" y="1261"/>
                  </a:lnTo>
                  <a:cubicBezTo>
                    <a:pt x="1765" y="1261"/>
                    <a:pt x="1345" y="1681"/>
                    <a:pt x="1345" y="2185"/>
                  </a:cubicBezTo>
                  <a:lnTo>
                    <a:pt x="1345" y="2437"/>
                  </a:lnTo>
                  <a:cubicBezTo>
                    <a:pt x="841" y="2605"/>
                    <a:pt x="505" y="3194"/>
                    <a:pt x="505" y="3782"/>
                  </a:cubicBezTo>
                  <a:cubicBezTo>
                    <a:pt x="505" y="4202"/>
                    <a:pt x="673" y="4538"/>
                    <a:pt x="925" y="4874"/>
                  </a:cubicBezTo>
                  <a:lnTo>
                    <a:pt x="841" y="4874"/>
                  </a:lnTo>
                  <a:cubicBezTo>
                    <a:pt x="421" y="4874"/>
                    <a:pt x="85" y="5126"/>
                    <a:pt x="85" y="5546"/>
                  </a:cubicBezTo>
                  <a:cubicBezTo>
                    <a:pt x="1" y="6134"/>
                    <a:pt x="337" y="6386"/>
                    <a:pt x="673" y="6386"/>
                  </a:cubicBezTo>
                  <a:lnTo>
                    <a:pt x="925" y="6386"/>
                  </a:lnTo>
                  <a:cubicBezTo>
                    <a:pt x="841" y="6470"/>
                    <a:pt x="673" y="6722"/>
                    <a:pt x="673" y="6974"/>
                  </a:cubicBezTo>
                  <a:cubicBezTo>
                    <a:pt x="673" y="7395"/>
                    <a:pt x="1009" y="7815"/>
                    <a:pt x="1429" y="7815"/>
                  </a:cubicBezTo>
                  <a:lnTo>
                    <a:pt x="1429" y="7899"/>
                  </a:lnTo>
                  <a:cubicBezTo>
                    <a:pt x="1429" y="7983"/>
                    <a:pt x="1429" y="8067"/>
                    <a:pt x="1513" y="8151"/>
                  </a:cubicBezTo>
                  <a:lnTo>
                    <a:pt x="9831" y="8151"/>
                  </a:lnTo>
                  <a:lnTo>
                    <a:pt x="9831" y="7983"/>
                  </a:lnTo>
                  <a:cubicBezTo>
                    <a:pt x="9831" y="7731"/>
                    <a:pt x="9747" y="7563"/>
                    <a:pt x="9495" y="7479"/>
                  </a:cubicBezTo>
                  <a:lnTo>
                    <a:pt x="9831" y="7479"/>
                  </a:lnTo>
                  <a:cubicBezTo>
                    <a:pt x="10167" y="7479"/>
                    <a:pt x="10335" y="7227"/>
                    <a:pt x="10335" y="6890"/>
                  </a:cubicBezTo>
                  <a:cubicBezTo>
                    <a:pt x="10335" y="6806"/>
                    <a:pt x="10335" y="6722"/>
                    <a:pt x="10251" y="6638"/>
                  </a:cubicBezTo>
                  <a:cubicBezTo>
                    <a:pt x="10755" y="6386"/>
                    <a:pt x="11091" y="5966"/>
                    <a:pt x="11091" y="5462"/>
                  </a:cubicBezTo>
                  <a:cubicBezTo>
                    <a:pt x="11091" y="4958"/>
                    <a:pt x="10755" y="4370"/>
                    <a:pt x="10251" y="4286"/>
                  </a:cubicBezTo>
                  <a:cubicBezTo>
                    <a:pt x="10335" y="4202"/>
                    <a:pt x="10335" y="4034"/>
                    <a:pt x="10335" y="3782"/>
                  </a:cubicBezTo>
                  <a:cubicBezTo>
                    <a:pt x="10335" y="3194"/>
                    <a:pt x="9915" y="2521"/>
                    <a:pt x="9327" y="2269"/>
                  </a:cubicBezTo>
                  <a:lnTo>
                    <a:pt x="9327" y="2185"/>
                  </a:lnTo>
                  <a:cubicBezTo>
                    <a:pt x="9327" y="1681"/>
                    <a:pt x="8907" y="1261"/>
                    <a:pt x="8403" y="1261"/>
                  </a:cubicBezTo>
                  <a:lnTo>
                    <a:pt x="8234" y="1261"/>
                  </a:lnTo>
                  <a:cubicBezTo>
                    <a:pt x="8403" y="1177"/>
                    <a:pt x="8403" y="925"/>
                    <a:pt x="8403" y="841"/>
                  </a:cubicBezTo>
                  <a:cubicBezTo>
                    <a:pt x="8403" y="421"/>
                    <a:pt x="7982" y="1"/>
                    <a:pt x="756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15"/>
            <p:cNvSpPr/>
            <p:nvPr/>
          </p:nvSpPr>
          <p:spPr>
            <a:xfrm>
              <a:off x="1258950" y="3330075"/>
              <a:ext cx="231075" cy="203775"/>
            </a:xfrm>
            <a:custGeom>
              <a:avLst/>
              <a:gdLst/>
              <a:ahLst/>
              <a:cxnLst/>
              <a:rect l="l" t="t" r="r" b="b"/>
              <a:pathLst>
                <a:path w="9243" h="8151" extrusionOk="0">
                  <a:moveTo>
                    <a:pt x="3949" y="1"/>
                  </a:moveTo>
                  <a:cubicBezTo>
                    <a:pt x="3529" y="1"/>
                    <a:pt x="3109" y="337"/>
                    <a:pt x="3109" y="841"/>
                  </a:cubicBezTo>
                  <a:cubicBezTo>
                    <a:pt x="3109" y="925"/>
                    <a:pt x="3109" y="1177"/>
                    <a:pt x="3193" y="1261"/>
                  </a:cubicBezTo>
                  <a:lnTo>
                    <a:pt x="2269" y="1261"/>
                  </a:lnTo>
                  <a:cubicBezTo>
                    <a:pt x="1681" y="1261"/>
                    <a:pt x="1261" y="1681"/>
                    <a:pt x="1261" y="2185"/>
                  </a:cubicBezTo>
                  <a:lnTo>
                    <a:pt x="1261" y="2437"/>
                  </a:lnTo>
                  <a:cubicBezTo>
                    <a:pt x="757" y="2605"/>
                    <a:pt x="421" y="3194"/>
                    <a:pt x="421" y="3782"/>
                  </a:cubicBezTo>
                  <a:cubicBezTo>
                    <a:pt x="421" y="4202"/>
                    <a:pt x="673" y="4538"/>
                    <a:pt x="841" y="4874"/>
                  </a:cubicBezTo>
                  <a:lnTo>
                    <a:pt x="757" y="4874"/>
                  </a:lnTo>
                  <a:cubicBezTo>
                    <a:pt x="337" y="4874"/>
                    <a:pt x="0" y="5126"/>
                    <a:pt x="0" y="5546"/>
                  </a:cubicBezTo>
                  <a:cubicBezTo>
                    <a:pt x="0" y="6134"/>
                    <a:pt x="337" y="6386"/>
                    <a:pt x="757" y="6386"/>
                  </a:cubicBezTo>
                  <a:lnTo>
                    <a:pt x="1009" y="6386"/>
                  </a:lnTo>
                  <a:cubicBezTo>
                    <a:pt x="841" y="6470"/>
                    <a:pt x="757" y="6722"/>
                    <a:pt x="757" y="6974"/>
                  </a:cubicBezTo>
                  <a:cubicBezTo>
                    <a:pt x="757" y="7395"/>
                    <a:pt x="1093" y="7815"/>
                    <a:pt x="1513" y="7815"/>
                  </a:cubicBezTo>
                  <a:lnTo>
                    <a:pt x="1513" y="7899"/>
                  </a:lnTo>
                  <a:cubicBezTo>
                    <a:pt x="1513" y="7983"/>
                    <a:pt x="1513" y="8067"/>
                    <a:pt x="1597" y="8151"/>
                  </a:cubicBezTo>
                  <a:lnTo>
                    <a:pt x="7982" y="8151"/>
                  </a:lnTo>
                  <a:lnTo>
                    <a:pt x="7982" y="7983"/>
                  </a:lnTo>
                  <a:cubicBezTo>
                    <a:pt x="7982" y="7731"/>
                    <a:pt x="7898" y="7563"/>
                    <a:pt x="7730" y="7479"/>
                  </a:cubicBezTo>
                  <a:lnTo>
                    <a:pt x="7982" y="7479"/>
                  </a:lnTo>
                  <a:cubicBezTo>
                    <a:pt x="8318" y="7479"/>
                    <a:pt x="8570" y="7227"/>
                    <a:pt x="8570" y="6890"/>
                  </a:cubicBezTo>
                  <a:cubicBezTo>
                    <a:pt x="8570" y="6806"/>
                    <a:pt x="8570" y="6722"/>
                    <a:pt x="8402" y="6638"/>
                  </a:cubicBezTo>
                  <a:cubicBezTo>
                    <a:pt x="8991" y="6386"/>
                    <a:pt x="9243" y="5966"/>
                    <a:pt x="9243" y="5462"/>
                  </a:cubicBezTo>
                  <a:cubicBezTo>
                    <a:pt x="9243" y="4958"/>
                    <a:pt x="8991" y="4370"/>
                    <a:pt x="8402" y="4286"/>
                  </a:cubicBezTo>
                  <a:cubicBezTo>
                    <a:pt x="8570" y="4202"/>
                    <a:pt x="8570" y="4034"/>
                    <a:pt x="8570" y="3782"/>
                  </a:cubicBezTo>
                  <a:cubicBezTo>
                    <a:pt x="8570" y="3194"/>
                    <a:pt x="8150" y="2521"/>
                    <a:pt x="7478" y="2269"/>
                  </a:cubicBezTo>
                  <a:lnTo>
                    <a:pt x="7478" y="2185"/>
                  </a:lnTo>
                  <a:cubicBezTo>
                    <a:pt x="7478" y="1681"/>
                    <a:pt x="7058" y="1261"/>
                    <a:pt x="6554" y="1261"/>
                  </a:cubicBezTo>
                  <a:lnTo>
                    <a:pt x="6470" y="1261"/>
                  </a:lnTo>
                  <a:cubicBezTo>
                    <a:pt x="6554" y="1177"/>
                    <a:pt x="6554" y="925"/>
                    <a:pt x="6554" y="841"/>
                  </a:cubicBezTo>
                  <a:cubicBezTo>
                    <a:pt x="6554" y="421"/>
                    <a:pt x="6134" y="1"/>
                    <a:pt x="57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15"/>
            <p:cNvSpPr/>
            <p:nvPr/>
          </p:nvSpPr>
          <p:spPr>
            <a:xfrm>
              <a:off x="1258950" y="3456125"/>
              <a:ext cx="182775" cy="77725"/>
            </a:xfrm>
            <a:custGeom>
              <a:avLst/>
              <a:gdLst/>
              <a:ahLst/>
              <a:cxnLst/>
              <a:rect l="l" t="t" r="r" b="b"/>
              <a:pathLst>
                <a:path w="7311" h="3109" extrusionOk="0">
                  <a:moveTo>
                    <a:pt x="841" y="0"/>
                  </a:moveTo>
                  <a:cubicBezTo>
                    <a:pt x="421" y="0"/>
                    <a:pt x="168" y="336"/>
                    <a:pt x="168" y="756"/>
                  </a:cubicBezTo>
                  <a:cubicBezTo>
                    <a:pt x="0" y="1092"/>
                    <a:pt x="337" y="1344"/>
                    <a:pt x="757" y="1344"/>
                  </a:cubicBezTo>
                  <a:lnTo>
                    <a:pt x="1009" y="1344"/>
                  </a:lnTo>
                  <a:cubicBezTo>
                    <a:pt x="841" y="1428"/>
                    <a:pt x="757" y="1680"/>
                    <a:pt x="757" y="1932"/>
                  </a:cubicBezTo>
                  <a:cubicBezTo>
                    <a:pt x="757" y="2353"/>
                    <a:pt x="1093" y="2773"/>
                    <a:pt x="1513" y="2773"/>
                  </a:cubicBezTo>
                  <a:lnTo>
                    <a:pt x="1513" y="2857"/>
                  </a:lnTo>
                  <a:cubicBezTo>
                    <a:pt x="1513" y="2941"/>
                    <a:pt x="1513" y="3025"/>
                    <a:pt x="1597" y="3109"/>
                  </a:cubicBezTo>
                  <a:lnTo>
                    <a:pt x="5294" y="3109"/>
                  </a:lnTo>
                  <a:cubicBezTo>
                    <a:pt x="5210" y="2941"/>
                    <a:pt x="5042" y="2857"/>
                    <a:pt x="4874" y="2857"/>
                  </a:cubicBezTo>
                  <a:cubicBezTo>
                    <a:pt x="5042" y="2773"/>
                    <a:pt x="5210" y="2605"/>
                    <a:pt x="5294" y="2437"/>
                  </a:cubicBezTo>
                  <a:lnTo>
                    <a:pt x="6470" y="2437"/>
                  </a:lnTo>
                  <a:cubicBezTo>
                    <a:pt x="6890" y="2437"/>
                    <a:pt x="7310" y="2101"/>
                    <a:pt x="7310" y="1680"/>
                  </a:cubicBezTo>
                  <a:cubicBezTo>
                    <a:pt x="7310" y="1260"/>
                    <a:pt x="6974" y="924"/>
                    <a:pt x="6470" y="924"/>
                  </a:cubicBezTo>
                  <a:lnTo>
                    <a:pt x="5042" y="924"/>
                  </a:lnTo>
                  <a:lnTo>
                    <a:pt x="5042" y="756"/>
                  </a:lnTo>
                  <a:cubicBezTo>
                    <a:pt x="5042" y="336"/>
                    <a:pt x="4790" y="0"/>
                    <a:pt x="420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15"/>
            <p:cNvSpPr/>
            <p:nvPr/>
          </p:nvSpPr>
          <p:spPr>
            <a:xfrm>
              <a:off x="1347175" y="3336375"/>
              <a:ext cx="126050" cy="77750"/>
            </a:xfrm>
            <a:custGeom>
              <a:avLst/>
              <a:gdLst/>
              <a:ahLst/>
              <a:cxnLst/>
              <a:rect l="l" t="t" r="r" b="b"/>
              <a:pathLst>
                <a:path w="5042" h="3110" extrusionOk="0">
                  <a:moveTo>
                    <a:pt x="1345" y="1"/>
                  </a:moveTo>
                  <a:lnTo>
                    <a:pt x="1345" y="169"/>
                  </a:lnTo>
                  <a:cubicBezTo>
                    <a:pt x="1345" y="505"/>
                    <a:pt x="1513" y="673"/>
                    <a:pt x="1849" y="841"/>
                  </a:cubicBezTo>
                  <a:cubicBezTo>
                    <a:pt x="1681" y="841"/>
                    <a:pt x="1513" y="1009"/>
                    <a:pt x="1513" y="1093"/>
                  </a:cubicBezTo>
                  <a:lnTo>
                    <a:pt x="588" y="1093"/>
                  </a:lnTo>
                  <a:cubicBezTo>
                    <a:pt x="168" y="1093"/>
                    <a:pt x="0" y="1429"/>
                    <a:pt x="0" y="1765"/>
                  </a:cubicBezTo>
                  <a:cubicBezTo>
                    <a:pt x="0" y="2017"/>
                    <a:pt x="252" y="2353"/>
                    <a:pt x="588" y="2353"/>
                  </a:cubicBezTo>
                  <a:lnTo>
                    <a:pt x="1765" y="2353"/>
                  </a:lnTo>
                  <a:lnTo>
                    <a:pt x="1765" y="2437"/>
                  </a:lnTo>
                  <a:cubicBezTo>
                    <a:pt x="1765" y="2774"/>
                    <a:pt x="2101" y="3110"/>
                    <a:pt x="2353" y="3110"/>
                  </a:cubicBezTo>
                  <a:lnTo>
                    <a:pt x="5041" y="3110"/>
                  </a:lnTo>
                  <a:cubicBezTo>
                    <a:pt x="4705" y="2774"/>
                    <a:pt x="4369" y="2353"/>
                    <a:pt x="3949" y="2269"/>
                  </a:cubicBezTo>
                  <a:lnTo>
                    <a:pt x="3949" y="2185"/>
                  </a:lnTo>
                  <a:cubicBezTo>
                    <a:pt x="3949" y="1681"/>
                    <a:pt x="3529" y="1261"/>
                    <a:pt x="3025" y="1261"/>
                  </a:cubicBezTo>
                  <a:lnTo>
                    <a:pt x="2941" y="1261"/>
                  </a:lnTo>
                  <a:cubicBezTo>
                    <a:pt x="3025" y="1093"/>
                    <a:pt x="3025" y="925"/>
                    <a:pt x="3025" y="841"/>
                  </a:cubicBezTo>
                  <a:cubicBezTo>
                    <a:pt x="3025" y="421"/>
                    <a:pt x="2605" y="1"/>
                    <a:pt x="218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582" name="Google Shape;582;p15"/>
          <p:cNvPicPr preferRelativeResize="0"/>
          <p:nvPr/>
        </p:nvPicPr>
        <p:blipFill rotWithShape="1">
          <a:blip r:embed="rId2">
            <a:alphaModFix/>
          </a:blip>
          <a:srcRect l="23389"/>
          <a:stretch/>
        </p:blipFill>
        <p:spPr>
          <a:xfrm rot="-5400000" flipH="1">
            <a:off x="6394525" y="816402"/>
            <a:ext cx="3565876" cy="1933075"/>
          </a:xfrm>
          <a:prstGeom prst="rect">
            <a:avLst/>
          </a:prstGeom>
          <a:noFill/>
          <a:ln>
            <a:noFill/>
          </a:ln>
        </p:spPr>
      </p:pic>
      <p:sp>
        <p:nvSpPr>
          <p:cNvPr id="583" name="Google Shape;583;p15"/>
          <p:cNvSpPr/>
          <p:nvPr/>
        </p:nvSpPr>
        <p:spPr>
          <a:xfrm>
            <a:off x="3221025" y="4695074"/>
            <a:ext cx="2082563" cy="372147"/>
          </a:xfrm>
          <a:custGeom>
            <a:avLst/>
            <a:gdLst/>
            <a:ahLst/>
            <a:cxnLst/>
            <a:rect l="l" t="t" r="r" b="b"/>
            <a:pathLst>
              <a:path w="66292" h="16805" extrusionOk="0">
                <a:moveTo>
                  <a:pt x="4117" y="0"/>
                </a:moveTo>
                <a:cubicBezTo>
                  <a:pt x="1849" y="0"/>
                  <a:pt x="1" y="1765"/>
                  <a:pt x="1" y="3949"/>
                </a:cubicBezTo>
                <a:cubicBezTo>
                  <a:pt x="1" y="6218"/>
                  <a:pt x="1933" y="7982"/>
                  <a:pt x="4117" y="7982"/>
                </a:cubicBezTo>
                <a:lnTo>
                  <a:pt x="4454" y="7982"/>
                </a:lnTo>
                <a:cubicBezTo>
                  <a:pt x="4370" y="8318"/>
                  <a:pt x="4370" y="8738"/>
                  <a:pt x="4370" y="8990"/>
                </a:cubicBezTo>
                <a:cubicBezTo>
                  <a:pt x="4370" y="11763"/>
                  <a:pt x="6554" y="13863"/>
                  <a:pt x="9327" y="13863"/>
                </a:cubicBezTo>
                <a:lnTo>
                  <a:pt x="23358" y="13863"/>
                </a:lnTo>
                <a:lnTo>
                  <a:pt x="23358" y="14283"/>
                </a:lnTo>
                <a:cubicBezTo>
                  <a:pt x="23358" y="15628"/>
                  <a:pt x="24534" y="16804"/>
                  <a:pt x="25963" y="16804"/>
                </a:cubicBezTo>
                <a:lnTo>
                  <a:pt x="63687" y="16804"/>
                </a:lnTo>
                <a:cubicBezTo>
                  <a:pt x="65200" y="16804"/>
                  <a:pt x="66292" y="15628"/>
                  <a:pt x="66292" y="14283"/>
                </a:cubicBezTo>
                <a:cubicBezTo>
                  <a:pt x="66292" y="12939"/>
                  <a:pt x="65200" y="11763"/>
                  <a:pt x="63687" y="11763"/>
                </a:cubicBezTo>
                <a:lnTo>
                  <a:pt x="49404" y="11763"/>
                </a:lnTo>
                <a:cubicBezTo>
                  <a:pt x="49908" y="11007"/>
                  <a:pt x="50244" y="10082"/>
                  <a:pt x="50244" y="8990"/>
                </a:cubicBezTo>
                <a:cubicBezTo>
                  <a:pt x="50244" y="8738"/>
                  <a:pt x="50244" y="8318"/>
                  <a:pt x="50160" y="7982"/>
                </a:cubicBezTo>
                <a:lnTo>
                  <a:pt x="59990" y="7982"/>
                </a:lnTo>
                <a:cubicBezTo>
                  <a:pt x="62343" y="7982"/>
                  <a:pt x="64107" y="6218"/>
                  <a:pt x="64107" y="3949"/>
                </a:cubicBezTo>
                <a:cubicBezTo>
                  <a:pt x="64107" y="1765"/>
                  <a:pt x="62259" y="0"/>
                  <a:pt x="5999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84" name="Google Shape;584;p15"/>
          <p:cNvGrpSpPr/>
          <p:nvPr/>
        </p:nvGrpSpPr>
        <p:grpSpPr>
          <a:xfrm>
            <a:off x="3303800" y="100380"/>
            <a:ext cx="5025719" cy="921357"/>
            <a:chOff x="3524607" y="1128004"/>
            <a:chExt cx="3606285" cy="661135"/>
          </a:xfrm>
        </p:grpSpPr>
        <p:sp>
          <p:nvSpPr>
            <p:cNvPr id="585" name="Google Shape;585;p15"/>
            <p:cNvSpPr/>
            <p:nvPr/>
          </p:nvSpPr>
          <p:spPr>
            <a:xfrm>
              <a:off x="3837605" y="1222083"/>
              <a:ext cx="611275" cy="306700"/>
            </a:xfrm>
            <a:custGeom>
              <a:avLst/>
              <a:gdLst/>
              <a:ahLst/>
              <a:cxnLst/>
              <a:rect l="l" t="t" r="r" b="b"/>
              <a:pathLst>
                <a:path w="24451" h="12268" extrusionOk="0">
                  <a:moveTo>
                    <a:pt x="22182" y="4706"/>
                  </a:moveTo>
                  <a:lnTo>
                    <a:pt x="18821" y="4706"/>
                  </a:lnTo>
                  <a:cubicBezTo>
                    <a:pt x="18569" y="3362"/>
                    <a:pt x="17477" y="2185"/>
                    <a:pt x="15881" y="2185"/>
                  </a:cubicBezTo>
                  <a:lnTo>
                    <a:pt x="12268" y="2185"/>
                  </a:lnTo>
                  <a:lnTo>
                    <a:pt x="12268" y="1849"/>
                  </a:lnTo>
                  <a:cubicBezTo>
                    <a:pt x="12268" y="841"/>
                    <a:pt x="11428" y="1"/>
                    <a:pt x="10335" y="1"/>
                  </a:cubicBezTo>
                  <a:lnTo>
                    <a:pt x="8235" y="1"/>
                  </a:lnTo>
                  <a:cubicBezTo>
                    <a:pt x="7143" y="1"/>
                    <a:pt x="6218" y="841"/>
                    <a:pt x="6218" y="1849"/>
                  </a:cubicBezTo>
                  <a:lnTo>
                    <a:pt x="6218" y="2185"/>
                  </a:lnTo>
                  <a:lnTo>
                    <a:pt x="5126" y="2185"/>
                  </a:lnTo>
                  <a:cubicBezTo>
                    <a:pt x="3614" y="2185"/>
                    <a:pt x="2185" y="3446"/>
                    <a:pt x="2185" y="5042"/>
                  </a:cubicBezTo>
                  <a:cubicBezTo>
                    <a:pt x="925" y="5126"/>
                    <a:pt x="1" y="6050"/>
                    <a:pt x="1" y="7311"/>
                  </a:cubicBezTo>
                  <a:cubicBezTo>
                    <a:pt x="1" y="8571"/>
                    <a:pt x="1093" y="9663"/>
                    <a:pt x="2269" y="9663"/>
                  </a:cubicBezTo>
                  <a:lnTo>
                    <a:pt x="3194" y="9663"/>
                  </a:lnTo>
                  <a:cubicBezTo>
                    <a:pt x="3614" y="10503"/>
                    <a:pt x="4370" y="11007"/>
                    <a:pt x="5378" y="11007"/>
                  </a:cubicBezTo>
                  <a:lnTo>
                    <a:pt x="7815" y="11007"/>
                  </a:lnTo>
                  <a:cubicBezTo>
                    <a:pt x="8235" y="11764"/>
                    <a:pt x="8907" y="12268"/>
                    <a:pt x="9747" y="12268"/>
                  </a:cubicBezTo>
                  <a:lnTo>
                    <a:pt x="11764" y="12268"/>
                  </a:lnTo>
                  <a:cubicBezTo>
                    <a:pt x="12688" y="12268"/>
                    <a:pt x="13444" y="11764"/>
                    <a:pt x="13780" y="11007"/>
                  </a:cubicBezTo>
                  <a:lnTo>
                    <a:pt x="13864" y="11007"/>
                  </a:lnTo>
                  <a:cubicBezTo>
                    <a:pt x="15040" y="11007"/>
                    <a:pt x="15965" y="10251"/>
                    <a:pt x="16301" y="9327"/>
                  </a:cubicBezTo>
                  <a:lnTo>
                    <a:pt x="21762" y="9327"/>
                  </a:lnTo>
                  <a:cubicBezTo>
                    <a:pt x="23022" y="9327"/>
                    <a:pt x="24030" y="8235"/>
                    <a:pt x="24030" y="6974"/>
                  </a:cubicBezTo>
                  <a:cubicBezTo>
                    <a:pt x="24451" y="5714"/>
                    <a:pt x="23442" y="4706"/>
                    <a:pt x="22182" y="470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15"/>
            <p:cNvSpPr/>
            <p:nvPr/>
          </p:nvSpPr>
          <p:spPr>
            <a:xfrm>
              <a:off x="3524607" y="1621064"/>
              <a:ext cx="313000" cy="168075"/>
            </a:xfrm>
            <a:custGeom>
              <a:avLst/>
              <a:gdLst/>
              <a:ahLst/>
              <a:cxnLst/>
              <a:rect l="l" t="t" r="r" b="b"/>
              <a:pathLst>
                <a:path w="12520" h="6723" extrusionOk="0">
                  <a:moveTo>
                    <a:pt x="11259" y="2774"/>
                  </a:moveTo>
                  <a:lnTo>
                    <a:pt x="10251" y="2774"/>
                  </a:lnTo>
                  <a:cubicBezTo>
                    <a:pt x="10251" y="2606"/>
                    <a:pt x="10335" y="2522"/>
                    <a:pt x="10335" y="2438"/>
                  </a:cubicBezTo>
                  <a:cubicBezTo>
                    <a:pt x="10335" y="1765"/>
                    <a:pt x="9831" y="1261"/>
                    <a:pt x="9159" y="1261"/>
                  </a:cubicBezTo>
                  <a:lnTo>
                    <a:pt x="8235" y="1261"/>
                  </a:lnTo>
                  <a:lnTo>
                    <a:pt x="8235" y="1009"/>
                  </a:lnTo>
                  <a:cubicBezTo>
                    <a:pt x="8235" y="505"/>
                    <a:pt x="7815" y="1"/>
                    <a:pt x="7142" y="1"/>
                  </a:cubicBezTo>
                  <a:lnTo>
                    <a:pt x="5126" y="1"/>
                  </a:lnTo>
                  <a:cubicBezTo>
                    <a:pt x="4622" y="1"/>
                    <a:pt x="4202" y="337"/>
                    <a:pt x="4118" y="841"/>
                  </a:cubicBezTo>
                  <a:lnTo>
                    <a:pt x="3530" y="841"/>
                  </a:lnTo>
                  <a:cubicBezTo>
                    <a:pt x="2857" y="841"/>
                    <a:pt x="2269" y="1345"/>
                    <a:pt x="2269" y="2017"/>
                  </a:cubicBezTo>
                  <a:lnTo>
                    <a:pt x="1429" y="2017"/>
                  </a:lnTo>
                  <a:cubicBezTo>
                    <a:pt x="673" y="2017"/>
                    <a:pt x="1" y="2606"/>
                    <a:pt x="1" y="3362"/>
                  </a:cubicBezTo>
                  <a:cubicBezTo>
                    <a:pt x="1" y="4118"/>
                    <a:pt x="673" y="4706"/>
                    <a:pt x="1429" y="4706"/>
                  </a:cubicBezTo>
                  <a:lnTo>
                    <a:pt x="2101" y="4706"/>
                  </a:lnTo>
                  <a:cubicBezTo>
                    <a:pt x="2353" y="5210"/>
                    <a:pt x="2857" y="5630"/>
                    <a:pt x="3530" y="5630"/>
                  </a:cubicBezTo>
                  <a:lnTo>
                    <a:pt x="3614" y="5630"/>
                  </a:lnTo>
                  <a:cubicBezTo>
                    <a:pt x="3698" y="6302"/>
                    <a:pt x="4118" y="6723"/>
                    <a:pt x="4874" y="6723"/>
                  </a:cubicBezTo>
                  <a:lnTo>
                    <a:pt x="6722" y="6723"/>
                  </a:lnTo>
                  <a:cubicBezTo>
                    <a:pt x="7394" y="6723"/>
                    <a:pt x="7899" y="6302"/>
                    <a:pt x="7983" y="5630"/>
                  </a:cubicBezTo>
                  <a:lnTo>
                    <a:pt x="8235" y="5630"/>
                  </a:lnTo>
                  <a:cubicBezTo>
                    <a:pt x="8655" y="5630"/>
                    <a:pt x="9075" y="5462"/>
                    <a:pt x="9327" y="5126"/>
                  </a:cubicBezTo>
                  <a:lnTo>
                    <a:pt x="11259" y="5126"/>
                  </a:lnTo>
                  <a:cubicBezTo>
                    <a:pt x="11847" y="5126"/>
                    <a:pt x="12520" y="4622"/>
                    <a:pt x="12520" y="3950"/>
                  </a:cubicBezTo>
                  <a:cubicBezTo>
                    <a:pt x="12436" y="3278"/>
                    <a:pt x="11931" y="2774"/>
                    <a:pt x="11259" y="277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15"/>
            <p:cNvSpPr/>
            <p:nvPr/>
          </p:nvSpPr>
          <p:spPr>
            <a:xfrm>
              <a:off x="6561642" y="1128004"/>
              <a:ext cx="569250" cy="315100"/>
            </a:xfrm>
            <a:custGeom>
              <a:avLst/>
              <a:gdLst/>
              <a:ahLst/>
              <a:cxnLst/>
              <a:rect l="l" t="t" r="r" b="b"/>
              <a:pathLst>
                <a:path w="22770" h="12604" extrusionOk="0">
                  <a:moveTo>
                    <a:pt x="20585" y="5042"/>
                  </a:moveTo>
                  <a:lnTo>
                    <a:pt x="18821" y="5042"/>
                  </a:lnTo>
                  <a:cubicBezTo>
                    <a:pt x="18905" y="4874"/>
                    <a:pt x="18905" y="4622"/>
                    <a:pt x="18905" y="4454"/>
                  </a:cubicBezTo>
                  <a:cubicBezTo>
                    <a:pt x="18905" y="3277"/>
                    <a:pt x="17981" y="2353"/>
                    <a:pt x="16720" y="2353"/>
                  </a:cubicBezTo>
                  <a:lnTo>
                    <a:pt x="15040" y="2353"/>
                  </a:lnTo>
                  <a:lnTo>
                    <a:pt x="15040" y="1933"/>
                  </a:lnTo>
                  <a:cubicBezTo>
                    <a:pt x="15040" y="841"/>
                    <a:pt x="14200" y="1"/>
                    <a:pt x="13023" y="1"/>
                  </a:cubicBezTo>
                  <a:lnTo>
                    <a:pt x="9327" y="1"/>
                  </a:lnTo>
                  <a:cubicBezTo>
                    <a:pt x="8402" y="1"/>
                    <a:pt x="7562" y="589"/>
                    <a:pt x="7478" y="1597"/>
                  </a:cubicBezTo>
                  <a:lnTo>
                    <a:pt x="6302" y="1597"/>
                  </a:lnTo>
                  <a:cubicBezTo>
                    <a:pt x="5042" y="1597"/>
                    <a:pt x="4117" y="2521"/>
                    <a:pt x="3949" y="3781"/>
                  </a:cubicBezTo>
                  <a:lnTo>
                    <a:pt x="2521" y="3781"/>
                  </a:lnTo>
                  <a:cubicBezTo>
                    <a:pt x="1177" y="3781"/>
                    <a:pt x="0" y="4958"/>
                    <a:pt x="0" y="6302"/>
                  </a:cubicBezTo>
                  <a:cubicBezTo>
                    <a:pt x="0" y="7646"/>
                    <a:pt x="1177" y="8823"/>
                    <a:pt x="2521" y="8823"/>
                  </a:cubicBezTo>
                  <a:lnTo>
                    <a:pt x="3865" y="8823"/>
                  </a:lnTo>
                  <a:cubicBezTo>
                    <a:pt x="4201" y="9831"/>
                    <a:pt x="5210" y="10587"/>
                    <a:pt x="6386" y="10587"/>
                  </a:cubicBezTo>
                  <a:lnTo>
                    <a:pt x="6638" y="10587"/>
                  </a:lnTo>
                  <a:cubicBezTo>
                    <a:pt x="6722" y="11763"/>
                    <a:pt x="7646" y="12604"/>
                    <a:pt x="8822" y="12604"/>
                  </a:cubicBezTo>
                  <a:lnTo>
                    <a:pt x="12267" y="12604"/>
                  </a:lnTo>
                  <a:cubicBezTo>
                    <a:pt x="13444" y="12604"/>
                    <a:pt x="14368" y="11763"/>
                    <a:pt x="14452" y="10587"/>
                  </a:cubicBezTo>
                  <a:lnTo>
                    <a:pt x="14872" y="10587"/>
                  </a:lnTo>
                  <a:cubicBezTo>
                    <a:pt x="15712" y="10587"/>
                    <a:pt x="16468" y="10167"/>
                    <a:pt x="16972" y="9663"/>
                  </a:cubicBezTo>
                  <a:lnTo>
                    <a:pt x="20585" y="9663"/>
                  </a:lnTo>
                  <a:cubicBezTo>
                    <a:pt x="21846" y="9663"/>
                    <a:pt x="22770" y="8739"/>
                    <a:pt x="22770" y="7478"/>
                  </a:cubicBezTo>
                  <a:cubicBezTo>
                    <a:pt x="22770" y="5966"/>
                    <a:pt x="21846" y="5042"/>
                    <a:pt x="20585" y="504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8" name="Google Shape;588;p15"/>
          <p:cNvGrpSpPr/>
          <p:nvPr/>
        </p:nvGrpSpPr>
        <p:grpSpPr>
          <a:xfrm flipH="1">
            <a:off x="8329530" y="4325365"/>
            <a:ext cx="439790" cy="293193"/>
            <a:chOff x="738025" y="3374200"/>
            <a:chExt cx="245775" cy="163850"/>
          </a:xfrm>
        </p:grpSpPr>
        <p:sp>
          <p:nvSpPr>
            <p:cNvPr id="589" name="Google Shape;589;p15"/>
            <p:cNvSpPr/>
            <p:nvPr/>
          </p:nvSpPr>
          <p:spPr>
            <a:xfrm>
              <a:off x="744325" y="3374200"/>
              <a:ext cx="239475" cy="163850"/>
            </a:xfrm>
            <a:custGeom>
              <a:avLst/>
              <a:gdLst/>
              <a:ahLst/>
              <a:cxnLst/>
              <a:rect l="l" t="t" r="r" b="b"/>
              <a:pathLst>
                <a:path w="9579" h="6554" extrusionOk="0">
                  <a:moveTo>
                    <a:pt x="3361" y="0"/>
                  </a:moveTo>
                  <a:cubicBezTo>
                    <a:pt x="2941" y="0"/>
                    <a:pt x="2689" y="336"/>
                    <a:pt x="2689" y="672"/>
                  </a:cubicBezTo>
                  <a:cubicBezTo>
                    <a:pt x="2689" y="756"/>
                    <a:pt x="2689" y="840"/>
                    <a:pt x="2773" y="924"/>
                  </a:cubicBezTo>
                  <a:lnTo>
                    <a:pt x="2017" y="924"/>
                  </a:lnTo>
                  <a:cubicBezTo>
                    <a:pt x="1597" y="924"/>
                    <a:pt x="1177" y="1261"/>
                    <a:pt x="1177" y="1681"/>
                  </a:cubicBezTo>
                  <a:lnTo>
                    <a:pt x="1177" y="1933"/>
                  </a:lnTo>
                  <a:cubicBezTo>
                    <a:pt x="757" y="2101"/>
                    <a:pt x="421" y="2521"/>
                    <a:pt x="421" y="3025"/>
                  </a:cubicBezTo>
                  <a:cubicBezTo>
                    <a:pt x="421" y="3361"/>
                    <a:pt x="589" y="3697"/>
                    <a:pt x="757" y="3865"/>
                  </a:cubicBezTo>
                  <a:lnTo>
                    <a:pt x="673" y="3865"/>
                  </a:lnTo>
                  <a:cubicBezTo>
                    <a:pt x="337" y="3865"/>
                    <a:pt x="1" y="4117"/>
                    <a:pt x="1" y="4537"/>
                  </a:cubicBezTo>
                  <a:cubicBezTo>
                    <a:pt x="337" y="4789"/>
                    <a:pt x="673" y="4957"/>
                    <a:pt x="1009" y="4957"/>
                  </a:cubicBezTo>
                  <a:lnTo>
                    <a:pt x="1177" y="4957"/>
                  </a:lnTo>
                  <a:cubicBezTo>
                    <a:pt x="1093" y="5041"/>
                    <a:pt x="1093" y="5209"/>
                    <a:pt x="1093" y="5378"/>
                  </a:cubicBezTo>
                  <a:cubicBezTo>
                    <a:pt x="1093" y="5714"/>
                    <a:pt x="1429" y="6050"/>
                    <a:pt x="1681" y="6134"/>
                  </a:cubicBezTo>
                  <a:lnTo>
                    <a:pt x="1681" y="6218"/>
                  </a:lnTo>
                  <a:cubicBezTo>
                    <a:pt x="1681" y="6302"/>
                    <a:pt x="1681" y="6470"/>
                    <a:pt x="1849" y="6554"/>
                  </a:cubicBezTo>
                  <a:lnTo>
                    <a:pt x="8571" y="6554"/>
                  </a:lnTo>
                  <a:lnTo>
                    <a:pt x="8571" y="6302"/>
                  </a:lnTo>
                  <a:cubicBezTo>
                    <a:pt x="8571" y="6134"/>
                    <a:pt x="8403" y="6050"/>
                    <a:pt x="8319" y="5882"/>
                  </a:cubicBezTo>
                  <a:lnTo>
                    <a:pt x="8571" y="5882"/>
                  </a:lnTo>
                  <a:cubicBezTo>
                    <a:pt x="8739" y="5882"/>
                    <a:pt x="8907" y="5714"/>
                    <a:pt x="8907" y="5462"/>
                  </a:cubicBezTo>
                  <a:cubicBezTo>
                    <a:pt x="8907" y="5378"/>
                    <a:pt x="8907" y="5378"/>
                    <a:pt x="8823" y="5294"/>
                  </a:cubicBezTo>
                  <a:cubicBezTo>
                    <a:pt x="9243" y="5209"/>
                    <a:pt x="9579" y="4705"/>
                    <a:pt x="9579" y="4285"/>
                  </a:cubicBezTo>
                  <a:cubicBezTo>
                    <a:pt x="9579" y="3865"/>
                    <a:pt x="9243" y="3445"/>
                    <a:pt x="8823" y="3361"/>
                  </a:cubicBezTo>
                  <a:cubicBezTo>
                    <a:pt x="8823" y="3277"/>
                    <a:pt x="8907" y="3025"/>
                    <a:pt x="8907" y="2941"/>
                  </a:cubicBezTo>
                  <a:cubicBezTo>
                    <a:pt x="8907" y="2437"/>
                    <a:pt x="8655" y="1933"/>
                    <a:pt x="8067" y="1765"/>
                  </a:cubicBezTo>
                  <a:lnTo>
                    <a:pt x="8067" y="1681"/>
                  </a:lnTo>
                  <a:cubicBezTo>
                    <a:pt x="8067" y="1261"/>
                    <a:pt x="7814" y="924"/>
                    <a:pt x="7226" y="924"/>
                  </a:cubicBezTo>
                  <a:lnTo>
                    <a:pt x="7058" y="924"/>
                  </a:lnTo>
                  <a:cubicBezTo>
                    <a:pt x="7142" y="840"/>
                    <a:pt x="7142" y="756"/>
                    <a:pt x="7142" y="672"/>
                  </a:cubicBezTo>
                  <a:cubicBezTo>
                    <a:pt x="7142" y="252"/>
                    <a:pt x="6890" y="0"/>
                    <a:pt x="647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15"/>
            <p:cNvSpPr/>
            <p:nvPr/>
          </p:nvSpPr>
          <p:spPr>
            <a:xfrm>
              <a:off x="738025" y="3374200"/>
              <a:ext cx="195375" cy="163850"/>
            </a:xfrm>
            <a:custGeom>
              <a:avLst/>
              <a:gdLst/>
              <a:ahLst/>
              <a:cxnLst/>
              <a:rect l="l" t="t" r="r" b="b"/>
              <a:pathLst>
                <a:path w="7815" h="6554" extrusionOk="0">
                  <a:moveTo>
                    <a:pt x="3361" y="0"/>
                  </a:moveTo>
                  <a:cubicBezTo>
                    <a:pt x="2941" y="0"/>
                    <a:pt x="2605" y="336"/>
                    <a:pt x="2605" y="672"/>
                  </a:cubicBezTo>
                  <a:cubicBezTo>
                    <a:pt x="2605" y="756"/>
                    <a:pt x="2605" y="840"/>
                    <a:pt x="2689" y="924"/>
                  </a:cubicBezTo>
                  <a:lnTo>
                    <a:pt x="1933" y="924"/>
                  </a:lnTo>
                  <a:cubicBezTo>
                    <a:pt x="1513" y="924"/>
                    <a:pt x="1093" y="1261"/>
                    <a:pt x="1093" y="1681"/>
                  </a:cubicBezTo>
                  <a:lnTo>
                    <a:pt x="1093" y="1933"/>
                  </a:lnTo>
                  <a:cubicBezTo>
                    <a:pt x="673" y="2101"/>
                    <a:pt x="421" y="2521"/>
                    <a:pt x="421" y="3025"/>
                  </a:cubicBezTo>
                  <a:cubicBezTo>
                    <a:pt x="421" y="3361"/>
                    <a:pt x="505" y="3697"/>
                    <a:pt x="673" y="3865"/>
                  </a:cubicBezTo>
                  <a:lnTo>
                    <a:pt x="589" y="3865"/>
                  </a:lnTo>
                  <a:cubicBezTo>
                    <a:pt x="253" y="3865"/>
                    <a:pt x="1" y="4117"/>
                    <a:pt x="1" y="4537"/>
                  </a:cubicBezTo>
                  <a:cubicBezTo>
                    <a:pt x="85" y="4789"/>
                    <a:pt x="337" y="4957"/>
                    <a:pt x="673" y="4957"/>
                  </a:cubicBezTo>
                  <a:lnTo>
                    <a:pt x="925" y="4957"/>
                  </a:lnTo>
                  <a:cubicBezTo>
                    <a:pt x="757" y="5041"/>
                    <a:pt x="757" y="5209"/>
                    <a:pt x="757" y="5378"/>
                  </a:cubicBezTo>
                  <a:cubicBezTo>
                    <a:pt x="757" y="5714"/>
                    <a:pt x="1093" y="6050"/>
                    <a:pt x="1429" y="6134"/>
                  </a:cubicBezTo>
                  <a:lnTo>
                    <a:pt x="1429" y="6218"/>
                  </a:lnTo>
                  <a:cubicBezTo>
                    <a:pt x="1429" y="6302"/>
                    <a:pt x="1429" y="6470"/>
                    <a:pt x="1513" y="6554"/>
                  </a:cubicBezTo>
                  <a:lnTo>
                    <a:pt x="6806" y="6554"/>
                  </a:lnTo>
                  <a:lnTo>
                    <a:pt x="6806" y="6302"/>
                  </a:lnTo>
                  <a:cubicBezTo>
                    <a:pt x="6806" y="6134"/>
                    <a:pt x="6722" y="6050"/>
                    <a:pt x="6554" y="5882"/>
                  </a:cubicBezTo>
                  <a:lnTo>
                    <a:pt x="6806" y="5882"/>
                  </a:lnTo>
                  <a:cubicBezTo>
                    <a:pt x="6974" y="5882"/>
                    <a:pt x="7226" y="5714"/>
                    <a:pt x="7226" y="5462"/>
                  </a:cubicBezTo>
                  <a:cubicBezTo>
                    <a:pt x="7226" y="5378"/>
                    <a:pt x="7226" y="5378"/>
                    <a:pt x="7058" y="5294"/>
                  </a:cubicBezTo>
                  <a:cubicBezTo>
                    <a:pt x="7478" y="5209"/>
                    <a:pt x="7814" y="4705"/>
                    <a:pt x="7814" y="4285"/>
                  </a:cubicBezTo>
                  <a:cubicBezTo>
                    <a:pt x="7814" y="3865"/>
                    <a:pt x="7478" y="3445"/>
                    <a:pt x="7058" y="3361"/>
                  </a:cubicBezTo>
                  <a:cubicBezTo>
                    <a:pt x="7058" y="3277"/>
                    <a:pt x="7226" y="3025"/>
                    <a:pt x="7226" y="2941"/>
                  </a:cubicBezTo>
                  <a:cubicBezTo>
                    <a:pt x="7226" y="2437"/>
                    <a:pt x="6890" y="1933"/>
                    <a:pt x="6386" y="1765"/>
                  </a:cubicBezTo>
                  <a:lnTo>
                    <a:pt x="6386" y="1681"/>
                  </a:lnTo>
                  <a:cubicBezTo>
                    <a:pt x="6386" y="1261"/>
                    <a:pt x="6050" y="924"/>
                    <a:pt x="5546" y="924"/>
                  </a:cubicBezTo>
                  <a:lnTo>
                    <a:pt x="5378" y="924"/>
                  </a:lnTo>
                  <a:cubicBezTo>
                    <a:pt x="5546" y="840"/>
                    <a:pt x="5546" y="756"/>
                    <a:pt x="5546" y="672"/>
                  </a:cubicBezTo>
                  <a:cubicBezTo>
                    <a:pt x="5546" y="252"/>
                    <a:pt x="5210" y="0"/>
                    <a:pt x="479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1" name="Google Shape;591;p15"/>
          <p:cNvGrpSpPr/>
          <p:nvPr/>
        </p:nvGrpSpPr>
        <p:grpSpPr>
          <a:xfrm>
            <a:off x="52794" y="3393586"/>
            <a:ext cx="331740" cy="1224973"/>
            <a:chOff x="8678270" y="2267841"/>
            <a:chExt cx="341929" cy="1262338"/>
          </a:xfrm>
        </p:grpSpPr>
        <p:sp>
          <p:nvSpPr>
            <p:cNvPr id="592" name="Google Shape;592;p15"/>
            <p:cNvSpPr/>
            <p:nvPr/>
          </p:nvSpPr>
          <p:spPr>
            <a:xfrm>
              <a:off x="8879564" y="3351210"/>
              <a:ext cx="38410" cy="178969"/>
            </a:xfrm>
            <a:custGeom>
              <a:avLst/>
              <a:gdLst/>
              <a:ahLst/>
              <a:cxnLst/>
              <a:rect l="l" t="t" r="r" b="b"/>
              <a:pathLst>
                <a:path w="1010" h="4706" extrusionOk="0">
                  <a:moveTo>
                    <a:pt x="1" y="0"/>
                  </a:moveTo>
                  <a:lnTo>
                    <a:pt x="1" y="4705"/>
                  </a:lnTo>
                  <a:lnTo>
                    <a:pt x="1009" y="4705"/>
                  </a:lnTo>
                  <a:lnTo>
                    <a:pt x="1009" y="0"/>
                  </a:lnTo>
                  <a:close/>
                </a:path>
              </a:pathLst>
            </a:custGeom>
            <a:solidFill>
              <a:srgbClr val="4054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15"/>
            <p:cNvSpPr/>
            <p:nvPr/>
          </p:nvSpPr>
          <p:spPr>
            <a:xfrm>
              <a:off x="8885953" y="2462898"/>
              <a:ext cx="25594" cy="888343"/>
            </a:xfrm>
            <a:custGeom>
              <a:avLst/>
              <a:gdLst/>
              <a:ahLst/>
              <a:cxnLst/>
              <a:rect l="l" t="t" r="r" b="b"/>
              <a:pathLst>
                <a:path w="673" h="23359" extrusionOk="0">
                  <a:moveTo>
                    <a:pt x="253" y="1"/>
                  </a:moveTo>
                  <a:cubicBezTo>
                    <a:pt x="253" y="1009"/>
                    <a:pt x="1" y="22602"/>
                    <a:pt x="1" y="23358"/>
                  </a:cubicBezTo>
                  <a:lnTo>
                    <a:pt x="673" y="23358"/>
                  </a:lnTo>
                  <a:cubicBezTo>
                    <a:pt x="673" y="22602"/>
                    <a:pt x="421" y="925"/>
                    <a:pt x="421" y="1"/>
                  </a:cubicBezTo>
                  <a:close/>
                </a:path>
              </a:pathLst>
            </a:custGeom>
            <a:solidFill>
              <a:srgbClr val="F5F9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15"/>
            <p:cNvSpPr/>
            <p:nvPr/>
          </p:nvSpPr>
          <p:spPr>
            <a:xfrm>
              <a:off x="8901926" y="2462898"/>
              <a:ext cx="9622" cy="888343"/>
            </a:xfrm>
            <a:custGeom>
              <a:avLst/>
              <a:gdLst/>
              <a:ahLst/>
              <a:cxnLst/>
              <a:rect l="l" t="t" r="r" b="b"/>
              <a:pathLst>
                <a:path w="253" h="23359" extrusionOk="0">
                  <a:moveTo>
                    <a:pt x="1" y="1"/>
                  </a:moveTo>
                  <a:lnTo>
                    <a:pt x="1" y="23358"/>
                  </a:lnTo>
                  <a:lnTo>
                    <a:pt x="169" y="23358"/>
                  </a:lnTo>
                  <a:cubicBezTo>
                    <a:pt x="253" y="22602"/>
                    <a:pt x="1" y="925"/>
                    <a:pt x="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15"/>
            <p:cNvSpPr/>
            <p:nvPr/>
          </p:nvSpPr>
          <p:spPr>
            <a:xfrm>
              <a:off x="8678270" y="2446013"/>
              <a:ext cx="214109" cy="37383"/>
            </a:xfrm>
            <a:custGeom>
              <a:avLst/>
              <a:gdLst/>
              <a:ahLst/>
              <a:cxnLst/>
              <a:rect l="l" t="t" r="r" b="b"/>
              <a:pathLst>
                <a:path w="5630" h="983" extrusionOk="0">
                  <a:moveTo>
                    <a:pt x="4414" y="1"/>
                  </a:moveTo>
                  <a:cubicBezTo>
                    <a:pt x="3480" y="1"/>
                    <a:pt x="1" y="630"/>
                    <a:pt x="1" y="781"/>
                  </a:cubicBezTo>
                  <a:cubicBezTo>
                    <a:pt x="1" y="920"/>
                    <a:pt x="408" y="982"/>
                    <a:pt x="1055" y="982"/>
                  </a:cubicBezTo>
                  <a:cubicBezTo>
                    <a:pt x="1583" y="982"/>
                    <a:pt x="2270" y="941"/>
                    <a:pt x="3025" y="865"/>
                  </a:cubicBezTo>
                  <a:cubicBezTo>
                    <a:pt x="4706" y="781"/>
                    <a:pt x="5630" y="781"/>
                    <a:pt x="5630" y="613"/>
                  </a:cubicBezTo>
                  <a:cubicBezTo>
                    <a:pt x="5630" y="361"/>
                    <a:pt x="5210" y="277"/>
                    <a:pt x="4622" y="25"/>
                  </a:cubicBezTo>
                  <a:cubicBezTo>
                    <a:pt x="4588" y="8"/>
                    <a:pt x="4517" y="1"/>
                    <a:pt x="441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15"/>
            <p:cNvSpPr/>
            <p:nvPr/>
          </p:nvSpPr>
          <p:spPr>
            <a:xfrm>
              <a:off x="8694242" y="2446583"/>
              <a:ext cx="185358" cy="25936"/>
            </a:xfrm>
            <a:custGeom>
              <a:avLst/>
              <a:gdLst/>
              <a:ahLst/>
              <a:cxnLst/>
              <a:rect l="l" t="t" r="r" b="b"/>
              <a:pathLst>
                <a:path w="4874" h="682" extrusionOk="0">
                  <a:moveTo>
                    <a:pt x="4083" y="1"/>
                  </a:moveTo>
                  <a:cubicBezTo>
                    <a:pt x="3433" y="1"/>
                    <a:pt x="855" y="449"/>
                    <a:pt x="1" y="682"/>
                  </a:cubicBezTo>
                  <a:lnTo>
                    <a:pt x="4874" y="346"/>
                  </a:lnTo>
                  <a:cubicBezTo>
                    <a:pt x="4706" y="262"/>
                    <a:pt x="4454" y="262"/>
                    <a:pt x="4370" y="178"/>
                  </a:cubicBezTo>
                  <a:cubicBezTo>
                    <a:pt x="4286" y="178"/>
                    <a:pt x="4286" y="178"/>
                    <a:pt x="4202" y="10"/>
                  </a:cubicBezTo>
                  <a:cubicBezTo>
                    <a:pt x="4176" y="4"/>
                    <a:pt x="4136" y="1"/>
                    <a:pt x="4083" y="1"/>
                  </a:cubicBez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15"/>
            <p:cNvSpPr/>
            <p:nvPr/>
          </p:nvSpPr>
          <p:spPr>
            <a:xfrm>
              <a:off x="8895537" y="2468489"/>
              <a:ext cx="124662" cy="179806"/>
            </a:xfrm>
            <a:custGeom>
              <a:avLst/>
              <a:gdLst/>
              <a:ahLst/>
              <a:cxnLst/>
              <a:rect l="l" t="t" r="r" b="b"/>
              <a:pathLst>
                <a:path w="3278" h="4728" extrusionOk="0">
                  <a:moveTo>
                    <a:pt x="199" y="1"/>
                  </a:moveTo>
                  <a:cubicBezTo>
                    <a:pt x="186" y="1"/>
                    <a:pt x="176" y="8"/>
                    <a:pt x="169" y="22"/>
                  </a:cubicBezTo>
                  <a:cubicBezTo>
                    <a:pt x="1" y="22"/>
                    <a:pt x="169" y="526"/>
                    <a:pt x="253" y="1114"/>
                  </a:cubicBezTo>
                  <a:cubicBezTo>
                    <a:pt x="337" y="1450"/>
                    <a:pt x="3110" y="4727"/>
                    <a:pt x="3194" y="4727"/>
                  </a:cubicBezTo>
                  <a:cubicBezTo>
                    <a:pt x="3278" y="4643"/>
                    <a:pt x="2690" y="3467"/>
                    <a:pt x="1681" y="2122"/>
                  </a:cubicBezTo>
                  <a:cubicBezTo>
                    <a:pt x="835" y="815"/>
                    <a:pt x="341" y="1"/>
                    <a:pt x="19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15"/>
            <p:cNvSpPr/>
            <p:nvPr/>
          </p:nvSpPr>
          <p:spPr>
            <a:xfrm>
              <a:off x="8905120" y="2478909"/>
              <a:ext cx="102301" cy="156570"/>
            </a:xfrm>
            <a:custGeom>
              <a:avLst/>
              <a:gdLst/>
              <a:ahLst/>
              <a:cxnLst/>
              <a:rect l="l" t="t" r="r" b="b"/>
              <a:pathLst>
                <a:path w="2690" h="4117" extrusionOk="0">
                  <a:moveTo>
                    <a:pt x="1" y="0"/>
                  </a:moveTo>
                  <a:cubicBezTo>
                    <a:pt x="1" y="252"/>
                    <a:pt x="85" y="420"/>
                    <a:pt x="85" y="672"/>
                  </a:cubicBezTo>
                  <a:lnTo>
                    <a:pt x="85" y="840"/>
                  </a:lnTo>
                  <a:cubicBezTo>
                    <a:pt x="85" y="1092"/>
                    <a:pt x="2017" y="3361"/>
                    <a:pt x="2690" y="4117"/>
                  </a:cubicBezTo>
                  <a:lnTo>
                    <a:pt x="1" y="0"/>
                  </a:ln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15"/>
            <p:cNvSpPr/>
            <p:nvPr/>
          </p:nvSpPr>
          <p:spPr>
            <a:xfrm>
              <a:off x="8892342" y="2267841"/>
              <a:ext cx="111884" cy="190644"/>
            </a:xfrm>
            <a:custGeom>
              <a:avLst/>
              <a:gdLst/>
              <a:ahLst/>
              <a:cxnLst/>
              <a:rect l="l" t="t" r="r" b="b"/>
              <a:pathLst>
                <a:path w="2942" h="5013" extrusionOk="0">
                  <a:moveTo>
                    <a:pt x="2847" y="1"/>
                  </a:moveTo>
                  <a:cubicBezTo>
                    <a:pt x="2722" y="1"/>
                    <a:pt x="1992" y="1145"/>
                    <a:pt x="1261" y="2525"/>
                  </a:cubicBezTo>
                  <a:cubicBezTo>
                    <a:pt x="505" y="4038"/>
                    <a:pt x="1" y="4878"/>
                    <a:pt x="253" y="4962"/>
                  </a:cubicBezTo>
                  <a:cubicBezTo>
                    <a:pt x="270" y="4996"/>
                    <a:pt x="298" y="5013"/>
                    <a:pt x="335" y="5013"/>
                  </a:cubicBezTo>
                  <a:cubicBezTo>
                    <a:pt x="481" y="5013"/>
                    <a:pt x="776" y="4758"/>
                    <a:pt x="1177" y="4290"/>
                  </a:cubicBezTo>
                  <a:cubicBezTo>
                    <a:pt x="1429" y="4122"/>
                    <a:pt x="2942" y="89"/>
                    <a:pt x="2858" y="5"/>
                  </a:cubicBezTo>
                  <a:cubicBezTo>
                    <a:pt x="2855" y="2"/>
                    <a:pt x="2851" y="1"/>
                    <a:pt x="284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15"/>
            <p:cNvSpPr/>
            <p:nvPr/>
          </p:nvSpPr>
          <p:spPr>
            <a:xfrm>
              <a:off x="8911509" y="2283966"/>
              <a:ext cx="86328" cy="169386"/>
            </a:xfrm>
            <a:custGeom>
              <a:avLst/>
              <a:gdLst/>
              <a:ahLst/>
              <a:cxnLst/>
              <a:rect l="l" t="t" r="r" b="b"/>
              <a:pathLst>
                <a:path w="2270" h="4454" extrusionOk="0">
                  <a:moveTo>
                    <a:pt x="2270" y="1"/>
                  </a:moveTo>
                  <a:lnTo>
                    <a:pt x="1" y="4454"/>
                  </a:lnTo>
                  <a:cubicBezTo>
                    <a:pt x="169" y="4286"/>
                    <a:pt x="337" y="4202"/>
                    <a:pt x="421" y="4034"/>
                  </a:cubicBezTo>
                  <a:cubicBezTo>
                    <a:pt x="589" y="4034"/>
                    <a:pt x="589" y="3866"/>
                    <a:pt x="673" y="3866"/>
                  </a:cubicBezTo>
                  <a:cubicBezTo>
                    <a:pt x="841" y="3698"/>
                    <a:pt x="1933" y="925"/>
                    <a:pt x="2270" y="1"/>
                  </a:cubicBez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15"/>
            <p:cNvSpPr/>
            <p:nvPr/>
          </p:nvSpPr>
          <p:spPr>
            <a:xfrm>
              <a:off x="8885953" y="2453315"/>
              <a:ext cx="22400" cy="22438"/>
            </a:xfrm>
            <a:custGeom>
              <a:avLst/>
              <a:gdLst/>
              <a:ahLst/>
              <a:cxnLst/>
              <a:rect l="l" t="t" r="r" b="b"/>
              <a:pathLst>
                <a:path w="589" h="590" extrusionOk="0">
                  <a:moveTo>
                    <a:pt x="253" y="1"/>
                  </a:moveTo>
                  <a:cubicBezTo>
                    <a:pt x="85" y="1"/>
                    <a:pt x="1" y="85"/>
                    <a:pt x="1" y="253"/>
                  </a:cubicBezTo>
                  <a:cubicBezTo>
                    <a:pt x="1" y="505"/>
                    <a:pt x="85" y="589"/>
                    <a:pt x="253" y="589"/>
                  </a:cubicBezTo>
                  <a:cubicBezTo>
                    <a:pt x="505" y="589"/>
                    <a:pt x="589" y="505"/>
                    <a:pt x="589" y="253"/>
                  </a:cubicBezTo>
                  <a:cubicBezTo>
                    <a:pt x="589" y="85"/>
                    <a:pt x="505" y="1"/>
                    <a:pt x="25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15"/>
            <p:cNvSpPr/>
            <p:nvPr/>
          </p:nvSpPr>
          <p:spPr>
            <a:xfrm>
              <a:off x="8889148" y="2456509"/>
              <a:ext cx="16011" cy="16011"/>
            </a:xfrm>
            <a:custGeom>
              <a:avLst/>
              <a:gdLst/>
              <a:ahLst/>
              <a:cxnLst/>
              <a:rect l="l" t="t" r="r" b="b"/>
              <a:pathLst>
                <a:path w="421" h="421" extrusionOk="0">
                  <a:moveTo>
                    <a:pt x="169" y="1"/>
                  </a:moveTo>
                  <a:cubicBezTo>
                    <a:pt x="85" y="1"/>
                    <a:pt x="1" y="85"/>
                    <a:pt x="1" y="169"/>
                  </a:cubicBezTo>
                  <a:cubicBezTo>
                    <a:pt x="1" y="337"/>
                    <a:pt x="85" y="421"/>
                    <a:pt x="169" y="421"/>
                  </a:cubicBezTo>
                  <a:cubicBezTo>
                    <a:pt x="337" y="421"/>
                    <a:pt x="421" y="337"/>
                    <a:pt x="421" y="169"/>
                  </a:cubicBezTo>
                  <a:cubicBezTo>
                    <a:pt x="421" y="85"/>
                    <a:pt x="337" y="1"/>
                    <a:pt x="169" y="1"/>
                  </a:cubicBezTo>
                  <a:close/>
                </a:path>
              </a:pathLst>
            </a:custGeom>
            <a:solidFill>
              <a:srgbClr val="5068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text 2">
  <p:cSld name="CUSTOM_4_1">
    <p:spTree>
      <p:nvGrpSpPr>
        <p:cNvPr id="1" name="Shape 603"/>
        <p:cNvGrpSpPr/>
        <p:nvPr/>
      </p:nvGrpSpPr>
      <p:grpSpPr>
        <a:xfrm>
          <a:off x="0" y="0"/>
          <a:ext cx="0" cy="0"/>
          <a:chOff x="0" y="0"/>
          <a:chExt cx="0" cy="0"/>
        </a:xfrm>
      </p:grpSpPr>
      <p:pic>
        <p:nvPicPr>
          <p:cNvPr id="604" name="Google Shape;604;p16"/>
          <p:cNvPicPr preferRelativeResize="0"/>
          <p:nvPr/>
        </p:nvPicPr>
        <p:blipFill rotWithShape="1">
          <a:blip r:embed="rId2">
            <a:alphaModFix/>
          </a:blip>
          <a:srcRect l="46746"/>
          <a:stretch/>
        </p:blipFill>
        <p:spPr>
          <a:xfrm rot="5400000">
            <a:off x="-232595" y="233125"/>
            <a:ext cx="2113375" cy="1648175"/>
          </a:xfrm>
          <a:prstGeom prst="rect">
            <a:avLst/>
          </a:prstGeom>
          <a:noFill/>
          <a:ln>
            <a:noFill/>
          </a:ln>
        </p:spPr>
      </p:pic>
      <p:pic>
        <p:nvPicPr>
          <p:cNvPr id="605" name="Google Shape;605;p16"/>
          <p:cNvPicPr preferRelativeResize="0"/>
          <p:nvPr/>
        </p:nvPicPr>
        <p:blipFill rotWithShape="1">
          <a:blip r:embed="rId2">
            <a:alphaModFix/>
          </a:blip>
          <a:srcRect l="46746"/>
          <a:stretch/>
        </p:blipFill>
        <p:spPr>
          <a:xfrm rot="10800000">
            <a:off x="7030630" y="525"/>
            <a:ext cx="2113375" cy="1648175"/>
          </a:xfrm>
          <a:prstGeom prst="rect">
            <a:avLst/>
          </a:prstGeom>
          <a:noFill/>
          <a:ln>
            <a:noFill/>
          </a:ln>
        </p:spPr>
      </p:pic>
      <p:sp>
        <p:nvSpPr>
          <p:cNvPr id="606" name="Google Shape;606;p16"/>
          <p:cNvSpPr txBox="1">
            <a:spLocks noGrp="1"/>
          </p:cNvSpPr>
          <p:nvPr>
            <p:ph type="title"/>
          </p:nvPr>
        </p:nvSpPr>
        <p:spPr>
          <a:xfrm>
            <a:off x="5317600" y="2090913"/>
            <a:ext cx="2630400" cy="930300"/>
          </a:xfrm>
          <a:prstGeom prst="rect">
            <a:avLst/>
          </a:prstGeom>
        </p:spPr>
        <p:txBody>
          <a:bodyPr spcFirstLastPara="1" wrap="square" lIns="91425" tIns="91425" rIns="91425" bIns="91425" anchor="b" anchorCtr="0">
            <a:noAutofit/>
          </a:bodyPr>
          <a:lstStyle>
            <a:lvl1pPr lvl="0" rtl="0">
              <a:spcBef>
                <a:spcPts val="0"/>
              </a:spcBef>
              <a:spcAft>
                <a:spcPts val="0"/>
              </a:spcAft>
              <a:buSzPts val="26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607" name="Google Shape;607;p16"/>
          <p:cNvSpPr txBox="1">
            <a:spLocks noGrp="1"/>
          </p:cNvSpPr>
          <p:nvPr>
            <p:ph type="subTitle" idx="1"/>
          </p:nvPr>
        </p:nvSpPr>
        <p:spPr>
          <a:xfrm>
            <a:off x="4834900" y="2945113"/>
            <a:ext cx="3595800" cy="1080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608" name="Google Shape;608;p16"/>
          <p:cNvSpPr/>
          <p:nvPr/>
        </p:nvSpPr>
        <p:spPr>
          <a:xfrm flipH="1">
            <a:off x="-276740" y="4617203"/>
            <a:ext cx="9697465" cy="527901"/>
          </a:xfrm>
          <a:custGeom>
            <a:avLst/>
            <a:gdLst/>
            <a:ahLst/>
            <a:cxnLst/>
            <a:rect l="l" t="t" r="r" b="b"/>
            <a:pathLst>
              <a:path w="308689" h="50833" extrusionOk="0">
                <a:moveTo>
                  <a:pt x="10839" y="0"/>
                </a:moveTo>
                <a:cubicBezTo>
                  <a:pt x="4790" y="0"/>
                  <a:pt x="1" y="4201"/>
                  <a:pt x="1" y="9411"/>
                </a:cubicBezTo>
                <a:lnTo>
                  <a:pt x="1" y="41506"/>
                </a:lnTo>
                <a:cubicBezTo>
                  <a:pt x="1" y="46631"/>
                  <a:pt x="4874" y="50832"/>
                  <a:pt x="10839" y="50832"/>
                </a:cubicBezTo>
                <a:lnTo>
                  <a:pt x="297850" y="50832"/>
                </a:lnTo>
                <a:cubicBezTo>
                  <a:pt x="303815" y="50832"/>
                  <a:pt x="308688" y="46631"/>
                  <a:pt x="308688" y="41506"/>
                </a:cubicBezTo>
                <a:lnTo>
                  <a:pt x="308688" y="9411"/>
                </a:lnTo>
                <a:cubicBezTo>
                  <a:pt x="308688" y="4201"/>
                  <a:pt x="303815" y="0"/>
                  <a:pt x="297850" y="0"/>
                </a:cubicBezTo>
                <a:close/>
              </a:path>
            </a:pathLst>
          </a:custGeom>
          <a:solidFill>
            <a:srgbClr val="97B8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16"/>
          <p:cNvSpPr/>
          <p:nvPr/>
        </p:nvSpPr>
        <p:spPr>
          <a:xfrm rot="10800000" flipH="1">
            <a:off x="4393188" y="4730559"/>
            <a:ext cx="4479214" cy="355065"/>
          </a:xfrm>
          <a:custGeom>
            <a:avLst/>
            <a:gdLst/>
            <a:ahLst/>
            <a:cxnLst/>
            <a:rect l="l" t="t" r="r" b="b"/>
            <a:pathLst>
              <a:path w="142582" h="19493" extrusionOk="0">
                <a:moveTo>
                  <a:pt x="7730" y="0"/>
                </a:moveTo>
                <a:cubicBezTo>
                  <a:pt x="3445" y="0"/>
                  <a:pt x="0" y="3445"/>
                  <a:pt x="0" y="7646"/>
                </a:cubicBezTo>
                <a:cubicBezTo>
                  <a:pt x="0" y="11847"/>
                  <a:pt x="3445" y="15292"/>
                  <a:pt x="7730" y="15292"/>
                </a:cubicBezTo>
                <a:lnTo>
                  <a:pt x="13023" y="15292"/>
                </a:lnTo>
                <a:cubicBezTo>
                  <a:pt x="12687" y="15712"/>
                  <a:pt x="12603" y="16300"/>
                  <a:pt x="12603" y="16804"/>
                </a:cubicBezTo>
                <a:cubicBezTo>
                  <a:pt x="12603" y="18401"/>
                  <a:pt x="13864" y="19493"/>
                  <a:pt x="15376" y="19493"/>
                </a:cubicBezTo>
                <a:lnTo>
                  <a:pt x="108554" y="19493"/>
                </a:lnTo>
                <a:cubicBezTo>
                  <a:pt x="110150" y="19493"/>
                  <a:pt x="111410" y="18233"/>
                  <a:pt x="111410" y="16804"/>
                </a:cubicBezTo>
                <a:cubicBezTo>
                  <a:pt x="111410" y="16300"/>
                  <a:pt x="111158" y="15712"/>
                  <a:pt x="110990" y="15292"/>
                </a:cubicBezTo>
                <a:lnTo>
                  <a:pt x="134768" y="15292"/>
                </a:lnTo>
                <a:cubicBezTo>
                  <a:pt x="139137" y="15292"/>
                  <a:pt x="142581" y="11847"/>
                  <a:pt x="142581" y="7646"/>
                </a:cubicBezTo>
                <a:cubicBezTo>
                  <a:pt x="142497" y="3445"/>
                  <a:pt x="139053" y="0"/>
                  <a:pt x="13468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10" name="Google Shape;610;p16"/>
          <p:cNvGrpSpPr/>
          <p:nvPr/>
        </p:nvGrpSpPr>
        <p:grpSpPr>
          <a:xfrm>
            <a:off x="316575" y="304643"/>
            <a:ext cx="8550322" cy="737295"/>
            <a:chOff x="1381076" y="1274576"/>
            <a:chExt cx="6135421" cy="529058"/>
          </a:xfrm>
        </p:grpSpPr>
        <p:sp>
          <p:nvSpPr>
            <p:cNvPr id="611" name="Google Shape;611;p16"/>
            <p:cNvSpPr/>
            <p:nvPr/>
          </p:nvSpPr>
          <p:spPr>
            <a:xfrm>
              <a:off x="6857123" y="1328857"/>
              <a:ext cx="611275" cy="306700"/>
            </a:xfrm>
            <a:custGeom>
              <a:avLst/>
              <a:gdLst/>
              <a:ahLst/>
              <a:cxnLst/>
              <a:rect l="l" t="t" r="r" b="b"/>
              <a:pathLst>
                <a:path w="24451" h="12268" extrusionOk="0">
                  <a:moveTo>
                    <a:pt x="22182" y="4706"/>
                  </a:moveTo>
                  <a:lnTo>
                    <a:pt x="18821" y="4706"/>
                  </a:lnTo>
                  <a:cubicBezTo>
                    <a:pt x="18569" y="3362"/>
                    <a:pt x="17477" y="2185"/>
                    <a:pt x="15881" y="2185"/>
                  </a:cubicBezTo>
                  <a:lnTo>
                    <a:pt x="12268" y="2185"/>
                  </a:lnTo>
                  <a:lnTo>
                    <a:pt x="12268" y="1849"/>
                  </a:lnTo>
                  <a:cubicBezTo>
                    <a:pt x="12268" y="841"/>
                    <a:pt x="11428" y="1"/>
                    <a:pt x="10335" y="1"/>
                  </a:cubicBezTo>
                  <a:lnTo>
                    <a:pt x="8235" y="1"/>
                  </a:lnTo>
                  <a:cubicBezTo>
                    <a:pt x="7143" y="1"/>
                    <a:pt x="6218" y="841"/>
                    <a:pt x="6218" y="1849"/>
                  </a:cubicBezTo>
                  <a:lnTo>
                    <a:pt x="6218" y="2185"/>
                  </a:lnTo>
                  <a:lnTo>
                    <a:pt x="5126" y="2185"/>
                  </a:lnTo>
                  <a:cubicBezTo>
                    <a:pt x="3614" y="2185"/>
                    <a:pt x="2185" y="3446"/>
                    <a:pt x="2185" y="5042"/>
                  </a:cubicBezTo>
                  <a:cubicBezTo>
                    <a:pt x="925" y="5126"/>
                    <a:pt x="1" y="6050"/>
                    <a:pt x="1" y="7311"/>
                  </a:cubicBezTo>
                  <a:cubicBezTo>
                    <a:pt x="1" y="8571"/>
                    <a:pt x="1093" y="9663"/>
                    <a:pt x="2269" y="9663"/>
                  </a:cubicBezTo>
                  <a:lnTo>
                    <a:pt x="3194" y="9663"/>
                  </a:lnTo>
                  <a:cubicBezTo>
                    <a:pt x="3614" y="10503"/>
                    <a:pt x="4370" y="11007"/>
                    <a:pt x="5378" y="11007"/>
                  </a:cubicBezTo>
                  <a:lnTo>
                    <a:pt x="7815" y="11007"/>
                  </a:lnTo>
                  <a:cubicBezTo>
                    <a:pt x="8235" y="11764"/>
                    <a:pt x="8907" y="12268"/>
                    <a:pt x="9747" y="12268"/>
                  </a:cubicBezTo>
                  <a:lnTo>
                    <a:pt x="11764" y="12268"/>
                  </a:lnTo>
                  <a:cubicBezTo>
                    <a:pt x="12688" y="12268"/>
                    <a:pt x="13444" y="11764"/>
                    <a:pt x="13780" y="11007"/>
                  </a:cubicBezTo>
                  <a:lnTo>
                    <a:pt x="13864" y="11007"/>
                  </a:lnTo>
                  <a:cubicBezTo>
                    <a:pt x="15040" y="11007"/>
                    <a:pt x="15965" y="10251"/>
                    <a:pt x="16301" y="9327"/>
                  </a:cubicBezTo>
                  <a:lnTo>
                    <a:pt x="21762" y="9327"/>
                  </a:lnTo>
                  <a:cubicBezTo>
                    <a:pt x="23022" y="9327"/>
                    <a:pt x="24030" y="8235"/>
                    <a:pt x="24030" y="6974"/>
                  </a:cubicBezTo>
                  <a:cubicBezTo>
                    <a:pt x="24451" y="5714"/>
                    <a:pt x="23442" y="4706"/>
                    <a:pt x="22182" y="470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16"/>
            <p:cNvSpPr/>
            <p:nvPr/>
          </p:nvSpPr>
          <p:spPr>
            <a:xfrm>
              <a:off x="7203496" y="1635559"/>
              <a:ext cx="313000" cy="168075"/>
            </a:xfrm>
            <a:custGeom>
              <a:avLst/>
              <a:gdLst/>
              <a:ahLst/>
              <a:cxnLst/>
              <a:rect l="l" t="t" r="r" b="b"/>
              <a:pathLst>
                <a:path w="12520" h="6723" extrusionOk="0">
                  <a:moveTo>
                    <a:pt x="11259" y="2774"/>
                  </a:moveTo>
                  <a:lnTo>
                    <a:pt x="10251" y="2774"/>
                  </a:lnTo>
                  <a:cubicBezTo>
                    <a:pt x="10251" y="2606"/>
                    <a:pt x="10335" y="2522"/>
                    <a:pt x="10335" y="2438"/>
                  </a:cubicBezTo>
                  <a:cubicBezTo>
                    <a:pt x="10335" y="1765"/>
                    <a:pt x="9831" y="1261"/>
                    <a:pt x="9159" y="1261"/>
                  </a:cubicBezTo>
                  <a:lnTo>
                    <a:pt x="8235" y="1261"/>
                  </a:lnTo>
                  <a:lnTo>
                    <a:pt x="8235" y="1009"/>
                  </a:lnTo>
                  <a:cubicBezTo>
                    <a:pt x="8235" y="505"/>
                    <a:pt x="7815" y="1"/>
                    <a:pt x="7142" y="1"/>
                  </a:cubicBezTo>
                  <a:lnTo>
                    <a:pt x="5126" y="1"/>
                  </a:lnTo>
                  <a:cubicBezTo>
                    <a:pt x="4622" y="1"/>
                    <a:pt x="4202" y="337"/>
                    <a:pt x="4118" y="841"/>
                  </a:cubicBezTo>
                  <a:lnTo>
                    <a:pt x="3530" y="841"/>
                  </a:lnTo>
                  <a:cubicBezTo>
                    <a:pt x="2857" y="841"/>
                    <a:pt x="2269" y="1345"/>
                    <a:pt x="2269" y="2017"/>
                  </a:cubicBezTo>
                  <a:lnTo>
                    <a:pt x="1429" y="2017"/>
                  </a:lnTo>
                  <a:cubicBezTo>
                    <a:pt x="673" y="2017"/>
                    <a:pt x="1" y="2606"/>
                    <a:pt x="1" y="3362"/>
                  </a:cubicBezTo>
                  <a:cubicBezTo>
                    <a:pt x="1" y="4118"/>
                    <a:pt x="673" y="4706"/>
                    <a:pt x="1429" y="4706"/>
                  </a:cubicBezTo>
                  <a:lnTo>
                    <a:pt x="2101" y="4706"/>
                  </a:lnTo>
                  <a:cubicBezTo>
                    <a:pt x="2353" y="5210"/>
                    <a:pt x="2857" y="5630"/>
                    <a:pt x="3530" y="5630"/>
                  </a:cubicBezTo>
                  <a:lnTo>
                    <a:pt x="3614" y="5630"/>
                  </a:lnTo>
                  <a:cubicBezTo>
                    <a:pt x="3698" y="6302"/>
                    <a:pt x="4118" y="6723"/>
                    <a:pt x="4874" y="6723"/>
                  </a:cubicBezTo>
                  <a:lnTo>
                    <a:pt x="6722" y="6723"/>
                  </a:lnTo>
                  <a:cubicBezTo>
                    <a:pt x="7394" y="6723"/>
                    <a:pt x="7899" y="6302"/>
                    <a:pt x="7983" y="5630"/>
                  </a:cubicBezTo>
                  <a:lnTo>
                    <a:pt x="8235" y="5630"/>
                  </a:lnTo>
                  <a:cubicBezTo>
                    <a:pt x="8655" y="5630"/>
                    <a:pt x="9075" y="5462"/>
                    <a:pt x="9327" y="5126"/>
                  </a:cubicBezTo>
                  <a:lnTo>
                    <a:pt x="11259" y="5126"/>
                  </a:lnTo>
                  <a:cubicBezTo>
                    <a:pt x="11847" y="5126"/>
                    <a:pt x="12520" y="4622"/>
                    <a:pt x="12520" y="3950"/>
                  </a:cubicBezTo>
                  <a:cubicBezTo>
                    <a:pt x="12436" y="3278"/>
                    <a:pt x="11931" y="2774"/>
                    <a:pt x="11259" y="277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16"/>
            <p:cNvSpPr/>
            <p:nvPr/>
          </p:nvSpPr>
          <p:spPr>
            <a:xfrm flipH="1">
              <a:off x="1381076" y="1274576"/>
              <a:ext cx="569250" cy="315100"/>
            </a:xfrm>
            <a:custGeom>
              <a:avLst/>
              <a:gdLst/>
              <a:ahLst/>
              <a:cxnLst/>
              <a:rect l="l" t="t" r="r" b="b"/>
              <a:pathLst>
                <a:path w="22770" h="12604" extrusionOk="0">
                  <a:moveTo>
                    <a:pt x="20585" y="5042"/>
                  </a:moveTo>
                  <a:lnTo>
                    <a:pt x="18821" y="5042"/>
                  </a:lnTo>
                  <a:cubicBezTo>
                    <a:pt x="18905" y="4874"/>
                    <a:pt x="18905" y="4622"/>
                    <a:pt x="18905" y="4454"/>
                  </a:cubicBezTo>
                  <a:cubicBezTo>
                    <a:pt x="18905" y="3277"/>
                    <a:pt x="17981" y="2353"/>
                    <a:pt x="16720" y="2353"/>
                  </a:cubicBezTo>
                  <a:lnTo>
                    <a:pt x="15040" y="2353"/>
                  </a:lnTo>
                  <a:lnTo>
                    <a:pt x="15040" y="1933"/>
                  </a:lnTo>
                  <a:cubicBezTo>
                    <a:pt x="15040" y="841"/>
                    <a:pt x="14200" y="1"/>
                    <a:pt x="13023" y="1"/>
                  </a:cubicBezTo>
                  <a:lnTo>
                    <a:pt x="9327" y="1"/>
                  </a:lnTo>
                  <a:cubicBezTo>
                    <a:pt x="8402" y="1"/>
                    <a:pt x="7562" y="589"/>
                    <a:pt x="7478" y="1597"/>
                  </a:cubicBezTo>
                  <a:lnTo>
                    <a:pt x="6302" y="1597"/>
                  </a:lnTo>
                  <a:cubicBezTo>
                    <a:pt x="5042" y="1597"/>
                    <a:pt x="4117" y="2521"/>
                    <a:pt x="3949" y="3781"/>
                  </a:cubicBezTo>
                  <a:lnTo>
                    <a:pt x="2521" y="3781"/>
                  </a:lnTo>
                  <a:cubicBezTo>
                    <a:pt x="1177" y="3781"/>
                    <a:pt x="0" y="4958"/>
                    <a:pt x="0" y="6302"/>
                  </a:cubicBezTo>
                  <a:cubicBezTo>
                    <a:pt x="0" y="7646"/>
                    <a:pt x="1177" y="8823"/>
                    <a:pt x="2521" y="8823"/>
                  </a:cubicBezTo>
                  <a:lnTo>
                    <a:pt x="3865" y="8823"/>
                  </a:lnTo>
                  <a:cubicBezTo>
                    <a:pt x="4201" y="9831"/>
                    <a:pt x="5210" y="10587"/>
                    <a:pt x="6386" y="10587"/>
                  </a:cubicBezTo>
                  <a:lnTo>
                    <a:pt x="6638" y="10587"/>
                  </a:lnTo>
                  <a:cubicBezTo>
                    <a:pt x="6722" y="11763"/>
                    <a:pt x="7646" y="12604"/>
                    <a:pt x="8822" y="12604"/>
                  </a:cubicBezTo>
                  <a:lnTo>
                    <a:pt x="12267" y="12604"/>
                  </a:lnTo>
                  <a:cubicBezTo>
                    <a:pt x="13444" y="12604"/>
                    <a:pt x="14368" y="11763"/>
                    <a:pt x="14452" y="10587"/>
                  </a:cubicBezTo>
                  <a:lnTo>
                    <a:pt x="14872" y="10587"/>
                  </a:lnTo>
                  <a:cubicBezTo>
                    <a:pt x="15712" y="10587"/>
                    <a:pt x="16468" y="10167"/>
                    <a:pt x="16972" y="9663"/>
                  </a:cubicBezTo>
                  <a:lnTo>
                    <a:pt x="20585" y="9663"/>
                  </a:lnTo>
                  <a:cubicBezTo>
                    <a:pt x="21846" y="9663"/>
                    <a:pt x="22770" y="8739"/>
                    <a:pt x="22770" y="7478"/>
                  </a:cubicBezTo>
                  <a:cubicBezTo>
                    <a:pt x="22770" y="5966"/>
                    <a:pt x="21846" y="5042"/>
                    <a:pt x="20585" y="504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14" name="Google Shape;614;p16"/>
          <p:cNvGrpSpPr/>
          <p:nvPr/>
        </p:nvGrpSpPr>
        <p:grpSpPr>
          <a:xfrm flipH="1">
            <a:off x="7948005" y="4409225"/>
            <a:ext cx="968350" cy="207975"/>
            <a:chOff x="582600" y="3330075"/>
            <a:chExt cx="968350" cy="207975"/>
          </a:xfrm>
        </p:grpSpPr>
        <p:sp>
          <p:nvSpPr>
            <p:cNvPr id="615" name="Google Shape;615;p16"/>
            <p:cNvSpPr/>
            <p:nvPr/>
          </p:nvSpPr>
          <p:spPr>
            <a:xfrm>
              <a:off x="1036300" y="3355300"/>
              <a:ext cx="252075" cy="180650"/>
            </a:xfrm>
            <a:custGeom>
              <a:avLst/>
              <a:gdLst/>
              <a:ahLst/>
              <a:cxnLst/>
              <a:rect l="l" t="t" r="r" b="b"/>
              <a:pathLst>
                <a:path w="10083" h="7226" extrusionOk="0">
                  <a:moveTo>
                    <a:pt x="3529" y="0"/>
                  </a:moveTo>
                  <a:cubicBezTo>
                    <a:pt x="3193" y="0"/>
                    <a:pt x="2857" y="336"/>
                    <a:pt x="2857" y="756"/>
                  </a:cubicBezTo>
                  <a:cubicBezTo>
                    <a:pt x="2857" y="840"/>
                    <a:pt x="2857" y="1092"/>
                    <a:pt x="2941" y="1176"/>
                  </a:cubicBezTo>
                  <a:lnTo>
                    <a:pt x="2101" y="1176"/>
                  </a:lnTo>
                  <a:cubicBezTo>
                    <a:pt x="1597" y="1176"/>
                    <a:pt x="1261" y="1596"/>
                    <a:pt x="1261" y="2017"/>
                  </a:cubicBezTo>
                  <a:lnTo>
                    <a:pt x="1261" y="2269"/>
                  </a:lnTo>
                  <a:cubicBezTo>
                    <a:pt x="757" y="2437"/>
                    <a:pt x="420" y="2941"/>
                    <a:pt x="420" y="3529"/>
                  </a:cubicBezTo>
                  <a:cubicBezTo>
                    <a:pt x="420" y="3949"/>
                    <a:pt x="504" y="4201"/>
                    <a:pt x="841" y="4453"/>
                  </a:cubicBezTo>
                  <a:lnTo>
                    <a:pt x="757" y="4453"/>
                  </a:lnTo>
                  <a:cubicBezTo>
                    <a:pt x="420" y="4453"/>
                    <a:pt x="84" y="4789"/>
                    <a:pt x="84" y="5041"/>
                  </a:cubicBezTo>
                  <a:cubicBezTo>
                    <a:pt x="0" y="5293"/>
                    <a:pt x="336" y="5629"/>
                    <a:pt x="757" y="5629"/>
                  </a:cubicBezTo>
                  <a:lnTo>
                    <a:pt x="925" y="5629"/>
                  </a:lnTo>
                  <a:cubicBezTo>
                    <a:pt x="841" y="5713"/>
                    <a:pt x="757" y="5965"/>
                    <a:pt x="757" y="6050"/>
                  </a:cubicBezTo>
                  <a:cubicBezTo>
                    <a:pt x="757" y="6470"/>
                    <a:pt x="1093" y="6806"/>
                    <a:pt x="1513" y="6806"/>
                  </a:cubicBezTo>
                  <a:lnTo>
                    <a:pt x="1513" y="6890"/>
                  </a:lnTo>
                  <a:cubicBezTo>
                    <a:pt x="1513" y="6974"/>
                    <a:pt x="1513" y="7058"/>
                    <a:pt x="1597" y="7226"/>
                  </a:cubicBezTo>
                  <a:lnTo>
                    <a:pt x="9074" y="7226"/>
                  </a:lnTo>
                  <a:lnTo>
                    <a:pt x="9074" y="6974"/>
                  </a:lnTo>
                  <a:cubicBezTo>
                    <a:pt x="9074" y="6806"/>
                    <a:pt x="8906" y="6638"/>
                    <a:pt x="8822" y="6554"/>
                  </a:cubicBezTo>
                  <a:lnTo>
                    <a:pt x="9074" y="6554"/>
                  </a:lnTo>
                  <a:cubicBezTo>
                    <a:pt x="9243" y="6554"/>
                    <a:pt x="9495" y="6302"/>
                    <a:pt x="9495" y="6134"/>
                  </a:cubicBezTo>
                  <a:cubicBezTo>
                    <a:pt x="9495" y="6050"/>
                    <a:pt x="9495" y="5881"/>
                    <a:pt x="9327" y="5881"/>
                  </a:cubicBezTo>
                  <a:cubicBezTo>
                    <a:pt x="9747" y="5797"/>
                    <a:pt x="10083" y="5377"/>
                    <a:pt x="10083" y="4873"/>
                  </a:cubicBezTo>
                  <a:cubicBezTo>
                    <a:pt x="10083" y="4369"/>
                    <a:pt x="9747" y="3949"/>
                    <a:pt x="9327" y="3781"/>
                  </a:cubicBezTo>
                  <a:cubicBezTo>
                    <a:pt x="9327" y="3697"/>
                    <a:pt x="9495" y="3529"/>
                    <a:pt x="9495" y="3361"/>
                  </a:cubicBezTo>
                  <a:cubicBezTo>
                    <a:pt x="9495" y="2773"/>
                    <a:pt x="9074" y="2269"/>
                    <a:pt x="8486" y="2101"/>
                  </a:cubicBezTo>
                  <a:lnTo>
                    <a:pt x="8486" y="2017"/>
                  </a:lnTo>
                  <a:cubicBezTo>
                    <a:pt x="8486" y="1512"/>
                    <a:pt x="8066" y="1176"/>
                    <a:pt x="7646" y="1176"/>
                  </a:cubicBezTo>
                  <a:lnTo>
                    <a:pt x="7562" y="1176"/>
                  </a:lnTo>
                  <a:cubicBezTo>
                    <a:pt x="7646" y="1092"/>
                    <a:pt x="7646" y="1008"/>
                    <a:pt x="7646" y="756"/>
                  </a:cubicBezTo>
                  <a:cubicBezTo>
                    <a:pt x="7646" y="336"/>
                    <a:pt x="7394" y="0"/>
                    <a:pt x="697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16"/>
            <p:cNvSpPr/>
            <p:nvPr/>
          </p:nvSpPr>
          <p:spPr>
            <a:xfrm>
              <a:off x="1023700" y="3355300"/>
              <a:ext cx="210075" cy="180650"/>
            </a:xfrm>
            <a:custGeom>
              <a:avLst/>
              <a:gdLst/>
              <a:ahLst/>
              <a:cxnLst/>
              <a:rect l="l" t="t" r="r" b="b"/>
              <a:pathLst>
                <a:path w="8403" h="7226" extrusionOk="0">
                  <a:moveTo>
                    <a:pt x="3613" y="0"/>
                  </a:moveTo>
                  <a:cubicBezTo>
                    <a:pt x="3193" y="0"/>
                    <a:pt x="2941" y="336"/>
                    <a:pt x="2941" y="756"/>
                  </a:cubicBezTo>
                  <a:cubicBezTo>
                    <a:pt x="2941" y="840"/>
                    <a:pt x="2941" y="1092"/>
                    <a:pt x="3025" y="1176"/>
                  </a:cubicBezTo>
                  <a:lnTo>
                    <a:pt x="2185" y="1176"/>
                  </a:lnTo>
                  <a:cubicBezTo>
                    <a:pt x="1681" y="1176"/>
                    <a:pt x="1345" y="1596"/>
                    <a:pt x="1345" y="2017"/>
                  </a:cubicBezTo>
                  <a:lnTo>
                    <a:pt x="1345" y="2269"/>
                  </a:lnTo>
                  <a:cubicBezTo>
                    <a:pt x="840" y="2437"/>
                    <a:pt x="504" y="2941"/>
                    <a:pt x="504" y="3529"/>
                  </a:cubicBezTo>
                  <a:cubicBezTo>
                    <a:pt x="504" y="3949"/>
                    <a:pt x="588" y="4201"/>
                    <a:pt x="924" y="4453"/>
                  </a:cubicBezTo>
                  <a:lnTo>
                    <a:pt x="840" y="4453"/>
                  </a:lnTo>
                  <a:cubicBezTo>
                    <a:pt x="504" y="4453"/>
                    <a:pt x="168" y="4789"/>
                    <a:pt x="168" y="5041"/>
                  </a:cubicBezTo>
                  <a:cubicBezTo>
                    <a:pt x="0" y="5293"/>
                    <a:pt x="336" y="5629"/>
                    <a:pt x="588" y="5629"/>
                  </a:cubicBezTo>
                  <a:lnTo>
                    <a:pt x="840" y="5629"/>
                  </a:lnTo>
                  <a:cubicBezTo>
                    <a:pt x="756" y="5713"/>
                    <a:pt x="588" y="5965"/>
                    <a:pt x="588" y="6050"/>
                  </a:cubicBezTo>
                  <a:cubicBezTo>
                    <a:pt x="588" y="6470"/>
                    <a:pt x="924" y="6806"/>
                    <a:pt x="1345" y="6806"/>
                  </a:cubicBezTo>
                  <a:lnTo>
                    <a:pt x="1345" y="6890"/>
                  </a:lnTo>
                  <a:cubicBezTo>
                    <a:pt x="1345" y="6974"/>
                    <a:pt x="1345" y="7058"/>
                    <a:pt x="1429" y="7226"/>
                  </a:cubicBezTo>
                  <a:lnTo>
                    <a:pt x="7226" y="7226"/>
                  </a:lnTo>
                  <a:lnTo>
                    <a:pt x="7226" y="6974"/>
                  </a:lnTo>
                  <a:cubicBezTo>
                    <a:pt x="7226" y="6806"/>
                    <a:pt x="7142" y="6638"/>
                    <a:pt x="6974" y="6554"/>
                  </a:cubicBezTo>
                  <a:lnTo>
                    <a:pt x="7310" y="6554"/>
                  </a:lnTo>
                  <a:cubicBezTo>
                    <a:pt x="7562" y="6554"/>
                    <a:pt x="7730" y="6302"/>
                    <a:pt x="7730" y="6134"/>
                  </a:cubicBezTo>
                  <a:cubicBezTo>
                    <a:pt x="7730" y="6050"/>
                    <a:pt x="7730" y="5881"/>
                    <a:pt x="7646" y="5881"/>
                  </a:cubicBezTo>
                  <a:cubicBezTo>
                    <a:pt x="8066" y="5797"/>
                    <a:pt x="8402" y="5377"/>
                    <a:pt x="8402" y="4873"/>
                  </a:cubicBezTo>
                  <a:cubicBezTo>
                    <a:pt x="8402" y="4369"/>
                    <a:pt x="8066" y="3949"/>
                    <a:pt x="7646" y="3781"/>
                  </a:cubicBezTo>
                  <a:cubicBezTo>
                    <a:pt x="7646" y="3697"/>
                    <a:pt x="7730" y="3529"/>
                    <a:pt x="7730" y="3361"/>
                  </a:cubicBezTo>
                  <a:cubicBezTo>
                    <a:pt x="7730" y="2773"/>
                    <a:pt x="7310" y="2269"/>
                    <a:pt x="6806" y="2101"/>
                  </a:cubicBezTo>
                  <a:lnTo>
                    <a:pt x="6806" y="2017"/>
                  </a:lnTo>
                  <a:cubicBezTo>
                    <a:pt x="6806" y="1512"/>
                    <a:pt x="6386" y="1176"/>
                    <a:pt x="5966" y="1176"/>
                  </a:cubicBezTo>
                  <a:lnTo>
                    <a:pt x="5882" y="1176"/>
                  </a:lnTo>
                  <a:cubicBezTo>
                    <a:pt x="5966" y="1092"/>
                    <a:pt x="5966" y="1008"/>
                    <a:pt x="5966" y="756"/>
                  </a:cubicBezTo>
                  <a:cubicBezTo>
                    <a:pt x="5966" y="336"/>
                    <a:pt x="5630" y="0"/>
                    <a:pt x="520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16"/>
            <p:cNvSpPr/>
            <p:nvPr/>
          </p:nvSpPr>
          <p:spPr>
            <a:xfrm>
              <a:off x="1023700" y="3462425"/>
              <a:ext cx="159650" cy="73525"/>
            </a:xfrm>
            <a:custGeom>
              <a:avLst/>
              <a:gdLst/>
              <a:ahLst/>
              <a:cxnLst/>
              <a:rect l="l" t="t" r="r" b="b"/>
              <a:pathLst>
                <a:path w="6386" h="2941" extrusionOk="0">
                  <a:moveTo>
                    <a:pt x="588" y="0"/>
                  </a:moveTo>
                  <a:cubicBezTo>
                    <a:pt x="252" y="0"/>
                    <a:pt x="0" y="252"/>
                    <a:pt x="0" y="588"/>
                  </a:cubicBezTo>
                  <a:cubicBezTo>
                    <a:pt x="0" y="1008"/>
                    <a:pt x="336" y="1344"/>
                    <a:pt x="588" y="1344"/>
                  </a:cubicBezTo>
                  <a:lnTo>
                    <a:pt x="840" y="1344"/>
                  </a:lnTo>
                  <a:cubicBezTo>
                    <a:pt x="756" y="1428"/>
                    <a:pt x="588" y="1680"/>
                    <a:pt x="588" y="1765"/>
                  </a:cubicBezTo>
                  <a:cubicBezTo>
                    <a:pt x="588" y="2185"/>
                    <a:pt x="924" y="2521"/>
                    <a:pt x="1345" y="2521"/>
                  </a:cubicBezTo>
                  <a:lnTo>
                    <a:pt x="1345" y="2605"/>
                  </a:lnTo>
                  <a:cubicBezTo>
                    <a:pt x="1345" y="2689"/>
                    <a:pt x="1345" y="2773"/>
                    <a:pt x="1429" y="2941"/>
                  </a:cubicBezTo>
                  <a:lnTo>
                    <a:pt x="4705" y="2941"/>
                  </a:lnTo>
                  <a:cubicBezTo>
                    <a:pt x="4621" y="2773"/>
                    <a:pt x="4453" y="2605"/>
                    <a:pt x="4285" y="2605"/>
                  </a:cubicBezTo>
                  <a:cubicBezTo>
                    <a:pt x="4537" y="2521"/>
                    <a:pt x="4621" y="2353"/>
                    <a:pt x="4621" y="2269"/>
                  </a:cubicBezTo>
                  <a:lnTo>
                    <a:pt x="5630" y="2269"/>
                  </a:lnTo>
                  <a:cubicBezTo>
                    <a:pt x="6050" y="2269"/>
                    <a:pt x="6386" y="1933"/>
                    <a:pt x="6386" y="1512"/>
                  </a:cubicBezTo>
                  <a:cubicBezTo>
                    <a:pt x="6386" y="1092"/>
                    <a:pt x="6050" y="840"/>
                    <a:pt x="5630" y="840"/>
                  </a:cubicBezTo>
                  <a:lnTo>
                    <a:pt x="4369" y="840"/>
                  </a:lnTo>
                  <a:lnTo>
                    <a:pt x="4369" y="672"/>
                  </a:lnTo>
                  <a:cubicBezTo>
                    <a:pt x="4369" y="252"/>
                    <a:pt x="4033" y="0"/>
                    <a:pt x="36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16"/>
            <p:cNvSpPr/>
            <p:nvPr/>
          </p:nvSpPr>
          <p:spPr>
            <a:xfrm>
              <a:off x="1097200" y="3353200"/>
              <a:ext cx="117675" cy="75625"/>
            </a:xfrm>
            <a:custGeom>
              <a:avLst/>
              <a:gdLst/>
              <a:ahLst/>
              <a:cxnLst/>
              <a:rect l="l" t="t" r="r" b="b"/>
              <a:pathLst>
                <a:path w="4707" h="3025" extrusionOk="0">
                  <a:moveTo>
                    <a:pt x="1345" y="0"/>
                  </a:moveTo>
                  <a:lnTo>
                    <a:pt x="1345" y="252"/>
                  </a:lnTo>
                  <a:cubicBezTo>
                    <a:pt x="1345" y="588"/>
                    <a:pt x="1597" y="756"/>
                    <a:pt x="1765" y="756"/>
                  </a:cubicBezTo>
                  <a:cubicBezTo>
                    <a:pt x="1681" y="756"/>
                    <a:pt x="1513" y="840"/>
                    <a:pt x="1429" y="1092"/>
                  </a:cubicBezTo>
                  <a:lnTo>
                    <a:pt x="589" y="1092"/>
                  </a:lnTo>
                  <a:cubicBezTo>
                    <a:pt x="337" y="1092"/>
                    <a:pt x="1" y="1428"/>
                    <a:pt x="1" y="1680"/>
                  </a:cubicBezTo>
                  <a:cubicBezTo>
                    <a:pt x="1" y="2017"/>
                    <a:pt x="337" y="2353"/>
                    <a:pt x="589" y="2353"/>
                  </a:cubicBezTo>
                  <a:lnTo>
                    <a:pt x="1681" y="2353"/>
                  </a:lnTo>
                  <a:lnTo>
                    <a:pt x="1681" y="2437"/>
                  </a:lnTo>
                  <a:cubicBezTo>
                    <a:pt x="1681" y="2773"/>
                    <a:pt x="2017" y="3025"/>
                    <a:pt x="2269" y="3025"/>
                  </a:cubicBezTo>
                  <a:lnTo>
                    <a:pt x="4706" y="3025"/>
                  </a:lnTo>
                  <a:cubicBezTo>
                    <a:pt x="4538" y="2689"/>
                    <a:pt x="4202" y="2353"/>
                    <a:pt x="3782" y="2101"/>
                  </a:cubicBezTo>
                  <a:lnTo>
                    <a:pt x="3782" y="2017"/>
                  </a:lnTo>
                  <a:cubicBezTo>
                    <a:pt x="3782" y="1512"/>
                    <a:pt x="3362" y="1176"/>
                    <a:pt x="2942" y="1176"/>
                  </a:cubicBezTo>
                  <a:lnTo>
                    <a:pt x="2858" y="1176"/>
                  </a:lnTo>
                  <a:cubicBezTo>
                    <a:pt x="2942" y="1092"/>
                    <a:pt x="2942" y="1008"/>
                    <a:pt x="2942" y="756"/>
                  </a:cubicBezTo>
                  <a:cubicBezTo>
                    <a:pt x="2942" y="336"/>
                    <a:pt x="2606" y="0"/>
                    <a:pt x="218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16"/>
            <p:cNvSpPr/>
            <p:nvPr/>
          </p:nvSpPr>
          <p:spPr>
            <a:xfrm>
              <a:off x="593100" y="3405700"/>
              <a:ext cx="172250" cy="130250"/>
            </a:xfrm>
            <a:custGeom>
              <a:avLst/>
              <a:gdLst/>
              <a:ahLst/>
              <a:cxnLst/>
              <a:rect l="l" t="t" r="r" b="b"/>
              <a:pathLst>
                <a:path w="6890" h="5210" extrusionOk="0">
                  <a:moveTo>
                    <a:pt x="2353" y="1"/>
                  </a:moveTo>
                  <a:cubicBezTo>
                    <a:pt x="2101" y="1"/>
                    <a:pt x="1849" y="253"/>
                    <a:pt x="1849" y="589"/>
                  </a:cubicBezTo>
                  <a:cubicBezTo>
                    <a:pt x="1849" y="673"/>
                    <a:pt x="1849" y="757"/>
                    <a:pt x="1933" y="841"/>
                  </a:cubicBezTo>
                  <a:lnTo>
                    <a:pt x="1429" y="841"/>
                  </a:lnTo>
                  <a:cubicBezTo>
                    <a:pt x="1093" y="841"/>
                    <a:pt x="840" y="1177"/>
                    <a:pt x="840" y="1513"/>
                  </a:cubicBezTo>
                  <a:lnTo>
                    <a:pt x="840" y="1597"/>
                  </a:lnTo>
                  <a:cubicBezTo>
                    <a:pt x="504" y="1681"/>
                    <a:pt x="252" y="2017"/>
                    <a:pt x="252" y="2437"/>
                  </a:cubicBezTo>
                  <a:cubicBezTo>
                    <a:pt x="252" y="2689"/>
                    <a:pt x="420" y="2941"/>
                    <a:pt x="588" y="3109"/>
                  </a:cubicBezTo>
                  <a:cubicBezTo>
                    <a:pt x="252" y="3109"/>
                    <a:pt x="84" y="3277"/>
                    <a:pt x="84" y="3529"/>
                  </a:cubicBezTo>
                  <a:cubicBezTo>
                    <a:pt x="0" y="3781"/>
                    <a:pt x="168" y="4034"/>
                    <a:pt x="504" y="4034"/>
                  </a:cubicBezTo>
                  <a:lnTo>
                    <a:pt x="588" y="4034"/>
                  </a:lnTo>
                  <a:cubicBezTo>
                    <a:pt x="504" y="4118"/>
                    <a:pt x="504" y="4202"/>
                    <a:pt x="504" y="4370"/>
                  </a:cubicBezTo>
                  <a:cubicBezTo>
                    <a:pt x="504" y="4622"/>
                    <a:pt x="756" y="4874"/>
                    <a:pt x="1009" y="4874"/>
                  </a:cubicBezTo>
                  <a:lnTo>
                    <a:pt x="1009" y="5210"/>
                  </a:lnTo>
                  <a:lnTo>
                    <a:pt x="6134" y="5210"/>
                  </a:lnTo>
                  <a:lnTo>
                    <a:pt x="6134" y="5042"/>
                  </a:lnTo>
                  <a:cubicBezTo>
                    <a:pt x="6134" y="4958"/>
                    <a:pt x="6050" y="4874"/>
                    <a:pt x="5966" y="4790"/>
                  </a:cubicBezTo>
                  <a:lnTo>
                    <a:pt x="6134" y="4790"/>
                  </a:lnTo>
                  <a:cubicBezTo>
                    <a:pt x="6386" y="4790"/>
                    <a:pt x="6470" y="4622"/>
                    <a:pt x="6470" y="4454"/>
                  </a:cubicBezTo>
                  <a:cubicBezTo>
                    <a:pt x="6470" y="4370"/>
                    <a:pt x="6470" y="4370"/>
                    <a:pt x="6386" y="4202"/>
                  </a:cubicBezTo>
                  <a:cubicBezTo>
                    <a:pt x="6722" y="4118"/>
                    <a:pt x="6890" y="3781"/>
                    <a:pt x="6890" y="3529"/>
                  </a:cubicBezTo>
                  <a:cubicBezTo>
                    <a:pt x="6890" y="3193"/>
                    <a:pt x="6722" y="2857"/>
                    <a:pt x="6386" y="2773"/>
                  </a:cubicBezTo>
                  <a:cubicBezTo>
                    <a:pt x="6386" y="2689"/>
                    <a:pt x="6470" y="2521"/>
                    <a:pt x="6470" y="2437"/>
                  </a:cubicBezTo>
                  <a:cubicBezTo>
                    <a:pt x="6470" y="2017"/>
                    <a:pt x="6134" y="1681"/>
                    <a:pt x="5882" y="1597"/>
                  </a:cubicBezTo>
                  <a:lnTo>
                    <a:pt x="5882" y="1513"/>
                  </a:lnTo>
                  <a:cubicBezTo>
                    <a:pt x="5882" y="1177"/>
                    <a:pt x="5546" y="841"/>
                    <a:pt x="5209" y="841"/>
                  </a:cubicBezTo>
                  <a:lnTo>
                    <a:pt x="5209" y="589"/>
                  </a:lnTo>
                  <a:cubicBezTo>
                    <a:pt x="5209" y="253"/>
                    <a:pt x="5041" y="1"/>
                    <a:pt x="470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16"/>
            <p:cNvSpPr/>
            <p:nvPr/>
          </p:nvSpPr>
          <p:spPr>
            <a:xfrm>
              <a:off x="582600" y="3483425"/>
              <a:ext cx="111350" cy="52525"/>
            </a:xfrm>
            <a:custGeom>
              <a:avLst/>
              <a:gdLst/>
              <a:ahLst/>
              <a:cxnLst/>
              <a:rect l="l" t="t" r="r" b="b"/>
              <a:pathLst>
                <a:path w="4454" h="2101" extrusionOk="0">
                  <a:moveTo>
                    <a:pt x="504" y="0"/>
                  </a:moveTo>
                  <a:cubicBezTo>
                    <a:pt x="168" y="0"/>
                    <a:pt x="0" y="168"/>
                    <a:pt x="0" y="420"/>
                  </a:cubicBezTo>
                  <a:cubicBezTo>
                    <a:pt x="84" y="672"/>
                    <a:pt x="336" y="925"/>
                    <a:pt x="504" y="925"/>
                  </a:cubicBezTo>
                  <a:lnTo>
                    <a:pt x="588" y="925"/>
                  </a:lnTo>
                  <a:cubicBezTo>
                    <a:pt x="504" y="1009"/>
                    <a:pt x="504" y="1093"/>
                    <a:pt x="504" y="1261"/>
                  </a:cubicBezTo>
                  <a:cubicBezTo>
                    <a:pt x="504" y="1513"/>
                    <a:pt x="756" y="1765"/>
                    <a:pt x="1008" y="1765"/>
                  </a:cubicBezTo>
                  <a:lnTo>
                    <a:pt x="1008" y="2101"/>
                  </a:lnTo>
                  <a:lnTo>
                    <a:pt x="3361" y="2101"/>
                  </a:lnTo>
                  <a:cubicBezTo>
                    <a:pt x="3277" y="1933"/>
                    <a:pt x="3277" y="1849"/>
                    <a:pt x="3025" y="1849"/>
                  </a:cubicBezTo>
                  <a:cubicBezTo>
                    <a:pt x="3109" y="1849"/>
                    <a:pt x="3277" y="1765"/>
                    <a:pt x="3277" y="1681"/>
                  </a:cubicBezTo>
                  <a:lnTo>
                    <a:pt x="3949" y="1681"/>
                  </a:lnTo>
                  <a:cubicBezTo>
                    <a:pt x="4285" y="1681"/>
                    <a:pt x="4453" y="1429"/>
                    <a:pt x="4453" y="1093"/>
                  </a:cubicBezTo>
                  <a:cubicBezTo>
                    <a:pt x="4453" y="840"/>
                    <a:pt x="4285" y="588"/>
                    <a:pt x="3949" y="588"/>
                  </a:cubicBezTo>
                  <a:lnTo>
                    <a:pt x="3109" y="588"/>
                  </a:lnTo>
                  <a:lnTo>
                    <a:pt x="3109" y="504"/>
                  </a:lnTo>
                  <a:cubicBezTo>
                    <a:pt x="3109" y="168"/>
                    <a:pt x="2941" y="0"/>
                    <a:pt x="260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16"/>
            <p:cNvSpPr/>
            <p:nvPr/>
          </p:nvSpPr>
          <p:spPr>
            <a:xfrm>
              <a:off x="635100" y="3409900"/>
              <a:ext cx="81950" cy="52550"/>
            </a:xfrm>
            <a:custGeom>
              <a:avLst/>
              <a:gdLst/>
              <a:ahLst/>
              <a:cxnLst/>
              <a:rect l="l" t="t" r="r" b="b"/>
              <a:pathLst>
                <a:path w="3278" h="2102" extrusionOk="0">
                  <a:moveTo>
                    <a:pt x="925" y="1"/>
                  </a:moveTo>
                  <a:lnTo>
                    <a:pt x="925" y="85"/>
                  </a:lnTo>
                  <a:cubicBezTo>
                    <a:pt x="925" y="253"/>
                    <a:pt x="1009" y="421"/>
                    <a:pt x="1261" y="505"/>
                  </a:cubicBezTo>
                  <a:cubicBezTo>
                    <a:pt x="1177" y="505"/>
                    <a:pt x="1009" y="589"/>
                    <a:pt x="1009" y="673"/>
                  </a:cubicBezTo>
                  <a:lnTo>
                    <a:pt x="421" y="673"/>
                  </a:lnTo>
                  <a:cubicBezTo>
                    <a:pt x="169" y="673"/>
                    <a:pt x="1" y="925"/>
                    <a:pt x="1" y="1093"/>
                  </a:cubicBezTo>
                  <a:cubicBezTo>
                    <a:pt x="1" y="1345"/>
                    <a:pt x="169" y="1513"/>
                    <a:pt x="421" y="1513"/>
                  </a:cubicBezTo>
                  <a:lnTo>
                    <a:pt x="1177" y="1513"/>
                  </a:lnTo>
                  <a:lnTo>
                    <a:pt x="1177" y="1681"/>
                  </a:lnTo>
                  <a:cubicBezTo>
                    <a:pt x="1177" y="1849"/>
                    <a:pt x="1345" y="2101"/>
                    <a:pt x="1597" y="2101"/>
                  </a:cubicBezTo>
                  <a:lnTo>
                    <a:pt x="3277" y="2101"/>
                  </a:lnTo>
                  <a:cubicBezTo>
                    <a:pt x="3109" y="1765"/>
                    <a:pt x="2941" y="1513"/>
                    <a:pt x="2605" y="1429"/>
                  </a:cubicBezTo>
                  <a:cubicBezTo>
                    <a:pt x="2605" y="1009"/>
                    <a:pt x="2269" y="841"/>
                    <a:pt x="2017" y="841"/>
                  </a:cubicBezTo>
                  <a:lnTo>
                    <a:pt x="2017" y="505"/>
                  </a:lnTo>
                  <a:cubicBezTo>
                    <a:pt x="2017" y="169"/>
                    <a:pt x="1765" y="1"/>
                    <a:pt x="142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16"/>
            <p:cNvSpPr/>
            <p:nvPr/>
          </p:nvSpPr>
          <p:spPr>
            <a:xfrm>
              <a:off x="744325" y="3374200"/>
              <a:ext cx="239475" cy="163850"/>
            </a:xfrm>
            <a:custGeom>
              <a:avLst/>
              <a:gdLst/>
              <a:ahLst/>
              <a:cxnLst/>
              <a:rect l="l" t="t" r="r" b="b"/>
              <a:pathLst>
                <a:path w="9579" h="6554" extrusionOk="0">
                  <a:moveTo>
                    <a:pt x="3361" y="0"/>
                  </a:moveTo>
                  <a:cubicBezTo>
                    <a:pt x="2941" y="0"/>
                    <a:pt x="2689" y="336"/>
                    <a:pt x="2689" y="672"/>
                  </a:cubicBezTo>
                  <a:cubicBezTo>
                    <a:pt x="2689" y="756"/>
                    <a:pt x="2689" y="840"/>
                    <a:pt x="2773" y="924"/>
                  </a:cubicBezTo>
                  <a:lnTo>
                    <a:pt x="2017" y="924"/>
                  </a:lnTo>
                  <a:cubicBezTo>
                    <a:pt x="1597" y="924"/>
                    <a:pt x="1177" y="1261"/>
                    <a:pt x="1177" y="1681"/>
                  </a:cubicBezTo>
                  <a:lnTo>
                    <a:pt x="1177" y="1933"/>
                  </a:lnTo>
                  <a:cubicBezTo>
                    <a:pt x="757" y="2101"/>
                    <a:pt x="421" y="2521"/>
                    <a:pt x="421" y="3025"/>
                  </a:cubicBezTo>
                  <a:cubicBezTo>
                    <a:pt x="421" y="3361"/>
                    <a:pt x="589" y="3697"/>
                    <a:pt x="757" y="3865"/>
                  </a:cubicBezTo>
                  <a:lnTo>
                    <a:pt x="673" y="3865"/>
                  </a:lnTo>
                  <a:cubicBezTo>
                    <a:pt x="337" y="3865"/>
                    <a:pt x="1" y="4117"/>
                    <a:pt x="1" y="4537"/>
                  </a:cubicBezTo>
                  <a:cubicBezTo>
                    <a:pt x="337" y="4789"/>
                    <a:pt x="673" y="4957"/>
                    <a:pt x="1009" y="4957"/>
                  </a:cubicBezTo>
                  <a:lnTo>
                    <a:pt x="1177" y="4957"/>
                  </a:lnTo>
                  <a:cubicBezTo>
                    <a:pt x="1093" y="5041"/>
                    <a:pt x="1093" y="5209"/>
                    <a:pt x="1093" y="5378"/>
                  </a:cubicBezTo>
                  <a:cubicBezTo>
                    <a:pt x="1093" y="5714"/>
                    <a:pt x="1429" y="6050"/>
                    <a:pt x="1681" y="6134"/>
                  </a:cubicBezTo>
                  <a:lnTo>
                    <a:pt x="1681" y="6218"/>
                  </a:lnTo>
                  <a:cubicBezTo>
                    <a:pt x="1681" y="6302"/>
                    <a:pt x="1681" y="6470"/>
                    <a:pt x="1849" y="6554"/>
                  </a:cubicBezTo>
                  <a:lnTo>
                    <a:pt x="8571" y="6554"/>
                  </a:lnTo>
                  <a:lnTo>
                    <a:pt x="8571" y="6302"/>
                  </a:lnTo>
                  <a:cubicBezTo>
                    <a:pt x="8571" y="6134"/>
                    <a:pt x="8403" y="6050"/>
                    <a:pt x="8319" y="5882"/>
                  </a:cubicBezTo>
                  <a:lnTo>
                    <a:pt x="8571" y="5882"/>
                  </a:lnTo>
                  <a:cubicBezTo>
                    <a:pt x="8739" y="5882"/>
                    <a:pt x="8907" y="5714"/>
                    <a:pt x="8907" y="5462"/>
                  </a:cubicBezTo>
                  <a:cubicBezTo>
                    <a:pt x="8907" y="5378"/>
                    <a:pt x="8907" y="5378"/>
                    <a:pt x="8823" y="5294"/>
                  </a:cubicBezTo>
                  <a:cubicBezTo>
                    <a:pt x="9243" y="5209"/>
                    <a:pt x="9579" y="4705"/>
                    <a:pt x="9579" y="4285"/>
                  </a:cubicBezTo>
                  <a:cubicBezTo>
                    <a:pt x="9579" y="3865"/>
                    <a:pt x="9243" y="3445"/>
                    <a:pt x="8823" y="3361"/>
                  </a:cubicBezTo>
                  <a:cubicBezTo>
                    <a:pt x="8823" y="3277"/>
                    <a:pt x="8907" y="3025"/>
                    <a:pt x="8907" y="2941"/>
                  </a:cubicBezTo>
                  <a:cubicBezTo>
                    <a:pt x="8907" y="2437"/>
                    <a:pt x="8655" y="1933"/>
                    <a:pt x="8067" y="1765"/>
                  </a:cubicBezTo>
                  <a:lnTo>
                    <a:pt x="8067" y="1681"/>
                  </a:lnTo>
                  <a:cubicBezTo>
                    <a:pt x="8067" y="1261"/>
                    <a:pt x="7814" y="924"/>
                    <a:pt x="7226" y="924"/>
                  </a:cubicBezTo>
                  <a:lnTo>
                    <a:pt x="7058" y="924"/>
                  </a:lnTo>
                  <a:cubicBezTo>
                    <a:pt x="7142" y="840"/>
                    <a:pt x="7142" y="756"/>
                    <a:pt x="7142" y="672"/>
                  </a:cubicBezTo>
                  <a:cubicBezTo>
                    <a:pt x="7142" y="252"/>
                    <a:pt x="6890" y="0"/>
                    <a:pt x="647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16"/>
            <p:cNvSpPr/>
            <p:nvPr/>
          </p:nvSpPr>
          <p:spPr>
            <a:xfrm>
              <a:off x="738025" y="3374200"/>
              <a:ext cx="195375" cy="163850"/>
            </a:xfrm>
            <a:custGeom>
              <a:avLst/>
              <a:gdLst/>
              <a:ahLst/>
              <a:cxnLst/>
              <a:rect l="l" t="t" r="r" b="b"/>
              <a:pathLst>
                <a:path w="7815" h="6554" extrusionOk="0">
                  <a:moveTo>
                    <a:pt x="3361" y="0"/>
                  </a:moveTo>
                  <a:cubicBezTo>
                    <a:pt x="2941" y="0"/>
                    <a:pt x="2605" y="336"/>
                    <a:pt x="2605" y="672"/>
                  </a:cubicBezTo>
                  <a:cubicBezTo>
                    <a:pt x="2605" y="756"/>
                    <a:pt x="2605" y="840"/>
                    <a:pt x="2689" y="924"/>
                  </a:cubicBezTo>
                  <a:lnTo>
                    <a:pt x="1933" y="924"/>
                  </a:lnTo>
                  <a:cubicBezTo>
                    <a:pt x="1513" y="924"/>
                    <a:pt x="1093" y="1261"/>
                    <a:pt x="1093" y="1681"/>
                  </a:cubicBezTo>
                  <a:lnTo>
                    <a:pt x="1093" y="1933"/>
                  </a:lnTo>
                  <a:cubicBezTo>
                    <a:pt x="673" y="2101"/>
                    <a:pt x="421" y="2521"/>
                    <a:pt x="421" y="3025"/>
                  </a:cubicBezTo>
                  <a:cubicBezTo>
                    <a:pt x="421" y="3361"/>
                    <a:pt x="505" y="3697"/>
                    <a:pt x="673" y="3865"/>
                  </a:cubicBezTo>
                  <a:lnTo>
                    <a:pt x="589" y="3865"/>
                  </a:lnTo>
                  <a:cubicBezTo>
                    <a:pt x="253" y="3865"/>
                    <a:pt x="1" y="4117"/>
                    <a:pt x="1" y="4537"/>
                  </a:cubicBezTo>
                  <a:cubicBezTo>
                    <a:pt x="85" y="4789"/>
                    <a:pt x="337" y="4957"/>
                    <a:pt x="673" y="4957"/>
                  </a:cubicBezTo>
                  <a:lnTo>
                    <a:pt x="925" y="4957"/>
                  </a:lnTo>
                  <a:cubicBezTo>
                    <a:pt x="757" y="5041"/>
                    <a:pt x="757" y="5209"/>
                    <a:pt x="757" y="5378"/>
                  </a:cubicBezTo>
                  <a:cubicBezTo>
                    <a:pt x="757" y="5714"/>
                    <a:pt x="1093" y="6050"/>
                    <a:pt x="1429" y="6134"/>
                  </a:cubicBezTo>
                  <a:lnTo>
                    <a:pt x="1429" y="6218"/>
                  </a:lnTo>
                  <a:cubicBezTo>
                    <a:pt x="1429" y="6302"/>
                    <a:pt x="1429" y="6470"/>
                    <a:pt x="1513" y="6554"/>
                  </a:cubicBezTo>
                  <a:lnTo>
                    <a:pt x="6806" y="6554"/>
                  </a:lnTo>
                  <a:lnTo>
                    <a:pt x="6806" y="6302"/>
                  </a:lnTo>
                  <a:cubicBezTo>
                    <a:pt x="6806" y="6134"/>
                    <a:pt x="6722" y="6050"/>
                    <a:pt x="6554" y="5882"/>
                  </a:cubicBezTo>
                  <a:lnTo>
                    <a:pt x="6806" y="5882"/>
                  </a:lnTo>
                  <a:cubicBezTo>
                    <a:pt x="6974" y="5882"/>
                    <a:pt x="7226" y="5714"/>
                    <a:pt x="7226" y="5462"/>
                  </a:cubicBezTo>
                  <a:cubicBezTo>
                    <a:pt x="7226" y="5378"/>
                    <a:pt x="7226" y="5378"/>
                    <a:pt x="7058" y="5294"/>
                  </a:cubicBezTo>
                  <a:cubicBezTo>
                    <a:pt x="7478" y="5209"/>
                    <a:pt x="7814" y="4705"/>
                    <a:pt x="7814" y="4285"/>
                  </a:cubicBezTo>
                  <a:cubicBezTo>
                    <a:pt x="7814" y="3865"/>
                    <a:pt x="7478" y="3445"/>
                    <a:pt x="7058" y="3361"/>
                  </a:cubicBezTo>
                  <a:cubicBezTo>
                    <a:pt x="7058" y="3277"/>
                    <a:pt x="7226" y="3025"/>
                    <a:pt x="7226" y="2941"/>
                  </a:cubicBezTo>
                  <a:cubicBezTo>
                    <a:pt x="7226" y="2437"/>
                    <a:pt x="6890" y="1933"/>
                    <a:pt x="6386" y="1765"/>
                  </a:cubicBezTo>
                  <a:lnTo>
                    <a:pt x="6386" y="1681"/>
                  </a:lnTo>
                  <a:cubicBezTo>
                    <a:pt x="6386" y="1261"/>
                    <a:pt x="6050" y="924"/>
                    <a:pt x="5546" y="924"/>
                  </a:cubicBezTo>
                  <a:lnTo>
                    <a:pt x="5378" y="924"/>
                  </a:lnTo>
                  <a:cubicBezTo>
                    <a:pt x="5546" y="840"/>
                    <a:pt x="5546" y="756"/>
                    <a:pt x="5546" y="672"/>
                  </a:cubicBezTo>
                  <a:cubicBezTo>
                    <a:pt x="5546" y="252"/>
                    <a:pt x="5210" y="0"/>
                    <a:pt x="479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16"/>
            <p:cNvSpPr/>
            <p:nvPr/>
          </p:nvSpPr>
          <p:spPr>
            <a:xfrm>
              <a:off x="735925" y="3468725"/>
              <a:ext cx="149150" cy="69325"/>
            </a:xfrm>
            <a:custGeom>
              <a:avLst/>
              <a:gdLst/>
              <a:ahLst/>
              <a:cxnLst/>
              <a:rect l="l" t="t" r="r" b="b"/>
              <a:pathLst>
                <a:path w="5966" h="2773" extrusionOk="0">
                  <a:moveTo>
                    <a:pt x="673" y="0"/>
                  </a:moveTo>
                  <a:cubicBezTo>
                    <a:pt x="337" y="0"/>
                    <a:pt x="1" y="252"/>
                    <a:pt x="1" y="672"/>
                  </a:cubicBezTo>
                  <a:cubicBezTo>
                    <a:pt x="169" y="1008"/>
                    <a:pt x="421" y="1176"/>
                    <a:pt x="757" y="1176"/>
                  </a:cubicBezTo>
                  <a:lnTo>
                    <a:pt x="1009" y="1176"/>
                  </a:lnTo>
                  <a:cubicBezTo>
                    <a:pt x="841" y="1260"/>
                    <a:pt x="841" y="1428"/>
                    <a:pt x="841" y="1597"/>
                  </a:cubicBezTo>
                  <a:cubicBezTo>
                    <a:pt x="841" y="1933"/>
                    <a:pt x="1177" y="2269"/>
                    <a:pt x="1513" y="2353"/>
                  </a:cubicBezTo>
                  <a:lnTo>
                    <a:pt x="1513" y="2437"/>
                  </a:lnTo>
                  <a:cubicBezTo>
                    <a:pt x="1513" y="2521"/>
                    <a:pt x="1513" y="2689"/>
                    <a:pt x="1597" y="2773"/>
                  </a:cubicBezTo>
                  <a:lnTo>
                    <a:pt x="4538" y="2773"/>
                  </a:lnTo>
                  <a:lnTo>
                    <a:pt x="4286" y="2437"/>
                  </a:lnTo>
                  <a:cubicBezTo>
                    <a:pt x="4454" y="2437"/>
                    <a:pt x="4538" y="2269"/>
                    <a:pt x="4538" y="2101"/>
                  </a:cubicBezTo>
                  <a:lnTo>
                    <a:pt x="5294" y="2101"/>
                  </a:lnTo>
                  <a:cubicBezTo>
                    <a:pt x="5630" y="2101"/>
                    <a:pt x="5966" y="1849"/>
                    <a:pt x="5966" y="1513"/>
                  </a:cubicBezTo>
                  <a:cubicBezTo>
                    <a:pt x="5966" y="1176"/>
                    <a:pt x="5714" y="756"/>
                    <a:pt x="5294" y="756"/>
                  </a:cubicBezTo>
                  <a:lnTo>
                    <a:pt x="4118" y="756"/>
                  </a:lnTo>
                  <a:lnTo>
                    <a:pt x="4118" y="672"/>
                  </a:lnTo>
                  <a:cubicBezTo>
                    <a:pt x="4118" y="336"/>
                    <a:pt x="3865" y="0"/>
                    <a:pt x="352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16"/>
            <p:cNvSpPr/>
            <p:nvPr/>
          </p:nvSpPr>
          <p:spPr>
            <a:xfrm>
              <a:off x="807350" y="3374200"/>
              <a:ext cx="105050" cy="69325"/>
            </a:xfrm>
            <a:custGeom>
              <a:avLst/>
              <a:gdLst/>
              <a:ahLst/>
              <a:cxnLst/>
              <a:rect l="l" t="t" r="r" b="b"/>
              <a:pathLst>
                <a:path w="4202" h="2773" extrusionOk="0">
                  <a:moveTo>
                    <a:pt x="1093" y="0"/>
                  </a:moveTo>
                  <a:lnTo>
                    <a:pt x="1093" y="252"/>
                  </a:lnTo>
                  <a:cubicBezTo>
                    <a:pt x="1093" y="420"/>
                    <a:pt x="1261" y="672"/>
                    <a:pt x="1513" y="756"/>
                  </a:cubicBezTo>
                  <a:cubicBezTo>
                    <a:pt x="1345" y="756"/>
                    <a:pt x="1261" y="840"/>
                    <a:pt x="1261" y="1093"/>
                  </a:cubicBezTo>
                  <a:lnTo>
                    <a:pt x="588" y="1093"/>
                  </a:lnTo>
                  <a:cubicBezTo>
                    <a:pt x="252" y="1093"/>
                    <a:pt x="0" y="1261"/>
                    <a:pt x="0" y="1597"/>
                  </a:cubicBezTo>
                  <a:cubicBezTo>
                    <a:pt x="0" y="1933"/>
                    <a:pt x="252" y="2101"/>
                    <a:pt x="588" y="2101"/>
                  </a:cubicBezTo>
                  <a:lnTo>
                    <a:pt x="1513" y="2101"/>
                  </a:lnTo>
                  <a:lnTo>
                    <a:pt x="1513" y="2269"/>
                  </a:lnTo>
                  <a:cubicBezTo>
                    <a:pt x="1513" y="2521"/>
                    <a:pt x="1681" y="2773"/>
                    <a:pt x="2017" y="2773"/>
                  </a:cubicBezTo>
                  <a:lnTo>
                    <a:pt x="4201" y="2773"/>
                  </a:lnTo>
                  <a:cubicBezTo>
                    <a:pt x="4117" y="2269"/>
                    <a:pt x="3781" y="1933"/>
                    <a:pt x="3361" y="1849"/>
                  </a:cubicBezTo>
                  <a:lnTo>
                    <a:pt x="3361" y="1681"/>
                  </a:lnTo>
                  <a:cubicBezTo>
                    <a:pt x="3361" y="1261"/>
                    <a:pt x="3109" y="1009"/>
                    <a:pt x="2521" y="1009"/>
                  </a:cubicBezTo>
                  <a:lnTo>
                    <a:pt x="2437" y="1009"/>
                  </a:lnTo>
                  <a:cubicBezTo>
                    <a:pt x="2521" y="840"/>
                    <a:pt x="2521" y="756"/>
                    <a:pt x="2521" y="672"/>
                  </a:cubicBezTo>
                  <a:cubicBezTo>
                    <a:pt x="2521" y="252"/>
                    <a:pt x="2185" y="0"/>
                    <a:pt x="18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16"/>
            <p:cNvSpPr/>
            <p:nvPr/>
          </p:nvSpPr>
          <p:spPr>
            <a:xfrm>
              <a:off x="1273650" y="3330075"/>
              <a:ext cx="277300" cy="203775"/>
            </a:xfrm>
            <a:custGeom>
              <a:avLst/>
              <a:gdLst/>
              <a:ahLst/>
              <a:cxnLst/>
              <a:rect l="l" t="t" r="r" b="b"/>
              <a:pathLst>
                <a:path w="11092" h="8151" extrusionOk="0">
                  <a:moveTo>
                    <a:pt x="3865" y="1"/>
                  </a:moveTo>
                  <a:cubicBezTo>
                    <a:pt x="3445" y="1"/>
                    <a:pt x="3025" y="337"/>
                    <a:pt x="3025" y="841"/>
                  </a:cubicBezTo>
                  <a:cubicBezTo>
                    <a:pt x="3025" y="925"/>
                    <a:pt x="3025" y="1177"/>
                    <a:pt x="3109" y="1261"/>
                  </a:cubicBezTo>
                  <a:lnTo>
                    <a:pt x="2269" y="1261"/>
                  </a:lnTo>
                  <a:cubicBezTo>
                    <a:pt x="1765" y="1261"/>
                    <a:pt x="1345" y="1681"/>
                    <a:pt x="1345" y="2185"/>
                  </a:cubicBezTo>
                  <a:lnTo>
                    <a:pt x="1345" y="2437"/>
                  </a:lnTo>
                  <a:cubicBezTo>
                    <a:pt x="841" y="2605"/>
                    <a:pt x="505" y="3194"/>
                    <a:pt x="505" y="3782"/>
                  </a:cubicBezTo>
                  <a:cubicBezTo>
                    <a:pt x="505" y="4202"/>
                    <a:pt x="673" y="4538"/>
                    <a:pt x="925" y="4874"/>
                  </a:cubicBezTo>
                  <a:lnTo>
                    <a:pt x="841" y="4874"/>
                  </a:lnTo>
                  <a:cubicBezTo>
                    <a:pt x="421" y="4874"/>
                    <a:pt x="85" y="5126"/>
                    <a:pt x="85" y="5546"/>
                  </a:cubicBezTo>
                  <a:cubicBezTo>
                    <a:pt x="1" y="6134"/>
                    <a:pt x="337" y="6386"/>
                    <a:pt x="673" y="6386"/>
                  </a:cubicBezTo>
                  <a:lnTo>
                    <a:pt x="925" y="6386"/>
                  </a:lnTo>
                  <a:cubicBezTo>
                    <a:pt x="841" y="6470"/>
                    <a:pt x="673" y="6722"/>
                    <a:pt x="673" y="6974"/>
                  </a:cubicBezTo>
                  <a:cubicBezTo>
                    <a:pt x="673" y="7395"/>
                    <a:pt x="1009" y="7815"/>
                    <a:pt x="1429" y="7815"/>
                  </a:cubicBezTo>
                  <a:lnTo>
                    <a:pt x="1429" y="7899"/>
                  </a:lnTo>
                  <a:cubicBezTo>
                    <a:pt x="1429" y="7983"/>
                    <a:pt x="1429" y="8067"/>
                    <a:pt x="1513" y="8151"/>
                  </a:cubicBezTo>
                  <a:lnTo>
                    <a:pt x="9831" y="8151"/>
                  </a:lnTo>
                  <a:lnTo>
                    <a:pt x="9831" y="7983"/>
                  </a:lnTo>
                  <a:cubicBezTo>
                    <a:pt x="9831" y="7731"/>
                    <a:pt x="9747" y="7563"/>
                    <a:pt x="9495" y="7479"/>
                  </a:cubicBezTo>
                  <a:lnTo>
                    <a:pt x="9831" y="7479"/>
                  </a:lnTo>
                  <a:cubicBezTo>
                    <a:pt x="10167" y="7479"/>
                    <a:pt x="10335" y="7227"/>
                    <a:pt x="10335" y="6890"/>
                  </a:cubicBezTo>
                  <a:cubicBezTo>
                    <a:pt x="10335" y="6806"/>
                    <a:pt x="10335" y="6722"/>
                    <a:pt x="10251" y="6638"/>
                  </a:cubicBezTo>
                  <a:cubicBezTo>
                    <a:pt x="10755" y="6386"/>
                    <a:pt x="11091" y="5966"/>
                    <a:pt x="11091" y="5462"/>
                  </a:cubicBezTo>
                  <a:cubicBezTo>
                    <a:pt x="11091" y="4958"/>
                    <a:pt x="10755" y="4370"/>
                    <a:pt x="10251" y="4286"/>
                  </a:cubicBezTo>
                  <a:cubicBezTo>
                    <a:pt x="10335" y="4202"/>
                    <a:pt x="10335" y="4034"/>
                    <a:pt x="10335" y="3782"/>
                  </a:cubicBezTo>
                  <a:cubicBezTo>
                    <a:pt x="10335" y="3194"/>
                    <a:pt x="9915" y="2521"/>
                    <a:pt x="9327" y="2269"/>
                  </a:cubicBezTo>
                  <a:lnTo>
                    <a:pt x="9327" y="2185"/>
                  </a:lnTo>
                  <a:cubicBezTo>
                    <a:pt x="9327" y="1681"/>
                    <a:pt x="8907" y="1261"/>
                    <a:pt x="8403" y="1261"/>
                  </a:cubicBezTo>
                  <a:lnTo>
                    <a:pt x="8234" y="1261"/>
                  </a:lnTo>
                  <a:cubicBezTo>
                    <a:pt x="8403" y="1177"/>
                    <a:pt x="8403" y="925"/>
                    <a:pt x="8403" y="841"/>
                  </a:cubicBezTo>
                  <a:cubicBezTo>
                    <a:pt x="8403" y="421"/>
                    <a:pt x="7982" y="1"/>
                    <a:pt x="756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16"/>
            <p:cNvSpPr/>
            <p:nvPr/>
          </p:nvSpPr>
          <p:spPr>
            <a:xfrm>
              <a:off x="1258950" y="3330075"/>
              <a:ext cx="231075" cy="203775"/>
            </a:xfrm>
            <a:custGeom>
              <a:avLst/>
              <a:gdLst/>
              <a:ahLst/>
              <a:cxnLst/>
              <a:rect l="l" t="t" r="r" b="b"/>
              <a:pathLst>
                <a:path w="9243" h="8151" extrusionOk="0">
                  <a:moveTo>
                    <a:pt x="3949" y="1"/>
                  </a:moveTo>
                  <a:cubicBezTo>
                    <a:pt x="3529" y="1"/>
                    <a:pt x="3109" y="337"/>
                    <a:pt x="3109" y="841"/>
                  </a:cubicBezTo>
                  <a:cubicBezTo>
                    <a:pt x="3109" y="925"/>
                    <a:pt x="3109" y="1177"/>
                    <a:pt x="3193" y="1261"/>
                  </a:cubicBezTo>
                  <a:lnTo>
                    <a:pt x="2269" y="1261"/>
                  </a:lnTo>
                  <a:cubicBezTo>
                    <a:pt x="1681" y="1261"/>
                    <a:pt x="1261" y="1681"/>
                    <a:pt x="1261" y="2185"/>
                  </a:cubicBezTo>
                  <a:lnTo>
                    <a:pt x="1261" y="2437"/>
                  </a:lnTo>
                  <a:cubicBezTo>
                    <a:pt x="757" y="2605"/>
                    <a:pt x="421" y="3194"/>
                    <a:pt x="421" y="3782"/>
                  </a:cubicBezTo>
                  <a:cubicBezTo>
                    <a:pt x="421" y="4202"/>
                    <a:pt x="673" y="4538"/>
                    <a:pt x="841" y="4874"/>
                  </a:cubicBezTo>
                  <a:lnTo>
                    <a:pt x="757" y="4874"/>
                  </a:lnTo>
                  <a:cubicBezTo>
                    <a:pt x="337" y="4874"/>
                    <a:pt x="0" y="5126"/>
                    <a:pt x="0" y="5546"/>
                  </a:cubicBezTo>
                  <a:cubicBezTo>
                    <a:pt x="0" y="6134"/>
                    <a:pt x="337" y="6386"/>
                    <a:pt x="757" y="6386"/>
                  </a:cubicBezTo>
                  <a:lnTo>
                    <a:pt x="1009" y="6386"/>
                  </a:lnTo>
                  <a:cubicBezTo>
                    <a:pt x="841" y="6470"/>
                    <a:pt x="757" y="6722"/>
                    <a:pt x="757" y="6974"/>
                  </a:cubicBezTo>
                  <a:cubicBezTo>
                    <a:pt x="757" y="7395"/>
                    <a:pt x="1093" y="7815"/>
                    <a:pt x="1513" y="7815"/>
                  </a:cubicBezTo>
                  <a:lnTo>
                    <a:pt x="1513" y="7899"/>
                  </a:lnTo>
                  <a:cubicBezTo>
                    <a:pt x="1513" y="7983"/>
                    <a:pt x="1513" y="8067"/>
                    <a:pt x="1597" y="8151"/>
                  </a:cubicBezTo>
                  <a:lnTo>
                    <a:pt x="7982" y="8151"/>
                  </a:lnTo>
                  <a:lnTo>
                    <a:pt x="7982" y="7983"/>
                  </a:lnTo>
                  <a:cubicBezTo>
                    <a:pt x="7982" y="7731"/>
                    <a:pt x="7898" y="7563"/>
                    <a:pt x="7730" y="7479"/>
                  </a:cubicBezTo>
                  <a:lnTo>
                    <a:pt x="7982" y="7479"/>
                  </a:lnTo>
                  <a:cubicBezTo>
                    <a:pt x="8318" y="7479"/>
                    <a:pt x="8570" y="7227"/>
                    <a:pt x="8570" y="6890"/>
                  </a:cubicBezTo>
                  <a:cubicBezTo>
                    <a:pt x="8570" y="6806"/>
                    <a:pt x="8570" y="6722"/>
                    <a:pt x="8402" y="6638"/>
                  </a:cubicBezTo>
                  <a:cubicBezTo>
                    <a:pt x="8991" y="6386"/>
                    <a:pt x="9243" y="5966"/>
                    <a:pt x="9243" y="5462"/>
                  </a:cubicBezTo>
                  <a:cubicBezTo>
                    <a:pt x="9243" y="4958"/>
                    <a:pt x="8991" y="4370"/>
                    <a:pt x="8402" y="4286"/>
                  </a:cubicBezTo>
                  <a:cubicBezTo>
                    <a:pt x="8570" y="4202"/>
                    <a:pt x="8570" y="4034"/>
                    <a:pt x="8570" y="3782"/>
                  </a:cubicBezTo>
                  <a:cubicBezTo>
                    <a:pt x="8570" y="3194"/>
                    <a:pt x="8150" y="2521"/>
                    <a:pt x="7478" y="2269"/>
                  </a:cubicBezTo>
                  <a:lnTo>
                    <a:pt x="7478" y="2185"/>
                  </a:lnTo>
                  <a:cubicBezTo>
                    <a:pt x="7478" y="1681"/>
                    <a:pt x="7058" y="1261"/>
                    <a:pt x="6554" y="1261"/>
                  </a:cubicBezTo>
                  <a:lnTo>
                    <a:pt x="6470" y="1261"/>
                  </a:lnTo>
                  <a:cubicBezTo>
                    <a:pt x="6554" y="1177"/>
                    <a:pt x="6554" y="925"/>
                    <a:pt x="6554" y="841"/>
                  </a:cubicBezTo>
                  <a:cubicBezTo>
                    <a:pt x="6554" y="421"/>
                    <a:pt x="6134" y="1"/>
                    <a:pt x="57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16"/>
            <p:cNvSpPr/>
            <p:nvPr/>
          </p:nvSpPr>
          <p:spPr>
            <a:xfrm>
              <a:off x="1258950" y="3456125"/>
              <a:ext cx="182775" cy="77725"/>
            </a:xfrm>
            <a:custGeom>
              <a:avLst/>
              <a:gdLst/>
              <a:ahLst/>
              <a:cxnLst/>
              <a:rect l="l" t="t" r="r" b="b"/>
              <a:pathLst>
                <a:path w="7311" h="3109" extrusionOk="0">
                  <a:moveTo>
                    <a:pt x="841" y="0"/>
                  </a:moveTo>
                  <a:cubicBezTo>
                    <a:pt x="421" y="0"/>
                    <a:pt x="168" y="336"/>
                    <a:pt x="168" y="756"/>
                  </a:cubicBezTo>
                  <a:cubicBezTo>
                    <a:pt x="0" y="1092"/>
                    <a:pt x="337" y="1344"/>
                    <a:pt x="757" y="1344"/>
                  </a:cubicBezTo>
                  <a:lnTo>
                    <a:pt x="1009" y="1344"/>
                  </a:lnTo>
                  <a:cubicBezTo>
                    <a:pt x="841" y="1428"/>
                    <a:pt x="757" y="1680"/>
                    <a:pt x="757" y="1932"/>
                  </a:cubicBezTo>
                  <a:cubicBezTo>
                    <a:pt x="757" y="2353"/>
                    <a:pt x="1093" y="2773"/>
                    <a:pt x="1513" y="2773"/>
                  </a:cubicBezTo>
                  <a:lnTo>
                    <a:pt x="1513" y="2857"/>
                  </a:lnTo>
                  <a:cubicBezTo>
                    <a:pt x="1513" y="2941"/>
                    <a:pt x="1513" y="3025"/>
                    <a:pt x="1597" y="3109"/>
                  </a:cubicBezTo>
                  <a:lnTo>
                    <a:pt x="5294" y="3109"/>
                  </a:lnTo>
                  <a:cubicBezTo>
                    <a:pt x="5210" y="2941"/>
                    <a:pt x="5042" y="2857"/>
                    <a:pt x="4874" y="2857"/>
                  </a:cubicBezTo>
                  <a:cubicBezTo>
                    <a:pt x="5042" y="2773"/>
                    <a:pt x="5210" y="2605"/>
                    <a:pt x="5294" y="2437"/>
                  </a:cubicBezTo>
                  <a:lnTo>
                    <a:pt x="6470" y="2437"/>
                  </a:lnTo>
                  <a:cubicBezTo>
                    <a:pt x="6890" y="2437"/>
                    <a:pt x="7310" y="2101"/>
                    <a:pt x="7310" y="1680"/>
                  </a:cubicBezTo>
                  <a:cubicBezTo>
                    <a:pt x="7310" y="1260"/>
                    <a:pt x="6974" y="924"/>
                    <a:pt x="6470" y="924"/>
                  </a:cubicBezTo>
                  <a:lnTo>
                    <a:pt x="5042" y="924"/>
                  </a:lnTo>
                  <a:lnTo>
                    <a:pt x="5042" y="756"/>
                  </a:lnTo>
                  <a:cubicBezTo>
                    <a:pt x="5042" y="336"/>
                    <a:pt x="4790" y="0"/>
                    <a:pt x="420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16"/>
            <p:cNvSpPr/>
            <p:nvPr/>
          </p:nvSpPr>
          <p:spPr>
            <a:xfrm>
              <a:off x="1347175" y="3336375"/>
              <a:ext cx="126050" cy="77750"/>
            </a:xfrm>
            <a:custGeom>
              <a:avLst/>
              <a:gdLst/>
              <a:ahLst/>
              <a:cxnLst/>
              <a:rect l="l" t="t" r="r" b="b"/>
              <a:pathLst>
                <a:path w="5042" h="3110" extrusionOk="0">
                  <a:moveTo>
                    <a:pt x="1345" y="1"/>
                  </a:moveTo>
                  <a:lnTo>
                    <a:pt x="1345" y="169"/>
                  </a:lnTo>
                  <a:cubicBezTo>
                    <a:pt x="1345" y="505"/>
                    <a:pt x="1513" y="673"/>
                    <a:pt x="1849" y="841"/>
                  </a:cubicBezTo>
                  <a:cubicBezTo>
                    <a:pt x="1681" y="841"/>
                    <a:pt x="1513" y="1009"/>
                    <a:pt x="1513" y="1093"/>
                  </a:cubicBezTo>
                  <a:lnTo>
                    <a:pt x="588" y="1093"/>
                  </a:lnTo>
                  <a:cubicBezTo>
                    <a:pt x="168" y="1093"/>
                    <a:pt x="0" y="1429"/>
                    <a:pt x="0" y="1765"/>
                  </a:cubicBezTo>
                  <a:cubicBezTo>
                    <a:pt x="0" y="2017"/>
                    <a:pt x="252" y="2353"/>
                    <a:pt x="588" y="2353"/>
                  </a:cubicBezTo>
                  <a:lnTo>
                    <a:pt x="1765" y="2353"/>
                  </a:lnTo>
                  <a:lnTo>
                    <a:pt x="1765" y="2437"/>
                  </a:lnTo>
                  <a:cubicBezTo>
                    <a:pt x="1765" y="2774"/>
                    <a:pt x="2101" y="3110"/>
                    <a:pt x="2353" y="3110"/>
                  </a:cubicBezTo>
                  <a:lnTo>
                    <a:pt x="5041" y="3110"/>
                  </a:lnTo>
                  <a:cubicBezTo>
                    <a:pt x="4705" y="2774"/>
                    <a:pt x="4369" y="2353"/>
                    <a:pt x="3949" y="2269"/>
                  </a:cubicBezTo>
                  <a:lnTo>
                    <a:pt x="3949" y="2185"/>
                  </a:lnTo>
                  <a:cubicBezTo>
                    <a:pt x="3949" y="1681"/>
                    <a:pt x="3529" y="1261"/>
                    <a:pt x="3025" y="1261"/>
                  </a:cubicBezTo>
                  <a:lnTo>
                    <a:pt x="2941" y="1261"/>
                  </a:lnTo>
                  <a:cubicBezTo>
                    <a:pt x="3025" y="1093"/>
                    <a:pt x="3025" y="925"/>
                    <a:pt x="3025" y="841"/>
                  </a:cubicBezTo>
                  <a:cubicBezTo>
                    <a:pt x="3025" y="421"/>
                    <a:pt x="2605" y="1"/>
                    <a:pt x="218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0" name="Google Shape;630;p16"/>
          <p:cNvGrpSpPr/>
          <p:nvPr/>
        </p:nvGrpSpPr>
        <p:grpSpPr>
          <a:xfrm>
            <a:off x="8309127" y="3771164"/>
            <a:ext cx="759623" cy="846027"/>
            <a:chOff x="6842050" y="3065425"/>
            <a:chExt cx="535625" cy="596550"/>
          </a:xfrm>
        </p:grpSpPr>
        <p:sp>
          <p:nvSpPr>
            <p:cNvPr id="631" name="Google Shape;631;p16"/>
            <p:cNvSpPr/>
            <p:nvPr/>
          </p:nvSpPr>
          <p:spPr>
            <a:xfrm>
              <a:off x="7073100" y="3451925"/>
              <a:ext cx="56725" cy="210050"/>
            </a:xfrm>
            <a:custGeom>
              <a:avLst/>
              <a:gdLst/>
              <a:ahLst/>
              <a:cxnLst/>
              <a:rect l="l" t="t" r="r" b="b"/>
              <a:pathLst>
                <a:path w="2269" h="8402" extrusionOk="0">
                  <a:moveTo>
                    <a:pt x="504" y="0"/>
                  </a:moveTo>
                  <a:lnTo>
                    <a:pt x="0" y="8402"/>
                  </a:lnTo>
                  <a:lnTo>
                    <a:pt x="2269" y="8402"/>
                  </a:lnTo>
                  <a:lnTo>
                    <a:pt x="1765" y="0"/>
                  </a:lnTo>
                  <a:close/>
                </a:path>
              </a:pathLst>
            </a:custGeom>
            <a:solidFill>
              <a:srgbClr val="7A452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16"/>
            <p:cNvSpPr/>
            <p:nvPr/>
          </p:nvSpPr>
          <p:spPr>
            <a:xfrm>
              <a:off x="6867250" y="3065425"/>
              <a:ext cx="510425" cy="428525"/>
            </a:xfrm>
            <a:custGeom>
              <a:avLst/>
              <a:gdLst/>
              <a:ahLst/>
              <a:cxnLst/>
              <a:rect l="l" t="t" r="r" b="b"/>
              <a:pathLst>
                <a:path w="20417" h="17141" extrusionOk="0">
                  <a:moveTo>
                    <a:pt x="7058" y="0"/>
                  </a:moveTo>
                  <a:cubicBezTo>
                    <a:pt x="6218" y="0"/>
                    <a:pt x="5462" y="589"/>
                    <a:pt x="5462" y="1429"/>
                  </a:cubicBezTo>
                  <a:cubicBezTo>
                    <a:pt x="5462" y="1765"/>
                    <a:pt x="5630" y="1933"/>
                    <a:pt x="5714" y="2185"/>
                  </a:cubicBezTo>
                  <a:lnTo>
                    <a:pt x="4117" y="2185"/>
                  </a:lnTo>
                  <a:cubicBezTo>
                    <a:pt x="3193" y="2185"/>
                    <a:pt x="2353" y="2941"/>
                    <a:pt x="2353" y="3949"/>
                  </a:cubicBezTo>
                  <a:lnTo>
                    <a:pt x="2353" y="4285"/>
                  </a:lnTo>
                  <a:cubicBezTo>
                    <a:pt x="1429" y="4706"/>
                    <a:pt x="756" y="5630"/>
                    <a:pt x="756" y="6806"/>
                  </a:cubicBezTo>
                  <a:cubicBezTo>
                    <a:pt x="756" y="7562"/>
                    <a:pt x="1093" y="8150"/>
                    <a:pt x="1597" y="8654"/>
                  </a:cubicBezTo>
                  <a:lnTo>
                    <a:pt x="1429" y="8654"/>
                  </a:lnTo>
                  <a:cubicBezTo>
                    <a:pt x="672" y="8654"/>
                    <a:pt x="0" y="9243"/>
                    <a:pt x="0" y="9999"/>
                  </a:cubicBezTo>
                  <a:cubicBezTo>
                    <a:pt x="0" y="10671"/>
                    <a:pt x="672" y="11259"/>
                    <a:pt x="1429" y="11259"/>
                  </a:cubicBezTo>
                  <a:lnTo>
                    <a:pt x="1849" y="11259"/>
                  </a:lnTo>
                  <a:cubicBezTo>
                    <a:pt x="1597" y="11427"/>
                    <a:pt x="1513" y="11847"/>
                    <a:pt x="1513" y="12183"/>
                  </a:cubicBezTo>
                  <a:cubicBezTo>
                    <a:pt x="1513" y="13023"/>
                    <a:pt x="2101" y="13612"/>
                    <a:pt x="2857" y="13780"/>
                  </a:cubicBezTo>
                  <a:lnTo>
                    <a:pt x="2857" y="13948"/>
                  </a:lnTo>
                  <a:cubicBezTo>
                    <a:pt x="2857" y="15040"/>
                    <a:pt x="3781" y="15964"/>
                    <a:pt x="4873" y="15964"/>
                  </a:cubicBezTo>
                  <a:cubicBezTo>
                    <a:pt x="4873" y="16552"/>
                    <a:pt x="5378" y="17140"/>
                    <a:pt x="6134" y="17140"/>
                  </a:cubicBezTo>
                  <a:lnTo>
                    <a:pt x="15292" y="17140"/>
                  </a:lnTo>
                  <a:cubicBezTo>
                    <a:pt x="15880" y="17140"/>
                    <a:pt x="16552" y="16552"/>
                    <a:pt x="16552" y="15964"/>
                  </a:cubicBezTo>
                  <a:cubicBezTo>
                    <a:pt x="16552" y="15712"/>
                    <a:pt x="16384" y="15544"/>
                    <a:pt x="16300" y="15460"/>
                  </a:cubicBezTo>
                  <a:lnTo>
                    <a:pt x="17056" y="15460"/>
                  </a:lnTo>
                  <a:cubicBezTo>
                    <a:pt x="17644" y="15460"/>
                    <a:pt x="18232" y="14872"/>
                    <a:pt x="18232" y="14368"/>
                  </a:cubicBezTo>
                  <a:cubicBezTo>
                    <a:pt x="18232" y="13948"/>
                    <a:pt x="17980" y="13780"/>
                    <a:pt x="17644" y="13528"/>
                  </a:cubicBezTo>
                  <a:lnTo>
                    <a:pt x="18232" y="13528"/>
                  </a:lnTo>
                  <a:cubicBezTo>
                    <a:pt x="18737" y="13528"/>
                    <a:pt x="19157" y="13107"/>
                    <a:pt x="19157" y="12687"/>
                  </a:cubicBezTo>
                  <a:cubicBezTo>
                    <a:pt x="19157" y="12519"/>
                    <a:pt x="18989" y="12351"/>
                    <a:pt x="18905" y="12183"/>
                  </a:cubicBezTo>
                  <a:cubicBezTo>
                    <a:pt x="19745" y="11679"/>
                    <a:pt x="20417" y="10839"/>
                    <a:pt x="20417" y="9831"/>
                  </a:cubicBezTo>
                  <a:cubicBezTo>
                    <a:pt x="20417" y="8906"/>
                    <a:pt x="19745" y="8066"/>
                    <a:pt x="18821" y="7730"/>
                  </a:cubicBezTo>
                  <a:cubicBezTo>
                    <a:pt x="18905" y="7478"/>
                    <a:pt x="18989" y="7142"/>
                    <a:pt x="18989" y="6806"/>
                  </a:cubicBezTo>
                  <a:cubicBezTo>
                    <a:pt x="18989" y="5546"/>
                    <a:pt x="18148" y="4621"/>
                    <a:pt x="17140" y="4201"/>
                  </a:cubicBezTo>
                  <a:lnTo>
                    <a:pt x="17140" y="3949"/>
                  </a:lnTo>
                  <a:cubicBezTo>
                    <a:pt x="17140" y="3025"/>
                    <a:pt x="16300" y="2185"/>
                    <a:pt x="15376" y="2185"/>
                  </a:cubicBezTo>
                  <a:lnTo>
                    <a:pt x="15124" y="2185"/>
                  </a:lnTo>
                  <a:cubicBezTo>
                    <a:pt x="15292" y="1933"/>
                    <a:pt x="15376" y="1681"/>
                    <a:pt x="15376" y="1429"/>
                  </a:cubicBezTo>
                  <a:cubicBezTo>
                    <a:pt x="15376" y="589"/>
                    <a:pt x="14620" y="0"/>
                    <a:pt x="1377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16"/>
            <p:cNvSpPr/>
            <p:nvPr/>
          </p:nvSpPr>
          <p:spPr>
            <a:xfrm>
              <a:off x="6842050" y="3065425"/>
              <a:ext cx="422200" cy="428525"/>
            </a:xfrm>
            <a:custGeom>
              <a:avLst/>
              <a:gdLst/>
              <a:ahLst/>
              <a:cxnLst/>
              <a:rect l="l" t="t" r="r" b="b"/>
              <a:pathLst>
                <a:path w="16888" h="17141" extrusionOk="0">
                  <a:moveTo>
                    <a:pt x="7058" y="0"/>
                  </a:moveTo>
                  <a:cubicBezTo>
                    <a:pt x="6133" y="0"/>
                    <a:pt x="5461" y="589"/>
                    <a:pt x="5461" y="1429"/>
                  </a:cubicBezTo>
                  <a:cubicBezTo>
                    <a:pt x="5461" y="1765"/>
                    <a:pt x="5545" y="1933"/>
                    <a:pt x="5629" y="2185"/>
                  </a:cubicBezTo>
                  <a:lnTo>
                    <a:pt x="4033" y="2185"/>
                  </a:lnTo>
                  <a:cubicBezTo>
                    <a:pt x="3109" y="2185"/>
                    <a:pt x="2269" y="2941"/>
                    <a:pt x="2269" y="3949"/>
                  </a:cubicBezTo>
                  <a:lnTo>
                    <a:pt x="2269" y="4285"/>
                  </a:lnTo>
                  <a:cubicBezTo>
                    <a:pt x="1344" y="4706"/>
                    <a:pt x="756" y="5630"/>
                    <a:pt x="756" y="6806"/>
                  </a:cubicBezTo>
                  <a:cubicBezTo>
                    <a:pt x="756" y="7562"/>
                    <a:pt x="1008" y="8150"/>
                    <a:pt x="1596" y="8654"/>
                  </a:cubicBezTo>
                  <a:lnTo>
                    <a:pt x="1344" y="8654"/>
                  </a:lnTo>
                  <a:cubicBezTo>
                    <a:pt x="588" y="8654"/>
                    <a:pt x="0" y="9243"/>
                    <a:pt x="0" y="9999"/>
                  </a:cubicBezTo>
                  <a:cubicBezTo>
                    <a:pt x="0" y="10671"/>
                    <a:pt x="588" y="11259"/>
                    <a:pt x="1344" y="11259"/>
                  </a:cubicBezTo>
                  <a:lnTo>
                    <a:pt x="1764" y="11259"/>
                  </a:lnTo>
                  <a:cubicBezTo>
                    <a:pt x="1596" y="11427"/>
                    <a:pt x="1428" y="11847"/>
                    <a:pt x="1428" y="12183"/>
                  </a:cubicBezTo>
                  <a:cubicBezTo>
                    <a:pt x="1428" y="13023"/>
                    <a:pt x="2101" y="13612"/>
                    <a:pt x="2857" y="13780"/>
                  </a:cubicBezTo>
                  <a:lnTo>
                    <a:pt x="2857" y="13948"/>
                  </a:lnTo>
                  <a:cubicBezTo>
                    <a:pt x="2857" y="15040"/>
                    <a:pt x="3781" y="15964"/>
                    <a:pt x="4789" y="15964"/>
                  </a:cubicBezTo>
                  <a:cubicBezTo>
                    <a:pt x="4789" y="16552"/>
                    <a:pt x="5377" y="17140"/>
                    <a:pt x="6049" y="17140"/>
                  </a:cubicBezTo>
                  <a:lnTo>
                    <a:pt x="11763" y="17140"/>
                  </a:lnTo>
                  <a:cubicBezTo>
                    <a:pt x="12351" y="17140"/>
                    <a:pt x="13023" y="16552"/>
                    <a:pt x="13023" y="15964"/>
                  </a:cubicBezTo>
                  <a:cubicBezTo>
                    <a:pt x="13023" y="15712"/>
                    <a:pt x="12855" y="15544"/>
                    <a:pt x="12771" y="15460"/>
                  </a:cubicBezTo>
                  <a:lnTo>
                    <a:pt x="13527" y="15460"/>
                  </a:lnTo>
                  <a:cubicBezTo>
                    <a:pt x="14199" y="15460"/>
                    <a:pt x="14703" y="14872"/>
                    <a:pt x="14703" y="14368"/>
                  </a:cubicBezTo>
                  <a:cubicBezTo>
                    <a:pt x="14703" y="13948"/>
                    <a:pt x="14451" y="13780"/>
                    <a:pt x="14199" y="13528"/>
                  </a:cubicBezTo>
                  <a:lnTo>
                    <a:pt x="14703" y="13528"/>
                  </a:lnTo>
                  <a:cubicBezTo>
                    <a:pt x="15208" y="13528"/>
                    <a:pt x="15628" y="13107"/>
                    <a:pt x="15628" y="12687"/>
                  </a:cubicBezTo>
                  <a:cubicBezTo>
                    <a:pt x="15628" y="12519"/>
                    <a:pt x="15544" y="12351"/>
                    <a:pt x="15460" y="12183"/>
                  </a:cubicBezTo>
                  <a:cubicBezTo>
                    <a:pt x="16300" y="11679"/>
                    <a:pt x="16888" y="10839"/>
                    <a:pt x="16888" y="9831"/>
                  </a:cubicBezTo>
                  <a:cubicBezTo>
                    <a:pt x="16888" y="8906"/>
                    <a:pt x="16300" y="8066"/>
                    <a:pt x="15292" y="7730"/>
                  </a:cubicBezTo>
                  <a:cubicBezTo>
                    <a:pt x="15460" y="7478"/>
                    <a:pt x="15544" y="7142"/>
                    <a:pt x="15544" y="6806"/>
                  </a:cubicBezTo>
                  <a:cubicBezTo>
                    <a:pt x="15544" y="5546"/>
                    <a:pt x="14703" y="4621"/>
                    <a:pt x="13611" y="4201"/>
                  </a:cubicBezTo>
                  <a:lnTo>
                    <a:pt x="13611" y="3949"/>
                  </a:lnTo>
                  <a:cubicBezTo>
                    <a:pt x="13611" y="3025"/>
                    <a:pt x="12771" y="2185"/>
                    <a:pt x="11847" y="2185"/>
                  </a:cubicBezTo>
                  <a:lnTo>
                    <a:pt x="11679" y="2185"/>
                  </a:lnTo>
                  <a:cubicBezTo>
                    <a:pt x="11763" y="1933"/>
                    <a:pt x="11847" y="1681"/>
                    <a:pt x="11847" y="1429"/>
                  </a:cubicBezTo>
                  <a:cubicBezTo>
                    <a:pt x="11847" y="589"/>
                    <a:pt x="11091" y="0"/>
                    <a:pt x="1025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16"/>
            <p:cNvSpPr/>
            <p:nvPr/>
          </p:nvSpPr>
          <p:spPr>
            <a:xfrm>
              <a:off x="6842050" y="3283875"/>
              <a:ext cx="325600" cy="210075"/>
            </a:xfrm>
            <a:custGeom>
              <a:avLst/>
              <a:gdLst/>
              <a:ahLst/>
              <a:cxnLst/>
              <a:rect l="l" t="t" r="r" b="b"/>
              <a:pathLst>
                <a:path w="13024" h="8403" extrusionOk="0">
                  <a:moveTo>
                    <a:pt x="1344" y="0"/>
                  </a:moveTo>
                  <a:cubicBezTo>
                    <a:pt x="588" y="0"/>
                    <a:pt x="0" y="505"/>
                    <a:pt x="0" y="1261"/>
                  </a:cubicBezTo>
                  <a:cubicBezTo>
                    <a:pt x="0" y="1933"/>
                    <a:pt x="588" y="2521"/>
                    <a:pt x="1344" y="2521"/>
                  </a:cubicBezTo>
                  <a:lnTo>
                    <a:pt x="1764" y="2521"/>
                  </a:lnTo>
                  <a:cubicBezTo>
                    <a:pt x="1596" y="2689"/>
                    <a:pt x="1428" y="3109"/>
                    <a:pt x="1428" y="3445"/>
                  </a:cubicBezTo>
                  <a:cubicBezTo>
                    <a:pt x="1428" y="4285"/>
                    <a:pt x="2101" y="4874"/>
                    <a:pt x="2857" y="5042"/>
                  </a:cubicBezTo>
                  <a:lnTo>
                    <a:pt x="2857" y="5210"/>
                  </a:lnTo>
                  <a:cubicBezTo>
                    <a:pt x="2857" y="6302"/>
                    <a:pt x="3781" y="7226"/>
                    <a:pt x="4789" y="7226"/>
                  </a:cubicBezTo>
                  <a:cubicBezTo>
                    <a:pt x="4789" y="7814"/>
                    <a:pt x="5377" y="8402"/>
                    <a:pt x="6049" y="8402"/>
                  </a:cubicBezTo>
                  <a:lnTo>
                    <a:pt x="11763" y="8402"/>
                  </a:lnTo>
                  <a:cubicBezTo>
                    <a:pt x="12351" y="8402"/>
                    <a:pt x="13023" y="7814"/>
                    <a:pt x="13023" y="7226"/>
                  </a:cubicBezTo>
                  <a:cubicBezTo>
                    <a:pt x="13023" y="7142"/>
                    <a:pt x="9746" y="7142"/>
                    <a:pt x="9746" y="7142"/>
                  </a:cubicBezTo>
                  <a:lnTo>
                    <a:pt x="9746" y="6470"/>
                  </a:lnTo>
                  <a:cubicBezTo>
                    <a:pt x="9746" y="5882"/>
                    <a:pt x="9326" y="5294"/>
                    <a:pt x="8738" y="5126"/>
                  </a:cubicBezTo>
                  <a:cubicBezTo>
                    <a:pt x="8990" y="5042"/>
                    <a:pt x="9326" y="4790"/>
                    <a:pt x="9410" y="4369"/>
                  </a:cubicBezTo>
                  <a:lnTo>
                    <a:pt x="11427" y="4369"/>
                  </a:lnTo>
                  <a:cubicBezTo>
                    <a:pt x="12267" y="4369"/>
                    <a:pt x="12855" y="3781"/>
                    <a:pt x="12855" y="3025"/>
                  </a:cubicBezTo>
                  <a:cubicBezTo>
                    <a:pt x="12855" y="2269"/>
                    <a:pt x="12267" y="1681"/>
                    <a:pt x="11427" y="1681"/>
                  </a:cubicBezTo>
                  <a:lnTo>
                    <a:pt x="8906" y="1681"/>
                  </a:lnTo>
                  <a:cubicBezTo>
                    <a:pt x="8906" y="1513"/>
                    <a:pt x="8990" y="1429"/>
                    <a:pt x="8990" y="1345"/>
                  </a:cubicBezTo>
                  <a:cubicBezTo>
                    <a:pt x="8990" y="589"/>
                    <a:pt x="8402" y="0"/>
                    <a:pt x="756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16"/>
            <p:cNvSpPr/>
            <p:nvPr/>
          </p:nvSpPr>
          <p:spPr>
            <a:xfrm>
              <a:off x="6989075" y="3065425"/>
              <a:ext cx="235275" cy="147050"/>
            </a:xfrm>
            <a:custGeom>
              <a:avLst/>
              <a:gdLst/>
              <a:ahLst/>
              <a:cxnLst/>
              <a:rect l="l" t="t" r="r" b="b"/>
              <a:pathLst>
                <a:path w="9411" h="5882" extrusionOk="0">
                  <a:moveTo>
                    <a:pt x="2857" y="0"/>
                  </a:moveTo>
                  <a:cubicBezTo>
                    <a:pt x="2857" y="84"/>
                    <a:pt x="2689" y="168"/>
                    <a:pt x="2689" y="252"/>
                  </a:cubicBezTo>
                  <a:cubicBezTo>
                    <a:pt x="2689" y="841"/>
                    <a:pt x="3109" y="1261"/>
                    <a:pt x="3529" y="1429"/>
                  </a:cubicBezTo>
                  <a:cubicBezTo>
                    <a:pt x="3277" y="1513"/>
                    <a:pt x="3025" y="1765"/>
                    <a:pt x="2941" y="2101"/>
                  </a:cubicBezTo>
                  <a:lnTo>
                    <a:pt x="1261" y="2101"/>
                  </a:lnTo>
                  <a:cubicBezTo>
                    <a:pt x="589" y="2101"/>
                    <a:pt x="0" y="2605"/>
                    <a:pt x="0" y="3193"/>
                  </a:cubicBezTo>
                  <a:cubicBezTo>
                    <a:pt x="0" y="3865"/>
                    <a:pt x="505" y="4369"/>
                    <a:pt x="1261" y="4369"/>
                  </a:cubicBezTo>
                  <a:lnTo>
                    <a:pt x="3445" y="4369"/>
                  </a:lnTo>
                  <a:cubicBezTo>
                    <a:pt x="3445" y="4453"/>
                    <a:pt x="3361" y="4621"/>
                    <a:pt x="3361" y="4706"/>
                  </a:cubicBezTo>
                  <a:cubicBezTo>
                    <a:pt x="3361" y="5294"/>
                    <a:pt x="3865" y="5882"/>
                    <a:pt x="4621" y="5882"/>
                  </a:cubicBezTo>
                  <a:lnTo>
                    <a:pt x="9411" y="5882"/>
                  </a:lnTo>
                  <a:cubicBezTo>
                    <a:pt x="9243" y="5126"/>
                    <a:pt x="8486" y="4537"/>
                    <a:pt x="7730" y="4201"/>
                  </a:cubicBezTo>
                  <a:lnTo>
                    <a:pt x="7730" y="3949"/>
                  </a:lnTo>
                  <a:cubicBezTo>
                    <a:pt x="7730" y="3025"/>
                    <a:pt x="6890" y="2185"/>
                    <a:pt x="5966" y="2185"/>
                  </a:cubicBezTo>
                  <a:lnTo>
                    <a:pt x="5798" y="2185"/>
                  </a:lnTo>
                  <a:cubicBezTo>
                    <a:pt x="5882" y="2017"/>
                    <a:pt x="5966" y="1681"/>
                    <a:pt x="5966" y="1429"/>
                  </a:cubicBezTo>
                  <a:cubicBezTo>
                    <a:pt x="5966" y="589"/>
                    <a:pt x="5210" y="0"/>
                    <a:pt x="436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6" name="Google Shape;636;p16"/>
          <p:cNvGrpSpPr/>
          <p:nvPr/>
        </p:nvGrpSpPr>
        <p:grpSpPr>
          <a:xfrm flipH="1">
            <a:off x="47355" y="4433700"/>
            <a:ext cx="705775" cy="184850"/>
            <a:chOff x="582600" y="3353200"/>
            <a:chExt cx="705775" cy="184850"/>
          </a:xfrm>
        </p:grpSpPr>
        <p:sp>
          <p:nvSpPr>
            <p:cNvPr id="637" name="Google Shape;637;p16"/>
            <p:cNvSpPr/>
            <p:nvPr/>
          </p:nvSpPr>
          <p:spPr>
            <a:xfrm>
              <a:off x="1036300" y="3355300"/>
              <a:ext cx="252075" cy="180650"/>
            </a:xfrm>
            <a:custGeom>
              <a:avLst/>
              <a:gdLst/>
              <a:ahLst/>
              <a:cxnLst/>
              <a:rect l="l" t="t" r="r" b="b"/>
              <a:pathLst>
                <a:path w="10083" h="7226" extrusionOk="0">
                  <a:moveTo>
                    <a:pt x="3529" y="0"/>
                  </a:moveTo>
                  <a:cubicBezTo>
                    <a:pt x="3193" y="0"/>
                    <a:pt x="2857" y="336"/>
                    <a:pt x="2857" y="756"/>
                  </a:cubicBezTo>
                  <a:cubicBezTo>
                    <a:pt x="2857" y="840"/>
                    <a:pt x="2857" y="1092"/>
                    <a:pt x="2941" y="1176"/>
                  </a:cubicBezTo>
                  <a:lnTo>
                    <a:pt x="2101" y="1176"/>
                  </a:lnTo>
                  <a:cubicBezTo>
                    <a:pt x="1597" y="1176"/>
                    <a:pt x="1261" y="1596"/>
                    <a:pt x="1261" y="2017"/>
                  </a:cubicBezTo>
                  <a:lnTo>
                    <a:pt x="1261" y="2269"/>
                  </a:lnTo>
                  <a:cubicBezTo>
                    <a:pt x="757" y="2437"/>
                    <a:pt x="420" y="2941"/>
                    <a:pt x="420" y="3529"/>
                  </a:cubicBezTo>
                  <a:cubicBezTo>
                    <a:pt x="420" y="3949"/>
                    <a:pt x="504" y="4201"/>
                    <a:pt x="841" y="4453"/>
                  </a:cubicBezTo>
                  <a:lnTo>
                    <a:pt x="757" y="4453"/>
                  </a:lnTo>
                  <a:cubicBezTo>
                    <a:pt x="420" y="4453"/>
                    <a:pt x="84" y="4789"/>
                    <a:pt x="84" y="5041"/>
                  </a:cubicBezTo>
                  <a:cubicBezTo>
                    <a:pt x="0" y="5293"/>
                    <a:pt x="336" y="5629"/>
                    <a:pt x="757" y="5629"/>
                  </a:cubicBezTo>
                  <a:lnTo>
                    <a:pt x="925" y="5629"/>
                  </a:lnTo>
                  <a:cubicBezTo>
                    <a:pt x="841" y="5713"/>
                    <a:pt x="757" y="5965"/>
                    <a:pt x="757" y="6050"/>
                  </a:cubicBezTo>
                  <a:cubicBezTo>
                    <a:pt x="757" y="6470"/>
                    <a:pt x="1093" y="6806"/>
                    <a:pt x="1513" y="6806"/>
                  </a:cubicBezTo>
                  <a:lnTo>
                    <a:pt x="1513" y="6890"/>
                  </a:lnTo>
                  <a:cubicBezTo>
                    <a:pt x="1513" y="6974"/>
                    <a:pt x="1513" y="7058"/>
                    <a:pt x="1597" y="7226"/>
                  </a:cubicBezTo>
                  <a:lnTo>
                    <a:pt x="9074" y="7226"/>
                  </a:lnTo>
                  <a:lnTo>
                    <a:pt x="9074" y="6974"/>
                  </a:lnTo>
                  <a:cubicBezTo>
                    <a:pt x="9074" y="6806"/>
                    <a:pt x="8906" y="6638"/>
                    <a:pt x="8822" y="6554"/>
                  </a:cubicBezTo>
                  <a:lnTo>
                    <a:pt x="9074" y="6554"/>
                  </a:lnTo>
                  <a:cubicBezTo>
                    <a:pt x="9243" y="6554"/>
                    <a:pt x="9495" y="6302"/>
                    <a:pt x="9495" y="6134"/>
                  </a:cubicBezTo>
                  <a:cubicBezTo>
                    <a:pt x="9495" y="6050"/>
                    <a:pt x="9495" y="5881"/>
                    <a:pt x="9327" y="5881"/>
                  </a:cubicBezTo>
                  <a:cubicBezTo>
                    <a:pt x="9747" y="5797"/>
                    <a:pt x="10083" y="5377"/>
                    <a:pt x="10083" y="4873"/>
                  </a:cubicBezTo>
                  <a:cubicBezTo>
                    <a:pt x="10083" y="4369"/>
                    <a:pt x="9747" y="3949"/>
                    <a:pt x="9327" y="3781"/>
                  </a:cubicBezTo>
                  <a:cubicBezTo>
                    <a:pt x="9327" y="3697"/>
                    <a:pt x="9495" y="3529"/>
                    <a:pt x="9495" y="3361"/>
                  </a:cubicBezTo>
                  <a:cubicBezTo>
                    <a:pt x="9495" y="2773"/>
                    <a:pt x="9074" y="2269"/>
                    <a:pt x="8486" y="2101"/>
                  </a:cubicBezTo>
                  <a:lnTo>
                    <a:pt x="8486" y="2017"/>
                  </a:lnTo>
                  <a:cubicBezTo>
                    <a:pt x="8486" y="1512"/>
                    <a:pt x="8066" y="1176"/>
                    <a:pt x="7646" y="1176"/>
                  </a:cubicBezTo>
                  <a:lnTo>
                    <a:pt x="7562" y="1176"/>
                  </a:lnTo>
                  <a:cubicBezTo>
                    <a:pt x="7646" y="1092"/>
                    <a:pt x="7646" y="1008"/>
                    <a:pt x="7646" y="756"/>
                  </a:cubicBezTo>
                  <a:cubicBezTo>
                    <a:pt x="7646" y="336"/>
                    <a:pt x="7394" y="0"/>
                    <a:pt x="697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16"/>
            <p:cNvSpPr/>
            <p:nvPr/>
          </p:nvSpPr>
          <p:spPr>
            <a:xfrm>
              <a:off x="1023700" y="3355300"/>
              <a:ext cx="210075" cy="180650"/>
            </a:xfrm>
            <a:custGeom>
              <a:avLst/>
              <a:gdLst/>
              <a:ahLst/>
              <a:cxnLst/>
              <a:rect l="l" t="t" r="r" b="b"/>
              <a:pathLst>
                <a:path w="8403" h="7226" extrusionOk="0">
                  <a:moveTo>
                    <a:pt x="3613" y="0"/>
                  </a:moveTo>
                  <a:cubicBezTo>
                    <a:pt x="3193" y="0"/>
                    <a:pt x="2941" y="336"/>
                    <a:pt x="2941" y="756"/>
                  </a:cubicBezTo>
                  <a:cubicBezTo>
                    <a:pt x="2941" y="840"/>
                    <a:pt x="2941" y="1092"/>
                    <a:pt x="3025" y="1176"/>
                  </a:cubicBezTo>
                  <a:lnTo>
                    <a:pt x="2185" y="1176"/>
                  </a:lnTo>
                  <a:cubicBezTo>
                    <a:pt x="1681" y="1176"/>
                    <a:pt x="1345" y="1596"/>
                    <a:pt x="1345" y="2017"/>
                  </a:cubicBezTo>
                  <a:lnTo>
                    <a:pt x="1345" y="2269"/>
                  </a:lnTo>
                  <a:cubicBezTo>
                    <a:pt x="840" y="2437"/>
                    <a:pt x="504" y="2941"/>
                    <a:pt x="504" y="3529"/>
                  </a:cubicBezTo>
                  <a:cubicBezTo>
                    <a:pt x="504" y="3949"/>
                    <a:pt x="588" y="4201"/>
                    <a:pt x="924" y="4453"/>
                  </a:cubicBezTo>
                  <a:lnTo>
                    <a:pt x="840" y="4453"/>
                  </a:lnTo>
                  <a:cubicBezTo>
                    <a:pt x="504" y="4453"/>
                    <a:pt x="168" y="4789"/>
                    <a:pt x="168" y="5041"/>
                  </a:cubicBezTo>
                  <a:cubicBezTo>
                    <a:pt x="0" y="5293"/>
                    <a:pt x="336" y="5629"/>
                    <a:pt x="588" y="5629"/>
                  </a:cubicBezTo>
                  <a:lnTo>
                    <a:pt x="840" y="5629"/>
                  </a:lnTo>
                  <a:cubicBezTo>
                    <a:pt x="756" y="5713"/>
                    <a:pt x="588" y="5965"/>
                    <a:pt x="588" y="6050"/>
                  </a:cubicBezTo>
                  <a:cubicBezTo>
                    <a:pt x="588" y="6470"/>
                    <a:pt x="924" y="6806"/>
                    <a:pt x="1345" y="6806"/>
                  </a:cubicBezTo>
                  <a:lnTo>
                    <a:pt x="1345" y="6890"/>
                  </a:lnTo>
                  <a:cubicBezTo>
                    <a:pt x="1345" y="6974"/>
                    <a:pt x="1345" y="7058"/>
                    <a:pt x="1429" y="7226"/>
                  </a:cubicBezTo>
                  <a:lnTo>
                    <a:pt x="7226" y="7226"/>
                  </a:lnTo>
                  <a:lnTo>
                    <a:pt x="7226" y="6974"/>
                  </a:lnTo>
                  <a:cubicBezTo>
                    <a:pt x="7226" y="6806"/>
                    <a:pt x="7142" y="6638"/>
                    <a:pt x="6974" y="6554"/>
                  </a:cubicBezTo>
                  <a:lnTo>
                    <a:pt x="7310" y="6554"/>
                  </a:lnTo>
                  <a:cubicBezTo>
                    <a:pt x="7562" y="6554"/>
                    <a:pt x="7730" y="6302"/>
                    <a:pt x="7730" y="6134"/>
                  </a:cubicBezTo>
                  <a:cubicBezTo>
                    <a:pt x="7730" y="6050"/>
                    <a:pt x="7730" y="5881"/>
                    <a:pt x="7646" y="5881"/>
                  </a:cubicBezTo>
                  <a:cubicBezTo>
                    <a:pt x="8066" y="5797"/>
                    <a:pt x="8402" y="5377"/>
                    <a:pt x="8402" y="4873"/>
                  </a:cubicBezTo>
                  <a:cubicBezTo>
                    <a:pt x="8402" y="4369"/>
                    <a:pt x="8066" y="3949"/>
                    <a:pt x="7646" y="3781"/>
                  </a:cubicBezTo>
                  <a:cubicBezTo>
                    <a:pt x="7646" y="3697"/>
                    <a:pt x="7730" y="3529"/>
                    <a:pt x="7730" y="3361"/>
                  </a:cubicBezTo>
                  <a:cubicBezTo>
                    <a:pt x="7730" y="2773"/>
                    <a:pt x="7310" y="2269"/>
                    <a:pt x="6806" y="2101"/>
                  </a:cubicBezTo>
                  <a:lnTo>
                    <a:pt x="6806" y="2017"/>
                  </a:lnTo>
                  <a:cubicBezTo>
                    <a:pt x="6806" y="1512"/>
                    <a:pt x="6386" y="1176"/>
                    <a:pt x="5966" y="1176"/>
                  </a:cubicBezTo>
                  <a:lnTo>
                    <a:pt x="5882" y="1176"/>
                  </a:lnTo>
                  <a:cubicBezTo>
                    <a:pt x="5966" y="1092"/>
                    <a:pt x="5966" y="1008"/>
                    <a:pt x="5966" y="756"/>
                  </a:cubicBezTo>
                  <a:cubicBezTo>
                    <a:pt x="5966" y="336"/>
                    <a:pt x="5630" y="0"/>
                    <a:pt x="520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16"/>
            <p:cNvSpPr/>
            <p:nvPr/>
          </p:nvSpPr>
          <p:spPr>
            <a:xfrm>
              <a:off x="1023700" y="3462425"/>
              <a:ext cx="159650" cy="73525"/>
            </a:xfrm>
            <a:custGeom>
              <a:avLst/>
              <a:gdLst/>
              <a:ahLst/>
              <a:cxnLst/>
              <a:rect l="l" t="t" r="r" b="b"/>
              <a:pathLst>
                <a:path w="6386" h="2941" extrusionOk="0">
                  <a:moveTo>
                    <a:pt x="588" y="0"/>
                  </a:moveTo>
                  <a:cubicBezTo>
                    <a:pt x="252" y="0"/>
                    <a:pt x="0" y="252"/>
                    <a:pt x="0" y="588"/>
                  </a:cubicBezTo>
                  <a:cubicBezTo>
                    <a:pt x="0" y="1008"/>
                    <a:pt x="336" y="1344"/>
                    <a:pt x="588" y="1344"/>
                  </a:cubicBezTo>
                  <a:lnTo>
                    <a:pt x="840" y="1344"/>
                  </a:lnTo>
                  <a:cubicBezTo>
                    <a:pt x="756" y="1428"/>
                    <a:pt x="588" y="1680"/>
                    <a:pt x="588" y="1765"/>
                  </a:cubicBezTo>
                  <a:cubicBezTo>
                    <a:pt x="588" y="2185"/>
                    <a:pt x="924" y="2521"/>
                    <a:pt x="1345" y="2521"/>
                  </a:cubicBezTo>
                  <a:lnTo>
                    <a:pt x="1345" y="2605"/>
                  </a:lnTo>
                  <a:cubicBezTo>
                    <a:pt x="1345" y="2689"/>
                    <a:pt x="1345" y="2773"/>
                    <a:pt x="1429" y="2941"/>
                  </a:cubicBezTo>
                  <a:lnTo>
                    <a:pt x="4705" y="2941"/>
                  </a:lnTo>
                  <a:cubicBezTo>
                    <a:pt x="4621" y="2773"/>
                    <a:pt x="4453" y="2605"/>
                    <a:pt x="4285" y="2605"/>
                  </a:cubicBezTo>
                  <a:cubicBezTo>
                    <a:pt x="4537" y="2521"/>
                    <a:pt x="4621" y="2353"/>
                    <a:pt x="4621" y="2269"/>
                  </a:cubicBezTo>
                  <a:lnTo>
                    <a:pt x="5630" y="2269"/>
                  </a:lnTo>
                  <a:cubicBezTo>
                    <a:pt x="6050" y="2269"/>
                    <a:pt x="6386" y="1933"/>
                    <a:pt x="6386" y="1512"/>
                  </a:cubicBezTo>
                  <a:cubicBezTo>
                    <a:pt x="6386" y="1092"/>
                    <a:pt x="6050" y="840"/>
                    <a:pt x="5630" y="840"/>
                  </a:cubicBezTo>
                  <a:lnTo>
                    <a:pt x="4369" y="840"/>
                  </a:lnTo>
                  <a:lnTo>
                    <a:pt x="4369" y="672"/>
                  </a:lnTo>
                  <a:cubicBezTo>
                    <a:pt x="4369" y="252"/>
                    <a:pt x="4033" y="0"/>
                    <a:pt x="36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640;p16"/>
            <p:cNvSpPr/>
            <p:nvPr/>
          </p:nvSpPr>
          <p:spPr>
            <a:xfrm>
              <a:off x="1097200" y="3353200"/>
              <a:ext cx="117675" cy="75625"/>
            </a:xfrm>
            <a:custGeom>
              <a:avLst/>
              <a:gdLst/>
              <a:ahLst/>
              <a:cxnLst/>
              <a:rect l="l" t="t" r="r" b="b"/>
              <a:pathLst>
                <a:path w="4707" h="3025" extrusionOk="0">
                  <a:moveTo>
                    <a:pt x="1345" y="0"/>
                  </a:moveTo>
                  <a:lnTo>
                    <a:pt x="1345" y="252"/>
                  </a:lnTo>
                  <a:cubicBezTo>
                    <a:pt x="1345" y="588"/>
                    <a:pt x="1597" y="756"/>
                    <a:pt x="1765" y="756"/>
                  </a:cubicBezTo>
                  <a:cubicBezTo>
                    <a:pt x="1681" y="756"/>
                    <a:pt x="1513" y="840"/>
                    <a:pt x="1429" y="1092"/>
                  </a:cubicBezTo>
                  <a:lnTo>
                    <a:pt x="589" y="1092"/>
                  </a:lnTo>
                  <a:cubicBezTo>
                    <a:pt x="337" y="1092"/>
                    <a:pt x="1" y="1428"/>
                    <a:pt x="1" y="1680"/>
                  </a:cubicBezTo>
                  <a:cubicBezTo>
                    <a:pt x="1" y="2017"/>
                    <a:pt x="337" y="2353"/>
                    <a:pt x="589" y="2353"/>
                  </a:cubicBezTo>
                  <a:lnTo>
                    <a:pt x="1681" y="2353"/>
                  </a:lnTo>
                  <a:lnTo>
                    <a:pt x="1681" y="2437"/>
                  </a:lnTo>
                  <a:cubicBezTo>
                    <a:pt x="1681" y="2773"/>
                    <a:pt x="2017" y="3025"/>
                    <a:pt x="2269" y="3025"/>
                  </a:cubicBezTo>
                  <a:lnTo>
                    <a:pt x="4706" y="3025"/>
                  </a:lnTo>
                  <a:cubicBezTo>
                    <a:pt x="4538" y="2689"/>
                    <a:pt x="4202" y="2353"/>
                    <a:pt x="3782" y="2101"/>
                  </a:cubicBezTo>
                  <a:lnTo>
                    <a:pt x="3782" y="2017"/>
                  </a:lnTo>
                  <a:cubicBezTo>
                    <a:pt x="3782" y="1512"/>
                    <a:pt x="3362" y="1176"/>
                    <a:pt x="2942" y="1176"/>
                  </a:cubicBezTo>
                  <a:lnTo>
                    <a:pt x="2858" y="1176"/>
                  </a:lnTo>
                  <a:cubicBezTo>
                    <a:pt x="2942" y="1092"/>
                    <a:pt x="2942" y="1008"/>
                    <a:pt x="2942" y="756"/>
                  </a:cubicBezTo>
                  <a:cubicBezTo>
                    <a:pt x="2942" y="336"/>
                    <a:pt x="2606" y="0"/>
                    <a:pt x="218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16"/>
            <p:cNvSpPr/>
            <p:nvPr/>
          </p:nvSpPr>
          <p:spPr>
            <a:xfrm>
              <a:off x="593100" y="3405700"/>
              <a:ext cx="172250" cy="130250"/>
            </a:xfrm>
            <a:custGeom>
              <a:avLst/>
              <a:gdLst/>
              <a:ahLst/>
              <a:cxnLst/>
              <a:rect l="l" t="t" r="r" b="b"/>
              <a:pathLst>
                <a:path w="6890" h="5210" extrusionOk="0">
                  <a:moveTo>
                    <a:pt x="2353" y="1"/>
                  </a:moveTo>
                  <a:cubicBezTo>
                    <a:pt x="2101" y="1"/>
                    <a:pt x="1849" y="253"/>
                    <a:pt x="1849" y="589"/>
                  </a:cubicBezTo>
                  <a:cubicBezTo>
                    <a:pt x="1849" y="673"/>
                    <a:pt x="1849" y="757"/>
                    <a:pt x="1933" y="841"/>
                  </a:cubicBezTo>
                  <a:lnTo>
                    <a:pt x="1429" y="841"/>
                  </a:lnTo>
                  <a:cubicBezTo>
                    <a:pt x="1093" y="841"/>
                    <a:pt x="840" y="1177"/>
                    <a:pt x="840" y="1513"/>
                  </a:cubicBezTo>
                  <a:lnTo>
                    <a:pt x="840" y="1597"/>
                  </a:lnTo>
                  <a:cubicBezTo>
                    <a:pt x="504" y="1681"/>
                    <a:pt x="252" y="2017"/>
                    <a:pt x="252" y="2437"/>
                  </a:cubicBezTo>
                  <a:cubicBezTo>
                    <a:pt x="252" y="2689"/>
                    <a:pt x="420" y="2941"/>
                    <a:pt x="588" y="3109"/>
                  </a:cubicBezTo>
                  <a:cubicBezTo>
                    <a:pt x="252" y="3109"/>
                    <a:pt x="84" y="3277"/>
                    <a:pt x="84" y="3529"/>
                  </a:cubicBezTo>
                  <a:cubicBezTo>
                    <a:pt x="0" y="3781"/>
                    <a:pt x="168" y="4034"/>
                    <a:pt x="504" y="4034"/>
                  </a:cubicBezTo>
                  <a:lnTo>
                    <a:pt x="588" y="4034"/>
                  </a:lnTo>
                  <a:cubicBezTo>
                    <a:pt x="504" y="4118"/>
                    <a:pt x="504" y="4202"/>
                    <a:pt x="504" y="4370"/>
                  </a:cubicBezTo>
                  <a:cubicBezTo>
                    <a:pt x="504" y="4622"/>
                    <a:pt x="756" y="4874"/>
                    <a:pt x="1009" y="4874"/>
                  </a:cubicBezTo>
                  <a:lnTo>
                    <a:pt x="1009" y="5210"/>
                  </a:lnTo>
                  <a:lnTo>
                    <a:pt x="6134" y="5210"/>
                  </a:lnTo>
                  <a:lnTo>
                    <a:pt x="6134" y="5042"/>
                  </a:lnTo>
                  <a:cubicBezTo>
                    <a:pt x="6134" y="4958"/>
                    <a:pt x="6050" y="4874"/>
                    <a:pt x="5966" y="4790"/>
                  </a:cubicBezTo>
                  <a:lnTo>
                    <a:pt x="6134" y="4790"/>
                  </a:lnTo>
                  <a:cubicBezTo>
                    <a:pt x="6386" y="4790"/>
                    <a:pt x="6470" y="4622"/>
                    <a:pt x="6470" y="4454"/>
                  </a:cubicBezTo>
                  <a:cubicBezTo>
                    <a:pt x="6470" y="4370"/>
                    <a:pt x="6470" y="4370"/>
                    <a:pt x="6386" y="4202"/>
                  </a:cubicBezTo>
                  <a:cubicBezTo>
                    <a:pt x="6722" y="4118"/>
                    <a:pt x="6890" y="3781"/>
                    <a:pt x="6890" y="3529"/>
                  </a:cubicBezTo>
                  <a:cubicBezTo>
                    <a:pt x="6890" y="3193"/>
                    <a:pt x="6722" y="2857"/>
                    <a:pt x="6386" y="2773"/>
                  </a:cubicBezTo>
                  <a:cubicBezTo>
                    <a:pt x="6386" y="2689"/>
                    <a:pt x="6470" y="2521"/>
                    <a:pt x="6470" y="2437"/>
                  </a:cubicBezTo>
                  <a:cubicBezTo>
                    <a:pt x="6470" y="2017"/>
                    <a:pt x="6134" y="1681"/>
                    <a:pt x="5882" y="1597"/>
                  </a:cubicBezTo>
                  <a:lnTo>
                    <a:pt x="5882" y="1513"/>
                  </a:lnTo>
                  <a:cubicBezTo>
                    <a:pt x="5882" y="1177"/>
                    <a:pt x="5546" y="841"/>
                    <a:pt x="5209" y="841"/>
                  </a:cubicBezTo>
                  <a:lnTo>
                    <a:pt x="5209" y="589"/>
                  </a:lnTo>
                  <a:cubicBezTo>
                    <a:pt x="5209" y="253"/>
                    <a:pt x="5041" y="1"/>
                    <a:pt x="470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16"/>
            <p:cNvSpPr/>
            <p:nvPr/>
          </p:nvSpPr>
          <p:spPr>
            <a:xfrm>
              <a:off x="582600" y="3483425"/>
              <a:ext cx="111350" cy="52525"/>
            </a:xfrm>
            <a:custGeom>
              <a:avLst/>
              <a:gdLst/>
              <a:ahLst/>
              <a:cxnLst/>
              <a:rect l="l" t="t" r="r" b="b"/>
              <a:pathLst>
                <a:path w="4454" h="2101" extrusionOk="0">
                  <a:moveTo>
                    <a:pt x="504" y="0"/>
                  </a:moveTo>
                  <a:cubicBezTo>
                    <a:pt x="168" y="0"/>
                    <a:pt x="0" y="168"/>
                    <a:pt x="0" y="420"/>
                  </a:cubicBezTo>
                  <a:cubicBezTo>
                    <a:pt x="84" y="672"/>
                    <a:pt x="336" y="925"/>
                    <a:pt x="504" y="925"/>
                  </a:cubicBezTo>
                  <a:lnTo>
                    <a:pt x="588" y="925"/>
                  </a:lnTo>
                  <a:cubicBezTo>
                    <a:pt x="504" y="1009"/>
                    <a:pt x="504" y="1093"/>
                    <a:pt x="504" y="1261"/>
                  </a:cubicBezTo>
                  <a:cubicBezTo>
                    <a:pt x="504" y="1513"/>
                    <a:pt x="756" y="1765"/>
                    <a:pt x="1008" y="1765"/>
                  </a:cubicBezTo>
                  <a:lnTo>
                    <a:pt x="1008" y="2101"/>
                  </a:lnTo>
                  <a:lnTo>
                    <a:pt x="3361" y="2101"/>
                  </a:lnTo>
                  <a:cubicBezTo>
                    <a:pt x="3277" y="1933"/>
                    <a:pt x="3277" y="1849"/>
                    <a:pt x="3025" y="1849"/>
                  </a:cubicBezTo>
                  <a:cubicBezTo>
                    <a:pt x="3109" y="1849"/>
                    <a:pt x="3277" y="1765"/>
                    <a:pt x="3277" y="1681"/>
                  </a:cubicBezTo>
                  <a:lnTo>
                    <a:pt x="3949" y="1681"/>
                  </a:lnTo>
                  <a:cubicBezTo>
                    <a:pt x="4285" y="1681"/>
                    <a:pt x="4453" y="1429"/>
                    <a:pt x="4453" y="1093"/>
                  </a:cubicBezTo>
                  <a:cubicBezTo>
                    <a:pt x="4453" y="840"/>
                    <a:pt x="4285" y="588"/>
                    <a:pt x="3949" y="588"/>
                  </a:cubicBezTo>
                  <a:lnTo>
                    <a:pt x="3109" y="588"/>
                  </a:lnTo>
                  <a:lnTo>
                    <a:pt x="3109" y="504"/>
                  </a:lnTo>
                  <a:cubicBezTo>
                    <a:pt x="3109" y="168"/>
                    <a:pt x="2941" y="0"/>
                    <a:pt x="260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16"/>
            <p:cNvSpPr/>
            <p:nvPr/>
          </p:nvSpPr>
          <p:spPr>
            <a:xfrm>
              <a:off x="635100" y="3409900"/>
              <a:ext cx="81950" cy="52550"/>
            </a:xfrm>
            <a:custGeom>
              <a:avLst/>
              <a:gdLst/>
              <a:ahLst/>
              <a:cxnLst/>
              <a:rect l="l" t="t" r="r" b="b"/>
              <a:pathLst>
                <a:path w="3278" h="2102" extrusionOk="0">
                  <a:moveTo>
                    <a:pt x="925" y="1"/>
                  </a:moveTo>
                  <a:lnTo>
                    <a:pt x="925" y="85"/>
                  </a:lnTo>
                  <a:cubicBezTo>
                    <a:pt x="925" y="253"/>
                    <a:pt x="1009" y="421"/>
                    <a:pt x="1261" y="505"/>
                  </a:cubicBezTo>
                  <a:cubicBezTo>
                    <a:pt x="1177" y="505"/>
                    <a:pt x="1009" y="589"/>
                    <a:pt x="1009" y="673"/>
                  </a:cubicBezTo>
                  <a:lnTo>
                    <a:pt x="421" y="673"/>
                  </a:lnTo>
                  <a:cubicBezTo>
                    <a:pt x="169" y="673"/>
                    <a:pt x="1" y="925"/>
                    <a:pt x="1" y="1093"/>
                  </a:cubicBezTo>
                  <a:cubicBezTo>
                    <a:pt x="1" y="1345"/>
                    <a:pt x="169" y="1513"/>
                    <a:pt x="421" y="1513"/>
                  </a:cubicBezTo>
                  <a:lnTo>
                    <a:pt x="1177" y="1513"/>
                  </a:lnTo>
                  <a:lnTo>
                    <a:pt x="1177" y="1681"/>
                  </a:lnTo>
                  <a:cubicBezTo>
                    <a:pt x="1177" y="1849"/>
                    <a:pt x="1345" y="2101"/>
                    <a:pt x="1597" y="2101"/>
                  </a:cubicBezTo>
                  <a:lnTo>
                    <a:pt x="3277" y="2101"/>
                  </a:lnTo>
                  <a:cubicBezTo>
                    <a:pt x="3109" y="1765"/>
                    <a:pt x="2941" y="1513"/>
                    <a:pt x="2605" y="1429"/>
                  </a:cubicBezTo>
                  <a:cubicBezTo>
                    <a:pt x="2605" y="1009"/>
                    <a:pt x="2269" y="841"/>
                    <a:pt x="2017" y="841"/>
                  </a:cubicBezTo>
                  <a:lnTo>
                    <a:pt x="2017" y="505"/>
                  </a:lnTo>
                  <a:cubicBezTo>
                    <a:pt x="2017" y="169"/>
                    <a:pt x="1765" y="1"/>
                    <a:pt x="142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16"/>
            <p:cNvSpPr/>
            <p:nvPr/>
          </p:nvSpPr>
          <p:spPr>
            <a:xfrm>
              <a:off x="744325" y="3374200"/>
              <a:ext cx="239475" cy="163850"/>
            </a:xfrm>
            <a:custGeom>
              <a:avLst/>
              <a:gdLst/>
              <a:ahLst/>
              <a:cxnLst/>
              <a:rect l="l" t="t" r="r" b="b"/>
              <a:pathLst>
                <a:path w="9579" h="6554" extrusionOk="0">
                  <a:moveTo>
                    <a:pt x="3361" y="0"/>
                  </a:moveTo>
                  <a:cubicBezTo>
                    <a:pt x="2941" y="0"/>
                    <a:pt x="2689" y="336"/>
                    <a:pt x="2689" y="672"/>
                  </a:cubicBezTo>
                  <a:cubicBezTo>
                    <a:pt x="2689" y="756"/>
                    <a:pt x="2689" y="840"/>
                    <a:pt x="2773" y="924"/>
                  </a:cubicBezTo>
                  <a:lnTo>
                    <a:pt x="2017" y="924"/>
                  </a:lnTo>
                  <a:cubicBezTo>
                    <a:pt x="1597" y="924"/>
                    <a:pt x="1177" y="1261"/>
                    <a:pt x="1177" y="1681"/>
                  </a:cubicBezTo>
                  <a:lnTo>
                    <a:pt x="1177" y="1933"/>
                  </a:lnTo>
                  <a:cubicBezTo>
                    <a:pt x="757" y="2101"/>
                    <a:pt x="421" y="2521"/>
                    <a:pt x="421" y="3025"/>
                  </a:cubicBezTo>
                  <a:cubicBezTo>
                    <a:pt x="421" y="3361"/>
                    <a:pt x="589" y="3697"/>
                    <a:pt x="757" y="3865"/>
                  </a:cubicBezTo>
                  <a:lnTo>
                    <a:pt x="673" y="3865"/>
                  </a:lnTo>
                  <a:cubicBezTo>
                    <a:pt x="337" y="3865"/>
                    <a:pt x="1" y="4117"/>
                    <a:pt x="1" y="4537"/>
                  </a:cubicBezTo>
                  <a:cubicBezTo>
                    <a:pt x="337" y="4789"/>
                    <a:pt x="673" y="4957"/>
                    <a:pt x="1009" y="4957"/>
                  </a:cubicBezTo>
                  <a:lnTo>
                    <a:pt x="1177" y="4957"/>
                  </a:lnTo>
                  <a:cubicBezTo>
                    <a:pt x="1093" y="5041"/>
                    <a:pt x="1093" y="5209"/>
                    <a:pt x="1093" y="5378"/>
                  </a:cubicBezTo>
                  <a:cubicBezTo>
                    <a:pt x="1093" y="5714"/>
                    <a:pt x="1429" y="6050"/>
                    <a:pt x="1681" y="6134"/>
                  </a:cubicBezTo>
                  <a:lnTo>
                    <a:pt x="1681" y="6218"/>
                  </a:lnTo>
                  <a:cubicBezTo>
                    <a:pt x="1681" y="6302"/>
                    <a:pt x="1681" y="6470"/>
                    <a:pt x="1849" y="6554"/>
                  </a:cubicBezTo>
                  <a:lnTo>
                    <a:pt x="8571" y="6554"/>
                  </a:lnTo>
                  <a:lnTo>
                    <a:pt x="8571" y="6302"/>
                  </a:lnTo>
                  <a:cubicBezTo>
                    <a:pt x="8571" y="6134"/>
                    <a:pt x="8403" y="6050"/>
                    <a:pt x="8319" y="5882"/>
                  </a:cubicBezTo>
                  <a:lnTo>
                    <a:pt x="8571" y="5882"/>
                  </a:lnTo>
                  <a:cubicBezTo>
                    <a:pt x="8739" y="5882"/>
                    <a:pt x="8907" y="5714"/>
                    <a:pt x="8907" y="5462"/>
                  </a:cubicBezTo>
                  <a:cubicBezTo>
                    <a:pt x="8907" y="5378"/>
                    <a:pt x="8907" y="5378"/>
                    <a:pt x="8823" y="5294"/>
                  </a:cubicBezTo>
                  <a:cubicBezTo>
                    <a:pt x="9243" y="5209"/>
                    <a:pt x="9579" y="4705"/>
                    <a:pt x="9579" y="4285"/>
                  </a:cubicBezTo>
                  <a:cubicBezTo>
                    <a:pt x="9579" y="3865"/>
                    <a:pt x="9243" y="3445"/>
                    <a:pt x="8823" y="3361"/>
                  </a:cubicBezTo>
                  <a:cubicBezTo>
                    <a:pt x="8823" y="3277"/>
                    <a:pt x="8907" y="3025"/>
                    <a:pt x="8907" y="2941"/>
                  </a:cubicBezTo>
                  <a:cubicBezTo>
                    <a:pt x="8907" y="2437"/>
                    <a:pt x="8655" y="1933"/>
                    <a:pt x="8067" y="1765"/>
                  </a:cubicBezTo>
                  <a:lnTo>
                    <a:pt x="8067" y="1681"/>
                  </a:lnTo>
                  <a:cubicBezTo>
                    <a:pt x="8067" y="1261"/>
                    <a:pt x="7814" y="924"/>
                    <a:pt x="7226" y="924"/>
                  </a:cubicBezTo>
                  <a:lnTo>
                    <a:pt x="7058" y="924"/>
                  </a:lnTo>
                  <a:cubicBezTo>
                    <a:pt x="7142" y="840"/>
                    <a:pt x="7142" y="756"/>
                    <a:pt x="7142" y="672"/>
                  </a:cubicBezTo>
                  <a:cubicBezTo>
                    <a:pt x="7142" y="252"/>
                    <a:pt x="6890" y="0"/>
                    <a:pt x="647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16"/>
            <p:cNvSpPr/>
            <p:nvPr/>
          </p:nvSpPr>
          <p:spPr>
            <a:xfrm>
              <a:off x="738025" y="3374200"/>
              <a:ext cx="195375" cy="163850"/>
            </a:xfrm>
            <a:custGeom>
              <a:avLst/>
              <a:gdLst/>
              <a:ahLst/>
              <a:cxnLst/>
              <a:rect l="l" t="t" r="r" b="b"/>
              <a:pathLst>
                <a:path w="7815" h="6554" extrusionOk="0">
                  <a:moveTo>
                    <a:pt x="3361" y="0"/>
                  </a:moveTo>
                  <a:cubicBezTo>
                    <a:pt x="2941" y="0"/>
                    <a:pt x="2605" y="336"/>
                    <a:pt x="2605" y="672"/>
                  </a:cubicBezTo>
                  <a:cubicBezTo>
                    <a:pt x="2605" y="756"/>
                    <a:pt x="2605" y="840"/>
                    <a:pt x="2689" y="924"/>
                  </a:cubicBezTo>
                  <a:lnTo>
                    <a:pt x="1933" y="924"/>
                  </a:lnTo>
                  <a:cubicBezTo>
                    <a:pt x="1513" y="924"/>
                    <a:pt x="1093" y="1261"/>
                    <a:pt x="1093" y="1681"/>
                  </a:cubicBezTo>
                  <a:lnTo>
                    <a:pt x="1093" y="1933"/>
                  </a:lnTo>
                  <a:cubicBezTo>
                    <a:pt x="673" y="2101"/>
                    <a:pt x="421" y="2521"/>
                    <a:pt x="421" y="3025"/>
                  </a:cubicBezTo>
                  <a:cubicBezTo>
                    <a:pt x="421" y="3361"/>
                    <a:pt x="505" y="3697"/>
                    <a:pt x="673" y="3865"/>
                  </a:cubicBezTo>
                  <a:lnTo>
                    <a:pt x="589" y="3865"/>
                  </a:lnTo>
                  <a:cubicBezTo>
                    <a:pt x="253" y="3865"/>
                    <a:pt x="1" y="4117"/>
                    <a:pt x="1" y="4537"/>
                  </a:cubicBezTo>
                  <a:cubicBezTo>
                    <a:pt x="85" y="4789"/>
                    <a:pt x="337" y="4957"/>
                    <a:pt x="673" y="4957"/>
                  </a:cubicBezTo>
                  <a:lnTo>
                    <a:pt x="925" y="4957"/>
                  </a:lnTo>
                  <a:cubicBezTo>
                    <a:pt x="757" y="5041"/>
                    <a:pt x="757" y="5209"/>
                    <a:pt x="757" y="5378"/>
                  </a:cubicBezTo>
                  <a:cubicBezTo>
                    <a:pt x="757" y="5714"/>
                    <a:pt x="1093" y="6050"/>
                    <a:pt x="1429" y="6134"/>
                  </a:cubicBezTo>
                  <a:lnTo>
                    <a:pt x="1429" y="6218"/>
                  </a:lnTo>
                  <a:cubicBezTo>
                    <a:pt x="1429" y="6302"/>
                    <a:pt x="1429" y="6470"/>
                    <a:pt x="1513" y="6554"/>
                  </a:cubicBezTo>
                  <a:lnTo>
                    <a:pt x="6806" y="6554"/>
                  </a:lnTo>
                  <a:lnTo>
                    <a:pt x="6806" y="6302"/>
                  </a:lnTo>
                  <a:cubicBezTo>
                    <a:pt x="6806" y="6134"/>
                    <a:pt x="6722" y="6050"/>
                    <a:pt x="6554" y="5882"/>
                  </a:cubicBezTo>
                  <a:lnTo>
                    <a:pt x="6806" y="5882"/>
                  </a:lnTo>
                  <a:cubicBezTo>
                    <a:pt x="6974" y="5882"/>
                    <a:pt x="7226" y="5714"/>
                    <a:pt x="7226" y="5462"/>
                  </a:cubicBezTo>
                  <a:cubicBezTo>
                    <a:pt x="7226" y="5378"/>
                    <a:pt x="7226" y="5378"/>
                    <a:pt x="7058" y="5294"/>
                  </a:cubicBezTo>
                  <a:cubicBezTo>
                    <a:pt x="7478" y="5209"/>
                    <a:pt x="7814" y="4705"/>
                    <a:pt x="7814" y="4285"/>
                  </a:cubicBezTo>
                  <a:cubicBezTo>
                    <a:pt x="7814" y="3865"/>
                    <a:pt x="7478" y="3445"/>
                    <a:pt x="7058" y="3361"/>
                  </a:cubicBezTo>
                  <a:cubicBezTo>
                    <a:pt x="7058" y="3277"/>
                    <a:pt x="7226" y="3025"/>
                    <a:pt x="7226" y="2941"/>
                  </a:cubicBezTo>
                  <a:cubicBezTo>
                    <a:pt x="7226" y="2437"/>
                    <a:pt x="6890" y="1933"/>
                    <a:pt x="6386" y="1765"/>
                  </a:cubicBezTo>
                  <a:lnTo>
                    <a:pt x="6386" y="1681"/>
                  </a:lnTo>
                  <a:cubicBezTo>
                    <a:pt x="6386" y="1261"/>
                    <a:pt x="6050" y="924"/>
                    <a:pt x="5546" y="924"/>
                  </a:cubicBezTo>
                  <a:lnTo>
                    <a:pt x="5378" y="924"/>
                  </a:lnTo>
                  <a:cubicBezTo>
                    <a:pt x="5546" y="840"/>
                    <a:pt x="5546" y="756"/>
                    <a:pt x="5546" y="672"/>
                  </a:cubicBezTo>
                  <a:cubicBezTo>
                    <a:pt x="5546" y="252"/>
                    <a:pt x="5210" y="0"/>
                    <a:pt x="479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16"/>
            <p:cNvSpPr/>
            <p:nvPr/>
          </p:nvSpPr>
          <p:spPr>
            <a:xfrm>
              <a:off x="735925" y="3468725"/>
              <a:ext cx="149150" cy="69325"/>
            </a:xfrm>
            <a:custGeom>
              <a:avLst/>
              <a:gdLst/>
              <a:ahLst/>
              <a:cxnLst/>
              <a:rect l="l" t="t" r="r" b="b"/>
              <a:pathLst>
                <a:path w="5966" h="2773" extrusionOk="0">
                  <a:moveTo>
                    <a:pt x="673" y="0"/>
                  </a:moveTo>
                  <a:cubicBezTo>
                    <a:pt x="337" y="0"/>
                    <a:pt x="1" y="252"/>
                    <a:pt x="1" y="672"/>
                  </a:cubicBezTo>
                  <a:cubicBezTo>
                    <a:pt x="169" y="1008"/>
                    <a:pt x="421" y="1176"/>
                    <a:pt x="757" y="1176"/>
                  </a:cubicBezTo>
                  <a:lnTo>
                    <a:pt x="1009" y="1176"/>
                  </a:lnTo>
                  <a:cubicBezTo>
                    <a:pt x="841" y="1260"/>
                    <a:pt x="841" y="1428"/>
                    <a:pt x="841" y="1597"/>
                  </a:cubicBezTo>
                  <a:cubicBezTo>
                    <a:pt x="841" y="1933"/>
                    <a:pt x="1177" y="2269"/>
                    <a:pt x="1513" y="2353"/>
                  </a:cubicBezTo>
                  <a:lnTo>
                    <a:pt x="1513" y="2437"/>
                  </a:lnTo>
                  <a:cubicBezTo>
                    <a:pt x="1513" y="2521"/>
                    <a:pt x="1513" y="2689"/>
                    <a:pt x="1597" y="2773"/>
                  </a:cubicBezTo>
                  <a:lnTo>
                    <a:pt x="4538" y="2773"/>
                  </a:lnTo>
                  <a:lnTo>
                    <a:pt x="4286" y="2437"/>
                  </a:lnTo>
                  <a:cubicBezTo>
                    <a:pt x="4454" y="2437"/>
                    <a:pt x="4538" y="2269"/>
                    <a:pt x="4538" y="2101"/>
                  </a:cubicBezTo>
                  <a:lnTo>
                    <a:pt x="5294" y="2101"/>
                  </a:lnTo>
                  <a:cubicBezTo>
                    <a:pt x="5630" y="2101"/>
                    <a:pt x="5966" y="1849"/>
                    <a:pt x="5966" y="1513"/>
                  </a:cubicBezTo>
                  <a:cubicBezTo>
                    <a:pt x="5966" y="1176"/>
                    <a:pt x="5714" y="756"/>
                    <a:pt x="5294" y="756"/>
                  </a:cubicBezTo>
                  <a:lnTo>
                    <a:pt x="4118" y="756"/>
                  </a:lnTo>
                  <a:lnTo>
                    <a:pt x="4118" y="672"/>
                  </a:lnTo>
                  <a:cubicBezTo>
                    <a:pt x="4118" y="336"/>
                    <a:pt x="3865" y="0"/>
                    <a:pt x="352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16"/>
            <p:cNvSpPr/>
            <p:nvPr/>
          </p:nvSpPr>
          <p:spPr>
            <a:xfrm>
              <a:off x="807350" y="3374200"/>
              <a:ext cx="105050" cy="69325"/>
            </a:xfrm>
            <a:custGeom>
              <a:avLst/>
              <a:gdLst/>
              <a:ahLst/>
              <a:cxnLst/>
              <a:rect l="l" t="t" r="r" b="b"/>
              <a:pathLst>
                <a:path w="4202" h="2773" extrusionOk="0">
                  <a:moveTo>
                    <a:pt x="1093" y="0"/>
                  </a:moveTo>
                  <a:lnTo>
                    <a:pt x="1093" y="252"/>
                  </a:lnTo>
                  <a:cubicBezTo>
                    <a:pt x="1093" y="420"/>
                    <a:pt x="1261" y="672"/>
                    <a:pt x="1513" y="756"/>
                  </a:cubicBezTo>
                  <a:cubicBezTo>
                    <a:pt x="1345" y="756"/>
                    <a:pt x="1261" y="840"/>
                    <a:pt x="1261" y="1093"/>
                  </a:cubicBezTo>
                  <a:lnTo>
                    <a:pt x="588" y="1093"/>
                  </a:lnTo>
                  <a:cubicBezTo>
                    <a:pt x="252" y="1093"/>
                    <a:pt x="0" y="1261"/>
                    <a:pt x="0" y="1597"/>
                  </a:cubicBezTo>
                  <a:cubicBezTo>
                    <a:pt x="0" y="1933"/>
                    <a:pt x="252" y="2101"/>
                    <a:pt x="588" y="2101"/>
                  </a:cubicBezTo>
                  <a:lnTo>
                    <a:pt x="1513" y="2101"/>
                  </a:lnTo>
                  <a:lnTo>
                    <a:pt x="1513" y="2269"/>
                  </a:lnTo>
                  <a:cubicBezTo>
                    <a:pt x="1513" y="2521"/>
                    <a:pt x="1681" y="2773"/>
                    <a:pt x="2017" y="2773"/>
                  </a:cubicBezTo>
                  <a:lnTo>
                    <a:pt x="4201" y="2773"/>
                  </a:lnTo>
                  <a:cubicBezTo>
                    <a:pt x="4117" y="2269"/>
                    <a:pt x="3781" y="1933"/>
                    <a:pt x="3361" y="1849"/>
                  </a:cubicBezTo>
                  <a:lnTo>
                    <a:pt x="3361" y="1681"/>
                  </a:lnTo>
                  <a:cubicBezTo>
                    <a:pt x="3361" y="1261"/>
                    <a:pt x="3109" y="1009"/>
                    <a:pt x="2521" y="1009"/>
                  </a:cubicBezTo>
                  <a:lnTo>
                    <a:pt x="2437" y="1009"/>
                  </a:lnTo>
                  <a:cubicBezTo>
                    <a:pt x="2521" y="840"/>
                    <a:pt x="2521" y="756"/>
                    <a:pt x="2521" y="672"/>
                  </a:cubicBezTo>
                  <a:cubicBezTo>
                    <a:pt x="2521" y="252"/>
                    <a:pt x="2185" y="0"/>
                    <a:pt x="18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wo columns 1">
  <p:cSld name="TITLE_AND_TWO_COLUMNS_1_1">
    <p:spTree>
      <p:nvGrpSpPr>
        <p:cNvPr id="1" name="Shape 648"/>
        <p:cNvGrpSpPr/>
        <p:nvPr/>
      </p:nvGrpSpPr>
      <p:grpSpPr>
        <a:xfrm>
          <a:off x="0" y="0"/>
          <a:ext cx="0" cy="0"/>
          <a:chOff x="0" y="0"/>
          <a:chExt cx="0" cy="0"/>
        </a:xfrm>
      </p:grpSpPr>
      <p:pic>
        <p:nvPicPr>
          <p:cNvPr id="649" name="Google Shape;649;p17"/>
          <p:cNvPicPr preferRelativeResize="0"/>
          <p:nvPr/>
        </p:nvPicPr>
        <p:blipFill rotWithShape="1">
          <a:blip r:embed="rId2">
            <a:alphaModFix/>
          </a:blip>
          <a:srcRect r="13599"/>
          <a:stretch/>
        </p:blipFill>
        <p:spPr>
          <a:xfrm flipH="1">
            <a:off x="1" y="0"/>
            <a:ext cx="2082575" cy="2053636"/>
          </a:xfrm>
          <a:prstGeom prst="rect">
            <a:avLst/>
          </a:prstGeom>
          <a:noFill/>
          <a:ln>
            <a:noFill/>
          </a:ln>
        </p:spPr>
      </p:pic>
      <p:sp>
        <p:nvSpPr>
          <p:cNvPr id="650" name="Google Shape;650;p1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6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651" name="Google Shape;651;p17"/>
          <p:cNvSpPr txBox="1">
            <a:spLocks noGrp="1"/>
          </p:cNvSpPr>
          <p:nvPr>
            <p:ph type="subTitle" idx="1"/>
          </p:nvPr>
        </p:nvSpPr>
        <p:spPr>
          <a:xfrm>
            <a:off x="4985250" y="1667625"/>
            <a:ext cx="2947800" cy="2346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652" name="Google Shape;652;p17"/>
          <p:cNvSpPr txBox="1">
            <a:spLocks noGrp="1"/>
          </p:cNvSpPr>
          <p:nvPr>
            <p:ph type="subTitle" idx="2"/>
          </p:nvPr>
        </p:nvSpPr>
        <p:spPr>
          <a:xfrm>
            <a:off x="1211050" y="1667625"/>
            <a:ext cx="2947800" cy="2346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653" name="Google Shape;653;p17"/>
          <p:cNvSpPr/>
          <p:nvPr/>
        </p:nvSpPr>
        <p:spPr>
          <a:xfrm flipH="1">
            <a:off x="-276740" y="4617203"/>
            <a:ext cx="9697465" cy="527901"/>
          </a:xfrm>
          <a:custGeom>
            <a:avLst/>
            <a:gdLst/>
            <a:ahLst/>
            <a:cxnLst/>
            <a:rect l="l" t="t" r="r" b="b"/>
            <a:pathLst>
              <a:path w="308689" h="50833" extrusionOk="0">
                <a:moveTo>
                  <a:pt x="10839" y="0"/>
                </a:moveTo>
                <a:cubicBezTo>
                  <a:pt x="4790" y="0"/>
                  <a:pt x="1" y="4201"/>
                  <a:pt x="1" y="9411"/>
                </a:cubicBezTo>
                <a:lnTo>
                  <a:pt x="1" y="41506"/>
                </a:lnTo>
                <a:cubicBezTo>
                  <a:pt x="1" y="46631"/>
                  <a:pt x="4874" y="50832"/>
                  <a:pt x="10839" y="50832"/>
                </a:cubicBezTo>
                <a:lnTo>
                  <a:pt x="297850" y="50832"/>
                </a:lnTo>
                <a:cubicBezTo>
                  <a:pt x="303815" y="50832"/>
                  <a:pt x="308688" y="46631"/>
                  <a:pt x="308688" y="41506"/>
                </a:cubicBezTo>
                <a:lnTo>
                  <a:pt x="308688" y="9411"/>
                </a:lnTo>
                <a:cubicBezTo>
                  <a:pt x="308688" y="4201"/>
                  <a:pt x="303815" y="0"/>
                  <a:pt x="297850" y="0"/>
                </a:cubicBezTo>
                <a:close/>
              </a:path>
            </a:pathLst>
          </a:custGeom>
          <a:solidFill>
            <a:srgbClr val="97B8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54" name="Google Shape;654;p17"/>
          <p:cNvGrpSpPr/>
          <p:nvPr/>
        </p:nvGrpSpPr>
        <p:grpSpPr>
          <a:xfrm>
            <a:off x="68744" y="3891849"/>
            <a:ext cx="651266" cy="725345"/>
            <a:chOff x="6842050" y="3065425"/>
            <a:chExt cx="535625" cy="596550"/>
          </a:xfrm>
        </p:grpSpPr>
        <p:sp>
          <p:nvSpPr>
            <p:cNvPr id="655" name="Google Shape;655;p17"/>
            <p:cNvSpPr/>
            <p:nvPr/>
          </p:nvSpPr>
          <p:spPr>
            <a:xfrm>
              <a:off x="7073100" y="3451925"/>
              <a:ext cx="56725" cy="210050"/>
            </a:xfrm>
            <a:custGeom>
              <a:avLst/>
              <a:gdLst/>
              <a:ahLst/>
              <a:cxnLst/>
              <a:rect l="l" t="t" r="r" b="b"/>
              <a:pathLst>
                <a:path w="2269" h="8402" extrusionOk="0">
                  <a:moveTo>
                    <a:pt x="504" y="0"/>
                  </a:moveTo>
                  <a:lnTo>
                    <a:pt x="0" y="8402"/>
                  </a:lnTo>
                  <a:lnTo>
                    <a:pt x="2269" y="8402"/>
                  </a:lnTo>
                  <a:lnTo>
                    <a:pt x="1765" y="0"/>
                  </a:lnTo>
                  <a:close/>
                </a:path>
              </a:pathLst>
            </a:custGeom>
            <a:solidFill>
              <a:srgbClr val="7A452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17"/>
            <p:cNvSpPr/>
            <p:nvPr/>
          </p:nvSpPr>
          <p:spPr>
            <a:xfrm>
              <a:off x="6867250" y="3065425"/>
              <a:ext cx="510425" cy="428525"/>
            </a:xfrm>
            <a:custGeom>
              <a:avLst/>
              <a:gdLst/>
              <a:ahLst/>
              <a:cxnLst/>
              <a:rect l="l" t="t" r="r" b="b"/>
              <a:pathLst>
                <a:path w="20417" h="17141" extrusionOk="0">
                  <a:moveTo>
                    <a:pt x="7058" y="0"/>
                  </a:moveTo>
                  <a:cubicBezTo>
                    <a:pt x="6218" y="0"/>
                    <a:pt x="5462" y="589"/>
                    <a:pt x="5462" y="1429"/>
                  </a:cubicBezTo>
                  <a:cubicBezTo>
                    <a:pt x="5462" y="1765"/>
                    <a:pt x="5630" y="1933"/>
                    <a:pt x="5714" y="2185"/>
                  </a:cubicBezTo>
                  <a:lnTo>
                    <a:pt x="4117" y="2185"/>
                  </a:lnTo>
                  <a:cubicBezTo>
                    <a:pt x="3193" y="2185"/>
                    <a:pt x="2353" y="2941"/>
                    <a:pt x="2353" y="3949"/>
                  </a:cubicBezTo>
                  <a:lnTo>
                    <a:pt x="2353" y="4285"/>
                  </a:lnTo>
                  <a:cubicBezTo>
                    <a:pt x="1429" y="4706"/>
                    <a:pt x="756" y="5630"/>
                    <a:pt x="756" y="6806"/>
                  </a:cubicBezTo>
                  <a:cubicBezTo>
                    <a:pt x="756" y="7562"/>
                    <a:pt x="1093" y="8150"/>
                    <a:pt x="1597" y="8654"/>
                  </a:cubicBezTo>
                  <a:lnTo>
                    <a:pt x="1429" y="8654"/>
                  </a:lnTo>
                  <a:cubicBezTo>
                    <a:pt x="672" y="8654"/>
                    <a:pt x="0" y="9243"/>
                    <a:pt x="0" y="9999"/>
                  </a:cubicBezTo>
                  <a:cubicBezTo>
                    <a:pt x="0" y="10671"/>
                    <a:pt x="672" y="11259"/>
                    <a:pt x="1429" y="11259"/>
                  </a:cubicBezTo>
                  <a:lnTo>
                    <a:pt x="1849" y="11259"/>
                  </a:lnTo>
                  <a:cubicBezTo>
                    <a:pt x="1597" y="11427"/>
                    <a:pt x="1513" y="11847"/>
                    <a:pt x="1513" y="12183"/>
                  </a:cubicBezTo>
                  <a:cubicBezTo>
                    <a:pt x="1513" y="13023"/>
                    <a:pt x="2101" y="13612"/>
                    <a:pt x="2857" y="13780"/>
                  </a:cubicBezTo>
                  <a:lnTo>
                    <a:pt x="2857" y="13948"/>
                  </a:lnTo>
                  <a:cubicBezTo>
                    <a:pt x="2857" y="15040"/>
                    <a:pt x="3781" y="15964"/>
                    <a:pt x="4873" y="15964"/>
                  </a:cubicBezTo>
                  <a:cubicBezTo>
                    <a:pt x="4873" y="16552"/>
                    <a:pt x="5378" y="17140"/>
                    <a:pt x="6134" y="17140"/>
                  </a:cubicBezTo>
                  <a:lnTo>
                    <a:pt x="15292" y="17140"/>
                  </a:lnTo>
                  <a:cubicBezTo>
                    <a:pt x="15880" y="17140"/>
                    <a:pt x="16552" y="16552"/>
                    <a:pt x="16552" y="15964"/>
                  </a:cubicBezTo>
                  <a:cubicBezTo>
                    <a:pt x="16552" y="15712"/>
                    <a:pt x="16384" y="15544"/>
                    <a:pt x="16300" y="15460"/>
                  </a:cubicBezTo>
                  <a:lnTo>
                    <a:pt x="17056" y="15460"/>
                  </a:lnTo>
                  <a:cubicBezTo>
                    <a:pt x="17644" y="15460"/>
                    <a:pt x="18232" y="14872"/>
                    <a:pt x="18232" y="14368"/>
                  </a:cubicBezTo>
                  <a:cubicBezTo>
                    <a:pt x="18232" y="13948"/>
                    <a:pt x="17980" y="13780"/>
                    <a:pt x="17644" y="13528"/>
                  </a:cubicBezTo>
                  <a:lnTo>
                    <a:pt x="18232" y="13528"/>
                  </a:lnTo>
                  <a:cubicBezTo>
                    <a:pt x="18737" y="13528"/>
                    <a:pt x="19157" y="13107"/>
                    <a:pt x="19157" y="12687"/>
                  </a:cubicBezTo>
                  <a:cubicBezTo>
                    <a:pt x="19157" y="12519"/>
                    <a:pt x="18989" y="12351"/>
                    <a:pt x="18905" y="12183"/>
                  </a:cubicBezTo>
                  <a:cubicBezTo>
                    <a:pt x="19745" y="11679"/>
                    <a:pt x="20417" y="10839"/>
                    <a:pt x="20417" y="9831"/>
                  </a:cubicBezTo>
                  <a:cubicBezTo>
                    <a:pt x="20417" y="8906"/>
                    <a:pt x="19745" y="8066"/>
                    <a:pt x="18821" y="7730"/>
                  </a:cubicBezTo>
                  <a:cubicBezTo>
                    <a:pt x="18905" y="7478"/>
                    <a:pt x="18989" y="7142"/>
                    <a:pt x="18989" y="6806"/>
                  </a:cubicBezTo>
                  <a:cubicBezTo>
                    <a:pt x="18989" y="5546"/>
                    <a:pt x="18148" y="4621"/>
                    <a:pt x="17140" y="4201"/>
                  </a:cubicBezTo>
                  <a:lnTo>
                    <a:pt x="17140" y="3949"/>
                  </a:lnTo>
                  <a:cubicBezTo>
                    <a:pt x="17140" y="3025"/>
                    <a:pt x="16300" y="2185"/>
                    <a:pt x="15376" y="2185"/>
                  </a:cubicBezTo>
                  <a:lnTo>
                    <a:pt x="15124" y="2185"/>
                  </a:lnTo>
                  <a:cubicBezTo>
                    <a:pt x="15292" y="1933"/>
                    <a:pt x="15376" y="1681"/>
                    <a:pt x="15376" y="1429"/>
                  </a:cubicBezTo>
                  <a:cubicBezTo>
                    <a:pt x="15376" y="589"/>
                    <a:pt x="14620" y="0"/>
                    <a:pt x="1377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17"/>
            <p:cNvSpPr/>
            <p:nvPr/>
          </p:nvSpPr>
          <p:spPr>
            <a:xfrm>
              <a:off x="6842050" y="3065425"/>
              <a:ext cx="422200" cy="428525"/>
            </a:xfrm>
            <a:custGeom>
              <a:avLst/>
              <a:gdLst/>
              <a:ahLst/>
              <a:cxnLst/>
              <a:rect l="l" t="t" r="r" b="b"/>
              <a:pathLst>
                <a:path w="16888" h="17141" extrusionOk="0">
                  <a:moveTo>
                    <a:pt x="7058" y="0"/>
                  </a:moveTo>
                  <a:cubicBezTo>
                    <a:pt x="6133" y="0"/>
                    <a:pt x="5461" y="589"/>
                    <a:pt x="5461" y="1429"/>
                  </a:cubicBezTo>
                  <a:cubicBezTo>
                    <a:pt x="5461" y="1765"/>
                    <a:pt x="5545" y="1933"/>
                    <a:pt x="5629" y="2185"/>
                  </a:cubicBezTo>
                  <a:lnTo>
                    <a:pt x="4033" y="2185"/>
                  </a:lnTo>
                  <a:cubicBezTo>
                    <a:pt x="3109" y="2185"/>
                    <a:pt x="2269" y="2941"/>
                    <a:pt x="2269" y="3949"/>
                  </a:cubicBezTo>
                  <a:lnTo>
                    <a:pt x="2269" y="4285"/>
                  </a:lnTo>
                  <a:cubicBezTo>
                    <a:pt x="1344" y="4706"/>
                    <a:pt x="756" y="5630"/>
                    <a:pt x="756" y="6806"/>
                  </a:cubicBezTo>
                  <a:cubicBezTo>
                    <a:pt x="756" y="7562"/>
                    <a:pt x="1008" y="8150"/>
                    <a:pt x="1596" y="8654"/>
                  </a:cubicBezTo>
                  <a:lnTo>
                    <a:pt x="1344" y="8654"/>
                  </a:lnTo>
                  <a:cubicBezTo>
                    <a:pt x="588" y="8654"/>
                    <a:pt x="0" y="9243"/>
                    <a:pt x="0" y="9999"/>
                  </a:cubicBezTo>
                  <a:cubicBezTo>
                    <a:pt x="0" y="10671"/>
                    <a:pt x="588" y="11259"/>
                    <a:pt x="1344" y="11259"/>
                  </a:cubicBezTo>
                  <a:lnTo>
                    <a:pt x="1764" y="11259"/>
                  </a:lnTo>
                  <a:cubicBezTo>
                    <a:pt x="1596" y="11427"/>
                    <a:pt x="1428" y="11847"/>
                    <a:pt x="1428" y="12183"/>
                  </a:cubicBezTo>
                  <a:cubicBezTo>
                    <a:pt x="1428" y="13023"/>
                    <a:pt x="2101" y="13612"/>
                    <a:pt x="2857" y="13780"/>
                  </a:cubicBezTo>
                  <a:lnTo>
                    <a:pt x="2857" y="13948"/>
                  </a:lnTo>
                  <a:cubicBezTo>
                    <a:pt x="2857" y="15040"/>
                    <a:pt x="3781" y="15964"/>
                    <a:pt x="4789" y="15964"/>
                  </a:cubicBezTo>
                  <a:cubicBezTo>
                    <a:pt x="4789" y="16552"/>
                    <a:pt x="5377" y="17140"/>
                    <a:pt x="6049" y="17140"/>
                  </a:cubicBezTo>
                  <a:lnTo>
                    <a:pt x="11763" y="17140"/>
                  </a:lnTo>
                  <a:cubicBezTo>
                    <a:pt x="12351" y="17140"/>
                    <a:pt x="13023" y="16552"/>
                    <a:pt x="13023" y="15964"/>
                  </a:cubicBezTo>
                  <a:cubicBezTo>
                    <a:pt x="13023" y="15712"/>
                    <a:pt x="12855" y="15544"/>
                    <a:pt x="12771" y="15460"/>
                  </a:cubicBezTo>
                  <a:lnTo>
                    <a:pt x="13527" y="15460"/>
                  </a:lnTo>
                  <a:cubicBezTo>
                    <a:pt x="14199" y="15460"/>
                    <a:pt x="14703" y="14872"/>
                    <a:pt x="14703" y="14368"/>
                  </a:cubicBezTo>
                  <a:cubicBezTo>
                    <a:pt x="14703" y="13948"/>
                    <a:pt x="14451" y="13780"/>
                    <a:pt x="14199" y="13528"/>
                  </a:cubicBezTo>
                  <a:lnTo>
                    <a:pt x="14703" y="13528"/>
                  </a:lnTo>
                  <a:cubicBezTo>
                    <a:pt x="15208" y="13528"/>
                    <a:pt x="15628" y="13107"/>
                    <a:pt x="15628" y="12687"/>
                  </a:cubicBezTo>
                  <a:cubicBezTo>
                    <a:pt x="15628" y="12519"/>
                    <a:pt x="15544" y="12351"/>
                    <a:pt x="15460" y="12183"/>
                  </a:cubicBezTo>
                  <a:cubicBezTo>
                    <a:pt x="16300" y="11679"/>
                    <a:pt x="16888" y="10839"/>
                    <a:pt x="16888" y="9831"/>
                  </a:cubicBezTo>
                  <a:cubicBezTo>
                    <a:pt x="16888" y="8906"/>
                    <a:pt x="16300" y="8066"/>
                    <a:pt x="15292" y="7730"/>
                  </a:cubicBezTo>
                  <a:cubicBezTo>
                    <a:pt x="15460" y="7478"/>
                    <a:pt x="15544" y="7142"/>
                    <a:pt x="15544" y="6806"/>
                  </a:cubicBezTo>
                  <a:cubicBezTo>
                    <a:pt x="15544" y="5546"/>
                    <a:pt x="14703" y="4621"/>
                    <a:pt x="13611" y="4201"/>
                  </a:cubicBezTo>
                  <a:lnTo>
                    <a:pt x="13611" y="3949"/>
                  </a:lnTo>
                  <a:cubicBezTo>
                    <a:pt x="13611" y="3025"/>
                    <a:pt x="12771" y="2185"/>
                    <a:pt x="11847" y="2185"/>
                  </a:cubicBezTo>
                  <a:lnTo>
                    <a:pt x="11679" y="2185"/>
                  </a:lnTo>
                  <a:cubicBezTo>
                    <a:pt x="11763" y="1933"/>
                    <a:pt x="11847" y="1681"/>
                    <a:pt x="11847" y="1429"/>
                  </a:cubicBezTo>
                  <a:cubicBezTo>
                    <a:pt x="11847" y="589"/>
                    <a:pt x="11091" y="0"/>
                    <a:pt x="1025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17"/>
            <p:cNvSpPr/>
            <p:nvPr/>
          </p:nvSpPr>
          <p:spPr>
            <a:xfrm>
              <a:off x="6842050" y="3283875"/>
              <a:ext cx="325600" cy="210075"/>
            </a:xfrm>
            <a:custGeom>
              <a:avLst/>
              <a:gdLst/>
              <a:ahLst/>
              <a:cxnLst/>
              <a:rect l="l" t="t" r="r" b="b"/>
              <a:pathLst>
                <a:path w="13024" h="8403" extrusionOk="0">
                  <a:moveTo>
                    <a:pt x="1344" y="0"/>
                  </a:moveTo>
                  <a:cubicBezTo>
                    <a:pt x="588" y="0"/>
                    <a:pt x="0" y="505"/>
                    <a:pt x="0" y="1261"/>
                  </a:cubicBezTo>
                  <a:cubicBezTo>
                    <a:pt x="0" y="1933"/>
                    <a:pt x="588" y="2521"/>
                    <a:pt x="1344" y="2521"/>
                  </a:cubicBezTo>
                  <a:lnTo>
                    <a:pt x="1764" y="2521"/>
                  </a:lnTo>
                  <a:cubicBezTo>
                    <a:pt x="1596" y="2689"/>
                    <a:pt x="1428" y="3109"/>
                    <a:pt x="1428" y="3445"/>
                  </a:cubicBezTo>
                  <a:cubicBezTo>
                    <a:pt x="1428" y="4285"/>
                    <a:pt x="2101" y="4874"/>
                    <a:pt x="2857" y="5042"/>
                  </a:cubicBezTo>
                  <a:lnTo>
                    <a:pt x="2857" y="5210"/>
                  </a:lnTo>
                  <a:cubicBezTo>
                    <a:pt x="2857" y="6302"/>
                    <a:pt x="3781" y="7226"/>
                    <a:pt x="4789" y="7226"/>
                  </a:cubicBezTo>
                  <a:cubicBezTo>
                    <a:pt x="4789" y="7814"/>
                    <a:pt x="5377" y="8402"/>
                    <a:pt x="6049" y="8402"/>
                  </a:cubicBezTo>
                  <a:lnTo>
                    <a:pt x="11763" y="8402"/>
                  </a:lnTo>
                  <a:cubicBezTo>
                    <a:pt x="12351" y="8402"/>
                    <a:pt x="13023" y="7814"/>
                    <a:pt x="13023" y="7226"/>
                  </a:cubicBezTo>
                  <a:cubicBezTo>
                    <a:pt x="13023" y="7142"/>
                    <a:pt x="9746" y="7142"/>
                    <a:pt x="9746" y="7142"/>
                  </a:cubicBezTo>
                  <a:lnTo>
                    <a:pt x="9746" y="6470"/>
                  </a:lnTo>
                  <a:cubicBezTo>
                    <a:pt x="9746" y="5882"/>
                    <a:pt x="9326" y="5294"/>
                    <a:pt x="8738" y="5126"/>
                  </a:cubicBezTo>
                  <a:cubicBezTo>
                    <a:pt x="8990" y="5042"/>
                    <a:pt x="9326" y="4790"/>
                    <a:pt x="9410" y="4369"/>
                  </a:cubicBezTo>
                  <a:lnTo>
                    <a:pt x="11427" y="4369"/>
                  </a:lnTo>
                  <a:cubicBezTo>
                    <a:pt x="12267" y="4369"/>
                    <a:pt x="12855" y="3781"/>
                    <a:pt x="12855" y="3025"/>
                  </a:cubicBezTo>
                  <a:cubicBezTo>
                    <a:pt x="12855" y="2269"/>
                    <a:pt x="12267" y="1681"/>
                    <a:pt x="11427" y="1681"/>
                  </a:cubicBezTo>
                  <a:lnTo>
                    <a:pt x="8906" y="1681"/>
                  </a:lnTo>
                  <a:cubicBezTo>
                    <a:pt x="8906" y="1513"/>
                    <a:pt x="8990" y="1429"/>
                    <a:pt x="8990" y="1345"/>
                  </a:cubicBezTo>
                  <a:cubicBezTo>
                    <a:pt x="8990" y="589"/>
                    <a:pt x="8402" y="0"/>
                    <a:pt x="756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17"/>
            <p:cNvSpPr/>
            <p:nvPr/>
          </p:nvSpPr>
          <p:spPr>
            <a:xfrm>
              <a:off x="6989075" y="3065425"/>
              <a:ext cx="235275" cy="147050"/>
            </a:xfrm>
            <a:custGeom>
              <a:avLst/>
              <a:gdLst/>
              <a:ahLst/>
              <a:cxnLst/>
              <a:rect l="l" t="t" r="r" b="b"/>
              <a:pathLst>
                <a:path w="9411" h="5882" extrusionOk="0">
                  <a:moveTo>
                    <a:pt x="2857" y="0"/>
                  </a:moveTo>
                  <a:cubicBezTo>
                    <a:pt x="2857" y="84"/>
                    <a:pt x="2689" y="168"/>
                    <a:pt x="2689" y="252"/>
                  </a:cubicBezTo>
                  <a:cubicBezTo>
                    <a:pt x="2689" y="841"/>
                    <a:pt x="3109" y="1261"/>
                    <a:pt x="3529" y="1429"/>
                  </a:cubicBezTo>
                  <a:cubicBezTo>
                    <a:pt x="3277" y="1513"/>
                    <a:pt x="3025" y="1765"/>
                    <a:pt x="2941" y="2101"/>
                  </a:cubicBezTo>
                  <a:lnTo>
                    <a:pt x="1261" y="2101"/>
                  </a:lnTo>
                  <a:cubicBezTo>
                    <a:pt x="589" y="2101"/>
                    <a:pt x="0" y="2605"/>
                    <a:pt x="0" y="3193"/>
                  </a:cubicBezTo>
                  <a:cubicBezTo>
                    <a:pt x="0" y="3865"/>
                    <a:pt x="505" y="4369"/>
                    <a:pt x="1261" y="4369"/>
                  </a:cubicBezTo>
                  <a:lnTo>
                    <a:pt x="3445" y="4369"/>
                  </a:lnTo>
                  <a:cubicBezTo>
                    <a:pt x="3445" y="4453"/>
                    <a:pt x="3361" y="4621"/>
                    <a:pt x="3361" y="4706"/>
                  </a:cubicBezTo>
                  <a:cubicBezTo>
                    <a:pt x="3361" y="5294"/>
                    <a:pt x="3865" y="5882"/>
                    <a:pt x="4621" y="5882"/>
                  </a:cubicBezTo>
                  <a:lnTo>
                    <a:pt x="9411" y="5882"/>
                  </a:lnTo>
                  <a:cubicBezTo>
                    <a:pt x="9243" y="5126"/>
                    <a:pt x="8486" y="4537"/>
                    <a:pt x="7730" y="4201"/>
                  </a:cubicBezTo>
                  <a:lnTo>
                    <a:pt x="7730" y="3949"/>
                  </a:lnTo>
                  <a:cubicBezTo>
                    <a:pt x="7730" y="3025"/>
                    <a:pt x="6890" y="2185"/>
                    <a:pt x="5966" y="2185"/>
                  </a:cubicBezTo>
                  <a:lnTo>
                    <a:pt x="5798" y="2185"/>
                  </a:lnTo>
                  <a:cubicBezTo>
                    <a:pt x="5882" y="2017"/>
                    <a:pt x="5966" y="1681"/>
                    <a:pt x="5966" y="1429"/>
                  </a:cubicBezTo>
                  <a:cubicBezTo>
                    <a:pt x="5966" y="589"/>
                    <a:pt x="5210" y="0"/>
                    <a:pt x="436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60" name="Google Shape;660;p17"/>
          <p:cNvSpPr/>
          <p:nvPr/>
        </p:nvSpPr>
        <p:spPr>
          <a:xfrm>
            <a:off x="8595341" y="4691125"/>
            <a:ext cx="445340" cy="42300"/>
          </a:xfrm>
          <a:custGeom>
            <a:avLst/>
            <a:gdLst/>
            <a:ahLst/>
            <a:cxnLst/>
            <a:rect l="l" t="t" r="r" b="b"/>
            <a:pathLst>
              <a:path w="70493" h="1692" extrusionOk="0">
                <a:moveTo>
                  <a:pt x="68838" y="1"/>
                </a:moveTo>
                <a:cubicBezTo>
                  <a:pt x="68747" y="1"/>
                  <a:pt x="68655" y="4"/>
                  <a:pt x="68561" y="11"/>
                </a:cubicBezTo>
                <a:lnTo>
                  <a:pt x="1849" y="11"/>
                </a:lnTo>
                <a:cubicBezTo>
                  <a:pt x="841" y="11"/>
                  <a:pt x="1" y="347"/>
                  <a:pt x="1" y="851"/>
                </a:cubicBezTo>
                <a:cubicBezTo>
                  <a:pt x="1" y="1272"/>
                  <a:pt x="841" y="1692"/>
                  <a:pt x="1849" y="1692"/>
                </a:cubicBezTo>
                <a:lnTo>
                  <a:pt x="68561" y="1692"/>
                </a:lnTo>
                <a:cubicBezTo>
                  <a:pt x="69653" y="1692"/>
                  <a:pt x="70493" y="1356"/>
                  <a:pt x="70493" y="851"/>
                </a:cubicBezTo>
                <a:cubicBezTo>
                  <a:pt x="70493" y="391"/>
                  <a:pt x="69792" y="1"/>
                  <a:pt x="68838" y="1"/>
                </a:cubicBezTo>
                <a:close/>
              </a:path>
            </a:pathLst>
          </a:custGeom>
          <a:solidFill>
            <a:srgbClr val="6A84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61" name="Google Shape;661;p17"/>
          <p:cNvGrpSpPr/>
          <p:nvPr/>
        </p:nvGrpSpPr>
        <p:grpSpPr>
          <a:xfrm>
            <a:off x="8485987" y="2821738"/>
            <a:ext cx="514193" cy="1898304"/>
            <a:chOff x="8678270" y="2267841"/>
            <a:chExt cx="341929" cy="1262338"/>
          </a:xfrm>
        </p:grpSpPr>
        <p:sp>
          <p:nvSpPr>
            <p:cNvPr id="662" name="Google Shape;662;p17"/>
            <p:cNvSpPr/>
            <p:nvPr/>
          </p:nvSpPr>
          <p:spPr>
            <a:xfrm>
              <a:off x="8879564" y="3351210"/>
              <a:ext cx="38410" cy="178969"/>
            </a:xfrm>
            <a:custGeom>
              <a:avLst/>
              <a:gdLst/>
              <a:ahLst/>
              <a:cxnLst/>
              <a:rect l="l" t="t" r="r" b="b"/>
              <a:pathLst>
                <a:path w="1010" h="4706" extrusionOk="0">
                  <a:moveTo>
                    <a:pt x="1" y="0"/>
                  </a:moveTo>
                  <a:lnTo>
                    <a:pt x="1" y="4705"/>
                  </a:lnTo>
                  <a:lnTo>
                    <a:pt x="1009" y="4705"/>
                  </a:lnTo>
                  <a:lnTo>
                    <a:pt x="1009" y="0"/>
                  </a:lnTo>
                  <a:close/>
                </a:path>
              </a:pathLst>
            </a:custGeom>
            <a:solidFill>
              <a:srgbClr val="4054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17"/>
            <p:cNvSpPr/>
            <p:nvPr/>
          </p:nvSpPr>
          <p:spPr>
            <a:xfrm>
              <a:off x="8885953" y="2462898"/>
              <a:ext cx="25594" cy="888343"/>
            </a:xfrm>
            <a:custGeom>
              <a:avLst/>
              <a:gdLst/>
              <a:ahLst/>
              <a:cxnLst/>
              <a:rect l="l" t="t" r="r" b="b"/>
              <a:pathLst>
                <a:path w="673" h="23359" extrusionOk="0">
                  <a:moveTo>
                    <a:pt x="253" y="1"/>
                  </a:moveTo>
                  <a:cubicBezTo>
                    <a:pt x="253" y="1009"/>
                    <a:pt x="1" y="22602"/>
                    <a:pt x="1" y="23358"/>
                  </a:cubicBezTo>
                  <a:lnTo>
                    <a:pt x="673" y="23358"/>
                  </a:lnTo>
                  <a:cubicBezTo>
                    <a:pt x="673" y="22602"/>
                    <a:pt x="421" y="925"/>
                    <a:pt x="421" y="1"/>
                  </a:cubicBezTo>
                  <a:close/>
                </a:path>
              </a:pathLst>
            </a:custGeom>
            <a:solidFill>
              <a:srgbClr val="F5F9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17"/>
            <p:cNvSpPr/>
            <p:nvPr/>
          </p:nvSpPr>
          <p:spPr>
            <a:xfrm>
              <a:off x="8901926" y="2462898"/>
              <a:ext cx="9622" cy="888343"/>
            </a:xfrm>
            <a:custGeom>
              <a:avLst/>
              <a:gdLst/>
              <a:ahLst/>
              <a:cxnLst/>
              <a:rect l="l" t="t" r="r" b="b"/>
              <a:pathLst>
                <a:path w="253" h="23359" extrusionOk="0">
                  <a:moveTo>
                    <a:pt x="1" y="1"/>
                  </a:moveTo>
                  <a:lnTo>
                    <a:pt x="1" y="23358"/>
                  </a:lnTo>
                  <a:lnTo>
                    <a:pt x="169" y="23358"/>
                  </a:lnTo>
                  <a:cubicBezTo>
                    <a:pt x="253" y="22602"/>
                    <a:pt x="1" y="925"/>
                    <a:pt x="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17"/>
            <p:cNvSpPr/>
            <p:nvPr/>
          </p:nvSpPr>
          <p:spPr>
            <a:xfrm>
              <a:off x="8678270" y="2446013"/>
              <a:ext cx="214109" cy="37383"/>
            </a:xfrm>
            <a:custGeom>
              <a:avLst/>
              <a:gdLst/>
              <a:ahLst/>
              <a:cxnLst/>
              <a:rect l="l" t="t" r="r" b="b"/>
              <a:pathLst>
                <a:path w="5630" h="983" extrusionOk="0">
                  <a:moveTo>
                    <a:pt x="4414" y="1"/>
                  </a:moveTo>
                  <a:cubicBezTo>
                    <a:pt x="3480" y="1"/>
                    <a:pt x="1" y="630"/>
                    <a:pt x="1" y="781"/>
                  </a:cubicBezTo>
                  <a:cubicBezTo>
                    <a:pt x="1" y="920"/>
                    <a:pt x="408" y="982"/>
                    <a:pt x="1055" y="982"/>
                  </a:cubicBezTo>
                  <a:cubicBezTo>
                    <a:pt x="1583" y="982"/>
                    <a:pt x="2270" y="941"/>
                    <a:pt x="3025" y="865"/>
                  </a:cubicBezTo>
                  <a:cubicBezTo>
                    <a:pt x="4706" y="781"/>
                    <a:pt x="5630" y="781"/>
                    <a:pt x="5630" y="613"/>
                  </a:cubicBezTo>
                  <a:cubicBezTo>
                    <a:pt x="5630" y="361"/>
                    <a:pt x="5210" y="277"/>
                    <a:pt x="4622" y="25"/>
                  </a:cubicBezTo>
                  <a:cubicBezTo>
                    <a:pt x="4588" y="8"/>
                    <a:pt x="4517" y="1"/>
                    <a:pt x="441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17"/>
            <p:cNvSpPr/>
            <p:nvPr/>
          </p:nvSpPr>
          <p:spPr>
            <a:xfrm>
              <a:off x="8694242" y="2446583"/>
              <a:ext cx="185358" cy="25936"/>
            </a:xfrm>
            <a:custGeom>
              <a:avLst/>
              <a:gdLst/>
              <a:ahLst/>
              <a:cxnLst/>
              <a:rect l="l" t="t" r="r" b="b"/>
              <a:pathLst>
                <a:path w="4874" h="682" extrusionOk="0">
                  <a:moveTo>
                    <a:pt x="4083" y="1"/>
                  </a:moveTo>
                  <a:cubicBezTo>
                    <a:pt x="3433" y="1"/>
                    <a:pt x="855" y="449"/>
                    <a:pt x="1" y="682"/>
                  </a:cubicBezTo>
                  <a:lnTo>
                    <a:pt x="4874" y="346"/>
                  </a:lnTo>
                  <a:cubicBezTo>
                    <a:pt x="4706" y="262"/>
                    <a:pt x="4454" y="262"/>
                    <a:pt x="4370" y="178"/>
                  </a:cubicBezTo>
                  <a:cubicBezTo>
                    <a:pt x="4286" y="178"/>
                    <a:pt x="4286" y="178"/>
                    <a:pt x="4202" y="10"/>
                  </a:cubicBezTo>
                  <a:cubicBezTo>
                    <a:pt x="4176" y="4"/>
                    <a:pt x="4136" y="1"/>
                    <a:pt x="4083" y="1"/>
                  </a:cubicBez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17"/>
            <p:cNvSpPr/>
            <p:nvPr/>
          </p:nvSpPr>
          <p:spPr>
            <a:xfrm>
              <a:off x="8895537" y="2468489"/>
              <a:ext cx="124662" cy="179806"/>
            </a:xfrm>
            <a:custGeom>
              <a:avLst/>
              <a:gdLst/>
              <a:ahLst/>
              <a:cxnLst/>
              <a:rect l="l" t="t" r="r" b="b"/>
              <a:pathLst>
                <a:path w="3278" h="4728" extrusionOk="0">
                  <a:moveTo>
                    <a:pt x="199" y="1"/>
                  </a:moveTo>
                  <a:cubicBezTo>
                    <a:pt x="186" y="1"/>
                    <a:pt x="176" y="8"/>
                    <a:pt x="169" y="22"/>
                  </a:cubicBezTo>
                  <a:cubicBezTo>
                    <a:pt x="1" y="22"/>
                    <a:pt x="169" y="526"/>
                    <a:pt x="253" y="1114"/>
                  </a:cubicBezTo>
                  <a:cubicBezTo>
                    <a:pt x="337" y="1450"/>
                    <a:pt x="3110" y="4727"/>
                    <a:pt x="3194" y="4727"/>
                  </a:cubicBezTo>
                  <a:cubicBezTo>
                    <a:pt x="3278" y="4643"/>
                    <a:pt x="2690" y="3467"/>
                    <a:pt x="1681" y="2122"/>
                  </a:cubicBezTo>
                  <a:cubicBezTo>
                    <a:pt x="835" y="815"/>
                    <a:pt x="341" y="1"/>
                    <a:pt x="19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17"/>
            <p:cNvSpPr/>
            <p:nvPr/>
          </p:nvSpPr>
          <p:spPr>
            <a:xfrm>
              <a:off x="8905120" y="2478909"/>
              <a:ext cx="102301" cy="156570"/>
            </a:xfrm>
            <a:custGeom>
              <a:avLst/>
              <a:gdLst/>
              <a:ahLst/>
              <a:cxnLst/>
              <a:rect l="l" t="t" r="r" b="b"/>
              <a:pathLst>
                <a:path w="2690" h="4117" extrusionOk="0">
                  <a:moveTo>
                    <a:pt x="1" y="0"/>
                  </a:moveTo>
                  <a:cubicBezTo>
                    <a:pt x="1" y="252"/>
                    <a:pt x="85" y="420"/>
                    <a:pt x="85" y="672"/>
                  </a:cubicBezTo>
                  <a:lnTo>
                    <a:pt x="85" y="840"/>
                  </a:lnTo>
                  <a:cubicBezTo>
                    <a:pt x="85" y="1092"/>
                    <a:pt x="2017" y="3361"/>
                    <a:pt x="2690" y="4117"/>
                  </a:cubicBezTo>
                  <a:lnTo>
                    <a:pt x="1" y="0"/>
                  </a:ln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17"/>
            <p:cNvSpPr/>
            <p:nvPr/>
          </p:nvSpPr>
          <p:spPr>
            <a:xfrm>
              <a:off x="8892342" y="2267841"/>
              <a:ext cx="111884" cy="190644"/>
            </a:xfrm>
            <a:custGeom>
              <a:avLst/>
              <a:gdLst/>
              <a:ahLst/>
              <a:cxnLst/>
              <a:rect l="l" t="t" r="r" b="b"/>
              <a:pathLst>
                <a:path w="2942" h="5013" extrusionOk="0">
                  <a:moveTo>
                    <a:pt x="2847" y="1"/>
                  </a:moveTo>
                  <a:cubicBezTo>
                    <a:pt x="2722" y="1"/>
                    <a:pt x="1992" y="1145"/>
                    <a:pt x="1261" y="2525"/>
                  </a:cubicBezTo>
                  <a:cubicBezTo>
                    <a:pt x="505" y="4038"/>
                    <a:pt x="1" y="4878"/>
                    <a:pt x="253" y="4962"/>
                  </a:cubicBezTo>
                  <a:cubicBezTo>
                    <a:pt x="270" y="4996"/>
                    <a:pt x="298" y="5013"/>
                    <a:pt x="335" y="5013"/>
                  </a:cubicBezTo>
                  <a:cubicBezTo>
                    <a:pt x="481" y="5013"/>
                    <a:pt x="776" y="4758"/>
                    <a:pt x="1177" y="4290"/>
                  </a:cubicBezTo>
                  <a:cubicBezTo>
                    <a:pt x="1429" y="4122"/>
                    <a:pt x="2942" y="89"/>
                    <a:pt x="2858" y="5"/>
                  </a:cubicBezTo>
                  <a:cubicBezTo>
                    <a:pt x="2855" y="2"/>
                    <a:pt x="2851" y="1"/>
                    <a:pt x="284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670;p17"/>
            <p:cNvSpPr/>
            <p:nvPr/>
          </p:nvSpPr>
          <p:spPr>
            <a:xfrm>
              <a:off x="8911509" y="2283966"/>
              <a:ext cx="86328" cy="169386"/>
            </a:xfrm>
            <a:custGeom>
              <a:avLst/>
              <a:gdLst/>
              <a:ahLst/>
              <a:cxnLst/>
              <a:rect l="l" t="t" r="r" b="b"/>
              <a:pathLst>
                <a:path w="2270" h="4454" extrusionOk="0">
                  <a:moveTo>
                    <a:pt x="2270" y="1"/>
                  </a:moveTo>
                  <a:lnTo>
                    <a:pt x="1" y="4454"/>
                  </a:lnTo>
                  <a:cubicBezTo>
                    <a:pt x="169" y="4286"/>
                    <a:pt x="337" y="4202"/>
                    <a:pt x="421" y="4034"/>
                  </a:cubicBezTo>
                  <a:cubicBezTo>
                    <a:pt x="589" y="4034"/>
                    <a:pt x="589" y="3866"/>
                    <a:pt x="673" y="3866"/>
                  </a:cubicBezTo>
                  <a:cubicBezTo>
                    <a:pt x="841" y="3698"/>
                    <a:pt x="1933" y="925"/>
                    <a:pt x="2270" y="1"/>
                  </a:cubicBez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17"/>
            <p:cNvSpPr/>
            <p:nvPr/>
          </p:nvSpPr>
          <p:spPr>
            <a:xfrm>
              <a:off x="8885953" y="2453315"/>
              <a:ext cx="22400" cy="22438"/>
            </a:xfrm>
            <a:custGeom>
              <a:avLst/>
              <a:gdLst/>
              <a:ahLst/>
              <a:cxnLst/>
              <a:rect l="l" t="t" r="r" b="b"/>
              <a:pathLst>
                <a:path w="589" h="590" extrusionOk="0">
                  <a:moveTo>
                    <a:pt x="253" y="1"/>
                  </a:moveTo>
                  <a:cubicBezTo>
                    <a:pt x="85" y="1"/>
                    <a:pt x="1" y="85"/>
                    <a:pt x="1" y="253"/>
                  </a:cubicBezTo>
                  <a:cubicBezTo>
                    <a:pt x="1" y="505"/>
                    <a:pt x="85" y="589"/>
                    <a:pt x="253" y="589"/>
                  </a:cubicBezTo>
                  <a:cubicBezTo>
                    <a:pt x="505" y="589"/>
                    <a:pt x="589" y="505"/>
                    <a:pt x="589" y="253"/>
                  </a:cubicBezTo>
                  <a:cubicBezTo>
                    <a:pt x="589" y="85"/>
                    <a:pt x="505" y="1"/>
                    <a:pt x="25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17"/>
            <p:cNvSpPr/>
            <p:nvPr/>
          </p:nvSpPr>
          <p:spPr>
            <a:xfrm>
              <a:off x="8889148" y="2456509"/>
              <a:ext cx="16011" cy="16011"/>
            </a:xfrm>
            <a:custGeom>
              <a:avLst/>
              <a:gdLst/>
              <a:ahLst/>
              <a:cxnLst/>
              <a:rect l="l" t="t" r="r" b="b"/>
              <a:pathLst>
                <a:path w="421" h="421" extrusionOk="0">
                  <a:moveTo>
                    <a:pt x="169" y="1"/>
                  </a:moveTo>
                  <a:cubicBezTo>
                    <a:pt x="85" y="1"/>
                    <a:pt x="1" y="85"/>
                    <a:pt x="1" y="169"/>
                  </a:cubicBezTo>
                  <a:cubicBezTo>
                    <a:pt x="1" y="337"/>
                    <a:pt x="85" y="421"/>
                    <a:pt x="169" y="421"/>
                  </a:cubicBezTo>
                  <a:cubicBezTo>
                    <a:pt x="337" y="421"/>
                    <a:pt x="421" y="337"/>
                    <a:pt x="421" y="169"/>
                  </a:cubicBezTo>
                  <a:cubicBezTo>
                    <a:pt x="421" y="85"/>
                    <a:pt x="337" y="1"/>
                    <a:pt x="169" y="1"/>
                  </a:cubicBezTo>
                  <a:close/>
                </a:path>
              </a:pathLst>
            </a:custGeom>
            <a:solidFill>
              <a:srgbClr val="5068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3" name="Google Shape;673;p17"/>
          <p:cNvGrpSpPr/>
          <p:nvPr/>
        </p:nvGrpSpPr>
        <p:grpSpPr>
          <a:xfrm>
            <a:off x="8117120" y="237858"/>
            <a:ext cx="844060" cy="713083"/>
            <a:chOff x="6486387" y="1218958"/>
            <a:chExt cx="605668" cy="511684"/>
          </a:xfrm>
        </p:grpSpPr>
        <p:sp>
          <p:nvSpPr>
            <p:cNvPr id="674" name="Google Shape;674;p17"/>
            <p:cNvSpPr/>
            <p:nvPr/>
          </p:nvSpPr>
          <p:spPr>
            <a:xfrm>
              <a:off x="6779056" y="1218958"/>
              <a:ext cx="313000" cy="168075"/>
            </a:xfrm>
            <a:custGeom>
              <a:avLst/>
              <a:gdLst/>
              <a:ahLst/>
              <a:cxnLst/>
              <a:rect l="l" t="t" r="r" b="b"/>
              <a:pathLst>
                <a:path w="12520" h="6723" extrusionOk="0">
                  <a:moveTo>
                    <a:pt x="11259" y="2774"/>
                  </a:moveTo>
                  <a:lnTo>
                    <a:pt x="10251" y="2774"/>
                  </a:lnTo>
                  <a:cubicBezTo>
                    <a:pt x="10251" y="2606"/>
                    <a:pt x="10335" y="2522"/>
                    <a:pt x="10335" y="2438"/>
                  </a:cubicBezTo>
                  <a:cubicBezTo>
                    <a:pt x="10335" y="1765"/>
                    <a:pt x="9831" y="1261"/>
                    <a:pt x="9159" y="1261"/>
                  </a:cubicBezTo>
                  <a:lnTo>
                    <a:pt x="8235" y="1261"/>
                  </a:lnTo>
                  <a:lnTo>
                    <a:pt x="8235" y="1009"/>
                  </a:lnTo>
                  <a:cubicBezTo>
                    <a:pt x="8235" y="505"/>
                    <a:pt x="7815" y="1"/>
                    <a:pt x="7142" y="1"/>
                  </a:cubicBezTo>
                  <a:lnTo>
                    <a:pt x="5126" y="1"/>
                  </a:lnTo>
                  <a:cubicBezTo>
                    <a:pt x="4622" y="1"/>
                    <a:pt x="4202" y="337"/>
                    <a:pt x="4118" y="841"/>
                  </a:cubicBezTo>
                  <a:lnTo>
                    <a:pt x="3530" y="841"/>
                  </a:lnTo>
                  <a:cubicBezTo>
                    <a:pt x="2857" y="841"/>
                    <a:pt x="2269" y="1345"/>
                    <a:pt x="2269" y="2017"/>
                  </a:cubicBezTo>
                  <a:lnTo>
                    <a:pt x="1429" y="2017"/>
                  </a:lnTo>
                  <a:cubicBezTo>
                    <a:pt x="673" y="2017"/>
                    <a:pt x="1" y="2606"/>
                    <a:pt x="1" y="3362"/>
                  </a:cubicBezTo>
                  <a:cubicBezTo>
                    <a:pt x="1" y="4118"/>
                    <a:pt x="673" y="4706"/>
                    <a:pt x="1429" y="4706"/>
                  </a:cubicBezTo>
                  <a:lnTo>
                    <a:pt x="2101" y="4706"/>
                  </a:lnTo>
                  <a:cubicBezTo>
                    <a:pt x="2353" y="5210"/>
                    <a:pt x="2857" y="5630"/>
                    <a:pt x="3530" y="5630"/>
                  </a:cubicBezTo>
                  <a:lnTo>
                    <a:pt x="3614" y="5630"/>
                  </a:lnTo>
                  <a:cubicBezTo>
                    <a:pt x="3698" y="6302"/>
                    <a:pt x="4118" y="6723"/>
                    <a:pt x="4874" y="6723"/>
                  </a:cubicBezTo>
                  <a:lnTo>
                    <a:pt x="6722" y="6723"/>
                  </a:lnTo>
                  <a:cubicBezTo>
                    <a:pt x="7394" y="6723"/>
                    <a:pt x="7899" y="6302"/>
                    <a:pt x="7983" y="5630"/>
                  </a:cubicBezTo>
                  <a:lnTo>
                    <a:pt x="8235" y="5630"/>
                  </a:lnTo>
                  <a:cubicBezTo>
                    <a:pt x="8655" y="5630"/>
                    <a:pt x="9075" y="5462"/>
                    <a:pt x="9327" y="5126"/>
                  </a:cubicBezTo>
                  <a:lnTo>
                    <a:pt x="11259" y="5126"/>
                  </a:lnTo>
                  <a:cubicBezTo>
                    <a:pt x="11847" y="5126"/>
                    <a:pt x="12520" y="4622"/>
                    <a:pt x="12520" y="3950"/>
                  </a:cubicBezTo>
                  <a:cubicBezTo>
                    <a:pt x="12436" y="3278"/>
                    <a:pt x="11931" y="2774"/>
                    <a:pt x="11259" y="277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17"/>
            <p:cNvSpPr/>
            <p:nvPr/>
          </p:nvSpPr>
          <p:spPr>
            <a:xfrm>
              <a:off x="6486387" y="1415542"/>
              <a:ext cx="569250" cy="315100"/>
            </a:xfrm>
            <a:custGeom>
              <a:avLst/>
              <a:gdLst/>
              <a:ahLst/>
              <a:cxnLst/>
              <a:rect l="l" t="t" r="r" b="b"/>
              <a:pathLst>
                <a:path w="22770" h="12604" extrusionOk="0">
                  <a:moveTo>
                    <a:pt x="20585" y="5042"/>
                  </a:moveTo>
                  <a:lnTo>
                    <a:pt x="18821" y="5042"/>
                  </a:lnTo>
                  <a:cubicBezTo>
                    <a:pt x="18905" y="4874"/>
                    <a:pt x="18905" y="4622"/>
                    <a:pt x="18905" y="4454"/>
                  </a:cubicBezTo>
                  <a:cubicBezTo>
                    <a:pt x="18905" y="3277"/>
                    <a:pt x="17981" y="2353"/>
                    <a:pt x="16720" y="2353"/>
                  </a:cubicBezTo>
                  <a:lnTo>
                    <a:pt x="15040" y="2353"/>
                  </a:lnTo>
                  <a:lnTo>
                    <a:pt x="15040" y="1933"/>
                  </a:lnTo>
                  <a:cubicBezTo>
                    <a:pt x="15040" y="841"/>
                    <a:pt x="14200" y="1"/>
                    <a:pt x="13023" y="1"/>
                  </a:cubicBezTo>
                  <a:lnTo>
                    <a:pt x="9327" y="1"/>
                  </a:lnTo>
                  <a:cubicBezTo>
                    <a:pt x="8402" y="1"/>
                    <a:pt x="7562" y="589"/>
                    <a:pt x="7478" y="1597"/>
                  </a:cubicBezTo>
                  <a:lnTo>
                    <a:pt x="6302" y="1597"/>
                  </a:lnTo>
                  <a:cubicBezTo>
                    <a:pt x="5042" y="1597"/>
                    <a:pt x="4117" y="2521"/>
                    <a:pt x="3949" y="3781"/>
                  </a:cubicBezTo>
                  <a:lnTo>
                    <a:pt x="2521" y="3781"/>
                  </a:lnTo>
                  <a:cubicBezTo>
                    <a:pt x="1177" y="3781"/>
                    <a:pt x="0" y="4958"/>
                    <a:pt x="0" y="6302"/>
                  </a:cubicBezTo>
                  <a:cubicBezTo>
                    <a:pt x="0" y="7646"/>
                    <a:pt x="1177" y="8823"/>
                    <a:pt x="2521" y="8823"/>
                  </a:cubicBezTo>
                  <a:lnTo>
                    <a:pt x="3865" y="8823"/>
                  </a:lnTo>
                  <a:cubicBezTo>
                    <a:pt x="4201" y="9831"/>
                    <a:pt x="5210" y="10587"/>
                    <a:pt x="6386" y="10587"/>
                  </a:cubicBezTo>
                  <a:lnTo>
                    <a:pt x="6638" y="10587"/>
                  </a:lnTo>
                  <a:cubicBezTo>
                    <a:pt x="6722" y="11763"/>
                    <a:pt x="7646" y="12604"/>
                    <a:pt x="8822" y="12604"/>
                  </a:cubicBezTo>
                  <a:lnTo>
                    <a:pt x="12267" y="12604"/>
                  </a:lnTo>
                  <a:cubicBezTo>
                    <a:pt x="13444" y="12604"/>
                    <a:pt x="14368" y="11763"/>
                    <a:pt x="14452" y="10587"/>
                  </a:cubicBezTo>
                  <a:lnTo>
                    <a:pt x="14872" y="10587"/>
                  </a:lnTo>
                  <a:cubicBezTo>
                    <a:pt x="15712" y="10587"/>
                    <a:pt x="16468" y="10167"/>
                    <a:pt x="16972" y="9663"/>
                  </a:cubicBezTo>
                  <a:lnTo>
                    <a:pt x="20585" y="9663"/>
                  </a:lnTo>
                  <a:cubicBezTo>
                    <a:pt x="21846" y="9663"/>
                    <a:pt x="22770" y="8739"/>
                    <a:pt x="22770" y="7478"/>
                  </a:cubicBezTo>
                  <a:cubicBezTo>
                    <a:pt x="22770" y="5966"/>
                    <a:pt x="21846" y="5042"/>
                    <a:pt x="20585" y="504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6" name="Google Shape;676;p17"/>
          <p:cNvGrpSpPr/>
          <p:nvPr/>
        </p:nvGrpSpPr>
        <p:grpSpPr>
          <a:xfrm flipH="1">
            <a:off x="573000" y="4411325"/>
            <a:ext cx="527250" cy="205875"/>
            <a:chOff x="1023700" y="3330075"/>
            <a:chExt cx="527250" cy="205875"/>
          </a:xfrm>
        </p:grpSpPr>
        <p:sp>
          <p:nvSpPr>
            <p:cNvPr id="677" name="Google Shape;677;p17"/>
            <p:cNvSpPr/>
            <p:nvPr/>
          </p:nvSpPr>
          <p:spPr>
            <a:xfrm>
              <a:off x="1036300" y="3355300"/>
              <a:ext cx="252075" cy="180650"/>
            </a:xfrm>
            <a:custGeom>
              <a:avLst/>
              <a:gdLst/>
              <a:ahLst/>
              <a:cxnLst/>
              <a:rect l="l" t="t" r="r" b="b"/>
              <a:pathLst>
                <a:path w="10083" h="7226" extrusionOk="0">
                  <a:moveTo>
                    <a:pt x="3529" y="0"/>
                  </a:moveTo>
                  <a:cubicBezTo>
                    <a:pt x="3193" y="0"/>
                    <a:pt x="2857" y="336"/>
                    <a:pt x="2857" y="756"/>
                  </a:cubicBezTo>
                  <a:cubicBezTo>
                    <a:pt x="2857" y="840"/>
                    <a:pt x="2857" y="1092"/>
                    <a:pt x="2941" y="1176"/>
                  </a:cubicBezTo>
                  <a:lnTo>
                    <a:pt x="2101" y="1176"/>
                  </a:lnTo>
                  <a:cubicBezTo>
                    <a:pt x="1597" y="1176"/>
                    <a:pt x="1261" y="1596"/>
                    <a:pt x="1261" y="2017"/>
                  </a:cubicBezTo>
                  <a:lnTo>
                    <a:pt x="1261" y="2269"/>
                  </a:lnTo>
                  <a:cubicBezTo>
                    <a:pt x="757" y="2437"/>
                    <a:pt x="420" y="2941"/>
                    <a:pt x="420" y="3529"/>
                  </a:cubicBezTo>
                  <a:cubicBezTo>
                    <a:pt x="420" y="3949"/>
                    <a:pt x="504" y="4201"/>
                    <a:pt x="841" y="4453"/>
                  </a:cubicBezTo>
                  <a:lnTo>
                    <a:pt x="757" y="4453"/>
                  </a:lnTo>
                  <a:cubicBezTo>
                    <a:pt x="420" y="4453"/>
                    <a:pt x="84" y="4789"/>
                    <a:pt x="84" y="5041"/>
                  </a:cubicBezTo>
                  <a:cubicBezTo>
                    <a:pt x="0" y="5293"/>
                    <a:pt x="336" y="5629"/>
                    <a:pt x="757" y="5629"/>
                  </a:cubicBezTo>
                  <a:lnTo>
                    <a:pt x="925" y="5629"/>
                  </a:lnTo>
                  <a:cubicBezTo>
                    <a:pt x="841" y="5713"/>
                    <a:pt x="757" y="5965"/>
                    <a:pt x="757" y="6050"/>
                  </a:cubicBezTo>
                  <a:cubicBezTo>
                    <a:pt x="757" y="6470"/>
                    <a:pt x="1093" y="6806"/>
                    <a:pt x="1513" y="6806"/>
                  </a:cubicBezTo>
                  <a:lnTo>
                    <a:pt x="1513" y="6890"/>
                  </a:lnTo>
                  <a:cubicBezTo>
                    <a:pt x="1513" y="6974"/>
                    <a:pt x="1513" y="7058"/>
                    <a:pt x="1597" y="7226"/>
                  </a:cubicBezTo>
                  <a:lnTo>
                    <a:pt x="9074" y="7226"/>
                  </a:lnTo>
                  <a:lnTo>
                    <a:pt x="9074" y="6974"/>
                  </a:lnTo>
                  <a:cubicBezTo>
                    <a:pt x="9074" y="6806"/>
                    <a:pt x="8906" y="6638"/>
                    <a:pt x="8822" y="6554"/>
                  </a:cubicBezTo>
                  <a:lnTo>
                    <a:pt x="9074" y="6554"/>
                  </a:lnTo>
                  <a:cubicBezTo>
                    <a:pt x="9243" y="6554"/>
                    <a:pt x="9495" y="6302"/>
                    <a:pt x="9495" y="6134"/>
                  </a:cubicBezTo>
                  <a:cubicBezTo>
                    <a:pt x="9495" y="6050"/>
                    <a:pt x="9495" y="5881"/>
                    <a:pt x="9327" y="5881"/>
                  </a:cubicBezTo>
                  <a:cubicBezTo>
                    <a:pt x="9747" y="5797"/>
                    <a:pt x="10083" y="5377"/>
                    <a:pt x="10083" y="4873"/>
                  </a:cubicBezTo>
                  <a:cubicBezTo>
                    <a:pt x="10083" y="4369"/>
                    <a:pt x="9747" y="3949"/>
                    <a:pt x="9327" y="3781"/>
                  </a:cubicBezTo>
                  <a:cubicBezTo>
                    <a:pt x="9327" y="3697"/>
                    <a:pt x="9495" y="3529"/>
                    <a:pt x="9495" y="3361"/>
                  </a:cubicBezTo>
                  <a:cubicBezTo>
                    <a:pt x="9495" y="2773"/>
                    <a:pt x="9074" y="2269"/>
                    <a:pt x="8486" y="2101"/>
                  </a:cubicBezTo>
                  <a:lnTo>
                    <a:pt x="8486" y="2017"/>
                  </a:lnTo>
                  <a:cubicBezTo>
                    <a:pt x="8486" y="1512"/>
                    <a:pt x="8066" y="1176"/>
                    <a:pt x="7646" y="1176"/>
                  </a:cubicBezTo>
                  <a:lnTo>
                    <a:pt x="7562" y="1176"/>
                  </a:lnTo>
                  <a:cubicBezTo>
                    <a:pt x="7646" y="1092"/>
                    <a:pt x="7646" y="1008"/>
                    <a:pt x="7646" y="756"/>
                  </a:cubicBezTo>
                  <a:cubicBezTo>
                    <a:pt x="7646" y="336"/>
                    <a:pt x="7394" y="0"/>
                    <a:pt x="697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17"/>
            <p:cNvSpPr/>
            <p:nvPr/>
          </p:nvSpPr>
          <p:spPr>
            <a:xfrm>
              <a:off x="1023700" y="3355300"/>
              <a:ext cx="210075" cy="180650"/>
            </a:xfrm>
            <a:custGeom>
              <a:avLst/>
              <a:gdLst/>
              <a:ahLst/>
              <a:cxnLst/>
              <a:rect l="l" t="t" r="r" b="b"/>
              <a:pathLst>
                <a:path w="8403" h="7226" extrusionOk="0">
                  <a:moveTo>
                    <a:pt x="3613" y="0"/>
                  </a:moveTo>
                  <a:cubicBezTo>
                    <a:pt x="3193" y="0"/>
                    <a:pt x="2941" y="336"/>
                    <a:pt x="2941" y="756"/>
                  </a:cubicBezTo>
                  <a:cubicBezTo>
                    <a:pt x="2941" y="840"/>
                    <a:pt x="2941" y="1092"/>
                    <a:pt x="3025" y="1176"/>
                  </a:cubicBezTo>
                  <a:lnTo>
                    <a:pt x="2185" y="1176"/>
                  </a:lnTo>
                  <a:cubicBezTo>
                    <a:pt x="1681" y="1176"/>
                    <a:pt x="1345" y="1596"/>
                    <a:pt x="1345" y="2017"/>
                  </a:cubicBezTo>
                  <a:lnTo>
                    <a:pt x="1345" y="2269"/>
                  </a:lnTo>
                  <a:cubicBezTo>
                    <a:pt x="840" y="2437"/>
                    <a:pt x="504" y="2941"/>
                    <a:pt x="504" y="3529"/>
                  </a:cubicBezTo>
                  <a:cubicBezTo>
                    <a:pt x="504" y="3949"/>
                    <a:pt x="588" y="4201"/>
                    <a:pt x="924" y="4453"/>
                  </a:cubicBezTo>
                  <a:lnTo>
                    <a:pt x="840" y="4453"/>
                  </a:lnTo>
                  <a:cubicBezTo>
                    <a:pt x="504" y="4453"/>
                    <a:pt x="168" y="4789"/>
                    <a:pt x="168" y="5041"/>
                  </a:cubicBezTo>
                  <a:cubicBezTo>
                    <a:pt x="0" y="5293"/>
                    <a:pt x="336" y="5629"/>
                    <a:pt x="588" y="5629"/>
                  </a:cubicBezTo>
                  <a:lnTo>
                    <a:pt x="840" y="5629"/>
                  </a:lnTo>
                  <a:cubicBezTo>
                    <a:pt x="756" y="5713"/>
                    <a:pt x="588" y="5965"/>
                    <a:pt x="588" y="6050"/>
                  </a:cubicBezTo>
                  <a:cubicBezTo>
                    <a:pt x="588" y="6470"/>
                    <a:pt x="924" y="6806"/>
                    <a:pt x="1345" y="6806"/>
                  </a:cubicBezTo>
                  <a:lnTo>
                    <a:pt x="1345" y="6890"/>
                  </a:lnTo>
                  <a:cubicBezTo>
                    <a:pt x="1345" y="6974"/>
                    <a:pt x="1345" y="7058"/>
                    <a:pt x="1429" y="7226"/>
                  </a:cubicBezTo>
                  <a:lnTo>
                    <a:pt x="7226" y="7226"/>
                  </a:lnTo>
                  <a:lnTo>
                    <a:pt x="7226" y="6974"/>
                  </a:lnTo>
                  <a:cubicBezTo>
                    <a:pt x="7226" y="6806"/>
                    <a:pt x="7142" y="6638"/>
                    <a:pt x="6974" y="6554"/>
                  </a:cubicBezTo>
                  <a:lnTo>
                    <a:pt x="7310" y="6554"/>
                  </a:lnTo>
                  <a:cubicBezTo>
                    <a:pt x="7562" y="6554"/>
                    <a:pt x="7730" y="6302"/>
                    <a:pt x="7730" y="6134"/>
                  </a:cubicBezTo>
                  <a:cubicBezTo>
                    <a:pt x="7730" y="6050"/>
                    <a:pt x="7730" y="5881"/>
                    <a:pt x="7646" y="5881"/>
                  </a:cubicBezTo>
                  <a:cubicBezTo>
                    <a:pt x="8066" y="5797"/>
                    <a:pt x="8402" y="5377"/>
                    <a:pt x="8402" y="4873"/>
                  </a:cubicBezTo>
                  <a:cubicBezTo>
                    <a:pt x="8402" y="4369"/>
                    <a:pt x="8066" y="3949"/>
                    <a:pt x="7646" y="3781"/>
                  </a:cubicBezTo>
                  <a:cubicBezTo>
                    <a:pt x="7646" y="3697"/>
                    <a:pt x="7730" y="3529"/>
                    <a:pt x="7730" y="3361"/>
                  </a:cubicBezTo>
                  <a:cubicBezTo>
                    <a:pt x="7730" y="2773"/>
                    <a:pt x="7310" y="2269"/>
                    <a:pt x="6806" y="2101"/>
                  </a:cubicBezTo>
                  <a:lnTo>
                    <a:pt x="6806" y="2017"/>
                  </a:lnTo>
                  <a:cubicBezTo>
                    <a:pt x="6806" y="1512"/>
                    <a:pt x="6386" y="1176"/>
                    <a:pt x="5966" y="1176"/>
                  </a:cubicBezTo>
                  <a:lnTo>
                    <a:pt x="5882" y="1176"/>
                  </a:lnTo>
                  <a:cubicBezTo>
                    <a:pt x="5966" y="1092"/>
                    <a:pt x="5966" y="1008"/>
                    <a:pt x="5966" y="756"/>
                  </a:cubicBezTo>
                  <a:cubicBezTo>
                    <a:pt x="5966" y="336"/>
                    <a:pt x="5630" y="0"/>
                    <a:pt x="520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17"/>
            <p:cNvSpPr/>
            <p:nvPr/>
          </p:nvSpPr>
          <p:spPr>
            <a:xfrm>
              <a:off x="1273650" y="3330075"/>
              <a:ext cx="277300" cy="203775"/>
            </a:xfrm>
            <a:custGeom>
              <a:avLst/>
              <a:gdLst/>
              <a:ahLst/>
              <a:cxnLst/>
              <a:rect l="l" t="t" r="r" b="b"/>
              <a:pathLst>
                <a:path w="11092" h="8151" extrusionOk="0">
                  <a:moveTo>
                    <a:pt x="3865" y="1"/>
                  </a:moveTo>
                  <a:cubicBezTo>
                    <a:pt x="3445" y="1"/>
                    <a:pt x="3025" y="337"/>
                    <a:pt x="3025" y="841"/>
                  </a:cubicBezTo>
                  <a:cubicBezTo>
                    <a:pt x="3025" y="925"/>
                    <a:pt x="3025" y="1177"/>
                    <a:pt x="3109" y="1261"/>
                  </a:cubicBezTo>
                  <a:lnTo>
                    <a:pt x="2269" y="1261"/>
                  </a:lnTo>
                  <a:cubicBezTo>
                    <a:pt x="1765" y="1261"/>
                    <a:pt x="1345" y="1681"/>
                    <a:pt x="1345" y="2185"/>
                  </a:cubicBezTo>
                  <a:lnTo>
                    <a:pt x="1345" y="2437"/>
                  </a:lnTo>
                  <a:cubicBezTo>
                    <a:pt x="841" y="2605"/>
                    <a:pt x="505" y="3194"/>
                    <a:pt x="505" y="3782"/>
                  </a:cubicBezTo>
                  <a:cubicBezTo>
                    <a:pt x="505" y="4202"/>
                    <a:pt x="673" y="4538"/>
                    <a:pt x="925" y="4874"/>
                  </a:cubicBezTo>
                  <a:lnTo>
                    <a:pt x="841" y="4874"/>
                  </a:lnTo>
                  <a:cubicBezTo>
                    <a:pt x="421" y="4874"/>
                    <a:pt x="85" y="5126"/>
                    <a:pt x="85" y="5546"/>
                  </a:cubicBezTo>
                  <a:cubicBezTo>
                    <a:pt x="1" y="6134"/>
                    <a:pt x="337" y="6386"/>
                    <a:pt x="673" y="6386"/>
                  </a:cubicBezTo>
                  <a:lnTo>
                    <a:pt x="925" y="6386"/>
                  </a:lnTo>
                  <a:cubicBezTo>
                    <a:pt x="841" y="6470"/>
                    <a:pt x="673" y="6722"/>
                    <a:pt x="673" y="6974"/>
                  </a:cubicBezTo>
                  <a:cubicBezTo>
                    <a:pt x="673" y="7395"/>
                    <a:pt x="1009" y="7815"/>
                    <a:pt x="1429" y="7815"/>
                  </a:cubicBezTo>
                  <a:lnTo>
                    <a:pt x="1429" y="7899"/>
                  </a:lnTo>
                  <a:cubicBezTo>
                    <a:pt x="1429" y="7983"/>
                    <a:pt x="1429" y="8067"/>
                    <a:pt x="1513" y="8151"/>
                  </a:cubicBezTo>
                  <a:lnTo>
                    <a:pt x="9831" y="8151"/>
                  </a:lnTo>
                  <a:lnTo>
                    <a:pt x="9831" y="7983"/>
                  </a:lnTo>
                  <a:cubicBezTo>
                    <a:pt x="9831" y="7731"/>
                    <a:pt x="9747" y="7563"/>
                    <a:pt x="9495" y="7479"/>
                  </a:cubicBezTo>
                  <a:lnTo>
                    <a:pt x="9831" y="7479"/>
                  </a:lnTo>
                  <a:cubicBezTo>
                    <a:pt x="10167" y="7479"/>
                    <a:pt x="10335" y="7227"/>
                    <a:pt x="10335" y="6890"/>
                  </a:cubicBezTo>
                  <a:cubicBezTo>
                    <a:pt x="10335" y="6806"/>
                    <a:pt x="10335" y="6722"/>
                    <a:pt x="10251" y="6638"/>
                  </a:cubicBezTo>
                  <a:cubicBezTo>
                    <a:pt x="10755" y="6386"/>
                    <a:pt x="11091" y="5966"/>
                    <a:pt x="11091" y="5462"/>
                  </a:cubicBezTo>
                  <a:cubicBezTo>
                    <a:pt x="11091" y="4958"/>
                    <a:pt x="10755" y="4370"/>
                    <a:pt x="10251" y="4286"/>
                  </a:cubicBezTo>
                  <a:cubicBezTo>
                    <a:pt x="10335" y="4202"/>
                    <a:pt x="10335" y="4034"/>
                    <a:pt x="10335" y="3782"/>
                  </a:cubicBezTo>
                  <a:cubicBezTo>
                    <a:pt x="10335" y="3194"/>
                    <a:pt x="9915" y="2521"/>
                    <a:pt x="9327" y="2269"/>
                  </a:cubicBezTo>
                  <a:lnTo>
                    <a:pt x="9327" y="2185"/>
                  </a:lnTo>
                  <a:cubicBezTo>
                    <a:pt x="9327" y="1681"/>
                    <a:pt x="8907" y="1261"/>
                    <a:pt x="8403" y="1261"/>
                  </a:cubicBezTo>
                  <a:lnTo>
                    <a:pt x="8234" y="1261"/>
                  </a:lnTo>
                  <a:cubicBezTo>
                    <a:pt x="8403" y="1177"/>
                    <a:pt x="8403" y="925"/>
                    <a:pt x="8403" y="841"/>
                  </a:cubicBezTo>
                  <a:cubicBezTo>
                    <a:pt x="8403" y="421"/>
                    <a:pt x="7982" y="1"/>
                    <a:pt x="756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17"/>
            <p:cNvSpPr/>
            <p:nvPr/>
          </p:nvSpPr>
          <p:spPr>
            <a:xfrm>
              <a:off x="1258950" y="3330075"/>
              <a:ext cx="231075" cy="203775"/>
            </a:xfrm>
            <a:custGeom>
              <a:avLst/>
              <a:gdLst/>
              <a:ahLst/>
              <a:cxnLst/>
              <a:rect l="l" t="t" r="r" b="b"/>
              <a:pathLst>
                <a:path w="9243" h="8151" extrusionOk="0">
                  <a:moveTo>
                    <a:pt x="3949" y="1"/>
                  </a:moveTo>
                  <a:cubicBezTo>
                    <a:pt x="3529" y="1"/>
                    <a:pt x="3109" y="337"/>
                    <a:pt x="3109" y="841"/>
                  </a:cubicBezTo>
                  <a:cubicBezTo>
                    <a:pt x="3109" y="925"/>
                    <a:pt x="3109" y="1177"/>
                    <a:pt x="3193" y="1261"/>
                  </a:cubicBezTo>
                  <a:lnTo>
                    <a:pt x="2269" y="1261"/>
                  </a:lnTo>
                  <a:cubicBezTo>
                    <a:pt x="1681" y="1261"/>
                    <a:pt x="1261" y="1681"/>
                    <a:pt x="1261" y="2185"/>
                  </a:cubicBezTo>
                  <a:lnTo>
                    <a:pt x="1261" y="2437"/>
                  </a:lnTo>
                  <a:cubicBezTo>
                    <a:pt x="757" y="2605"/>
                    <a:pt x="421" y="3194"/>
                    <a:pt x="421" y="3782"/>
                  </a:cubicBezTo>
                  <a:cubicBezTo>
                    <a:pt x="421" y="4202"/>
                    <a:pt x="673" y="4538"/>
                    <a:pt x="841" y="4874"/>
                  </a:cubicBezTo>
                  <a:lnTo>
                    <a:pt x="757" y="4874"/>
                  </a:lnTo>
                  <a:cubicBezTo>
                    <a:pt x="337" y="4874"/>
                    <a:pt x="0" y="5126"/>
                    <a:pt x="0" y="5546"/>
                  </a:cubicBezTo>
                  <a:cubicBezTo>
                    <a:pt x="0" y="6134"/>
                    <a:pt x="337" y="6386"/>
                    <a:pt x="757" y="6386"/>
                  </a:cubicBezTo>
                  <a:lnTo>
                    <a:pt x="1009" y="6386"/>
                  </a:lnTo>
                  <a:cubicBezTo>
                    <a:pt x="841" y="6470"/>
                    <a:pt x="757" y="6722"/>
                    <a:pt x="757" y="6974"/>
                  </a:cubicBezTo>
                  <a:cubicBezTo>
                    <a:pt x="757" y="7395"/>
                    <a:pt x="1093" y="7815"/>
                    <a:pt x="1513" y="7815"/>
                  </a:cubicBezTo>
                  <a:lnTo>
                    <a:pt x="1513" y="7899"/>
                  </a:lnTo>
                  <a:cubicBezTo>
                    <a:pt x="1513" y="7983"/>
                    <a:pt x="1513" y="8067"/>
                    <a:pt x="1597" y="8151"/>
                  </a:cubicBezTo>
                  <a:lnTo>
                    <a:pt x="7982" y="8151"/>
                  </a:lnTo>
                  <a:lnTo>
                    <a:pt x="7982" y="7983"/>
                  </a:lnTo>
                  <a:cubicBezTo>
                    <a:pt x="7982" y="7731"/>
                    <a:pt x="7898" y="7563"/>
                    <a:pt x="7730" y="7479"/>
                  </a:cubicBezTo>
                  <a:lnTo>
                    <a:pt x="7982" y="7479"/>
                  </a:lnTo>
                  <a:cubicBezTo>
                    <a:pt x="8318" y="7479"/>
                    <a:pt x="8570" y="7227"/>
                    <a:pt x="8570" y="6890"/>
                  </a:cubicBezTo>
                  <a:cubicBezTo>
                    <a:pt x="8570" y="6806"/>
                    <a:pt x="8570" y="6722"/>
                    <a:pt x="8402" y="6638"/>
                  </a:cubicBezTo>
                  <a:cubicBezTo>
                    <a:pt x="8991" y="6386"/>
                    <a:pt x="9243" y="5966"/>
                    <a:pt x="9243" y="5462"/>
                  </a:cubicBezTo>
                  <a:cubicBezTo>
                    <a:pt x="9243" y="4958"/>
                    <a:pt x="8991" y="4370"/>
                    <a:pt x="8402" y="4286"/>
                  </a:cubicBezTo>
                  <a:cubicBezTo>
                    <a:pt x="8570" y="4202"/>
                    <a:pt x="8570" y="4034"/>
                    <a:pt x="8570" y="3782"/>
                  </a:cubicBezTo>
                  <a:cubicBezTo>
                    <a:pt x="8570" y="3194"/>
                    <a:pt x="8150" y="2521"/>
                    <a:pt x="7478" y="2269"/>
                  </a:cubicBezTo>
                  <a:lnTo>
                    <a:pt x="7478" y="2185"/>
                  </a:lnTo>
                  <a:cubicBezTo>
                    <a:pt x="7478" y="1681"/>
                    <a:pt x="7058" y="1261"/>
                    <a:pt x="6554" y="1261"/>
                  </a:cubicBezTo>
                  <a:lnTo>
                    <a:pt x="6470" y="1261"/>
                  </a:lnTo>
                  <a:cubicBezTo>
                    <a:pt x="6554" y="1177"/>
                    <a:pt x="6554" y="925"/>
                    <a:pt x="6554" y="841"/>
                  </a:cubicBezTo>
                  <a:cubicBezTo>
                    <a:pt x="6554" y="421"/>
                    <a:pt x="6134" y="1"/>
                    <a:pt x="57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four columns">
  <p:cSld name="CUSTOM_5">
    <p:spTree>
      <p:nvGrpSpPr>
        <p:cNvPr id="1" name="Shape 681"/>
        <p:cNvGrpSpPr/>
        <p:nvPr/>
      </p:nvGrpSpPr>
      <p:grpSpPr>
        <a:xfrm>
          <a:off x="0" y="0"/>
          <a:ext cx="0" cy="0"/>
          <a:chOff x="0" y="0"/>
          <a:chExt cx="0" cy="0"/>
        </a:xfrm>
      </p:grpSpPr>
      <p:pic>
        <p:nvPicPr>
          <p:cNvPr id="682" name="Google Shape;682;p18"/>
          <p:cNvPicPr preferRelativeResize="0"/>
          <p:nvPr/>
        </p:nvPicPr>
        <p:blipFill rotWithShape="1">
          <a:blip r:embed="rId2">
            <a:alphaModFix/>
          </a:blip>
          <a:srcRect l="46746"/>
          <a:stretch/>
        </p:blipFill>
        <p:spPr>
          <a:xfrm rot="10800000">
            <a:off x="7030631" y="0"/>
            <a:ext cx="2113375" cy="1648175"/>
          </a:xfrm>
          <a:prstGeom prst="rect">
            <a:avLst/>
          </a:prstGeom>
          <a:noFill/>
          <a:ln>
            <a:noFill/>
          </a:ln>
        </p:spPr>
      </p:pic>
      <p:pic>
        <p:nvPicPr>
          <p:cNvPr id="683" name="Google Shape;683;p18"/>
          <p:cNvPicPr preferRelativeResize="0"/>
          <p:nvPr/>
        </p:nvPicPr>
        <p:blipFill rotWithShape="1">
          <a:blip r:embed="rId3">
            <a:alphaModFix amt="81000"/>
          </a:blip>
          <a:srcRect t="-21812" b="24"/>
          <a:stretch/>
        </p:blipFill>
        <p:spPr>
          <a:xfrm rot="5400000">
            <a:off x="-404063" y="404063"/>
            <a:ext cx="3077601" cy="2269476"/>
          </a:xfrm>
          <a:prstGeom prst="rect">
            <a:avLst/>
          </a:prstGeom>
          <a:noFill/>
          <a:ln>
            <a:noFill/>
          </a:ln>
        </p:spPr>
      </p:pic>
      <p:sp>
        <p:nvSpPr>
          <p:cNvPr id="684" name="Google Shape;684;p1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6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685" name="Google Shape;685;p18"/>
          <p:cNvSpPr txBox="1">
            <a:spLocks noGrp="1"/>
          </p:cNvSpPr>
          <p:nvPr>
            <p:ph type="subTitle" idx="1"/>
          </p:nvPr>
        </p:nvSpPr>
        <p:spPr>
          <a:xfrm>
            <a:off x="1303939" y="2251125"/>
            <a:ext cx="29595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686" name="Google Shape;686;p18"/>
          <p:cNvSpPr txBox="1">
            <a:spLocks noGrp="1"/>
          </p:cNvSpPr>
          <p:nvPr>
            <p:ph type="subTitle" idx="2"/>
          </p:nvPr>
        </p:nvSpPr>
        <p:spPr>
          <a:xfrm>
            <a:off x="4880640" y="2239050"/>
            <a:ext cx="2959500" cy="665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687" name="Google Shape;687;p18"/>
          <p:cNvSpPr txBox="1">
            <a:spLocks noGrp="1"/>
          </p:cNvSpPr>
          <p:nvPr>
            <p:ph type="subTitle" idx="3"/>
          </p:nvPr>
        </p:nvSpPr>
        <p:spPr>
          <a:xfrm>
            <a:off x="1303939" y="3942975"/>
            <a:ext cx="2959500" cy="665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688" name="Google Shape;688;p18"/>
          <p:cNvSpPr txBox="1">
            <a:spLocks noGrp="1"/>
          </p:cNvSpPr>
          <p:nvPr>
            <p:ph type="subTitle" idx="4"/>
          </p:nvPr>
        </p:nvSpPr>
        <p:spPr>
          <a:xfrm>
            <a:off x="4880640" y="3942975"/>
            <a:ext cx="2959500" cy="665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689" name="Google Shape;689;p18"/>
          <p:cNvSpPr txBox="1">
            <a:spLocks noGrp="1"/>
          </p:cNvSpPr>
          <p:nvPr>
            <p:ph type="subTitle" idx="5"/>
          </p:nvPr>
        </p:nvSpPr>
        <p:spPr>
          <a:xfrm>
            <a:off x="1303888" y="1974250"/>
            <a:ext cx="2959500" cy="3771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1600" b="1">
                <a:solidFill>
                  <a:schemeClr val="dk1"/>
                </a:solidFill>
                <a:latin typeface="Syncopate"/>
                <a:ea typeface="Syncopate"/>
                <a:cs typeface="Syncopate"/>
                <a:sym typeface="Syncopat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690" name="Google Shape;690;p18"/>
          <p:cNvSpPr txBox="1">
            <a:spLocks noGrp="1"/>
          </p:cNvSpPr>
          <p:nvPr>
            <p:ph type="subTitle" idx="6"/>
          </p:nvPr>
        </p:nvSpPr>
        <p:spPr>
          <a:xfrm>
            <a:off x="1303939" y="3712525"/>
            <a:ext cx="2959500" cy="3771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1600" b="1">
                <a:solidFill>
                  <a:schemeClr val="dk1"/>
                </a:solidFill>
                <a:latin typeface="Syncopate"/>
                <a:ea typeface="Syncopate"/>
                <a:cs typeface="Syncopate"/>
                <a:sym typeface="Syncopat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691" name="Google Shape;691;p18"/>
          <p:cNvSpPr txBox="1">
            <a:spLocks noGrp="1"/>
          </p:cNvSpPr>
          <p:nvPr>
            <p:ph type="subTitle" idx="7"/>
          </p:nvPr>
        </p:nvSpPr>
        <p:spPr>
          <a:xfrm>
            <a:off x="4880642" y="1974250"/>
            <a:ext cx="2959500" cy="3771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1600" b="1">
                <a:solidFill>
                  <a:schemeClr val="dk1"/>
                </a:solidFill>
                <a:latin typeface="Syncopate"/>
                <a:ea typeface="Syncopate"/>
                <a:cs typeface="Syncopate"/>
                <a:sym typeface="Syncopat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692" name="Google Shape;692;p18"/>
          <p:cNvSpPr txBox="1">
            <a:spLocks noGrp="1"/>
          </p:cNvSpPr>
          <p:nvPr>
            <p:ph type="subTitle" idx="8"/>
          </p:nvPr>
        </p:nvSpPr>
        <p:spPr>
          <a:xfrm>
            <a:off x="4880642" y="3712525"/>
            <a:ext cx="2959500" cy="3771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1600" b="1">
                <a:solidFill>
                  <a:schemeClr val="dk1"/>
                </a:solidFill>
                <a:latin typeface="Syncopate"/>
                <a:ea typeface="Syncopate"/>
                <a:cs typeface="Syncopate"/>
                <a:sym typeface="Syncopat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693" name="Google Shape;693;p18"/>
          <p:cNvSpPr/>
          <p:nvPr/>
        </p:nvSpPr>
        <p:spPr>
          <a:xfrm flipH="1">
            <a:off x="-276740" y="4617203"/>
            <a:ext cx="9697465" cy="527901"/>
          </a:xfrm>
          <a:custGeom>
            <a:avLst/>
            <a:gdLst/>
            <a:ahLst/>
            <a:cxnLst/>
            <a:rect l="l" t="t" r="r" b="b"/>
            <a:pathLst>
              <a:path w="308689" h="50833" extrusionOk="0">
                <a:moveTo>
                  <a:pt x="10839" y="0"/>
                </a:moveTo>
                <a:cubicBezTo>
                  <a:pt x="4790" y="0"/>
                  <a:pt x="1" y="4201"/>
                  <a:pt x="1" y="9411"/>
                </a:cubicBezTo>
                <a:lnTo>
                  <a:pt x="1" y="41506"/>
                </a:lnTo>
                <a:cubicBezTo>
                  <a:pt x="1" y="46631"/>
                  <a:pt x="4874" y="50832"/>
                  <a:pt x="10839" y="50832"/>
                </a:cubicBezTo>
                <a:lnTo>
                  <a:pt x="297850" y="50832"/>
                </a:lnTo>
                <a:cubicBezTo>
                  <a:pt x="303815" y="50832"/>
                  <a:pt x="308688" y="46631"/>
                  <a:pt x="308688" y="41506"/>
                </a:cubicBezTo>
                <a:lnTo>
                  <a:pt x="308688" y="9411"/>
                </a:lnTo>
                <a:cubicBezTo>
                  <a:pt x="308688" y="4201"/>
                  <a:pt x="303815" y="0"/>
                  <a:pt x="297850" y="0"/>
                </a:cubicBezTo>
                <a:close/>
              </a:path>
            </a:pathLst>
          </a:custGeom>
          <a:solidFill>
            <a:srgbClr val="97B8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94" name="Google Shape;694;p18"/>
          <p:cNvGrpSpPr/>
          <p:nvPr/>
        </p:nvGrpSpPr>
        <p:grpSpPr>
          <a:xfrm>
            <a:off x="151458" y="237843"/>
            <a:ext cx="803235" cy="779895"/>
            <a:chOff x="770499" y="1218947"/>
            <a:chExt cx="576374" cy="559626"/>
          </a:xfrm>
        </p:grpSpPr>
        <p:sp>
          <p:nvSpPr>
            <p:cNvPr id="695" name="Google Shape;695;p18"/>
            <p:cNvSpPr/>
            <p:nvPr/>
          </p:nvSpPr>
          <p:spPr>
            <a:xfrm>
              <a:off x="1033873" y="1610498"/>
              <a:ext cx="313000" cy="168075"/>
            </a:xfrm>
            <a:custGeom>
              <a:avLst/>
              <a:gdLst/>
              <a:ahLst/>
              <a:cxnLst/>
              <a:rect l="l" t="t" r="r" b="b"/>
              <a:pathLst>
                <a:path w="12520" h="6723" extrusionOk="0">
                  <a:moveTo>
                    <a:pt x="11259" y="2774"/>
                  </a:moveTo>
                  <a:lnTo>
                    <a:pt x="10251" y="2774"/>
                  </a:lnTo>
                  <a:cubicBezTo>
                    <a:pt x="10251" y="2606"/>
                    <a:pt x="10335" y="2522"/>
                    <a:pt x="10335" y="2438"/>
                  </a:cubicBezTo>
                  <a:cubicBezTo>
                    <a:pt x="10335" y="1765"/>
                    <a:pt x="9831" y="1261"/>
                    <a:pt x="9159" y="1261"/>
                  </a:cubicBezTo>
                  <a:lnTo>
                    <a:pt x="8235" y="1261"/>
                  </a:lnTo>
                  <a:lnTo>
                    <a:pt x="8235" y="1009"/>
                  </a:lnTo>
                  <a:cubicBezTo>
                    <a:pt x="8235" y="505"/>
                    <a:pt x="7815" y="1"/>
                    <a:pt x="7142" y="1"/>
                  </a:cubicBezTo>
                  <a:lnTo>
                    <a:pt x="5126" y="1"/>
                  </a:lnTo>
                  <a:cubicBezTo>
                    <a:pt x="4622" y="1"/>
                    <a:pt x="4202" y="337"/>
                    <a:pt x="4118" y="841"/>
                  </a:cubicBezTo>
                  <a:lnTo>
                    <a:pt x="3530" y="841"/>
                  </a:lnTo>
                  <a:cubicBezTo>
                    <a:pt x="2857" y="841"/>
                    <a:pt x="2269" y="1345"/>
                    <a:pt x="2269" y="2017"/>
                  </a:cubicBezTo>
                  <a:lnTo>
                    <a:pt x="1429" y="2017"/>
                  </a:lnTo>
                  <a:cubicBezTo>
                    <a:pt x="673" y="2017"/>
                    <a:pt x="1" y="2606"/>
                    <a:pt x="1" y="3362"/>
                  </a:cubicBezTo>
                  <a:cubicBezTo>
                    <a:pt x="1" y="4118"/>
                    <a:pt x="673" y="4706"/>
                    <a:pt x="1429" y="4706"/>
                  </a:cubicBezTo>
                  <a:lnTo>
                    <a:pt x="2101" y="4706"/>
                  </a:lnTo>
                  <a:cubicBezTo>
                    <a:pt x="2353" y="5210"/>
                    <a:pt x="2857" y="5630"/>
                    <a:pt x="3530" y="5630"/>
                  </a:cubicBezTo>
                  <a:lnTo>
                    <a:pt x="3614" y="5630"/>
                  </a:lnTo>
                  <a:cubicBezTo>
                    <a:pt x="3698" y="6302"/>
                    <a:pt x="4118" y="6723"/>
                    <a:pt x="4874" y="6723"/>
                  </a:cubicBezTo>
                  <a:lnTo>
                    <a:pt x="6722" y="6723"/>
                  </a:lnTo>
                  <a:cubicBezTo>
                    <a:pt x="7394" y="6723"/>
                    <a:pt x="7899" y="6302"/>
                    <a:pt x="7983" y="5630"/>
                  </a:cubicBezTo>
                  <a:lnTo>
                    <a:pt x="8235" y="5630"/>
                  </a:lnTo>
                  <a:cubicBezTo>
                    <a:pt x="8655" y="5630"/>
                    <a:pt x="9075" y="5462"/>
                    <a:pt x="9327" y="5126"/>
                  </a:cubicBezTo>
                  <a:lnTo>
                    <a:pt x="11259" y="5126"/>
                  </a:lnTo>
                  <a:cubicBezTo>
                    <a:pt x="11847" y="5126"/>
                    <a:pt x="12520" y="4622"/>
                    <a:pt x="12520" y="3950"/>
                  </a:cubicBezTo>
                  <a:cubicBezTo>
                    <a:pt x="12436" y="3278"/>
                    <a:pt x="11931" y="2774"/>
                    <a:pt x="11259" y="277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696;p18"/>
            <p:cNvSpPr/>
            <p:nvPr/>
          </p:nvSpPr>
          <p:spPr>
            <a:xfrm>
              <a:off x="770499" y="1218947"/>
              <a:ext cx="569250" cy="315100"/>
            </a:xfrm>
            <a:custGeom>
              <a:avLst/>
              <a:gdLst/>
              <a:ahLst/>
              <a:cxnLst/>
              <a:rect l="l" t="t" r="r" b="b"/>
              <a:pathLst>
                <a:path w="22770" h="12604" extrusionOk="0">
                  <a:moveTo>
                    <a:pt x="20585" y="5042"/>
                  </a:moveTo>
                  <a:lnTo>
                    <a:pt x="18821" y="5042"/>
                  </a:lnTo>
                  <a:cubicBezTo>
                    <a:pt x="18905" y="4874"/>
                    <a:pt x="18905" y="4622"/>
                    <a:pt x="18905" y="4454"/>
                  </a:cubicBezTo>
                  <a:cubicBezTo>
                    <a:pt x="18905" y="3277"/>
                    <a:pt x="17981" y="2353"/>
                    <a:pt x="16720" y="2353"/>
                  </a:cubicBezTo>
                  <a:lnTo>
                    <a:pt x="15040" y="2353"/>
                  </a:lnTo>
                  <a:lnTo>
                    <a:pt x="15040" y="1933"/>
                  </a:lnTo>
                  <a:cubicBezTo>
                    <a:pt x="15040" y="841"/>
                    <a:pt x="14200" y="1"/>
                    <a:pt x="13023" y="1"/>
                  </a:cubicBezTo>
                  <a:lnTo>
                    <a:pt x="9327" y="1"/>
                  </a:lnTo>
                  <a:cubicBezTo>
                    <a:pt x="8402" y="1"/>
                    <a:pt x="7562" y="589"/>
                    <a:pt x="7478" y="1597"/>
                  </a:cubicBezTo>
                  <a:lnTo>
                    <a:pt x="6302" y="1597"/>
                  </a:lnTo>
                  <a:cubicBezTo>
                    <a:pt x="5042" y="1597"/>
                    <a:pt x="4117" y="2521"/>
                    <a:pt x="3949" y="3781"/>
                  </a:cubicBezTo>
                  <a:lnTo>
                    <a:pt x="2521" y="3781"/>
                  </a:lnTo>
                  <a:cubicBezTo>
                    <a:pt x="1177" y="3781"/>
                    <a:pt x="0" y="4958"/>
                    <a:pt x="0" y="6302"/>
                  </a:cubicBezTo>
                  <a:cubicBezTo>
                    <a:pt x="0" y="7646"/>
                    <a:pt x="1177" y="8823"/>
                    <a:pt x="2521" y="8823"/>
                  </a:cubicBezTo>
                  <a:lnTo>
                    <a:pt x="3865" y="8823"/>
                  </a:lnTo>
                  <a:cubicBezTo>
                    <a:pt x="4201" y="9831"/>
                    <a:pt x="5210" y="10587"/>
                    <a:pt x="6386" y="10587"/>
                  </a:cubicBezTo>
                  <a:lnTo>
                    <a:pt x="6638" y="10587"/>
                  </a:lnTo>
                  <a:cubicBezTo>
                    <a:pt x="6722" y="11763"/>
                    <a:pt x="7646" y="12604"/>
                    <a:pt x="8822" y="12604"/>
                  </a:cubicBezTo>
                  <a:lnTo>
                    <a:pt x="12267" y="12604"/>
                  </a:lnTo>
                  <a:cubicBezTo>
                    <a:pt x="13444" y="12604"/>
                    <a:pt x="14368" y="11763"/>
                    <a:pt x="14452" y="10587"/>
                  </a:cubicBezTo>
                  <a:lnTo>
                    <a:pt x="14872" y="10587"/>
                  </a:lnTo>
                  <a:cubicBezTo>
                    <a:pt x="15712" y="10587"/>
                    <a:pt x="16468" y="10167"/>
                    <a:pt x="16972" y="9663"/>
                  </a:cubicBezTo>
                  <a:lnTo>
                    <a:pt x="20585" y="9663"/>
                  </a:lnTo>
                  <a:cubicBezTo>
                    <a:pt x="21846" y="9663"/>
                    <a:pt x="22770" y="8739"/>
                    <a:pt x="22770" y="7478"/>
                  </a:cubicBezTo>
                  <a:cubicBezTo>
                    <a:pt x="22770" y="5966"/>
                    <a:pt x="21846" y="5042"/>
                    <a:pt x="20585" y="504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97" name="Google Shape;697;p18"/>
          <p:cNvSpPr/>
          <p:nvPr/>
        </p:nvSpPr>
        <p:spPr>
          <a:xfrm flipH="1">
            <a:off x="8430771" y="363058"/>
            <a:ext cx="436197" cy="234229"/>
          </a:xfrm>
          <a:custGeom>
            <a:avLst/>
            <a:gdLst/>
            <a:ahLst/>
            <a:cxnLst/>
            <a:rect l="l" t="t" r="r" b="b"/>
            <a:pathLst>
              <a:path w="12520" h="6723" extrusionOk="0">
                <a:moveTo>
                  <a:pt x="11259" y="2774"/>
                </a:moveTo>
                <a:lnTo>
                  <a:pt x="10251" y="2774"/>
                </a:lnTo>
                <a:cubicBezTo>
                  <a:pt x="10251" y="2606"/>
                  <a:pt x="10335" y="2522"/>
                  <a:pt x="10335" y="2438"/>
                </a:cubicBezTo>
                <a:cubicBezTo>
                  <a:pt x="10335" y="1765"/>
                  <a:pt x="9831" y="1261"/>
                  <a:pt x="9159" y="1261"/>
                </a:cubicBezTo>
                <a:lnTo>
                  <a:pt x="8235" y="1261"/>
                </a:lnTo>
                <a:lnTo>
                  <a:pt x="8235" y="1009"/>
                </a:lnTo>
                <a:cubicBezTo>
                  <a:pt x="8235" y="505"/>
                  <a:pt x="7815" y="1"/>
                  <a:pt x="7142" y="1"/>
                </a:cubicBezTo>
                <a:lnTo>
                  <a:pt x="5126" y="1"/>
                </a:lnTo>
                <a:cubicBezTo>
                  <a:pt x="4622" y="1"/>
                  <a:pt x="4202" y="337"/>
                  <a:pt x="4118" y="841"/>
                </a:cubicBezTo>
                <a:lnTo>
                  <a:pt x="3530" y="841"/>
                </a:lnTo>
                <a:cubicBezTo>
                  <a:pt x="2857" y="841"/>
                  <a:pt x="2269" y="1345"/>
                  <a:pt x="2269" y="2017"/>
                </a:cubicBezTo>
                <a:lnTo>
                  <a:pt x="1429" y="2017"/>
                </a:lnTo>
                <a:cubicBezTo>
                  <a:pt x="673" y="2017"/>
                  <a:pt x="1" y="2606"/>
                  <a:pt x="1" y="3362"/>
                </a:cubicBezTo>
                <a:cubicBezTo>
                  <a:pt x="1" y="4118"/>
                  <a:pt x="673" y="4706"/>
                  <a:pt x="1429" y="4706"/>
                </a:cubicBezTo>
                <a:lnTo>
                  <a:pt x="2101" y="4706"/>
                </a:lnTo>
                <a:cubicBezTo>
                  <a:pt x="2353" y="5210"/>
                  <a:pt x="2857" y="5630"/>
                  <a:pt x="3530" y="5630"/>
                </a:cubicBezTo>
                <a:lnTo>
                  <a:pt x="3614" y="5630"/>
                </a:lnTo>
                <a:cubicBezTo>
                  <a:pt x="3698" y="6302"/>
                  <a:pt x="4118" y="6723"/>
                  <a:pt x="4874" y="6723"/>
                </a:cubicBezTo>
                <a:lnTo>
                  <a:pt x="6722" y="6723"/>
                </a:lnTo>
                <a:cubicBezTo>
                  <a:pt x="7394" y="6723"/>
                  <a:pt x="7899" y="6302"/>
                  <a:pt x="7983" y="5630"/>
                </a:cubicBezTo>
                <a:lnTo>
                  <a:pt x="8235" y="5630"/>
                </a:lnTo>
                <a:cubicBezTo>
                  <a:pt x="8655" y="5630"/>
                  <a:pt x="9075" y="5462"/>
                  <a:pt x="9327" y="5126"/>
                </a:cubicBezTo>
                <a:lnTo>
                  <a:pt x="11259" y="5126"/>
                </a:lnTo>
                <a:cubicBezTo>
                  <a:pt x="11847" y="5126"/>
                  <a:pt x="12520" y="4622"/>
                  <a:pt x="12520" y="3950"/>
                </a:cubicBezTo>
                <a:cubicBezTo>
                  <a:pt x="12436" y="3278"/>
                  <a:pt x="11931" y="2774"/>
                  <a:pt x="11259" y="277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18"/>
          <p:cNvSpPr/>
          <p:nvPr/>
        </p:nvSpPr>
        <p:spPr>
          <a:xfrm flipH="1">
            <a:off x="2018370" y="4722373"/>
            <a:ext cx="6955030" cy="422730"/>
          </a:xfrm>
          <a:custGeom>
            <a:avLst/>
            <a:gdLst/>
            <a:ahLst/>
            <a:cxnLst/>
            <a:rect l="l" t="t" r="r" b="b"/>
            <a:pathLst>
              <a:path w="221392" h="16805" extrusionOk="0">
                <a:moveTo>
                  <a:pt x="6554" y="0"/>
                </a:moveTo>
                <a:cubicBezTo>
                  <a:pt x="2941" y="0"/>
                  <a:pt x="0" y="2857"/>
                  <a:pt x="0" y="6386"/>
                </a:cubicBezTo>
                <a:cubicBezTo>
                  <a:pt x="0" y="9915"/>
                  <a:pt x="2941" y="12855"/>
                  <a:pt x="6554" y="12855"/>
                </a:cubicBezTo>
                <a:lnTo>
                  <a:pt x="10335" y="12855"/>
                </a:lnTo>
                <a:cubicBezTo>
                  <a:pt x="10335" y="13023"/>
                  <a:pt x="10167" y="13275"/>
                  <a:pt x="10167" y="13443"/>
                </a:cubicBezTo>
                <a:cubicBezTo>
                  <a:pt x="10167" y="15376"/>
                  <a:pt x="11763" y="16804"/>
                  <a:pt x="13695" y="16804"/>
                </a:cubicBezTo>
                <a:lnTo>
                  <a:pt x="69988" y="16804"/>
                </a:lnTo>
                <a:cubicBezTo>
                  <a:pt x="71837" y="16804"/>
                  <a:pt x="73433" y="15376"/>
                  <a:pt x="73433" y="13443"/>
                </a:cubicBezTo>
                <a:cubicBezTo>
                  <a:pt x="73433" y="13275"/>
                  <a:pt x="73433" y="13023"/>
                  <a:pt x="73349" y="12855"/>
                </a:cubicBezTo>
                <a:lnTo>
                  <a:pt x="214922" y="12855"/>
                </a:lnTo>
                <a:cubicBezTo>
                  <a:pt x="218451" y="12855"/>
                  <a:pt x="221391" y="9999"/>
                  <a:pt x="221391" y="6386"/>
                </a:cubicBezTo>
                <a:cubicBezTo>
                  <a:pt x="221391" y="2941"/>
                  <a:pt x="218451" y="0"/>
                  <a:pt x="2149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99" name="Google Shape;699;p18"/>
          <p:cNvGrpSpPr/>
          <p:nvPr/>
        </p:nvGrpSpPr>
        <p:grpSpPr>
          <a:xfrm flipH="1">
            <a:off x="15905" y="3771164"/>
            <a:ext cx="759623" cy="846027"/>
            <a:chOff x="6842050" y="3065425"/>
            <a:chExt cx="535625" cy="596550"/>
          </a:xfrm>
        </p:grpSpPr>
        <p:sp>
          <p:nvSpPr>
            <p:cNvPr id="700" name="Google Shape;700;p18"/>
            <p:cNvSpPr/>
            <p:nvPr/>
          </p:nvSpPr>
          <p:spPr>
            <a:xfrm>
              <a:off x="7073100" y="3451925"/>
              <a:ext cx="56725" cy="210050"/>
            </a:xfrm>
            <a:custGeom>
              <a:avLst/>
              <a:gdLst/>
              <a:ahLst/>
              <a:cxnLst/>
              <a:rect l="l" t="t" r="r" b="b"/>
              <a:pathLst>
                <a:path w="2269" h="8402" extrusionOk="0">
                  <a:moveTo>
                    <a:pt x="504" y="0"/>
                  </a:moveTo>
                  <a:lnTo>
                    <a:pt x="0" y="8402"/>
                  </a:lnTo>
                  <a:lnTo>
                    <a:pt x="2269" y="8402"/>
                  </a:lnTo>
                  <a:lnTo>
                    <a:pt x="1765" y="0"/>
                  </a:lnTo>
                  <a:close/>
                </a:path>
              </a:pathLst>
            </a:custGeom>
            <a:solidFill>
              <a:srgbClr val="7A452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 name="Google Shape;701;p18"/>
            <p:cNvSpPr/>
            <p:nvPr/>
          </p:nvSpPr>
          <p:spPr>
            <a:xfrm>
              <a:off x="6867250" y="3065425"/>
              <a:ext cx="510425" cy="428525"/>
            </a:xfrm>
            <a:custGeom>
              <a:avLst/>
              <a:gdLst/>
              <a:ahLst/>
              <a:cxnLst/>
              <a:rect l="l" t="t" r="r" b="b"/>
              <a:pathLst>
                <a:path w="20417" h="17141" extrusionOk="0">
                  <a:moveTo>
                    <a:pt x="7058" y="0"/>
                  </a:moveTo>
                  <a:cubicBezTo>
                    <a:pt x="6218" y="0"/>
                    <a:pt x="5462" y="589"/>
                    <a:pt x="5462" y="1429"/>
                  </a:cubicBezTo>
                  <a:cubicBezTo>
                    <a:pt x="5462" y="1765"/>
                    <a:pt x="5630" y="1933"/>
                    <a:pt x="5714" y="2185"/>
                  </a:cubicBezTo>
                  <a:lnTo>
                    <a:pt x="4117" y="2185"/>
                  </a:lnTo>
                  <a:cubicBezTo>
                    <a:pt x="3193" y="2185"/>
                    <a:pt x="2353" y="2941"/>
                    <a:pt x="2353" y="3949"/>
                  </a:cubicBezTo>
                  <a:lnTo>
                    <a:pt x="2353" y="4285"/>
                  </a:lnTo>
                  <a:cubicBezTo>
                    <a:pt x="1429" y="4706"/>
                    <a:pt x="756" y="5630"/>
                    <a:pt x="756" y="6806"/>
                  </a:cubicBezTo>
                  <a:cubicBezTo>
                    <a:pt x="756" y="7562"/>
                    <a:pt x="1093" y="8150"/>
                    <a:pt x="1597" y="8654"/>
                  </a:cubicBezTo>
                  <a:lnTo>
                    <a:pt x="1429" y="8654"/>
                  </a:lnTo>
                  <a:cubicBezTo>
                    <a:pt x="672" y="8654"/>
                    <a:pt x="0" y="9243"/>
                    <a:pt x="0" y="9999"/>
                  </a:cubicBezTo>
                  <a:cubicBezTo>
                    <a:pt x="0" y="10671"/>
                    <a:pt x="672" y="11259"/>
                    <a:pt x="1429" y="11259"/>
                  </a:cubicBezTo>
                  <a:lnTo>
                    <a:pt x="1849" y="11259"/>
                  </a:lnTo>
                  <a:cubicBezTo>
                    <a:pt x="1597" y="11427"/>
                    <a:pt x="1513" y="11847"/>
                    <a:pt x="1513" y="12183"/>
                  </a:cubicBezTo>
                  <a:cubicBezTo>
                    <a:pt x="1513" y="13023"/>
                    <a:pt x="2101" y="13612"/>
                    <a:pt x="2857" y="13780"/>
                  </a:cubicBezTo>
                  <a:lnTo>
                    <a:pt x="2857" y="13948"/>
                  </a:lnTo>
                  <a:cubicBezTo>
                    <a:pt x="2857" y="15040"/>
                    <a:pt x="3781" y="15964"/>
                    <a:pt x="4873" y="15964"/>
                  </a:cubicBezTo>
                  <a:cubicBezTo>
                    <a:pt x="4873" y="16552"/>
                    <a:pt x="5378" y="17140"/>
                    <a:pt x="6134" y="17140"/>
                  </a:cubicBezTo>
                  <a:lnTo>
                    <a:pt x="15292" y="17140"/>
                  </a:lnTo>
                  <a:cubicBezTo>
                    <a:pt x="15880" y="17140"/>
                    <a:pt x="16552" y="16552"/>
                    <a:pt x="16552" y="15964"/>
                  </a:cubicBezTo>
                  <a:cubicBezTo>
                    <a:pt x="16552" y="15712"/>
                    <a:pt x="16384" y="15544"/>
                    <a:pt x="16300" y="15460"/>
                  </a:cubicBezTo>
                  <a:lnTo>
                    <a:pt x="17056" y="15460"/>
                  </a:lnTo>
                  <a:cubicBezTo>
                    <a:pt x="17644" y="15460"/>
                    <a:pt x="18232" y="14872"/>
                    <a:pt x="18232" y="14368"/>
                  </a:cubicBezTo>
                  <a:cubicBezTo>
                    <a:pt x="18232" y="13948"/>
                    <a:pt x="17980" y="13780"/>
                    <a:pt x="17644" y="13528"/>
                  </a:cubicBezTo>
                  <a:lnTo>
                    <a:pt x="18232" y="13528"/>
                  </a:lnTo>
                  <a:cubicBezTo>
                    <a:pt x="18737" y="13528"/>
                    <a:pt x="19157" y="13107"/>
                    <a:pt x="19157" y="12687"/>
                  </a:cubicBezTo>
                  <a:cubicBezTo>
                    <a:pt x="19157" y="12519"/>
                    <a:pt x="18989" y="12351"/>
                    <a:pt x="18905" y="12183"/>
                  </a:cubicBezTo>
                  <a:cubicBezTo>
                    <a:pt x="19745" y="11679"/>
                    <a:pt x="20417" y="10839"/>
                    <a:pt x="20417" y="9831"/>
                  </a:cubicBezTo>
                  <a:cubicBezTo>
                    <a:pt x="20417" y="8906"/>
                    <a:pt x="19745" y="8066"/>
                    <a:pt x="18821" y="7730"/>
                  </a:cubicBezTo>
                  <a:cubicBezTo>
                    <a:pt x="18905" y="7478"/>
                    <a:pt x="18989" y="7142"/>
                    <a:pt x="18989" y="6806"/>
                  </a:cubicBezTo>
                  <a:cubicBezTo>
                    <a:pt x="18989" y="5546"/>
                    <a:pt x="18148" y="4621"/>
                    <a:pt x="17140" y="4201"/>
                  </a:cubicBezTo>
                  <a:lnTo>
                    <a:pt x="17140" y="3949"/>
                  </a:lnTo>
                  <a:cubicBezTo>
                    <a:pt x="17140" y="3025"/>
                    <a:pt x="16300" y="2185"/>
                    <a:pt x="15376" y="2185"/>
                  </a:cubicBezTo>
                  <a:lnTo>
                    <a:pt x="15124" y="2185"/>
                  </a:lnTo>
                  <a:cubicBezTo>
                    <a:pt x="15292" y="1933"/>
                    <a:pt x="15376" y="1681"/>
                    <a:pt x="15376" y="1429"/>
                  </a:cubicBezTo>
                  <a:cubicBezTo>
                    <a:pt x="15376" y="589"/>
                    <a:pt x="14620" y="0"/>
                    <a:pt x="1377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 name="Google Shape;702;p18"/>
            <p:cNvSpPr/>
            <p:nvPr/>
          </p:nvSpPr>
          <p:spPr>
            <a:xfrm>
              <a:off x="6842050" y="3065425"/>
              <a:ext cx="422200" cy="428525"/>
            </a:xfrm>
            <a:custGeom>
              <a:avLst/>
              <a:gdLst/>
              <a:ahLst/>
              <a:cxnLst/>
              <a:rect l="l" t="t" r="r" b="b"/>
              <a:pathLst>
                <a:path w="16888" h="17141" extrusionOk="0">
                  <a:moveTo>
                    <a:pt x="7058" y="0"/>
                  </a:moveTo>
                  <a:cubicBezTo>
                    <a:pt x="6133" y="0"/>
                    <a:pt x="5461" y="589"/>
                    <a:pt x="5461" y="1429"/>
                  </a:cubicBezTo>
                  <a:cubicBezTo>
                    <a:pt x="5461" y="1765"/>
                    <a:pt x="5545" y="1933"/>
                    <a:pt x="5629" y="2185"/>
                  </a:cubicBezTo>
                  <a:lnTo>
                    <a:pt x="4033" y="2185"/>
                  </a:lnTo>
                  <a:cubicBezTo>
                    <a:pt x="3109" y="2185"/>
                    <a:pt x="2269" y="2941"/>
                    <a:pt x="2269" y="3949"/>
                  </a:cubicBezTo>
                  <a:lnTo>
                    <a:pt x="2269" y="4285"/>
                  </a:lnTo>
                  <a:cubicBezTo>
                    <a:pt x="1344" y="4706"/>
                    <a:pt x="756" y="5630"/>
                    <a:pt x="756" y="6806"/>
                  </a:cubicBezTo>
                  <a:cubicBezTo>
                    <a:pt x="756" y="7562"/>
                    <a:pt x="1008" y="8150"/>
                    <a:pt x="1596" y="8654"/>
                  </a:cubicBezTo>
                  <a:lnTo>
                    <a:pt x="1344" y="8654"/>
                  </a:lnTo>
                  <a:cubicBezTo>
                    <a:pt x="588" y="8654"/>
                    <a:pt x="0" y="9243"/>
                    <a:pt x="0" y="9999"/>
                  </a:cubicBezTo>
                  <a:cubicBezTo>
                    <a:pt x="0" y="10671"/>
                    <a:pt x="588" y="11259"/>
                    <a:pt x="1344" y="11259"/>
                  </a:cubicBezTo>
                  <a:lnTo>
                    <a:pt x="1764" y="11259"/>
                  </a:lnTo>
                  <a:cubicBezTo>
                    <a:pt x="1596" y="11427"/>
                    <a:pt x="1428" y="11847"/>
                    <a:pt x="1428" y="12183"/>
                  </a:cubicBezTo>
                  <a:cubicBezTo>
                    <a:pt x="1428" y="13023"/>
                    <a:pt x="2101" y="13612"/>
                    <a:pt x="2857" y="13780"/>
                  </a:cubicBezTo>
                  <a:lnTo>
                    <a:pt x="2857" y="13948"/>
                  </a:lnTo>
                  <a:cubicBezTo>
                    <a:pt x="2857" y="15040"/>
                    <a:pt x="3781" y="15964"/>
                    <a:pt x="4789" y="15964"/>
                  </a:cubicBezTo>
                  <a:cubicBezTo>
                    <a:pt x="4789" y="16552"/>
                    <a:pt x="5377" y="17140"/>
                    <a:pt x="6049" y="17140"/>
                  </a:cubicBezTo>
                  <a:lnTo>
                    <a:pt x="11763" y="17140"/>
                  </a:lnTo>
                  <a:cubicBezTo>
                    <a:pt x="12351" y="17140"/>
                    <a:pt x="13023" y="16552"/>
                    <a:pt x="13023" y="15964"/>
                  </a:cubicBezTo>
                  <a:cubicBezTo>
                    <a:pt x="13023" y="15712"/>
                    <a:pt x="12855" y="15544"/>
                    <a:pt x="12771" y="15460"/>
                  </a:cubicBezTo>
                  <a:lnTo>
                    <a:pt x="13527" y="15460"/>
                  </a:lnTo>
                  <a:cubicBezTo>
                    <a:pt x="14199" y="15460"/>
                    <a:pt x="14703" y="14872"/>
                    <a:pt x="14703" y="14368"/>
                  </a:cubicBezTo>
                  <a:cubicBezTo>
                    <a:pt x="14703" y="13948"/>
                    <a:pt x="14451" y="13780"/>
                    <a:pt x="14199" y="13528"/>
                  </a:cubicBezTo>
                  <a:lnTo>
                    <a:pt x="14703" y="13528"/>
                  </a:lnTo>
                  <a:cubicBezTo>
                    <a:pt x="15208" y="13528"/>
                    <a:pt x="15628" y="13107"/>
                    <a:pt x="15628" y="12687"/>
                  </a:cubicBezTo>
                  <a:cubicBezTo>
                    <a:pt x="15628" y="12519"/>
                    <a:pt x="15544" y="12351"/>
                    <a:pt x="15460" y="12183"/>
                  </a:cubicBezTo>
                  <a:cubicBezTo>
                    <a:pt x="16300" y="11679"/>
                    <a:pt x="16888" y="10839"/>
                    <a:pt x="16888" y="9831"/>
                  </a:cubicBezTo>
                  <a:cubicBezTo>
                    <a:pt x="16888" y="8906"/>
                    <a:pt x="16300" y="8066"/>
                    <a:pt x="15292" y="7730"/>
                  </a:cubicBezTo>
                  <a:cubicBezTo>
                    <a:pt x="15460" y="7478"/>
                    <a:pt x="15544" y="7142"/>
                    <a:pt x="15544" y="6806"/>
                  </a:cubicBezTo>
                  <a:cubicBezTo>
                    <a:pt x="15544" y="5546"/>
                    <a:pt x="14703" y="4621"/>
                    <a:pt x="13611" y="4201"/>
                  </a:cubicBezTo>
                  <a:lnTo>
                    <a:pt x="13611" y="3949"/>
                  </a:lnTo>
                  <a:cubicBezTo>
                    <a:pt x="13611" y="3025"/>
                    <a:pt x="12771" y="2185"/>
                    <a:pt x="11847" y="2185"/>
                  </a:cubicBezTo>
                  <a:lnTo>
                    <a:pt x="11679" y="2185"/>
                  </a:lnTo>
                  <a:cubicBezTo>
                    <a:pt x="11763" y="1933"/>
                    <a:pt x="11847" y="1681"/>
                    <a:pt x="11847" y="1429"/>
                  </a:cubicBezTo>
                  <a:cubicBezTo>
                    <a:pt x="11847" y="589"/>
                    <a:pt x="11091" y="0"/>
                    <a:pt x="1025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 name="Google Shape;703;p18"/>
            <p:cNvSpPr/>
            <p:nvPr/>
          </p:nvSpPr>
          <p:spPr>
            <a:xfrm>
              <a:off x="6842050" y="3283875"/>
              <a:ext cx="325600" cy="210075"/>
            </a:xfrm>
            <a:custGeom>
              <a:avLst/>
              <a:gdLst/>
              <a:ahLst/>
              <a:cxnLst/>
              <a:rect l="l" t="t" r="r" b="b"/>
              <a:pathLst>
                <a:path w="13024" h="8403" extrusionOk="0">
                  <a:moveTo>
                    <a:pt x="1344" y="0"/>
                  </a:moveTo>
                  <a:cubicBezTo>
                    <a:pt x="588" y="0"/>
                    <a:pt x="0" y="505"/>
                    <a:pt x="0" y="1261"/>
                  </a:cubicBezTo>
                  <a:cubicBezTo>
                    <a:pt x="0" y="1933"/>
                    <a:pt x="588" y="2521"/>
                    <a:pt x="1344" y="2521"/>
                  </a:cubicBezTo>
                  <a:lnTo>
                    <a:pt x="1764" y="2521"/>
                  </a:lnTo>
                  <a:cubicBezTo>
                    <a:pt x="1596" y="2689"/>
                    <a:pt x="1428" y="3109"/>
                    <a:pt x="1428" y="3445"/>
                  </a:cubicBezTo>
                  <a:cubicBezTo>
                    <a:pt x="1428" y="4285"/>
                    <a:pt x="2101" y="4874"/>
                    <a:pt x="2857" y="5042"/>
                  </a:cubicBezTo>
                  <a:lnTo>
                    <a:pt x="2857" y="5210"/>
                  </a:lnTo>
                  <a:cubicBezTo>
                    <a:pt x="2857" y="6302"/>
                    <a:pt x="3781" y="7226"/>
                    <a:pt x="4789" y="7226"/>
                  </a:cubicBezTo>
                  <a:cubicBezTo>
                    <a:pt x="4789" y="7814"/>
                    <a:pt x="5377" y="8402"/>
                    <a:pt x="6049" y="8402"/>
                  </a:cubicBezTo>
                  <a:lnTo>
                    <a:pt x="11763" y="8402"/>
                  </a:lnTo>
                  <a:cubicBezTo>
                    <a:pt x="12351" y="8402"/>
                    <a:pt x="13023" y="7814"/>
                    <a:pt x="13023" y="7226"/>
                  </a:cubicBezTo>
                  <a:cubicBezTo>
                    <a:pt x="13023" y="7142"/>
                    <a:pt x="9746" y="7142"/>
                    <a:pt x="9746" y="7142"/>
                  </a:cubicBezTo>
                  <a:lnTo>
                    <a:pt x="9746" y="6470"/>
                  </a:lnTo>
                  <a:cubicBezTo>
                    <a:pt x="9746" y="5882"/>
                    <a:pt x="9326" y="5294"/>
                    <a:pt x="8738" y="5126"/>
                  </a:cubicBezTo>
                  <a:cubicBezTo>
                    <a:pt x="8990" y="5042"/>
                    <a:pt x="9326" y="4790"/>
                    <a:pt x="9410" y="4369"/>
                  </a:cubicBezTo>
                  <a:lnTo>
                    <a:pt x="11427" y="4369"/>
                  </a:lnTo>
                  <a:cubicBezTo>
                    <a:pt x="12267" y="4369"/>
                    <a:pt x="12855" y="3781"/>
                    <a:pt x="12855" y="3025"/>
                  </a:cubicBezTo>
                  <a:cubicBezTo>
                    <a:pt x="12855" y="2269"/>
                    <a:pt x="12267" y="1681"/>
                    <a:pt x="11427" y="1681"/>
                  </a:cubicBezTo>
                  <a:lnTo>
                    <a:pt x="8906" y="1681"/>
                  </a:lnTo>
                  <a:cubicBezTo>
                    <a:pt x="8906" y="1513"/>
                    <a:pt x="8990" y="1429"/>
                    <a:pt x="8990" y="1345"/>
                  </a:cubicBezTo>
                  <a:cubicBezTo>
                    <a:pt x="8990" y="589"/>
                    <a:pt x="8402" y="0"/>
                    <a:pt x="756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 name="Google Shape;704;p18"/>
            <p:cNvSpPr/>
            <p:nvPr/>
          </p:nvSpPr>
          <p:spPr>
            <a:xfrm>
              <a:off x="6989075" y="3065425"/>
              <a:ext cx="235275" cy="147050"/>
            </a:xfrm>
            <a:custGeom>
              <a:avLst/>
              <a:gdLst/>
              <a:ahLst/>
              <a:cxnLst/>
              <a:rect l="l" t="t" r="r" b="b"/>
              <a:pathLst>
                <a:path w="9411" h="5882" extrusionOk="0">
                  <a:moveTo>
                    <a:pt x="2857" y="0"/>
                  </a:moveTo>
                  <a:cubicBezTo>
                    <a:pt x="2857" y="84"/>
                    <a:pt x="2689" y="168"/>
                    <a:pt x="2689" y="252"/>
                  </a:cubicBezTo>
                  <a:cubicBezTo>
                    <a:pt x="2689" y="841"/>
                    <a:pt x="3109" y="1261"/>
                    <a:pt x="3529" y="1429"/>
                  </a:cubicBezTo>
                  <a:cubicBezTo>
                    <a:pt x="3277" y="1513"/>
                    <a:pt x="3025" y="1765"/>
                    <a:pt x="2941" y="2101"/>
                  </a:cubicBezTo>
                  <a:lnTo>
                    <a:pt x="1261" y="2101"/>
                  </a:lnTo>
                  <a:cubicBezTo>
                    <a:pt x="589" y="2101"/>
                    <a:pt x="0" y="2605"/>
                    <a:pt x="0" y="3193"/>
                  </a:cubicBezTo>
                  <a:cubicBezTo>
                    <a:pt x="0" y="3865"/>
                    <a:pt x="505" y="4369"/>
                    <a:pt x="1261" y="4369"/>
                  </a:cubicBezTo>
                  <a:lnTo>
                    <a:pt x="3445" y="4369"/>
                  </a:lnTo>
                  <a:cubicBezTo>
                    <a:pt x="3445" y="4453"/>
                    <a:pt x="3361" y="4621"/>
                    <a:pt x="3361" y="4706"/>
                  </a:cubicBezTo>
                  <a:cubicBezTo>
                    <a:pt x="3361" y="5294"/>
                    <a:pt x="3865" y="5882"/>
                    <a:pt x="4621" y="5882"/>
                  </a:cubicBezTo>
                  <a:lnTo>
                    <a:pt x="9411" y="5882"/>
                  </a:lnTo>
                  <a:cubicBezTo>
                    <a:pt x="9243" y="5126"/>
                    <a:pt x="8486" y="4537"/>
                    <a:pt x="7730" y="4201"/>
                  </a:cubicBezTo>
                  <a:lnTo>
                    <a:pt x="7730" y="3949"/>
                  </a:lnTo>
                  <a:cubicBezTo>
                    <a:pt x="7730" y="3025"/>
                    <a:pt x="6890" y="2185"/>
                    <a:pt x="5966" y="2185"/>
                  </a:cubicBezTo>
                  <a:lnTo>
                    <a:pt x="5798" y="2185"/>
                  </a:lnTo>
                  <a:cubicBezTo>
                    <a:pt x="5882" y="2017"/>
                    <a:pt x="5966" y="1681"/>
                    <a:pt x="5966" y="1429"/>
                  </a:cubicBezTo>
                  <a:cubicBezTo>
                    <a:pt x="5966" y="589"/>
                    <a:pt x="5210" y="0"/>
                    <a:pt x="436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5" name="Google Shape;705;p18"/>
          <p:cNvGrpSpPr/>
          <p:nvPr/>
        </p:nvGrpSpPr>
        <p:grpSpPr>
          <a:xfrm>
            <a:off x="382244" y="3702786"/>
            <a:ext cx="331740" cy="1224973"/>
            <a:chOff x="8678270" y="2267841"/>
            <a:chExt cx="341929" cy="1262338"/>
          </a:xfrm>
        </p:grpSpPr>
        <p:sp>
          <p:nvSpPr>
            <p:cNvPr id="706" name="Google Shape;706;p18"/>
            <p:cNvSpPr/>
            <p:nvPr/>
          </p:nvSpPr>
          <p:spPr>
            <a:xfrm>
              <a:off x="8879564" y="3351210"/>
              <a:ext cx="38410" cy="178969"/>
            </a:xfrm>
            <a:custGeom>
              <a:avLst/>
              <a:gdLst/>
              <a:ahLst/>
              <a:cxnLst/>
              <a:rect l="l" t="t" r="r" b="b"/>
              <a:pathLst>
                <a:path w="1010" h="4706" extrusionOk="0">
                  <a:moveTo>
                    <a:pt x="1" y="0"/>
                  </a:moveTo>
                  <a:lnTo>
                    <a:pt x="1" y="4705"/>
                  </a:lnTo>
                  <a:lnTo>
                    <a:pt x="1009" y="4705"/>
                  </a:lnTo>
                  <a:lnTo>
                    <a:pt x="1009" y="0"/>
                  </a:lnTo>
                  <a:close/>
                </a:path>
              </a:pathLst>
            </a:custGeom>
            <a:solidFill>
              <a:srgbClr val="4054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18"/>
            <p:cNvSpPr/>
            <p:nvPr/>
          </p:nvSpPr>
          <p:spPr>
            <a:xfrm>
              <a:off x="8885953" y="2462898"/>
              <a:ext cx="25594" cy="888343"/>
            </a:xfrm>
            <a:custGeom>
              <a:avLst/>
              <a:gdLst/>
              <a:ahLst/>
              <a:cxnLst/>
              <a:rect l="l" t="t" r="r" b="b"/>
              <a:pathLst>
                <a:path w="673" h="23359" extrusionOk="0">
                  <a:moveTo>
                    <a:pt x="253" y="1"/>
                  </a:moveTo>
                  <a:cubicBezTo>
                    <a:pt x="253" y="1009"/>
                    <a:pt x="1" y="22602"/>
                    <a:pt x="1" y="23358"/>
                  </a:cubicBezTo>
                  <a:lnTo>
                    <a:pt x="673" y="23358"/>
                  </a:lnTo>
                  <a:cubicBezTo>
                    <a:pt x="673" y="22602"/>
                    <a:pt x="421" y="925"/>
                    <a:pt x="421" y="1"/>
                  </a:cubicBezTo>
                  <a:close/>
                </a:path>
              </a:pathLst>
            </a:custGeom>
            <a:solidFill>
              <a:srgbClr val="F5F9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18"/>
            <p:cNvSpPr/>
            <p:nvPr/>
          </p:nvSpPr>
          <p:spPr>
            <a:xfrm>
              <a:off x="8901926" y="2462898"/>
              <a:ext cx="9622" cy="888343"/>
            </a:xfrm>
            <a:custGeom>
              <a:avLst/>
              <a:gdLst/>
              <a:ahLst/>
              <a:cxnLst/>
              <a:rect l="l" t="t" r="r" b="b"/>
              <a:pathLst>
                <a:path w="253" h="23359" extrusionOk="0">
                  <a:moveTo>
                    <a:pt x="1" y="1"/>
                  </a:moveTo>
                  <a:lnTo>
                    <a:pt x="1" y="23358"/>
                  </a:lnTo>
                  <a:lnTo>
                    <a:pt x="169" y="23358"/>
                  </a:lnTo>
                  <a:cubicBezTo>
                    <a:pt x="253" y="22602"/>
                    <a:pt x="1" y="925"/>
                    <a:pt x="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709;p18"/>
            <p:cNvSpPr/>
            <p:nvPr/>
          </p:nvSpPr>
          <p:spPr>
            <a:xfrm>
              <a:off x="8678270" y="2446013"/>
              <a:ext cx="214109" cy="37383"/>
            </a:xfrm>
            <a:custGeom>
              <a:avLst/>
              <a:gdLst/>
              <a:ahLst/>
              <a:cxnLst/>
              <a:rect l="l" t="t" r="r" b="b"/>
              <a:pathLst>
                <a:path w="5630" h="983" extrusionOk="0">
                  <a:moveTo>
                    <a:pt x="4414" y="1"/>
                  </a:moveTo>
                  <a:cubicBezTo>
                    <a:pt x="3480" y="1"/>
                    <a:pt x="1" y="630"/>
                    <a:pt x="1" y="781"/>
                  </a:cubicBezTo>
                  <a:cubicBezTo>
                    <a:pt x="1" y="920"/>
                    <a:pt x="408" y="982"/>
                    <a:pt x="1055" y="982"/>
                  </a:cubicBezTo>
                  <a:cubicBezTo>
                    <a:pt x="1583" y="982"/>
                    <a:pt x="2270" y="941"/>
                    <a:pt x="3025" y="865"/>
                  </a:cubicBezTo>
                  <a:cubicBezTo>
                    <a:pt x="4706" y="781"/>
                    <a:pt x="5630" y="781"/>
                    <a:pt x="5630" y="613"/>
                  </a:cubicBezTo>
                  <a:cubicBezTo>
                    <a:pt x="5630" y="361"/>
                    <a:pt x="5210" y="277"/>
                    <a:pt x="4622" y="25"/>
                  </a:cubicBezTo>
                  <a:cubicBezTo>
                    <a:pt x="4588" y="8"/>
                    <a:pt x="4517" y="1"/>
                    <a:pt x="441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18"/>
            <p:cNvSpPr/>
            <p:nvPr/>
          </p:nvSpPr>
          <p:spPr>
            <a:xfrm>
              <a:off x="8694242" y="2446583"/>
              <a:ext cx="185358" cy="25936"/>
            </a:xfrm>
            <a:custGeom>
              <a:avLst/>
              <a:gdLst/>
              <a:ahLst/>
              <a:cxnLst/>
              <a:rect l="l" t="t" r="r" b="b"/>
              <a:pathLst>
                <a:path w="4874" h="682" extrusionOk="0">
                  <a:moveTo>
                    <a:pt x="4083" y="1"/>
                  </a:moveTo>
                  <a:cubicBezTo>
                    <a:pt x="3433" y="1"/>
                    <a:pt x="855" y="449"/>
                    <a:pt x="1" y="682"/>
                  </a:cubicBezTo>
                  <a:lnTo>
                    <a:pt x="4874" y="346"/>
                  </a:lnTo>
                  <a:cubicBezTo>
                    <a:pt x="4706" y="262"/>
                    <a:pt x="4454" y="262"/>
                    <a:pt x="4370" y="178"/>
                  </a:cubicBezTo>
                  <a:cubicBezTo>
                    <a:pt x="4286" y="178"/>
                    <a:pt x="4286" y="178"/>
                    <a:pt x="4202" y="10"/>
                  </a:cubicBezTo>
                  <a:cubicBezTo>
                    <a:pt x="4176" y="4"/>
                    <a:pt x="4136" y="1"/>
                    <a:pt x="4083" y="1"/>
                  </a:cubicBez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 name="Google Shape;711;p18"/>
            <p:cNvSpPr/>
            <p:nvPr/>
          </p:nvSpPr>
          <p:spPr>
            <a:xfrm>
              <a:off x="8895537" y="2468489"/>
              <a:ext cx="124662" cy="179806"/>
            </a:xfrm>
            <a:custGeom>
              <a:avLst/>
              <a:gdLst/>
              <a:ahLst/>
              <a:cxnLst/>
              <a:rect l="l" t="t" r="r" b="b"/>
              <a:pathLst>
                <a:path w="3278" h="4728" extrusionOk="0">
                  <a:moveTo>
                    <a:pt x="199" y="1"/>
                  </a:moveTo>
                  <a:cubicBezTo>
                    <a:pt x="186" y="1"/>
                    <a:pt x="176" y="8"/>
                    <a:pt x="169" y="22"/>
                  </a:cubicBezTo>
                  <a:cubicBezTo>
                    <a:pt x="1" y="22"/>
                    <a:pt x="169" y="526"/>
                    <a:pt x="253" y="1114"/>
                  </a:cubicBezTo>
                  <a:cubicBezTo>
                    <a:pt x="337" y="1450"/>
                    <a:pt x="3110" y="4727"/>
                    <a:pt x="3194" y="4727"/>
                  </a:cubicBezTo>
                  <a:cubicBezTo>
                    <a:pt x="3278" y="4643"/>
                    <a:pt x="2690" y="3467"/>
                    <a:pt x="1681" y="2122"/>
                  </a:cubicBezTo>
                  <a:cubicBezTo>
                    <a:pt x="835" y="815"/>
                    <a:pt x="341" y="1"/>
                    <a:pt x="19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 name="Google Shape;712;p18"/>
            <p:cNvSpPr/>
            <p:nvPr/>
          </p:nvSpPr>
          <p:spPr>
            <a:xfrm>
              <a:off x="8905120" y="2478909"/>
              <a:ext cx="102301" cy="156570"/>
            </a:xfrm>
            <a:custGeom>
              <a:avLst/>
              <a:gdLst/>
              <a:ahLst/>
              <a:cxnLst/>
              <a:rect l="l" t="t" r="r" b="b"/>
              <a:pathLst>
                <a:path w="2690" h="4117" extrusionOk="0">
                  <a:moveTo>
                    <a:pt x="1" y="0"/>
                  </a:moveTo>
                  <a:cubicBezTo>
                    <a:pt x="1" y="252"/>
                    <a:pt x="85" y="420"/>
                    <a:pt x="85" y="672"/>
                  </a:cubicBezTo>
                  <a:lnTo>
                    <a:pt x="85" y="840"/>
                  </a:lnTo>
                  <a:cubicBezTo>
                    <a:pt x="85" y="1092"/>
                    <a:pt x="2017" y="3361"/>
                    <a:pt x="2690" y="4117"/>
                  </a:cubicBezTo>
                  <a:lnTo>
                    <a:pt x="1" y="0"/>
                  </a:ln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 name="Google Shape;713;p18"/>
            <p:cNvSpPr/>
            <p:nvPr/>
          </p:nvSpPr>
          <p:spPr>
            <a:xfrm>
              <a:off x="8892342" y="2267841"/>
              <a:ext cx="111884" cy="190644"/>
            </a:xfrm>
            <a:custGeom>
              <a:avLst/>
              <a:gdLst/>
              <a:ahLst/>
              <a:cxnLst/>
              <a:rect l="l" t="t" r="r" b="b"/>
              <a:pathLst>
                <a:path w="2942" h="5013" extrusionOk="0">
                  <a:moveTo>
                    <a:pt x="2847" y="1"/>
                  </a:moveTo>
                  <a:cubicBezTo>
                    <a:pt x="2722" y="1"/>
                    <a:pt x="1992" y="1145"/>
                    <a:pt x="1261" y="2525"/>
                  </a:cubicBezTo>
                  <a:cubicBezTo>
                    <a:pt x="505" y="4038"/>
                    <a:pt x="1" y="4878"/>
                    <a:pt x="253" y="4962"/>
                  </a:cubicBezTo>
                  <a:cubicBezTo>
                    <a:pt x="270" y="4996"/>
                    <a:pt x="298" y="5013"/>
                    <a:pt x="335" y="5013"/>
                  </a:cubicBezTo>
                  <a:cubicBezTo>
                    <a:pt x="481" y="5013"/>
                    <a:pt x="776" y="4758"/>
                    <a:pt x="1177" y="4290"/>
                  </a:cubicBezTo>
                  <a:cubicBezTo>
                    <a:pt x="1429" y="4122"/>
                    <a:pt x="2942" y="89"/>
                    <a:pt x="2858" y="5"/>
                  </a:cubicBezTo>
                  <a:cubicBezTo>
                    <a:pt x="2855" y="2"/>
                    <a:pt x="2851" y="1"/>
                    <a:pt x="284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 name="Google Shape;714;p18"/>
            <p:cNvSpPr/>
            <p:nvPr/>
          </p:nvSpPr>
          <p:spPr>
            <a:xfrm>
              <a:off x="8911509" y="2283966"/>
              <a:ext cx="86328" cy="169386"/>
            </a:xfrm>
            <a:custGeom>
              <a:avLst/>
              <a:gdLst/>
              <a:ahLst/>
              <a:cxnLst/>
              <a:rect l="l" t="t" r="r" b="b"/>
              <a:pathLst>
                <a:path w="2270" h="4454" extrusionOk="0">
                  <a:moveTo>
                    <a:pt x="2270" y="1"/>
                  </a:moveTo>
                  <a:lnTo>
                    <a:pt x="1" y="4454"/>
                  </a:lnTo>
                  <a:cubicBezTo>
                    <a:pt x="169" y="4286"/>
                    <a:pt x="337" y="4202"/>
                    <a:pt x="421" y="4034"/>
                  </a:cubicBezTo>
                  <a:cubicBezTo>
                    <a:pt x="589" y="4034"/>
                    <a:pt x="589" y="3866"/>
                    <a:pt x="673" y="3866"/>
                  </a:cubicBezTo>
                  <a:cubicBezTo>
                    <a:pt x="841" y="3698"/>
                    <a:pt x="1933" y="925"/>
                    <a:pt x="2270" y="1"/>
                  </a:cubicBez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 name="Google Shape;715;p18"/>
            <p:cNvSpPr/>
            <p:nvPr/>
          </p:nvSpPr>
          <p:spPr>
            <a:xfrm>
              <a:off x="8885953" y="2453315"/>
              <a:ext cx="22400" cy="22438"/>
            </a:xfrm>
            <a:custGeom>
              <a:avLst/>
              <a:gdLst/>
              <a:ahLst/>
              <a:cxnLst/>
              <a:rect l="l" t="t" r="r" b="b"/>
              <a:pathLst>
                <a:path w="589" h="590" extrusionOk="0">
                  <a:moveTo>
                    <a:pt x="253" y="1"/>
                  </a:moveTo>
                  <a:cubicBezTo>
                    <a:pt x="85" y="1"/>
                    <a:pt x="1" y="85"/>
                    <a:pt x="1" y="253"/>
                  </a:cubicBezTo>
                  <a:cubicBezTo>
                    <a:pt x="1" y="505"/>
                    <a:pt x="85" y="589"/>
                    <a:pt x="253" y="589"/>
                  </a:cubicBezTo>
                  <a:cubicBezTo>
                    <a:pt x="505" y="589"/>
                    <a:pt x="589" y="505"/>
                    <a:pt x="589" y="253"/>
                  </a:cubicBezTo>
                  <a:cubicBezTo>
                    <a:pt x="589" y="85"/>
                    <a:pt x="505" y="1"/>
                    <a:pt x="25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 name="Google Shape;716;p18"/>
            <p:cNvSpPr/>
            <p:nvPr/>
          </p:nvSpPr>
          <p:spPr>
            <a:xfrm>
              <a:off x="8889148" y="2456509"/>
              <a:ext cx="16011" cy="16011"/>
            </a:xfrm>
            <a:custGeom>
              <a:avLst/>
              <a:gdLst/>
              <a:ahLst/>
              <a:cxnLst/>
              <a:rect l="l" t="t" r="r" b="b"/>
              <a:pathLst>
                <a:path w="421" h="421" extrusionOk="0">
                  <a:moveTo>
                    <a:pt x="169" y="1"/>
                  </a:moveTo>
                  <a:cubicBezTo>
                    <a:pt x="85" y="1"/>
                    <a:pt x="1" y="85"/>
                    <a:pt x="1" y="169"/>
                  </a:cubicBezTo>
                  <a:cubicBezTo>
                    <a:pt x="1" y="337"/>
                    <a:pt x="85" y="421"/>
                    <a:pt x="169" y="421"/>
                  </a:cubicBezTo>
                  <a:cubicBezTo>
                    <a:pt x="337" y="421"/>
                    <a:pt x="421" y="337"/>
                    <a:pt x="421" y="169"/>
                  </a:cubicBezTo>
                  <a:cubicBezTo>
                    <a:pt x="421" y="85"/>
                    <a:pt x="337" y="1"/>
                    <a:pt x="169" y="1"/>
                  </a:cubicBezTo>
                  <a:close/>
                </a:path>
              </a:pathLst>
            </a:custGeom>
            <a:solidFill>
              <a:srgbClr val="5068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7" name="Google Shape;717;p18"/>
          <p:cNvGrpSpPr/>
          <p:nvPr/>
        </p:nvGrpSpPr>
        <p:grpSpPr>
          <a:xfrm>
            <a:off x="713969" y="3702786"/>
            <a:ext cx="331740" cy="1224973"/>
            <a:chOff x="8678270" y="2267841"/>
            <a:chExt cx="341929" cy="1262338"/>
          </a:xfrm>
        </p:grpSpPr>
        <p:sp>
          <p:nvSpPr>
            <p:cNvPr id="718" name="Google Shape;718;p18"/>
            <p:cNvSpPr/>
            <p:nvPr/>
          </p:nvSpPr>
          <p:spPr>
            <a:xfrm>
              <a:off x="8879564" y="3351210"/>
              <a:ext cx="38410" cy="178969"/>
            </a:xfrm>
            <a:custGeom>
              <a:avLst/>
              <a:gdLst/>
              <a:ahLst/>
              <a:cxnLst/>
              <a:rect l="l" t="t" r="r" b="b"/>
              <a:pathLst>
                <a:path w="1010" h="4706" extrusionOk="0">
                  <a:moveTo>
                    <a:pt x="1" y="0"/>
                  </a:moveTo>
                  <a:lnTo>
                    <a:pt x="1" y="4705"/>
                  </a:lnTo>
                  <a:lnTo>
                    <a:pt x="1009" y="4705"/>
                  </a:lnTo>
                  <a:lnTo>
                    <a:pt x="1009" y="0"/>
                  </a:lnTo>
                  <a:close/>
                </a:path>
              </a:pathLst>
            </a:custGeom>
            <a:solidFill>
              <a:srgbClr val="4054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 name="Google Shape;719;p18"/>
            <p:cNvSpPr/>
            <p:nvPr/>
          </p:nvSpPr>
          <p:spPr>
            <a:xfrm>
              <a:off x="8885953" y="2462898"/>
              <a:ext cx="25594" cy="888343"/>
            </a:xfrm>
            <a:custGeom>
              <a:avLst/>
              <a:gdLst/>
              <a:ahLst/>
              <a:cxnLst/>
              <a:rect l="l" t="t" r="r" b="b"/>
              <a:pathLst>
                <a:path w="673" h="23359" extrusionOk="0">
                  <a:moveTo>
                    <a:pt x="253" y="1"/>
                  </a:moveTo>
                  <a:cubicBezTo>
                    <a:pt x="253" y="1009"/>
                    <a:pt x="1" y="22602"/>
                    <a:pt x="1" y="23358"/>
                  </a:cubicBezTo>
                  <a:lnTo>
                    <a:pt x="673" y="23358"/>
                  </a:lnTo>
                  <a:cubicBezTo>
                    <a:pt x="673" y="22602"/>
                    <a:pt x="421" y="925"/>
                    <a:pt x="421" y="1"/>
                  </a:cubicBezTo>
                  <a:close/>
                </a:path>
              </a:pathLst>
            </a:custGeom>
            <a:solidFill>
              <a:srgbClr val="F5F9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720;p18"/>
            <p:cNvSpPr/>
            <p:nvPr/>
          </p:nvSpPr>
          <p:spPr>
            <a:xfrm>
              <a:off x="8901926" y="2462898"/>
              <a:ext cx="9622" cy="888343"/>
            </a:xfrm>
            <a:custGeom>
              <a:avLst/>
              <a:gdLst/>
              <a:ahLst/>
              <a:cxnLst/>
              <a:rect l="l" t="t" r="r" b="b"/>
              <a:pathLst>
                <a:path w="253" h="23359" extrusionOk="0">
                  <a:moveTo>
                    <a:pt x="1" y="1"/>
                  </a:moveTo>
                  <a:lnTo>
                    <a:pt x="1" y="23358"/>
                  </a:lnTo>
                  <a:lnTo>
                    <a:pt x="169" y="23358"/>
                  </a:lnTo>
                  <a:cubicBezTo>
                    <a:pt x="253" y="22602"/>
                    <a:pt x="1" y="925"/>
                    <a:pt x="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 name="Google Shape;721;p18"/>
            <p:cNvSpPr/>
            <p:nvPr/>
          </p:nvSpPr>
          <p:spPr>
            <a:xfrm>
              <a:off x="8678270" y="2446013"/>
              <a:ext cx="214109" cy="37383"/>
            </a:xfrm>
            <a:custGeom>
              <a:avLst/>
              <a:gdLst/>
              <a:ahLst/>
              <a:cxnLst/>
              <a:rect l="l" t="t" r="r" b="b"/>
              <a:pathLst>
                <a:path w="5630" h="983" extrusionOk="0">
                  <a:moveTo>
                    <a:pt x="4414" y="1"/>
                  </a:moveTo>
                  <a:cubicBezTo>
                    <a:pt x="3480" y="1"/>
                    <a:pt x="1" y="630"/>
                    <a:pt x="1" y="781"/>
                  </a:cubicBezTo>
                  <a:cubicBezTo>
                    <a:pt x="1" y="920"/>
                    <a:pt x="408" y="982"/>
                    <a:pt x="1055" y="982"/>
                  </a:cubicBezTo>
                  <a:cubicBezTo>
                    <a:pt x="1583" y="982"/>
                    <a:pt x="2270" y="941"/>
                    <a:pt x="3025" y="865"/>
                  </a:cubicBezTo>
                  <a:cubicBezTo>
                    <a:pt x="4706" y="781"/>
                    <a:pt x="5630" y="781"/>
                    <a:pt x="5630" y="613"/>
                  </a:cubicBezTo>
                  <a:cubicBezTo>
                    <a:pt x="5630" y="361"/>
                    <a:pt x="5210" y="277"/>
                    <a:pt x="4622" y="25"/>
                  </a:cubicBezTo>
                  <a:cubicBezTo>
                    <a:pt x="4588" y="8"/>
                    <a:pt x="4517" y="1"/>
                    <a:pt x="441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722;p18"/>
            <p:cNvSpPr/>
            <p:nvPr/>
          </p:nvSpPr>
          <p:spPr>
            <a:xfrm>
              <a:off x="8694242" y="2446583"/>
              <a:ext cx="185358" cy="25936"/>
            </a:xfrm>
            <a:custGeom>
              <a:avLst/>
              <a:gdLst/>
              <a:ahLst/>
              <a:cxnLst/>
              <a:rect l="l" t="t" r="r" b="b"/>
              <a:pathLst>
                <a:path w="4874" h="682" extrusionOk="0">
                  <a:moveTo>
                    <a:pt x="4083" y="1"/>
                  </a:moveTo>
                  <a:cubicBezTo>
                    <a:pt x="3433" y="1"/>
                    <a:pt x="855" y="449"/>
                    <a:pt x="1" y="682"/>
                  </a:cubicBezTo>
                  <a:lnTo>
                    <a:pt x="4874" y="346"/>
                  </a:lnTo>
                  <a:cubicBezTo>
                    <a:pt x="4706" y="262"/>
                    <a:pt x="4454" y="262"/>
                    <a:pt x="4370" y="178"/>
                  </a:cubicBezTo>
                  <a:cubicBezTo>
                    <a:pt x="4286" y="178"/>
                    <a:pt x="4286" y="178"/>
                    <a:pt x="4202" y="10"/>
                  </a:cubicBezTo>
                  <a:cubicBezTo>
                    <a:pt x="4176" y="4"/>
                    <a:pt x="4136" y="1"/>
                    <a:pt x="4083" y="1"/>
                  </a:cubicBez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18"/>
            <p:cNvSpPr/>
            <p:nvPr/>
          </p:nvSpPr>
          <p:spPr>
            <a:xfrm>
              <a:off x="8895537" y="2468489"/>
              <a:ext cx="124662" cy="179806"/>
            </a:xfrm>
            <a:custGeom>
              <a:avLst/>
              <a:gdLst/>
              <a:ahLst/>
              <a:cxnLst/>
              <a:rect l="l" t="t" r="r" b="b"/>
              <a:pathLst>
                <a:path w="3278" h="4728" extrusionOk="0">
                  <a:moveTo>
                    <a:pt x="199" y="1"/>
                  </a:moveTo>
                  <a:cubicBezTo>
                    <a:pt x="186" y="1"/>
                    <a:pt x="176" y="8"/>
                    <a:pt x="169" y="22"/>
                  </a:cubicBezTo>
                  <a:cubicBezTo>
                    <a:pt x="1" y="22"/>
                    <a:pt x="169" y="526"/>
                    <a:pt x="253" y="1114"/>
                  </a:cubicBezTo>
                  <a:cubicBezTo>
                    <a:pt x="337" y="1450"/>
                    <a:pt x="3110" y="4727"/>
                    <a:pt x="3194" y="4727"/>
                  </a:cubicBezTo>
                  <a:cubicBezTo>
                    <a:pt x="3278" y="4643"/>
                    <a:pt x="2690" y="3467"/>
                    <a:pt x="1681" y="2122"/>
                  </a:cubicBezTo>
                  <a:cubicBezTo>
                    <a:pt x="835" y="815"/>
                    <a:pt x="341" y="1"/>
                    <a:pt x="19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18"/>
            <p:cNvSpPr/>
            <p:nvPr/>
          </p:nvSpPr>
          <p:spPr>
            <a:xfrm>
              <a:off x="8905120" y="2478909"/>
              <a:ext cx="102301" cy="156570"/>
            </a:xfrm>
            <a:custGeom>
              <a:avLst/>
              <a:gdLst/>
              <a:ahLst/>
              <a:cxnLst/>
              <a:rect l="l" t="t" r="r" b="b"/>
              <a:pathLst>
                <a:path w="2690" h="4117" extrusionOk="0">
                  <a:moveTo>
                    <a:pt x="1" y="0"/>
                  </a:moveTo>
                  <a:cubicBezTo>
                    <a:pt x="1" y="252"/>
                    <a:pt x="85" y="420"/>
                    <a:pt x="85" y="672"/>
                  </a:cubicBezTo>
                  <a:lnTo>
                    <a:pt x="85" y="840"/>
                  </a:lnTo>
                  <a:cubicBezTo>
                    <a:pt x="85" y="1092"/>
                    <a:pt x="2017" y="3361"/>
                    <a:pt x="2690" y="4117"/>
                  </a:cubicBezTo>
                  <a:lnTo>
                    <a:pt x="1" y="0"/>
                  </a:ln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 name="Google Shape;725;p18"/>
            <p:cNvSpPr/>
            <p:nvPr/>
          </p:nvSpPr>
          <p:spPr>
            <a:xfrm>
              <a:off x="8892342" y="2267841"/>
              <a:ext cx="111884" cy="190644"/>
            </a:xfrm>
            <a:custGeom>
              <a:avLst/>
              <a:gdLst/>
              <a:ahLst/>
              <a:cxnLst/>
              <a:rect l="l" t="t" r="r" b="b"/>
              <a:pathLst>
                <a:path w="2942" h="5013" extrusionOk="0">
                  <a:moveTo>
                    <a:pt x="2847" y="1"/>
                  </a:moveTo>
                  <a:cubicBezTo>
                    <a:pt x="2722" y="1"/>
                    <a:pt x="1992" y="1145"/>
                    <a:pt x="1261" y="2525"/>
                  </a:cubicBezTo>
                  <a:cubicBezTo>
                    <a:pt x="505" y="4038"/>
                    <a:pt x="1" y="4878"/>
                    <a:pt x="253" y="4962"/>
                  </a:cubicBezTo>
                  <a:cubicBezTo>
                    <a:pt x="270" y="4996"/>
                    <a:pt x="298" y="5013"/>
                    <a:pt x="335" y="5013"/>
                  </a:cubicBezTo>
                  <a:cubicBezTo>
                    <a:pt x="481" y="5013"/>
                    <a:pt x="776" y="4758"/>
                    <a:pt x="1177" y="4290"/>
                  </a:cubicBezTo>
                  <a:cubicBezTo>
                    <a:pt x="1429" y="4122"/>
                    <a:pt x="2942" y="89"/>
                    <a:pt x="2858" y="5"/>
                  </a:cubicBezTo>
                  <a:cubicBezTo>
                    <a:pt x="2855" y="2"/>
                    <a:pt x="2851" y="1"/>
                    <a:pt x="284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 name="Google Shape;726;p18"/>
            <p:cNvSpPr/>
            <p:nvPr/>
          </p:nvSpPr>
          <p:spPr>
            <a:xfrm>
              <a:off x="8911509" y="2283966"/>
              <a:ext cx="86328" cy="169386"/>
            </a:xfrm>
            <a:custGeom>
              <a:avLst/>
              <a:gdLst/>
              <a:ahLst/>
              <a:cxnLst/>
              <a:rect l="l" t="t" r="r" b="b"/>
              <a:pathLst>
                <a:path w="2270" h="4454" extrusionOk="0">
                  <a:moveTo>
                    <a:pt x="2270" y="1"/>
                  </a:moveTo>
                  <a:lnTo>
                    <a:pt x="1" y="4454"/>
                  </a:lnTo>
                  <a:cubicBezTo>
                    <a:pt x="169" y="4286"/>
                    <a:pt x="337" y="4202"/>
                    <a:pt x="421" y="4034"/>
                  </a:cubicBezTo>
                  <a:cubicBezTo>
                    <a:pt x="589" y="4034"/>
                    <a:pt x="589" y="3866"/>
                    <a:pt x="673" y="3866"/>
                  </a:cubicBezTo>
                  <a:cubicBezTo>
                    <a:pt x="841" y="3698"/>
                    <a:pt x="1933" y="925"/>
                    <a:pt x="2270" y="1"/>
                  </a:cubicBez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 name="Google Shape;727;p18"/>
            <p:cNvSpPr/>
            <p:nvPr/>
          </p:nvSpPr>
          <p:spPr>
            <a:xfrm>
              <a:off x="8885953" y="2453315"/>
              <a:ext cx="22400" cy="22438"/>
            </a:xfrm>
            <a:custGeom>
              <a:avLst/>
              <a:gdLst/>
              <a:ahLst/>
              <a:cxnLst/>
              <a:rect l="l" t="t" r="r" b="b"/>
              <a:pathLst>
                <a:path w="589" h="590" extrusionOk="0">
                  <a:moveTo>
                    <a:pt x="253" y="1"/>
                  </a:moveTo>
                  <a:cubicBezTo>
                    <a:pt x="85" y="1"/>
                    <a:pt x="1" y="85"/>
                    <a:pt x="1" y="253"/>
                  </a:cubicBezTo>
                  <a:cubicBezTo>
                    <a:pt x="1" y="505"/>
                    <a:pt x="85" y="589"/>
                    <a:pt x="253" y="589"/>
                  </a:cubicBezTo>
                  <a:cubicBezTo>
                    <a:pt x="505" y="589"/>
                    <a:pt x="589" y="505"/>
                    <a:pt x="589" y="253"/>
                  </a:cubicBezTo>
                  <a:cubicBezTo>
                    <a:pt x="589" y="85"/>
                    <a:pt x="505" y="1"/>
                    <a:pt x="25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 name="Google Shape;728;p18"/>
            <p:cNvSpPr/>
            <p:nvPr/>
          </p:nvSpPr>
          <p:spPr>
            <a:xfrm>
              <a:off x="8889148" y="2456509"/>
              <a:ext cx="16011" cy="16011"/>
            </a:xfrm>
            <a:custGeom>
              <a:avLst/>
              <a:gdLst/>
              <a:ahLst/>
              <a:cxnLst/>
              <a:rect l="l" t="t" r="r" b="b"/>
              <a:pathLst>
                <a:path w="421" h="421" extrusionOk="0">
                  <a:moveTo>
                    <a:pt x="169" y="1"/>
                  </a:moveTo>
                  <a:cubicBezTo>
                    <a:pt x="85" y="1"/>
                    <a:pt x="1" y="85"/>
                    <a:pt x="1" y="169"/>
                  </a:cubicBezTo>
                  <a:cubicBezTo>
                    <a:pt x="1" y="337"/>
                    <a:pt x="85" y="421"/>
                    <a:pt x="169" y="421"/>
                  </a:cubicBezTo>
                  <a:cubicBezTo>
                    <a:pt x="337" y="421"/>
                    <a:pt x="421" y="337"/>
                    <a:pt x="421" y="169"/>
                  </a:cubicBezTo>
                  <a:cubicBezTo>
                    <a:pt x="421" y="85"/>
                    <a:pt x="337" y="1"/>
                    <a:pt x="169" y="1"/>
                  </a:cubicBezTo>
                  <a:close/>
                </a:path>
              </a:pathLst>
            </a:custGeom>
            <a:solidFill>
              <a:srgbClr val="5068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29" name="Google Shape;729;p18"/>
          <p:cNvSpPr/>
          <p:nvPr/>
        </p:nvSpPr>
        <p:spPr>
          <a:xfrm>
            <a:off x="392580" y="4892275"/>
            <a:ext cx="688012" cy="42300"/>
          </a:xfrm>
          <a:custGeom>
            <a:avLst/>
            <a:gdLst/>
            <a:ahLst/>
            <a:cxnLst/>
            <a:rect l="l" t="t" r="r" b="b"/>
            <a:pathLst>
              <a:path w="70493" h="1692" extrusionOk="0">
                <a:moveTo>
                  <a:pt x="68838" y="1"/>
                </a:moveTo>
                <a:cubicBezTo>
                  <a:pt x="68747" y="1"/>
                  <a:pt x="68655" y="4"/>
                  <a:pt x="68561" y="11"/>
                </a:cubicBezTo>
                <a:lnTo>
                  <a:pt x="1849" y="11"/>
                </a:lnTo>
                <a:cubicBezTo>
                  <a:pt x="841" y="11"/>
                  <a:pt x="1" y="347"/>
                  <a:pt x="1" y="851"/>
                </a:cubicBezTo>
                <a:cubicBezTo>
                  <a:pt x="1" y="1272"/>
                  <a:pt x="841" y="1692"/>
                  <a:pt x="1849" y="1692"/>
                </a:cubicBezTo>
                <a:lnTo>
                  <a:pt x="68561" y="1692"/>
                </a:lnTo>
                <a:cubicBezTo>
                  <a:pt x="69653" y="1692"/>
                  <a:pt x="70493" y="1356"/>
                  <a:pt x="70493" y="851"/>
                </a:cubicBezTo>
                <a:cubicBezTo>
                  <a:pt x="70493" y="391"/>
                  <a:pt x="69792" y="1"/>
                  <a:pt x="68838" y="1"/>
                </a:cubicBezTo>
                <a:close/>
              </a:path>
            </a:pathLst>
          </a:custGeom>
          <a:solidFill>
            <a:srgbClr val="6A84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30" name="Google Shape;730;p18"/>
          <p:cNvGrpSpPr/>
          <p:nvPr/>
        </p:nvGrpSpPr>
        <p:grpSpPr>
          <a:xfrm>
            <a:off x="7832300" y="4409225"/>
            <a:ext cx="1196950" cy="207975"/>
            <a:chOff x="582600" y="3330075"/>
            <a:chExt cx="1196950" cy="207975"/>
          </a:xfrm>
        </p:grpSpPr>
        <p:sp>
          <p:nvSpPr>
            <p:cNvPr id="731" name="Google Shape;731;p18"/>
            <p:cNvSpPr/>
            <p:nvPr/>
          </p:nvSpPr>
          <p:spPr>
            <a:xfrm>
              <a:off x="1036300" y="3355300"/>
              <a:ext cx="252075" cy="180650"/>
            </a:xfrm>
            <a:custGeom>
              <a:avLst/>
              <a:gdLst/>
              <a:ahLst/>
              <a:cxnLst/>
              <a:rect l="l" t="t" r="r" b="b"/>
              <a:pathLst>
                <a:path w="10083" h="7226" extrusionOk="0">
                  <a:moveTo>
                    <a:pt x="3529" y="0"/>
                  </a:moveTo>
                  <a:cubicBezTo>
                    <a:pt x="3193" y="0"/>
                    <a:pt x="2857" y="336"/>
                    <a:pt x="2857" y="756"/>
                  </a:cubicBezTo>
                  <a:cubicBezTo>
                    <a:pt x="2857" y="840"/>
                    <a:pt x="2857" y="1092"/>
                    <a:pt x="2941" y="1176"/>
                  </a:cubicBezTo>
                  <a:lnTo>
                    <a:pt x="2101" y="1176"/>
                  </a:lnTo>
                  <a:cubicBezTo>
                    <a:pt x="1597" y="1176"/>
                    <a:pt x="1261" y="1596"/>
                    <a:pt x="1261" y="2017"/>
                  </a:cubicBezTo>
                  <a:lnTo>
                    <a:pt x="1261" y="2269"/>
                  </a:lnTo>
                  <a:cubicBezTo>
                    <a:pt x="757" y="2437"/>
                    <a:pt x="420" y="2941"/>
                    <a:pt x="420" y="3529"/>
                  </a:cubicBezTo>
                  <a:cubicBezTo>
                    <a:pt x="420" y="3949"/>
                    <a:pt x="504" y="4201"/>
                    <a:pt x="841" y="4453"/>
                  </a:cubicBezTo>
                  <a:lnTo>
                    <a:pt x="757" y="4453"/>
                  </a:lnTo>
                  <a:cubicBezTo>
                    <a:pt x="420" y="4453"/>
                    <a:pt x="84" y="4789"/>
                    <a:pt x="84" y="5041"/>
                  </a:cubicBezTo>
                  <a:cubicBezTo>
                    <a:pt x="0" y="5293"/>
                    <a:pt x="336" y="5629"/>
                    <a:pt x="757" y="5629"/>
                  </a:cubicBezTo>
                  <a:lnTo>
                    <a:pt x="925" y="5629"/>
                  </a:lnTo>
                  <a:cubicBezTo>
                    <a:pt x="841" y="5713"/>
                    <a:pt x="757" y="5965"/>
                    <a:pt x="757" y="6050"/>
                  </a:cubicBezTo>
                  <a:cubicBezTo>
                    <a:pt x="757" y="6470"/>
                    <a:pt x="1093" y="6806"/>
                    <a:pt x="1513" y="6806"/>
                  </a:cubicBezTo>
                  <a:lnTo>
                    <a:pt x="1513" y="6890"/>
                  </a:lnTo>
                  <a:cubicBezTo>
                    <a:pt x="1513" y="6974"/>
                    <a:pt x="1513" y="7058"/>
                    <a:pt x="1597" y="7226"/>
                  </a:cubicBezTo>
                  <a:lnTo>
                    <a:pt x="9074" y="7226"/>
                  </a:lnTo>
                  <a:lnTo>
                    <a:pt x="9074" y="6974"/>
                  </a:lnTo>
                  <a:cubicBezTo>
                    <a:pt x="9074" y="6806"/>
                    <a:pt x="8906" y="6638"/>
                    <a:pt x="8822" y="6554"/>
                  </a:cubicBezTo>
                  <a:lnTo>
                    <a:pt x="9074" y="6554"/>
                  </a:lnTo>
                  <a:cubicBezTo>
                    <a:pt x="9243" y="6554"/>
                    <a:pt x="9495" y="6302"/>
                    <a:pt x="9495" y="6134"/>
                  </a:cubicBezTo>
                  <a:cubicBezTo>
                    <a:pt x="9495" y="6050"/>
                    <a:pt x="9495" y="5881"/>
                    <a:pt x="9327" y="5881"/>
                  </a:cubicBezTo>
                  <a:cubicBezTo>
                    <a:pt x="9747" y="5797"/>
                    <a:pt x="10083" y="5377"/>
                    <a:pt x="10083" y="4873"/>
                  </a:cubicBezTo>
                  <a:cubicBezTo>
                    <a:pt x="10083" y="4369"/>
                    <a:pt x="9747" y="3949"/>
                    <a:pt x="9327" y="3781"/>
                  </a:cubicBezTo>
                  <a:cubicBezTo>
                    <a:pt x="9327" y="3697"/>
                    <a:pt x="9495" y="3529"/>
                    <a:pt x="9495" y="3361"/>
                  </a:cubicBezTo>
                  <a:cubicBezTo>
                    <a:pt x="9495" y="2773"/>
                    <a:pt x="9074" y="2269"/>
                    <a:pt x="8486" y="2101"/>
                  </a:cubicBezTo>
                  <a:lnTo>
                    <a:pt x="8486" y="2017"/>
                  </a:lnTo>
                  <a:cubicBezTo>
                    <a:pt x="8486" y="1512"/>
                    <a:pt x="8066" y="1176"/>
                    <a:pt x="7646" y="1176"/>
                  </a:cubicBezTo>
                  <a:lnTo>
                    <a:pt x="7562" y="1176"/>
                  </a:lnTo>
                  <a:cubicBezTo>
                    <a:pt x="7646" y="1092"/>
                    <a:pt x="7646" y="1008"/>
                    <a:pt x="7646" y="756"/>
                  </a:cubicBezTo>
                  <a:cubicBezTo>
                    <a:pt x="7646" y="336"/>
                    <a:pt x="7394" y="0"/>
                    <a:pt x="697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18"/>
            <p:cNvSpPr/>
            <p:nvPr/>
          </p:nvSpPr>
          <p:spPr>
            <a:xfrm>
              <a:off x="1023700" y="3355300"/>
              <a:ext cx="210075" cy="180650"/>
            </a:xfrm>
            <a:custGeom>
              <a:avLst/>
              <a:gdLst/>
              <a:ahLst/>
              <a:cxnLst/>
              <a:rect l="l" t="t" r="r" b="b"/>
              <a:pathLst>
                <a:path w="8403" h="7226" extrusionOk="0">
                  <a:moveTo>
                    <a:pt x="3613" y="0"/>
                  </a:moveTo>
                  <a:cubicBezTo>
                    <a:pt x="3193" y="0"/>
                    <a:pt x="2941" y="336"/>
                    <a:pt x="2941" y="756"/>
                  </a:cubicBezTo>
                  <a:cubicBezTo>
                    <a:pt x="2941" y="840"/>
                    <a:pt x="2941" y="1092"/>
                    <a:pt x="3025" y="1176"/>
                  </a:cubicBezTo>
                  <a:lnTo>
                    <a:pt x="2185" y="1176"/>
                  </a:lnTo>
                  <a:cubicBezTo>
                    <a:pt x="1681" y="1176"/>
                    <a:pt x="1345" y="1596"/>
                    <a:pt x="1345" y="2017"/>
                  </a:cubicBezTo>
                  <a:lnTo>
                    <a:pt x="1345" y="2269"/>
                  </a:lnTo>
                  <a:cubicBezTo>
                    <a:pt x="840" y="2437"/>
                    <a:pt x="504" y="2941"/>
                    <a:pt x="504" y="3529"/>
                  </a:cubicBezTo>
                  <a:cubicBezTo>
                    <a:pt x="504" y="3949"/>
                    <a:pt x="588" y="4201"/>
                    <a:pt x="924" y="4453"/>
                  </a:cubicBezTo>
                  <a:lnTo>
                    <a:pt x="840" y="4453"/>
                  </a:lnTo>
                  <a:cubicBezTo>
                    <a:pt x="504" y="4453"/>
                    <a:pt x="168" y="4789"/>
                    <a:pt x="168" y="5041"/>
                  </a:cubicBezTo>
                  <a:cubicBezTo>
                    <a:pt x="0" y="5293"/>
                    <a:pt x="336" y="5629"/>
                    <a:pt x="588" y="5629"/>
                  </a:cubicBezTo>
                  <a:lnTo>
                    <a:pt x="840" y="5629"/>
                  </a:lnTo>
                  <a:cubicBezTo>
                    <a:pt x="756" y="5713"/>
                    <a:pt x="588" y="5965"/>
                    <a:pt x="588" y="6050"/>
                  </a:cubicBezTo>
                  <a:cubicBezTo>
                    <a:pt x="588" y="6470"/>
                    <a:pt x="924" y="6806"/>
                    <a:pt x="1345" y="6806"/>
                  </a:cubicBezTo>
                  <a:lnTo>
                    <a:pt x="1345" y="6890"/>
                  </a:lnTo>
                  <a:cubicBezTo>
                    <a:pt x="1345" y="6974"/>
                    <a:pt x="1345" y="7058"/>
                    <a:pt x="1429" y="7226"/>
                  </a:cubicBezTo>
                  <a:lnTo>
                    <a:pt x="7226" y="7226"/>
                  </a:lnTo>
                  <a:lnTo>
                    <a:pt x="7226" y="6974"/>
                  </a:lnTo>
                  <a:cubicBezTo>
                    <a:pt x="7226" y="6806"/>
                    <a:pt x="7142" y="6638"/>
                    <a:pt x="6974" y="6554"/>
                  </a:cubicBezTo>
                  <a:lnTo>
                    <a:pt x="7310" y="6554"/>
                  </a:lnTo>
                  <a:cubicBezTo>
                    <a:pt x="7562" y="6554"/>
                    <a:pt x="7730" y="6302"/>
                    <a:pt x="7730" y="6134"/>
                  </a:cubicBezTo>
                  <a:cubicBezTo>
                    <a:pt x="7730" y="6050"/>
                    <a:pt x="7730" y="5881"/>
                    <a:pt x="7646" y="5881"/>
                  </a:cubicBezTo>
                  <a:cubicBezTo>
                    <a:pt x="8066" y="5797"/>
                    <a:pt x="8402" y="5377"/>
                    <a:pt x="8402" y="4873"/>
                  </a:cubicBezTo>
                  <a:cubicBezTo>
                    <a:pt x="8402" y="4369"/>
                    <a:pt x="8066" y="3949"/>
                    <a:pt x="7646" y="3781"/>
                  </a:cubicBezTo>
                  <a:cubicBezTo>
                    <a:pt x="7646" y="3697"/>
                    <a:pt x="7730" y="3529"/>
                    <a:pt x="7730" y="3361"/>
                  </a:cubicBezTo>
                  <a:cubicBezTo>
                    <a:pt x="7730" y="2773"/>
                    <a:pt x="7310" y="2269"/>
                    <a:pt x="6806" y="2101"/>
                  </a:cubicBezTo>
                  <a:lnTo>
                    <a:pt x="6806" y="2017"/>
                  </a:lnTo>
                  <a:cubicBezTo>
                    <a:pt x="6806" y="1512"/>
                    <a:pt x="6386" y="1176"/>
                    <a:pt x="5966" y="1176"/>
                  </a:cubicBezTo>
                  <a:lnTo>
                    <a:pt x="5882" y="1176"/>
                  </a:lnTo>
                  <a:cubicBezTo>
                    <a:pt x="5966" y="1092"/>
                    <a:pt x="5966" y="1008"/>
                    <a:pt x="5966" y="756"/>
                  </a:cubicBezTo>
                  <a:cubicBezTo>
                    <a:pt x="5966" y="336"/>
                    <a:pt x="5630" y="0"/>
                    <a:pt x="520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733;p18"/>
            <p:cNvSpPr/>
            <p:nvPr/>
          </p:nvSpPr>
          <p:spPr>
            <a:xfrm>
              <a:off x="1023700" y="3462425"/>
              <a:ext cx="159650" cy="73525"/>
            </a:xfrm>
            <a:custGeom>
              <a:avLst/>
              <a:gdLst/>
              <a:ahLst/>
              <a:cxnLst/>
              <a:rect l="l" t="t" r="r" b="b"/>
              <a:pathLst>
                <a:path w="6386" h="2941" extrusionOk="0">
                  <a:moveTo>
                    <a:pt x="588" y="0"/>
                  </a:moveTo>
                  <a:cubicBezTo>
                    <a:pt x="252" y="0"/>
                    <a:pt x="0" y="252"/>
                    <a:pt x="0" y="588"/>
                  </a:cubicBezTo>
                  <a:cubicBezTo>
                    <a:pt x="0" y="1008"/>
                    <a:pt x="336" y="1344"/>
                    <a:pt x="588" y="1344"/>
                  </a:cubicBezTo>
                  <a:lnTo>
                    <a:pt x="840" y="1344"/>
                  </a:lnTo>
                  <a:cubicBezTo>
                    <a:pt x="756" y="1428"/>
                    <a:pt x="588" y="1680"/>
                    <a:pt x="588" y="1765"/>
                  </a:cubicBezTo>
                  <a:cubicBezTo>
                    <a:pt x="588" y="2185"/>
                    <a:pt x="924" y="2521"/>
                    <a:pt x="1345" y="2521"/>
                  </a:cubicBezTo>
                  <a:lnTo>
                    <a:pt x="1345" y="2605"/>
                  </a:lnTo>
                  <a:cubicBezTo>
                    <a:pt x="1345" y="2689"/>
                    <a:pt x="1345" y="2773"/>
                    <a:pt x="1429" y="2941"/>
                  </a:cubicBezTo>
                  <a:lnTo>
                    <a:pt x="4705" y="2941"/>
                  </a:lnTo>
                  <a:cubicBezTo>
                    <a:pt x="4621" y="2773"/>
                    <a:pt x="4453" y="2605"/>
                    <a:pt x="4285" y="2605"/>
                  </a:cubicBezTo>
                  <a:cubicBezTo>
                    <a:pt x="4537" y="2521"/>
                    <a:pt x="4621" y="2353"/>
                    <a:pt x="4621" y="2269"/>
                  </a:cubicBezTo>
                  <a:lnTo>
                    <a:pt x="5630" y="2269"/>
                  </a:lnTo>
                  <a:cubicBezTo>
                    <a:pt x="6050" y="2269"/>
                    <a:pt x="6386" y="1933"/>
                    <a:pt x="6386" y="1512"/>
                  </a:cubicBezTo>
                  <a:cubicBezTo>
                    <a:pt x="6386" y="1092"/>
                    <a:pt x="6050" y="840"/>
                    <a:pt x="5630" y="840"/>
                  </a:cubicBezTo>
                  <a:lnTo>
                    <a:pt x="4369" y="840"/>
                  </a:lnTo>
                  <a:lnTo>
                    <a:pt x="4369" y="672"/>
                  </a:lnTo>
                  <a:cubicBezTo>
                    <a:pt x="4369" y="252"/>
                    <a:pt x="4033" y="0"/>
                    <a:pt x="36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18"/>
            <p:cNvSpPr/>
            <p:nvPr/>
          </p:nvSpPr>
          <p:spPr>
            <a:xfrm>
              <a:off x="1097200" y="3353200"/>
              <a:ext cx="117675" cy="75625"/>
            </a:xfrm>
            <a:custGeom>
              <a:avLst/>
              <a:gdLst/>
              <a:ahLst/>
              <a:cxnLst/>
              <a:rect l="l" t="t" r="r" b="b"/>
              <a:pathLst>
                <a:path w="4707" h="3025" extrusionOk="0">
                  <a:moveTo>
                    <a:pt x="1345" y="0"/>
                  </a:moveTo>
                  <a:lnTo>
                    <a:pt x="1345" y="252"/>
                  </a:lnTo>
                  <a:cubicBezTo>
                    <a:pt x="1345" y="588"/>
                    <a:pt x="1597" y="756"/>
                    <a:pt x="1765" y="756"/>
                  </a:cubicBezTo>
                  <a:cubicBezTo>
                    <a:pt x="1681" y="756"/>
                    <a:pt x="1513" y="840"/>
                    <a:pt x="1429" y="1092"/>
                  </a:cubicBezTo>
                  <a:lnTo>
                    <a:pt x="589" y="1092"/>
                  </a:lnTo>
                  <a:cubicBezTo>
                    <a:pt x="337" y="1092"/>
                    <a:pt x="1" y="1428"/>
                    <a:pt x="1" y="1680"/>
                  </a:cubicBezTo>
                  <a:cubicBezTo>
                    <a:pt x="1" y="2017"/>
                    <a:pt x="337" y="2353"/>
                    <a:pt x="589" y="2353"/>
                  </a:cubicBezTo>
                  <a:lnTo>
                    <a:pt x="1681" y="2353"/>
                  </a:lnTo>
                  <a:lnTo>
                    <a:pt x="1681" y="2437"/>
                  </a:lnTo>
                  <a:cubicBezTo>
                    <a:pt x="1681" y="2773"/>
                    <a:pt x="2017" y="3025"/>
                    <a:pt x="2269" y="3025"/>
                  </a:cubicBezTo>
                  <a:lnTo>
                    <a:pt x="4706" y="3025"/>
                  </a:lnTo>
                  <a:cubicBezTo>
                    <a:pt x="4538" y="2689"/>
                    <a:pt x="4202" y="2353"/>
                    <a:pt x="3782" y="2101"/>
                  </a:cubicBezTo>
                  <a:lnTo>
                    <a:pt x="3782" y="2017"/>
                  </a:lnTo>
                  <a:cubicBezTo>
                    <a:pt x="3782" y="1512"/>
                    <a:pt x="3362" y="1176"/>
                    <a:pt x="2942" y="1176"/>
                  </a:cubicBezTo>
                  <a:lnTo>
                    <a:pt x="2858" y="1176"/>
                  </a:lnTo>
                  <a:cubicBezTo>
                    <a:pt x="2942" y="1092"/>
                    <a:pt x="2942" y="1008"/>
                    <a:pt x="2942" y="756"/>
                  </a:cubicBezTo>
                  <a:cubicBezTo>
                    <a:pt x="2942" y="336"/>
                    <a:pt x="2606" y="0"/>
                    <a:pt x="218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 name="Google Shape;735;p18"/>
            <p:cNvSpPr/>
            <p:nvPr/>
          </p:nvSpPr>
          <p:spPr>
            <a:xfrm>
              <a:off x="593100" y="3405700"/>
              <a:ext cx="172250" cy="130250"/>
            </a:xfrm>
            <a:custGeom>
              <a:avLst/>
              <a:gdLst/>
              <a:ahLst/>
              <a:cxnLst/>
              <a:rect l="l" t="t" r="r" b="b"/>
              <a:pathLst>
                <a:path w="6890" h="5210" extrusionOk="0">
                  <a:moveTo>
                    <a:pt x="2353" y="1"/>
                  </a:moveTo>
                  <a:cubicBezTo>
                    <a:pt x="2101" y="1"/>
                    <a:pt x="1849" y="253"/>
                    <a:pt x="1849" y="589"/>
                  </a:cubicBezTo>
                  <a:cubicBezTo>
                    <a:pt x="1849" y="673"/>
                    <a:pt x="1849" y="757"/>
                    <a:pt x="1933" y="841"/>
                  </a:cubicBezTo>
                  <a:lnTo>
                    <a:pt x="1429" y="841"/>
                  </a:lnTo>
                  <a:cubicBezTo>
                    <a:pt x="1093" y="841"/>
                    <a:pt x="840" y="1177"/>
                    <a:pt x="840" y="1513"/>
                  </a:cubicBezTo>
                  <a:lnTo>
                    <a:pt x="840" y="1597"/>
                  </a:lnTo>
                  <a:cubicBezTo>
                    <a:pt x="504" y="1681"/>
                    <a:pt x="252" y="2017"/>
                    <a:pt x="252" y="2437"/>
                  </a:cubicBezTo>
                  <a:cubicBezTo>
                    <a:pt x="252" y="2689"/>
                    <a:pt x="420" y="2941"/>
                    <a:pt x="588" y="3109"/>
                  </a:cubicBezTo>
                  <a:cubicBezTo>
                    <a:pt x="252" y="3109"/>
                    <a:pt x="84" y="3277"/>
                    <a:pt x="84" y="3529"/>
                  </a:cubicBezTo>
                  <a:cubicBezTo>
                    <a:pt x="0" y="3781"/>
                    <a:pt x="168" y="4034"/>
                    <a:pt x="504" y="4034"/>
                  </a:cubicBezTo>
                  <a:lnTo>
                    <a:pt x="588" y="4034"/>
                  </a:lnTo>
                  <a:cubicBezTo>
                    <a:pt x="504" y="4118"/>
                    <a:pt x="504" y="4202"/>
                    <a:pt x="504" y="4370"/>
                  </a:cubicBezTo>
                  <a:cubicBezTo>
                    <a:pt x="504" y="4622"/>
                    <a:pt x="756" y="4874"/>
                    <a:pt x="1009" y="4874"/>
                  </a:cubicBezTo>
                  <a:lnTo>
                    <a:pt x="1009" y="5210"/>
                  </a:lnTo>
                  <a:lnTo>
                    <a:pt x="6134" y="5210"/>
                  </a:lnTo>
                  <a:lnTo>
                    <a:pt x="6134" y="5042"/>
                  </a:lnTo>
                  <a:cubicBezTo>
                    <a:pt x="6134" y="4958"/>
                    <a:pt x="6050" y="4874"/>
                    <a:pt x="5966" y="4790"/>
                  </a:cubicBezTo>
                  <a:lnTo>
                    <a:pt x="6134" y="4790"/>
                  </a:lnTo>
                  <a:cubicBezTo>
                    <a:pt x="6386" y="4790"/>
                    <a:pt x="6470" y="4622"/>
                    <a:pt x="6470" y="4454"/>
                  </a:cubicBezTo>
                  <a:cubicBezTo>
                    <a:pt x="6470" y="4370"/>
                    <a:pt x="6470" y="4370"/>
                    <a:pt x="6386" y="4202"/>
                  </a:cubicBezTo>
                  <a:cubicBezTo>
                    <a:pt x="6722" y="4118"/>
                    <a:pt x="6890" y="3781"/>
                    <a:pt x="6890" y="3529"/>
                  </a:cubicBezTo>
                  <a:cubicBezTo>
                    <a:pt x="6890" y="3193"/>
                    <a:pt x="6722" y="2857"/>
                    <a:pt x="6386" y="2773"/>
                  </a:cubicBezTo>
                  <a:cubicBezTo>
                    <a:pt x="6386" y="2689"/>
                    <a:pt x="6470" y="2521"/>
                    <a:pt x="6470" y="2437"/>
                  </a:cubicBezTo>
                  <a:cubicBezTo>
                    <a:pt x="6470" y="2017"/>
                    <a:pt x="6134" y="1681"/>
                    <a:pt x="5882" y="1597"/>
                  </a:cubicBezTo>
                  <a:lnTo>
                    <a:pt x="5882" y="1513"/>
                  </a:lnTo>
                  <a:cubicBezTo>
                    <a:pt x="5882" y="1177"/>
                    <a:pt x="5546" y="841"/>
                    <a:pt x="5209" y="841"/>
                  </a:cubicBezTo>
                  <a:lnTo>
                    <a:pt x="5209" y="589"/>
                  </a:lnTo>
                  <a:cubicBezTo>
                    <a:pt x="5209" y="253"/>
                    <a:pt x="5041" y="1"/>
                    <a:pt x="470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 name="Google Shape;736;p18"/>
            <p:cNvSpPr/>
            <p:nvPr/>
          </p:nvSpPr>
          <p:spPr>
            <a:xfrm>
              <a:off x="582600" y="3483425"/>
              <a:ext cx="111350" cy="52525"/>
            </a:xfrm>
            <a:custGeom>
              <a:avLst/>
              <a:gdLst/>
              <a:ahLst/>
              <a:cxnLst/>
              <a:rect l="l" t="t" r="r" b="b"/>
              <a:pathLst>
                <a:path w="4454" h="2101" extrusionOk="0">
                  <a:moveTo>
                    <a:pt x="504" y="0"/>
                  </a:moveTo>
                  <a:cubicBezTo>
                    <a:pt x="168" y="0"/>
                    <a:pt x="0" y="168"/>
                    <a:pt x="0" y="420"/>
                  </a:cubicBezTo>
                  <a:cubicBezTo>
                    <a:pt x="84" y="672"/>
                    <a:pt x="336" y="925"/>
                    <a:pt x="504" y="925"/>
                  </a:cubicBezTo>
                  <a:lnTo>
                    <a:pt x="588" y="925"/>
                  </a:lnTo>
                  <a:cubicBezTo>
                    <a:pt x="504" y="1009"/>
                    <a:pt x="504" y="1093"/>
                    <a:pt x="504" y="1261"/>
                  </a:cubicBezTo>
                  <a:cubicBezTo>
                    <a:pt x="504" y="1513"/>
                    <a:pt x="756" y="1765"/>
                    <a:pt x="1008" y="1765"/>
                  </a:cubicBezTo>
                  <a:lnTo>
                    <a:pt x="1008" y="2101"/>
                  </a:lnTo>
                  <a:lnTo>
                    <a:pt x="3361" y="2101"/>
                  </a:lnTo>
                  <a:cubicBezTo>
                    <a:pt x="3277" y="1933"/>
                    <a:pt x="3277" y="1849"/>
                    <a:pt x="3025" y="1849"/>
                  </a:cubicBezTo>
                  <a:cubicBezTo>
                    <a:pt x="3109" y="1849"/>
                    <a:pt x="3277" y="1765"/>
                    <a:pt x="3277" y="1681"/>
                  </a:cubicBezTo>
                  <a:lnTo>
                    <a:pt x="3949" y="1681"/>
                  </a:lnTo>
                  <a:cubicBezTo>
                    <a:pt x="4285" y="1681"/>
                    <a:pt x="4453" y="1429"/>
                    <a:pt x="4453" y="1093"/>
                  </a:cubicBezTo>
                  <a:cubicBezTo>
                    <a:pt x="4453" y="840"/>
                    <a:pt x="4285" y="588"/>
                    <a:pt x="3949" y="588"/>
                  </a:cubicBezTo>
                  <a:lnTo>
                    <a:pt x="3109" y="588"/>
                  </a:lnTo>
                  <a:lnTo>
                    <a:pt x="3109" y="504"/>
                  </a:lnTo>
                  <a:cubicBezTo>
                    <a:pt x="3109" y="168"/>
                    <a:pt x="2941" y="0"/>
                    <a:pt x="260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737;p18"/>
            <p:cNvSpPr/>
            <p:nvPr/>
          </p:nvSpPr>
          <p:spPr>
            <a:xfrm>
              <a:off x="635100" y="3409900"/>
              <a:ext cx="81950" cy="52550"/>
            </a:xfrm>
            <a:custGeom>
              <a:avLst/>
              <a:gdLst/>
              <a:ahLst/>
              <a:cxnLst/>
              <a:rect l="l" t="t" r="r" b="b"/>
              <a:pathLst>
                <a:path w="3278" h="2102" extrusionOk="0">
                  <a:moveTo>
                    <a:pt x="925" y="1"/>
                  </a:moveTo>
                  <a:lnTo>
                    <a:pt x="925" y="85"/>
                  </a:lnTo>
                  <a:cubicBezTo>
                    <a:pt x="925" y="253"/>
                    <a:pt x="1009" y="421"/>
                    <a:pt x="1261" y="505"/>
                  </a:cubicBezTo>
                  <a:cubicBezTo>
                    <a:pt x="1177" y="505"/>
                    <a:pt x="1009" y="589"/>
                    <a:pt x="1009" y="673"/>
                  </a:cubicBezTo>
                  <a:lnTo>
                    <a:pt x="421" y="673"/>
                  </a:lnTo>
                  <a:cubicBezTo>
                    <a:pt x="169" y="673"/>
                    <a:pt x="1" y="925"/>
                    <a:pt x="1" y="1093"/>
                  </a:cubicBezTo>
                  <a:cubicBezTo>
                    <a:pt x="1" y="1345"/>
                    <a:pt x="169" y="1513"/>
                    <a:pt x="421" y="1513"/>
                  </a:cubicBezTo>
                  <a:lnTo>
                    <a:pt x="1177" y="1513"/>
                  </a:lnTo>
                  <a:lnTo>
                    <a:pt x="1177" y="1681"/>
                  </a:lnTo>
                  <a:cubicBezTo>
                    <a:pt x="1177" y="1849"/>
                    <a:pt x="1345" y="2101"/>
                    <a:pt x="1597" y="2101"/>
                  </a:cubicBezTo>
                  <a:lnTo>
                    <a:pt x="3277" y="2101"/>
                  </a:lnTo>
                  <a:cubicBezTo>
                    <a:pt x="3109" y="1765"/>
                    <a:pt x="2941" y="1513"/>
                    <a:pt x="2605" y="1429"/>
                  </a:cubicBezTo>
                  <a:cubicBezTo>
                    <a:pt x="2605" y="1009"/>
                    <a:pt x="2269" y="841"/>
                    <a:pt x="2017" y="841"/>
                  </a:cubicBezTo>
                  <a:lnTo>
                    <a:pt x="2017" y="505"/>
                  </a:lnTo>
                  <a:cubicBezTo>
                    <a:pt x="2017" y="169"/>
                    <a:pt x="1765" y="1"/>
                    <a:pt x="142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 name="Google Shape;738;p18"/>
            <p:cNvSpPr/>
            <p:nvPr/>
          </p:nvSpPr>
          <p:spPr>
            <a:xfrm>
              <a:off x="744325" y="3374200"/>
              <a:ext cx="239475" cy="163850"/>
            </a:xfrm>
            <a:custGeom>
              <a:avLst/>
              <a:gdLst/>
              <a:ahLst/>
              <a:cxnLst/>
              <a:rect l="l" t="t" r="r" b="b"/>
              <a:pathLst>
                <a:path w="9579" h="6554" extrusionOk="0">
                  <a:moveTo>
                    <a:pt x="3361" y="0"/>
                  </a:moveTo>
                  <a:cubicBezTo>
                    <a:pt x="2941" y="0"/>
                    <a:pt x="2689" y="336"/>
                    <a:pt x="2689" y="672"/>
                  </a:cubicBezTo>
                  <a:cubicBezTo>
                    <a:pt x="2689" y="756"/>
                    <a:pt x="2689" y="840"/>
                    <a:pt x="2773" y="924"/>
                  </a:cubicBezTo>
                  <a:lnTo>
                    <a:pt x="2017" y="924"/>
                  </a:lnTo>
                  <a:cubicBezTo>
                    <a:pt x="1597" y="924"/>
                    <a:pt x="1177" y="1261"/>
                    <a:pt x="1177" y="1681"/>
                  </a:cubicBezTo>
                  <a:lnTo>
                    <a:pt x="1177" y="1933"/>
                  </a:lnTo>
                  <a:cubicBezTo>
                    <a:pt x="757" y="2101"/>
                    <a:pt x="421" y="2521"/>
                    <a:pt x="421" y="3025"/>
                  </a:cubicBezTo>
                  <a:cubicBezTo>
                    <a:pt x="421" y="3361"/>
                    <a:pt x="589" y="3697"/>
                    <a:pt x="757" y="3865"/>
                  </a:cubicBezTo>
                  <a:lnTo>
                    <a:pt x="673" y="3865"/>
                  </a:lnTo>
                  <a:cubicBezTo>
                    <a:pt x="337" y="3865"/>
                    <a:pt x="1" y="4117"/>
                    <a:pt x="1" y="4537"/>
                  </a:cubicBezTo>
                  <a:cubicBezTo>
                    <a:pt x="337" y="4789"/>
                    <a:pt x="673" y="4957"/>
                    <a:pt x="1009" y="4957"/>
                  </a:cubicBezTo>
                  <a:lnTo>
                    <a:pt x="1177" y="4957"/>
                  </a:lnTo>
                  <a:cubicBezTo>
                    <a:pt x="1093" y="5041"/>
                    <a:pt x="1093" y="5209"/>
                    <a:pt x="1093" y="5378"/>
                  </a:cubicBezTo>
                  <a:cubicBezTo>
                    <a:pt x="1093" y="5714"/>
                    <a:pt x="1429" y="6050"/>
                    <a:pt x="1681" y="6134"/>
                  </a:cubicBezTo>
                  <a:lnTo>
                    <a:pt x="1681" y="6218"/>
                  </a:lnTo>
                  <a:cubicBezTo>
                    <a:pt x="1681" y="6302"/>
                    <a:pt x="1681" y="6470"/>
                    <a:pt x="1849" y="6554"/>
                  </a:cubicBezTo>
                  <a:lnTo>
                    <a:pt x="8571" y="6554"/>
                  </a:lnTo>
                  <a:lnTo>
                    <a:pt x="8571" y="6302"/>
                  </a:lnTo>
                  <a:cubicBezTo>
                    <a:pt x="8571" y="6134"/>
                    <a:pt x="8403" y="6050"/>
                    <a:pt x="8319" y="5882"/>
                  </a:cubicBezTo>
                  <a:lnTo>
                    <a:pt x="8571" y="5882"/>
                  </a:lnTo>
                  <a:cubicBezTo>
                    <a:pt x="8739" y="5882"/>
                    <a:pt x="8907" y="5714"/>
                    <a:pt x="8907" y="5462"/>
                  </a:cubicBezTo>
                  <a:cubicBezTo>
                    <a:pt x="8907" y="5378"/>
                    <a:pt x="8907" y="5378"/>
                    <a:pt x="8823" y="5294"/>
                  </a:cubicBezTo>
                  <a:cubicBezTo>
                    <a:pt x="9243" y="5209"/>
                    <a:pt x="9579" y="4705"/>
                    <a:pt x="9579" y="4285"/>
                  </a:cubicBezTo>
                  <a:cubicBezTo>
                    <a:pt x="9579" y="3865"/>
                    <a:pt x="9243" y="3445"/>
                    <a:pt x="8823" y="3361"/>
                  </a:cubicBezTo>
                  <a:cubicBezTo>
                    <a:pt x="8823" y="3277"/>
                    <a:pt x="8907" y="3025"/>
                    <a:pt x="8907" y="2941"/>
                  </a:cubicBezTo>
                  <a:cubicBezTo>
                    <a:pt x="8907" y="2437"/>
                    <a:pt x="8655" y="1933"/>
                    <a:pt x="8067" y="1765"/>
                  </a:cubicBezTo>
                  <a:lnTo>
                    <a:pt x="8067" y="1681"/>
                  </a:lnTo>
                  <a:cubicBezTo>
                    <a:pt x="8067" y="1261"/>
                    <a:pt x="7814" y="924"/>
                    <a:pt x="7226" y="924"/>
                  </a:cubicBezTo>
                  <a:lnTo>
                    <a:pt x="7058" y="924"/>
                  </a:lnTo>
                  <a:cubicBezTo>
                    <a:pt x="7142" y="840"/>
                    <a:pt x="7142" y="756"/>
                    <a:pt x="7142" y="672"/>
                  </a:cubicBezTo>
                  <a:cubicBezTo>
                    <a:pt x="7142" y="252"/>
                    <a:pt x="6890" y="0"/>
                    <a:pt x="647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 name="Google Shape;739;p18"/>
            <p:cNvSpPr/>
            <p:nvPr/>
          </p:nvSpPr>
          <p:spPr>
            <a:xfrm>
              <a:off x="738025" y="3374200"/>
              <a:ext cx="195375" cy="163850"/>
            </a:xfrm>
            <a:custGeom>
              <a:avLst/>
              <a:gdLst/>
              <a:ahLst/>
              <a:cxnLst/>
              <a:rect l="l" t="t" r="r" b="b"/>
              <a:pathLst>
                <a:path w="7815" h="6554" extrusionOk="0">
                  <a:moveTo>
                    <a:pt x="3361" y="0"/>
                  </a:moveTo>
                  <a:cubicBezTo>
                    <a:pt x="2941" y="0"/>
                    <a:pt x="2605" y="336"/>
                    <a:pt x="2605" y="672"/>
                  </a:cubicBezTo>
                  <a:cubicBezTo>
                    <a:pt x="2605" y="756"/>
                    <a:pt x="2605" y="840"/>
                    <a:pt x="2689" y="924"/>
                  </a:cubicBezTo>
                  <a:lnTo>
                    <a:pt x="1933" y="924"/>
                  </a:lnTo>
                  <a:cubicBezTo>
                    <a:pt x="1513" y="924"/>
                    <a:pt x="1093" y="1261"/>
                    <a:pt x="1093" y="1681"/>
                  </a:cubicBezTo>
                  <a:lnTo>
                    <a:pt x="1093" y="1933"/>
                  </a:lnTo>
                  <a:cubicBezTo>
                    <a:pt x="673" y="2101"/>
                    <a:pt x="421" y="2521"/>
                    <a:pt x="421" y="3025"/>
                  </a:cubicBezTo>
                  <a:cubicBezTo>
                    <a:pt x="421" y="3361"/>
                    <a:pt x="505" y="3697"/>
                    <a:pt x="673" y="3865"/>
                  </a:cubicBezTo>
                  <a:lnTo>
                    <a:pt x="589" y="3865"/>
                  </a:lnTo>
                  <a:cubicBezTo>
                    <a:pt x="253" y="3865"/>
                    <a:pt x="1" y="4117"/>
                    <a:pt x="1" y="4537"/>
                  </a:cubicBezTo>
                  <a:cubicBezTo>
                    <a:pt x="85" y="4789"/>
                    <a:pt x="337" y="4957"/>
                    <a:pt x="673" y="4957"/>
                  </a:cubicBezTo>
                  <a:lnTo>
                    <a:pt x="925" y="4957"/>
                  </a:lnTo>
                  <a:cubicBezTo>
                    <a:pt x="757" y="5041"/>
                    <a:pt x="757" y="5209"/>
                    <a:pt x="757" y="5378"/>
                  </a:cubicBezTo>
                  <a:cubicBezTo>
                    <a:pt x="757" y="5714"/>
                    <a:pt x="1093" y="6050"/>
                    <a:pt x="1429" y="6134"/>
                  </a:cubicBezTo>
                  <a:lnTo>
                    <a:pt x="1429" y="6218"/>
                  </a:lnTo>
                  <a:cubicBezTo>
                    <a:pt x="1429" y="6302"/>
                    <a:pt x="1429" y="6470"/>
                    <a:pt x="1513" y="6554"/>
                  </a:cubicBezTo>
                  <a:lnTo>
                    <a:pt x="6806" y="6554"/>
                  </a:lnTo>
                  <a:lnTo>
                    <a:pt x="6806" y="6302"/>
                  </a:lnTo>
                  <a:cubicBezTo>
                    <a:pt x="6806" y="6134"/>
                    <a:pt x="6722" y="6050"/>
                    <a:pt x="6554" y="5882"/>
                  </a:cubicBezTo>
                  <a:lnTo>
                    <a:pt x="6806" y="5882"/>
                  </a:lnTo>
                  <a:cubicBezTo>
                    <a:pt x="6974" y="5882"/>
                    <a:pt x="7226" y="5714"/>
                    <a:pt x="7226" y="5462"/>
                  </a:cubicBezTo>
                  <a:cubicBezTo>
                    <a:pt x="7226" y="5378"/>
                    <a:pt x="7226" y="5378"/>
                    <a:pt x="7058" y="5294"/>
                  </a:cubicBezTo>
                  <a:cubicBezTo>
                    <a:pt x="7478" y="5209"/>
                    <a:pt x="7814" y="4705"/>
                    <a:pt x="7814" y="4285"/>
                  </a:cubicBezTo>
                  <a:cubicBezTo>
                    <a:pt x="7814" y="3865"/>
                    <a:pt x="7478" y="3445"/>
                    <a:pt x="7058" y="3361"/>
                  </a:cubicBezTo>
                  <a:cubicBezTo>
                    <a:pt x="7058" y="3277"/>
                    <a:pt x="7226" y="3025"/>
                    <a:pt x="7226" y="2941"/>
                  </a:cubicBezTo>
                  <a:cubicBezTo>
                    <a:pt x="7226" y="2437"/>
                    <a:pt x="6890" y="1933"/>
                    <a:pt x="6386" y="1765"/>
                  </a:cubicBezTo>
                  <a:lnTo>
                    <a:pt x="6386" y="1681"/>
                  </a:lnTo>
                  <a:cubicBezTo>
                    <a:pt x="6386" y="1261"/>
                    <a:pt x="6050" y="924"/>
                    <a:pt x="5546" y="924"/>
                  </a:cubicBezTo>
                  <a:lnTo>
                    <a:pt x="5378" y="924"/>
                  </a:lnTo>
                  <a:cubicBezTo>
                    <a:pt x="5546" y="840"/>
                    <a:pt x="5546" y="756"/>
                    <a:pt x="5546" y="672"/>
                  </a:cubicBezTo>
                  <a:cubicBezTo>
                    <a:pt x="5546" y="252"/>
                    <a:pt x="5210" y="0"/>
                    <a:pt x="479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18"/>
            <p:cNvSpPr/>
            <p:nvPr/>
          </p:nvSpPr>
          <p:spPr>
            <a:xfrm>
              <a:off x="735925" y="3468725"/>
              <a:ext cx="149150" cy="69325"/>
            </a:xfrm>
            <a:custGeom>
              <a:avLst/>
              <a:gdLst/>
              <a:ahLst/>
              <a:cxnLst/>
              <a:rect l="l" t="t" r="r" b="b"/>
              <a:pathLst>
                <a:path w="5966" h="2773" extrusionOk="0">
                  <a:moveTo>
                    <a:pt x="673" y="0"/>
                  </a:moveTo>
                  <a:cubicBezTo>
                    <a:pt x="337" y="0"/>
                    <a:pt x="1" y="252"/>
                    <a:pt x="1" y="672"/>
                  </a:cubicBezTo>
                  <a:cubicBezTo>
                    <a:pt x="169" y="1008"/>
                    <a:pt x="421" y="1176"/>
                    <a:pt x="757" y="1176"/>
                  </a:cubicBezTo>
                  <a:lnTo>
                    <a:pt x="1009" y="1176"/>
                  </a:lnTo>
                  <a:cubicBezTo>
                    <a:pt x="841" y="1260"/>
                    <a:pt x="841" y="1428"/>
                    <a:pt x="841" y="1597"/>
                  </a:cubicBezTo>
                  <a:cubicBezTo>
                    <a:pt x="841" y="1933"/>
                    <a:pt x="1177" y="2269"/>
                    <a:pt x="1513" y="2353"/>
                  </a:cubicBezTo>
                  <a:lnTo>
                    <a:pt x="1513" y="2437"/>
                  </a:lnTo>
                  <a:cubicBezTo>
                    <a:pt x="1513" y="2521"/>
                    <a:pt x="1513" y="2689"/>
                    <a:pt x="1597" y="2773"/>
                  </a:cubicBezTo>
                  <a:lnTo>
                    <a:pt x="4538" y="2773"/>
                  </a:lnTo>
                  <a:lnTo>
                    <a:pt x="4286" y="2437"/>
                  </a:lnTo>
                  <a:cubicBezTo>
                    <a:pt x="4454" y="2437"/>
                    <a:pt x="4538" y="2269"/>
                    <a:pt x="4538" y="2101"/>
                  </a:cubicBezTo>
                  <a:lnTo>
                    <a:pt x="5294" y="2101"/>
                  </a:lnTo>
                  <a:cubicBezTo>
                    <a:pt x="5630" y="2101"/>
                    <a:pt x="5966" y="1849"/>
                    <a:pt x="5966" y="1513"/>
                  </a:cubicBezTo>
                  <a:cubicBezTo>
                    <a:pt x="5966" y="1176"/>
                    <a:pt x="5714" y="756"/>
                    <a:pt x="5294" y="756"/>
                  </a:cubicBezTo>
                  <a:lnTo>
                    <a:pt x="4118" y="756"/>
                  </a:lnTo>
                  <a:lnTo>
                    <a:pt x="4118" y="672"/>
                  </a:lnTo>
                  <a:cubicBezTo>
                    <a:pt x="4118" y="336"/>
                    <a:pt x="3865" y="0"/>
                    <a:pt x="352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741;p18"/>
            <p:cNvSpPr/>
            <p:nvPr/>
          </p:nvSpPr>
          <p:spPr>
            <a:xfrm>
              <a:off x="807350" y="3374200"/>
              <a:ext cx="105050" cy="69325"/>
            </a:xfrm>
            <a:custGeom>
              <a:avLst/>
              <a:gdLst/>
              <a:ahLst/>
              <a:cxnLst/>
              <a:rect l="l" t="t" r="r" b="b"/>
              <a:pathLst>
                <a:path w="4202" h="2773" extrusionOk="0">
                  <a:moveTo>
                    <a:pt x="1093" y="0"/>
                  </a:moveTo>
                  <a:lnTo>
                    <a:pt x="1093" y="252"/>
                  </a:lnTo>
                  <a:cubicBezTo>
                    <a:pt x="1093" y="420"/>
                    <a:pt x="1261" y="672"/>
                    <a:pt x="1513" y="756"/>
                  </a:cubicBezTo>
                  <a:cubicBezTo>
                    <a:pt x="1345" y="756"/>
                    <a:pt x="1261" y="840"/>
                    <a:pt x="1261" y="1093"/>
                  </a:cubicBezTo>
                  <a:lnTo>
                    <a:pt x="588" y="1093"/>
                  </a:lnTo>
                  <a:cubicBezTo>
                    <a:pt x="252" y="1093"/>
                    <a:pt x="0" y="1261"/>
                    <a:pt x="0" y="1597"/>
                  </a:cubicBezTo>
                  <a:cubicBezTo>
                    <a:pt x="0" y="1933"/>
                    <a:pt x="252" y="2101"/>
                    <a:pt x="588" y="2101"/>
                  </a:cubicBezTo>
                  <a:lnTo>
                    <a:pt x="1513" y="2101"/>
                  </a:lnTo>
                  <a:lnTo>
                    <a:pt x="1513" y="2269"/>
                  </a:lnTo>
                  <a:cubicBezTo>
                    <a:pt x="1513" y="2521"/>
                    <a:pt x="1681" y="2773"/>
                    <a:pt x="2017" y="2773"/>
                  </a:cubicBezTo>
                  <a:lnTo>
                    <a:pt x="4201" y="2773"/>
                  </a:lnTo>
                  <a:cubicBezTo>
                    <a:pt x="4117" y="2269"/>
                    <a:pt x="3781" y="1933"/>
                    <a:pt x="3361" y="1849"/>
                  </a:cubicBezTo>
                  <a:lnTo>
                    <a:pt x="3361" y="1681"/>
                  </a:lnTo>
                  <a:cubicBezTo>
                    <a:pt x="3361" y="1261"/>
                    <a:pt x="3109" y="1009"/>
                    <a:pt x="2521" y="1009"/>
                  </a:cubicBezTo>
                  <a:lnTo>
                    <a:pt x="2437" y="1009"/>
                  </a:lnTo>
                  <a:cubicBezTo>
                    <a:pt x="2521" y="840"/>
                    <a:pt x="2521" y="756"/>
                    <a:pt x="2521" y="672"/>
                  </a:cubicBezTo>
                  <a:cubicBezTo>
                    <a:pt x="2521" y="252"/>
                    <a:pt x="2185" y="0"/>
                    <a:pt x="18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18"/>
            <p:cNvSpPr/>
            <p:nvPr/>
          </p:nvSpPr>
          <p:spPr>
            <a:xfrm>
              <a:off x="1502250" y="3330075"/>
              <a:ext cx="277300" cy="203775"/>
            </a:xfrm>
            <a:custGeom>
              <a:avLst/>
              <a:gdLst/>
              <a:ahLst/>
              <a:cxnLst/>
              <a:rect l="l" t="t" r="r" b="b"/>
              <a:pathLst>
                <a:path w="11092" h="8151" extrusionOk="0">
                  <a:moveTo>
                    <a:pt x="3865" y="1"/>
                  </a:moveTo>
                  <a:cubicBezTo>
                    <a:pt x="3445" y="1"/>
                    <a:pt x="3025" y="337"/>
                    <a:pt x="3025" y="841"/>
                  </a:cubicBezTo>
                  <a:cubicBezTo>
                    <a:pt x="3025" y="925"/>
                    <a:pt x="3025" y="1177"/>
                    <a:pt x="3109" y="1261"/>
                  </a:cubicBezTo>
                  <a:lnTo>
                    <a:pt x="2269" y="1261"/>
                  </a:lnTo>
                  <a:cubicBezTo>
                    <a:pt x="1765" y="1261"/>
                    <a:pt x="1345" y="1681"/>
                    <a:pt x="1345" y="2185"/>
                  </a:cubicBezTo>
                  <a:lnTo>
                    <a:pt x="1345" y="2437"/>
                  </a:lnTo>
                  <a:cubicBezTo>
                    <a:pt x="841" y="2605"/>
                    <a:pt x="505" y="3194"/>
                    <a:pt x="505" y="3782"/>
                  </a:cubicBezTo>
                  <a:cubicBezTo>
                    <a:pt x="505" y="4202"/>
                    <a:pt x="673" y="4538"/>
                    <a:pt x="925" y="4874"/>
                  </a:cubicBezTo>
                  <a:lnTo>
                    <a:pt x="841" y="4874"/>
                  </a:lnTo>
                  <a:cubicBezTo>
                    <a:pt x="421" y="4874"/>
                    <a:pt x="85" y="5126"/>
                    <a:pt x="85" y="5546"/>
                  </a:cubicBezTo>
                  <a:cubicBezTo>
                    <a:pt x="1" y="6134"/>
                    <a:pt x="337" y="6386"/>
                    <a:pt x="673" y="6386"/>
                  </a:cubicBezTo>
                  <a:lnTo>
                    <a:pt x="925" y="6386"/>
                  </a:lnTo>
                  <a:cubicBezTo>
                    <a:pt x="841" y="6470"/>
                    <a:pt x="673" y="6722"/>
                    <a:pt x="673" y="6974"/>
                  </a:cubicBezTo>
                  <a:cubicBezTo>
                    <a:pt x="673" y="7395"/>
                    <a:pt x="1009" y="7815"/>
                    <a:pt x="1429" y="7815"/>
                  </a:cubicBezTo>
                  <a:lnTo>
                    <a:pt x="1429" y="7899"/>
                  </a:lnTo>
                  <a:cubicBezTo>
                    <a:pt x="1429" y="7983"/>
                    <a:pt x="1429" y="8067"/>
                    <a:pt x="1513" y="8151"/>
                  </a:cubicBezTo>
                  <a:lnTo>
                    <a:pt x="9831" y="8151"/>
                  </a:lnTo>
                  <a:lnTo>
                    <a:pt x="9831" y="7983"/>
                  </a:lnTo>
                  <a:cubicBezTo>
                    <a:pt x="9831" y="7731"/>
                    <a:pt x="9747" y="7563"/>
                    <a:pt x="9495" y="7479"/>
                  </a:cubicBezTo>
                  <a:lnTo>
                    <a:pt x="9831" y="7479"/>
                  </a:lnTo>
                  <a:cubicBezTo>
                    <a:pt x="10167" y="7479"/>
                    <a:pt x="10335" y="7227"/>
                    <a:pt x="10335" y="6890"/>
                  </a:cubicBezTo>
                  <a:cubicBezTo>
                    <a:pt x="10335" y="6806"/>
                    <a:pt x="10335" y="6722"/>
                    <a:pt x="10251" y="6638"/>
                  </a:cubicBezTo>
                  <a:cubicBezTo>
                    <a:pt x="10755" y="6386"/>
                    <a:pt x="11091" y="5966"/>
                    <a:pt x="11091" y="5462"/>
                  </a:cubicBezTo>
                  <a:cubicBezTo>
                    <a:pt x="11091" y="4958"/>
                    <a:pt x="10755" y="4370"/>
                    <a:pt x="10251" y="4286"/>
                  </a:cubicBezTo>
                  <a:cubicBezTo>
                    <a:pt x="10335" y="4202"/>
                    <a:pt x="10335" y="4034"/>
                    <a:pt x="10335" y="3782"/>
                  </a:cubicBezTo>
                  <a:cubicBezTo>
                    <a:pt x="10335" y="3194"/>
                    <a:pt x="9915" y="2521"/>
                    <a:pt x="9327" y="2269"/>
                  </a:cubicBezTo>
                  <a:lnTo>
                    <a:pt x="9327" y="2185"/>
                  </a:lnTo>
                  <a:cubicBezTo>
                    <a:pt x="9327" y="1681"/>
                    <a:pt x="8907" y="1261"/>
                    <a:pt x="8403" y="1261"/>
                  </a:cubicBezTo>
                  <a:lnTo>
                    <a:pt x="8234" y="1261"/>
                  </a:lnTo>
                  <a:cubicBezTo>
                    <a:pt x="8403" y="1177"/>
                    <a:pt x="8403" y="925"/>
                    <a:pt x="8403" y="841"/>
                  </a:cubicBezTo>
                  <a:cubicBezTo>
                    <a:pt x="8403" y="421"/>
                    <a:pt x="7982" y="1"/>
                    <a:pt x="756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18"/>
            <p:cNvSpPr/>
            <p:nvPr/>
          </p:nvSpPr>
          <p:spPr>
            <a:xfrm>
              <a:off x="1487550" y="3330075"/>
              <a:ext cx="231075" cy="203775"/>
            </a:xfrm>
            <a:custGeom>
              <a:avLst/>
              <a:gdLst/>
              <a:ahLst/>
              <a:cxnLst/>
              <a:rect l="l" t="t" r="r" b="b"/>
              <a:pathLst>
                <a:path w="9243" h="8151" extrusionOk="0">
                  <a:moveTo>
                    <a:pt x="3949" y="1"/>
                  </a:moveTo>
                  <a:cubicBezTo>
                    <a:pt x="3529" y="1"/>
                    <a:pt x="3109" y="337"/>
                    <a:pt x="3109" y="841"/>
                  </a:cubicBezTo>
                  <a:cubicBezTo>
                    <a:pt x="3109" y="925"/>
                    <a:pt x="3109" y="1177"/>
                    <a:pt x="3193" y="1261"/>
                  </a:cubicBezTo>
                  <a:lnTo>
                    <a:pt x="2269" y="1261"/>
                  </a:lnTo>
                  <a:cubicBezTo>
                    <a:pt x="1681" y="1261"/>
                    <a:pt x="1261" y="1681"/>
                    <a:pt x="1261" y="2185"/>
                  </a:cubicBezTo>
                  <a:lnTo>
                    <a:pt x="1261" y="2437"/>
                  </a:lnTo>
                  <a:cubicBezTo>
                    <a:pt x="757" y="2605"/>
                    <a:pt x="421" y="3194"/>
                    <a:pt x="421" y="3782"/>
                  </a:cubicBezTo>
                  <a:cubicBezTo>
                    <a:pt x="421" y="4202"/>
                    <a:pt x="673" y="4538"/>
                    <a:pt x="841" y="4874"/>
                  </a:cubicBezTo>
                  <a:lnTo>
                    <a:pt x="757" y="4874"/>
                  </a:lnTo>
                  <a:cubicBezTo>
                    <a:pt x="337" y="4874"/>
                    <a:pt x="0" y="5126"/>
                    <a:pt x="0" y="5546"/>
                  </a:cubicBezTo>
                  <a:cubicBezTo>
                    <a:pt x="0" y="6134"/>
                    <a:pt x="337" y="6386"/>
                    <a:pt x="757" y="6386"/>
                  </a:cubicBezTo>
                  <a:lnTo>
                    <a:pt x="1009" y="6386"/>
                  </a:lnTo>
                  <a:cubicBezTo>
                    <a:pt x="841" y="6470"/>
                    <a:pt x="757" y="6722"/>
                    <a:pt x="757" y="6974"/>
                  </a:cubicBezTo>
                  <a:cubicBezTo>
                    <a:pt x="757" y="7395"/>
                    <a:pt x="1093" y="7815"/>
                    <a:pt x="1513" y="7815"/>
                  </a:cubicBezTo>
                  <a:lnTo>
                    <a:pt x="1513" y="7899"/>
                  </a:lnTo>
                  <a:cubicBezTo>
                    <a:pt x="1513" y="7983"/>
                    <a:pt x="1513" y="8067"/>
                    <a:pt x="1597" y="8151"/>
                  </a:cubicBezTo>
                  <a:lnTo>
                    <a:pt x="7982" y="8151"/>
                  </a:lnTo>
                  <a:lnTo>
                    <a:pt x="7982" y="7983"/>
                  </a:lnTo>
                  <a:cubicBezTo>
                    <a:pt x="7982" y="7731"/>
                    <a:pt x="7898" y="7563"/>
                    <a:pt x="7730" y="7479"/>
                  </a:cubicBezTo>
                  <a:lnTo>
                    <a:pt x="7982" y="7479"/>
                  </a:lnTo>
                  <a:cubicBezTo>
                    <a:pt x="8318" y="7479"/>
                    <a:pt x="8570" y="7227"/>
                    <a:pt x="8570" y="6890"/>
                  </a:cubicBezTo>
                  <a:cubicBezTo>
                    <a:pt x="8570" y="6806"/>
                    <a:pt x="8570" y="6722"/>
                    <a:pt x="8402" y="6638"/>
                  </a:cubicBezTo>
                  <a:cubicBezTo>
                    <a:pt x="8991" y="6386"/>
                    <a:pt x="9243" y="5966"/>
                    <a:pt x="9243" y="5462"/>
                  </a:cubicBezTo>
                  <a:cubicBezTo>
                    <a:pt x="9243" y="4958"/>
                    <a:pt x="8991" y="4370"/>
                    <a:pt x="8402" y="4286"/>
                  </a:cubicBezTo>
                  <a:cubicBezTo>
                    <a:pt x="8570" y="4202"/>
                    <a:pt x="8570" y="4034"/>
                    <a:pt x="8570" y="3782"/>
                  </a:cubicBezTo>
                  <a:cubicBezTo>
                    <a:pt x="8570" y="3194"/>
                    <a:pt x="8150" y="2521"/>
                    <a:pt x="7478" y="2269"/>
                  </a:cubicBezTo>
                  <a:lnTo>
                    <a:pt x="7478" y="2185"/>
                  </a:lnTo>
                  <a:cubicBezTo>
                    <a:pt x="7478" y="1681"/>
                    <a:pt x="7058" y="1261"/>
                    <a:pt x="6554" y="1261"/>
                  </a:cubicBezTo>
                  <a:lnTo>
                    <a:pt x="6470" y="1261"/>
                  </a:lnTo>
                  <a:cubicBezTo>
                    <a:pt x="6554" y="1177"/>
                    <a:pt x="6554" y="925"/>
                    <a:pt x="6554" y="841"/>
                  </a:cubicBezTo>
                  <a:cubicBezTo>
                    <a:pt x="6554" y="421"/>
                    <a:pt x="6134" y="1"/>
                    <a:pt x="57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744;p18"/>
            <p:cNvSpPr/>
            <p:nvPr/>
          </p:nvSpPr>
          <p:spPr>
            <a:xfrm>
              <a:off x="1487550" y="3456125"/>
              <a:ext cx="182775" cy="77725"/>
            </a:xfrm>
            <a:custGeom>
              <a:avLst/>
              <a:gdLst/>
              <a:ahLst/>
              <a:cxnLst/>
              <a:rect l="l" t="t" r="r" b="b"/>
              <a:pathLst>
                <a:path w="7311" h="3109" extrusionOk="0">
                  <a:moveTo>
                    <a:pt x="841" y="0"/>
                  </a:moveTo>
                  <a:cubicBezTo>
                    <a:pt x="421" y="0"/>
                    <a:pt x="168" y="336"/>
                    <a:pt x="168" y="756"/>
                  </a:cubicBezTo>
                  <a:cubicBezTo>
                    <a:pt x="0" y="1092"/>
                    <a:pt x="337" y="1344"/>
                    <a:pt x="757" y="1344"/>
                  </a:cubicBezTo>
                  <a:lnTo>
                    <a:pt x="1009" y="1344"/>
                  </a:lnTo>
                  <a:cubicBezTo>
                    <a:pt x="841" y="1428"/>
                    <a:pt x="757" y="1680"/>
                    <a:pt x="757" y="1932"/>
                  </a:cubicBezTo>
                  <a:cubicBezTo>
                    <a:pt x="757" y="2353"/>
                    <a:pt x="1093" y="2773"/>
                    <a:pt x="1513" y="2773"/>
                  </a:cubicBezTo>
                  <a:lnTo>
                    <a:pt x="1513" y="2857"/>
                  </a:lnTo>
                  <a:cubicBezTo>
                    <a:pt x="1513" y="2941"/>
                    <a:pt x="1513" y="3025"/>
                    <a:pt x="1597" y="3109"/>
                  </a:cubicBezTo>
                  <a:lnTo>
                    <a:pt x="5294" y="3109"/>
                  </a:lnTo>
                  <a:cubicBezTo>
                    <a:pt x="5210" y="2941"/>
                    <a:pt x="5042" y="2857"/>
                    <a:pt x="4874" y="2857"/>
                  </a:cubicBezTo>
                  <a:cubicBezTo>
                    <a:pt x="5042" y="2773"/>
                    <a:pt x="5210" y="2605"/>
                    <a:pt x="5294" y="2437"/>
                  </a:cubicBezTo>
                  <a:lnTo>
                    <a:pt x="6470" y="2437"/>
                  </a:lnTo>
                  <a:cubicBezTo>
                    <a:pt x="6890" y="2437"/>
                    <a:pt x="7310" y="2101"/>
                    <a:pt x="7310" y="1680"/>
                  </a:cubicBezTo>
                  <a:cubicBezTo>
                    <a:pt x="7310" y="1260"/>
                    <a:pt x="6974" y="924"/>
                    <a:pt x="6470" y="924"/>
                  </a:cubicBezTo>
                  <a:lnTo>
                    <a:pt x="5042" y="924"/>
                  </a:lnTo>
                  <a:lnTo>
                    <a:pt x="5042" y="756"/>
                  </a:lnTo>
                  <a:cubicBezTo>
                    <a:pt x="5042" y="336"/>
                    <a:pt x="4790" y="0"/>
                    <a:pt x="420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745;p18"/>
            <p:cNvSpPr/>
            <p:nvPr/>
          </p:nvSpPr>
          <p:spPr>
            <a:xfrm>
              <a:off x="1575775" y="3336375"/>
              <a:ext cx="126050" cy="77750"/>
            </a:xfrm>
            <a:custGeom>
              <a:avLst/>
              <a:gdLst/>
              <a:ahLst/>
              <a:cxnLst/>
              <a:rect l="l" t="t" r="r" b="b"/>
              <a:pathLst>
                <a:path w="5042" h="3110" extrusionOk="0">
                  <a:moveTo>
                    <a:pt x="1345" y="1"/>
                  </a:moveTo>
                  <a:lnTo>
                    <a:pt x="1345" y="169"/>
                  </a:lnTo>
                  <a:cubicBezTo>
                    <a:pt x="1345" y="505"/>
                    <a:pt x="1513" y="673"/>
                    <a:pt x="1849" y="841"/>
                  </a:cubicBezTo>
                  <a:cubicBezTo>
                    <a:pt x="1681" y="841"/>
                    <a:pt x="1513" y="1009"/>
                    <a:pt x="1513" y="1093"/>
                  </a:cubicBezTo>
                  <a:lnTo>
                    <a:pt x="588" y="1093"/>
                  </a:lnTo>
                  <a:cubicBezTo>
                    <a:pt x="168" y="1093"/>
                    <a:pt x="0" y="1429"/>
                    <a:pt x="0" y="1765"/>
                  </a:cubicBezTo>
                  <a:cubicBezTo>
                    <a:pt x="0" y="2017"/>
                    <a:pt x="252" y="2353"/>
                    <a:pt x="588" y="2353"/>
                  </a:cubicBezTo>
                  <a:lnTo>
                    <a:pt x="1765" y="2353"/>
                  </a:lnTo>
                  <a:lnTo>
                    <a:pt x="1765" y="2437"/>
                  </a:lnTo>
                  <a:cubicBezTo>
                    <a:pt x="1765" y="2774"/>
                    <a:pt x="2101" y="3110"/>
                    <a:pt x="2353" y="3110"/>
                  </a:cubicBezTo>
                  <a:lnTo>
                    <a:pt x="5041" y="3110"/>
                  </a:lnTo>
                  <a:cubicBezTo>
                    <a:pt x="4705" y="2774"/>
                    <a:pt x="4369" y="2353"/>
                    <a:pt x="3949" y="2269"/>
                  </a:cubicBezTo>
                  <a:lnTo>
                    <a:pt x="3949" y="2185"/>
                  </a:lnTo>
                  <a:cubicBezTo>
                    <a:pt x="3949" y="1681"/>
                    <a:pt x="3529" y="1261"/>
                    <a:pt x="3025" y="1261"/>
                  </a:cubicBezTo>
                  <a:lnTo>
                    <a:pt x="2941" y="1261"/>
                  </a:lnTo>
                  <a:cubicBezTo>
                    <a:pt x="3025" y="1093"/>
                    <a:pt x="3025" y="925"/>
                    <a:pt x="3025" y="841"/>
                  </a:cubicBezTo>
                  <a:cubicBezTo>
                    <a:pt x="3025" y="421"/>
                    <a:pt x="2605" y="1"/>
                    <a:pt x="218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two columns 2">
  <p:cSld name="TITLE_AND_TWO_COLUMNS_1_2">
    <p:spTree>
      <p:nvGrpSpPr>
        <p:cNvPr id="1" name="Shape 837"/>
        <p:cNvGrpSpPr/>
        <p:nvPr/>
      </p:nvGrpSpPr>
      <p:grpSpPr>
        <a:xfrm>
          <a:off x="0" y="0"/>
          <a:ext cx="0" cy="0"/>
          <a:chOff x="0" y="0"/>
          <a:chExt cx="0" cy="0"/>
        </a:xfrm>
      </p:grpSpPr>
      <p:sp>
        <p:nvSpPr>
          <p:cNvPr id="838" name="Google Shape;838;p20"/>
          <p:cNvSpPr txBox="1">
            <a:spLocks noGrp="1"/>
          </p:cNvSpPr>
          <p:nvPr>
            <p:ph type="title"/>
          </p:nvPr>
        </p:nvSpPr>
        <p:spPr>
          <a:xfrm>
            <a:off x="720000" y="43917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6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839" name="Google Shape;839;p20"/>
          <p:cNvSpPr txBox="1">
            <a:spLocks noGrp="1"/>
          </p:cNvSpPr>
          <p:nvPr>
            <p:ph type="subTitle" idx="1"/>
          </p:nvPr>
        </p:nvSpPr>
        <p:spPr>
          <a:xfrm>
            <a:off x="5080075" y="3111800"/>
            <a:ext cx="2394900" cy="846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40" name="Google Shape;840;p20"/>
          <p:cNvSpPr txBox="1">
            <a:spLocks noGrp="1"/>
          </p:cNvSpPr>
          <p:nvPr>
            <p:ph type="subTitle" idx="2"/>
          </p:nvPr>
        </p:nvSpPr>
        <p:spPr>
          <a:xfrm>
            <a:off x="1465000" y="3111800"/>
            <a:ext cx="2394900" cy="846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41" name="Google Shape;841;p20"/>
          <p:cNvSpPr txBox="1">
            <a:spLocks noGrp="1"/>
          </p:cNvSpPr>
          <p:nvPr>
            <p:ph type="subTitle" idx="3"/>
          </p:nvPr>
        </p:nvSpPr>
        <p:spPr>
          <a:xfrm>
            <a:off x="1465000" y="2269425"/>
            <a:ext cx="2394900" cy="9399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1600" b="1">
                <a:solidFill>
                  <a:schemeClr val="dk1"/>
                </a:solidFill>
                <a:latin typeface="Syncopate"/>
                <a:ea typeface="Syncopate"/>
                <a:cs typeface="Syncopate"/>
                <a:sym typeface="Syncopat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842" name="Google Shape;842;p20"/>
          <p:cNvSpPr txBox="1">
            <a:spLocks noGrp="1"/>
          </p:cNvSpPr>
          <p:nvPr>
            <p:ph type="subTitle" idx="4"/>
          </p:nvPr>
        </p:nvSpPr>
        <p:spPr>
          <a:xfrm>
            <a:off x="5080075" y="2269450"/>
            <a:ext cx="2394900" cy="9399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1600" b="1">
                <a:solidFill>
                  <a:schemeClr val="dk1"/>
                </a:solidFill>
                <a:latin typeface="Syncopate"/>
                <a:ea typeface="Syncopate"/>
                <a:cs typeface="Syncopate"/>
                <a:sym typeface="Syncopat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pic>
        <p:nvPicPr>
          <p:cNvPr id="843" name="Google Shape;843;p20"/>
          <p:cNvPicPr preferRelativeResize="0"/>
          <p:nvPr/>
        </p:nvPicPr>
        <p:blipFill>
          <a:blip r:embed="rId2">
            <a:alphaModFix/>
          </a:blip>
          <a:stretch>
            <a:fillRect/>
          </a:stretch>
        </p:blipFill>
        <p:spPr>
          <a:xfrm rot="-5400000" flipH="1">
            <a:off x="6335637" y="1160188"/>
            <a:ext cx="3968550" cy="1648175"/>
          </a:xfrm>
          <a:prstGeom prst="rect">
            <a:avLst/>
          </a:prstGeom>
          <a:noFill/>
          <a:ln>
            <a:noFill/>
          </a:ln>
        </p:spPr>
      </p:pic>
      <p:grpSp>
        <p:nvGrpSpPr>
          <p:cNvPr id="844" name="Google Shape;844;p20"/>
          <p:cNvGrpSpPr/>
          <p:nvPr/>
        </p:nvGrpSpPr>
        <p:grpSpPr>
          <a:xfrm>
            <a:off x="154870" y="135393"/>
            <a:ext cx="8881960" cy="711679"/>
            <a:chOff x="772947" y="1145432"/>
            <a:chExt cx="6373393" cy="510677"/>
          </a:xfrm>
        </p:grpSpPr>
        <p:sp>
          <p:nvSpPr>
            <p:cNvPr id="845" name="Google Shape;845;p20"/>
            <p:cNvSpPr/>
            <p:nvPr/>
          </p:nvSpPr>
          <p:spPr>
            <a:xfrm flipH="1">
              <a:off x="6601251" y="1363423"/>
              <a:ext cx="545090" cy="292686"/>
            </a:xfrm>
            <a:custGeom>
              <a:avLst/>
              <a:gdLst/>
              <a:ahLst/>
              <a:cxnLst/>
              <a:rect l="l" t="t" r="r" b="b"/>
              <a:pathLst>
                <a:path w="12520" h="6723" extrusionOk="0">
                  <a:moveTo>
                    <a:pt x="11259" y="2774"/>
                  </a:moveTo>
                  <a:lnTo>
                    <a:pt x="10251" y="2774"/>
                  </a:lnTo>
                  <a:cubicBezTo>
                    <a:pt x="10251" y="2606"/>
                    <a:pt x="10335" y="2522"/>
                    <a:pt x="10335" y="2438"/>
                  </a:cubicBezTo>
                  <a:cubicBezTo>
                    <a:pt x="10335" y="1765"/>
                    <a:pt x="9831" y="1261"/>
                    <a:pt x="9159" y="1261"/>
                  </a:cubicBezTo>
                  <a:lnTo>
                    <a:pt x="8235" y="1261"/>
                  </a:lnTo>
                  <a:lnTo>
                    <a:pt x="8235" y="1009"/>
                  </a:lnTo>
                  <a:cubicBezTo>
                    <a:pt x="8235" y="505"/>
                    <a:pt x="7815" y="1"/>
                    <a:pt x="7142" y="1"/>
                  </a:cubicBezTo>
                  <a:lnTo>
                    <a:pt x="5126" y="1"/>
                  </a:lnTo>
                  <a:cubicBezTo>
                    <a:pt x="4622" y="1"/>
                    <a:pt x="4202" y="337"/>
                    <a:pt x="4118" y="841"/>
                  </a:cubicBezTo>
                  <a:lnTo>
                    <a:pt x="3530" y="841"/>
                  </a:lnTo>
                  <a:cubicBezTo>
                    <a:pt x="2857" y="841"/>
                    <a:pt x="2269" y="1345"/>
                    <a:pt x="2269" y="2017"/>
                  </a:cubicBezTo>
                  <a:lnTo>
                    <a:pt x="1429" y="2017"/>
                  </a:lnTo>
                  <a:cubicBezTo>
                    <a:pt x="673" y="2017"/>
                    <a:pt x="1" y="2606"/>
                    <a:pt x="1" y="3362"/>
                  </a:cubicBezTo>
                  <a:cubicBezTo>
                    <a:pt x="1" y="4118"/>
                    <a:pt x="673" y="4706"/>
                    <a:pt x="1429" y="4706"/>
                  </a:cubicBezTo>
                  <a:lnTo>
                    <a:pt x="2101" y="4706"/>
                  </a:lnTo>
                  <a:cubicBezTo>
                    <a:pt x="2353" y="5210"/>
                    <a:pt x="2857" y="5630"/>
                    <a:pt x="3530" y="5630"/>
                  </a:cubicBezTo>
                  <a:lnTo>
                    <a:pt x="3614" y="5630"/>
                  </a:lnTo>
                  <a:cubicBezTo>
                    <a:pt x="3698" y="6302"/>
                    <a:pt x="4118" y="6723"/>
                    <a:pt x="4874" y="6723"/>
                  </a:cubicBezTo>
                  <a:lnTo>
                    <a:pt x="6722" y="6723"/>
                  </a:lnTo>
                  <a:cubicBezTo>
                    <a:pt x="7394" y="6723"/>
                    <a:pt x="7899" y="6302"/>
                    <a:pt x="7983" y="5630"/>
                  </a:cubicBezTo>
                  <a:lnTo>
                    <a:pt x="8235" y="5630"/>
                  </a:lnTo>
                  <a:cubicBezTo>
                    <a:pt x="8655" y="5630"/>
                    <a:pt x="9075" y="5462"/>
                    <a:pt x="9327" y="5126"/>
                  </a:cubicBezTo>
                  <a:lnTo>
                    <a:pt x="11259" y="5126"/>
                  </a:lnTo>
                  <a:cubicBezTo>
                    <a:pt x="11847" y="5126"/>
                    <a:pt x="12520" y="4622"/>
                    <a:pt x="12520" y="3950"/>
                  </a:cubicBezTo>
                  <a:cubicBezTo>
                    <a:pt x="12436" y="3278"/>
                    <a:pt x="11931" y="2774"/>
                    <a:pt x="11259" y="277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20"/>
            <p:cNvSpPr/>
            <p:nvPr/>
          </p:nvSpPr>
          <p:spPr>
            <a:xfrm>
              <a:off x="772947" y="1145432"/>
              <a:ext cx="569250" cy="315100"/>
            </a:xfrm>
            <a:custGeom>
              <a:avLst/>
              <a:gdLst/>
              <a:ahLst/>
              <a:cxnLst/>
              <a:rect l="l" t="t" r="r" b="b"/>
              <a:pathLst>
                <a:path w="22770" h="12604" extrusionOk="0">
                  <a:moveTo>
                    <a:pt x="20585" y="5042"/>
                  </a:moveTo>
                  <a:lnTo>
                    <a:pt x="18821" y="5042"/>
                  </a:lnTo>
                  <a:cubicBezTo>
                    <a:pt x="18905" y="4874"/>
                    <a:pt x="18905" y="4622"/>
                    <a:pt x="18905" y="4454"/>
                  </a:cubicBezTo>
                  <a:cubicBezTo>
                    <a:pt x="18905" y="3277"/>
                    <a:pt x="17981" y="2353"/>
                    <a:pt x="16720" y="2353"/>
                  </a:cubicBezTo>
                  <a:lnTo>
                    <a:pt x="15040" y="2353"/>
                  </a:lnTo>
                  <a:lnTo>
                    <a:pt x="15040" y="1933"/>
                  </a:lnTo>
                  <a:cubicBezTo>
                    <a:pt x="15040" y="841"/>
                    <a:pt x="14200" y="1"/>
                    <a:pt x="13023" y="1"/>
                  </a:cubicBezTo>
                  <a:lnTo>
                    <a:pt x="9327" y="1"/>
                  </a:lnTo>
                  <a:cubicBezTo>
                    <a:pt x="8402" y="1"/>
                    <a:pt x="7562" y="589"/>
                    <a:pt x="7478" y="1597"/>
                  </a:cubicBezTo>
                  <a:lnTo>
                    <a:pt x="6302" y="1597"/>
                  </a:lnTo>
                  <a:cubicBezTo>
                    <a:pt x="5042" y="1597"/>
                    <a:pt x="4117" y="2521"/>
                    <a:pt x="3949" y="3781"/>
                  </a:cubicBezTo>
                  <a:lnTo>
                    <a:pt x="2521" y="3781"/>
                  </a:lnTo>
                  <a:cubicBezTo>
                    <a:pt x="1177" y="3781"/>
                    <a:pt x="0" y="4958"/>
                    <a:pt x="0" y="6302"/>
                  </a:cubicBezTo>
                  <a:cubicBezTo>
                    <a:pt x="0" y="7646"/>
                    <a:pt x="1177" y="8823"/>
                    <a:pt x="2521" y="8823"/>
                  </a:cubicBezTo>
                  <a:lnTo>
                    <a:pt x="3865" y="8823"/>
                  </a:lnTo>
                  <a:cubicBezTo>
                    <a:pt x="4201" y="9831"/>
                    <a:pt x="5210" y="10587"/>
                    <a:pt x="6386" y="10587"/>
                  </a:cubicBezTo>
                  <a:lnTo>
                    <a:pt x="6638" y="10587"/>
                  </a:lnTo>
                  <a:cubicBezTo>
                    <a:pt x="6722" y="11763"/>
                    <a:pt x="7646" y="12604"/>
                    <a:pt x="8822" y="12604"/>
                  </a:cubicBezTo>
                  <a:lnTo>
                    <a:pt x="12267" y="12604"/>
                  </a:lnTo>
                  <a:cubicBezTo>
                    <a:pt x="13444" y="12604"/>
                    <a:pt x="14368" y="11763"/>
                    <a:pt x="14452" y="10587"/>
                  </a:cubicBezTo>
                  <a:lnTo>
                    <a:pt x="14872" y="10587"/>
                  </a:lnTo>
                  <a:cubicBezTo>
                    <a:pt x="15712" y="10587"/>
                    <a:pt x="16468" y="10167"/>
                    <a:pt x="16972" y="9663"/>
                  </a:cubicBezTo>
                  <a:lnTo>
                    <a:pt x="20585" y="9663"/>
                  </a:lnTo>
                  <a:cubicBezTo>
                    <a:pt x="21846" y="9663"/>
                    <a:pt x="22770" y="8739"/>
                    <a:pt x="22770" y="7478"/>
                  </a:cubicBezTo>
                  <a:cubicBezTo>
                    <a:pt x="22770" y="5966"/>
                    <a:pt x="21846" y="5042"/>
                    <a:pt x="20585" y="504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47" name="Google Shape;847;p20"/>
          <p:cNvSpPr/>
          <p:nvPr/>
        </p:nvSpPr>
        <p:spPr>
          <a:xfrm flipH="1">
            <a:off x="-276740" y="4617203"/>
            <a:ext cx="9697465" cy="527901"/>
          </a:xfrm>
          <a:custGeom>
            <a:avLst/>
            <a:gdLst/>
            <a:ahLst/>
            <a:cxnLst/>
            <a:rect l="l" t="t" r="r" b="b"/>
            <a:pathLst>
              <a:path w="308689" h="50833" extrusionOk="0">
                <a:moveTo>
                  <a:pt x="10839" y="0"/>
                </a:moveTo>
                <a:cubicBezTo>
                  <a:pt x="4790" y="0"/>
                  <a:pt x="1" y="4201"/>
                  <a:pt x="1" y="9411"/>
                </a:cubicBezTo>
                <a:lnTo>
                  <a:pt x="1" y="41506"/>
                </a:lnTo>
                <a:cubicBezTo>
                  <a:pt x="1" y="46631"/>
                  <a:pt x="4874" y="50832"/>
                  <a:pt x="10839" y="50832"/>
                </a:cubicBezTo>
                <a:lnTo>
                  <a:pt x="297850" y="50832"/>
                </a:lnTo>
                <a:cubicBezTo>
                  <a:pt x="303815" y="50832"/>
                  <a:pt x="308688" y="46631"/>
                  <a:pt x="308688" y="41506"/>
                </a:cubicBezTo>
                <a:lnTo>
                  <a:pt x="308688" y="9411"/>
                </a:lnTo>
                <a:cubicBezTo>
                  <a:pt x="308688" y="4201"/>
                  <a:pt x="303815" y="0"/>
                  <a:pt x="297850" y="0"/>
                </a:cubicBezTo>
                <a:close/>
              </a:path>
            </a:pathLst>
          </a:custGeom>
          <a:solidFill>
            <a:srgbClr val="97B8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20"/>
          <p:cNvSpPr/>
          <p:nvPr/>
        </p:nvSpPr>
        <p:spPr>
          <a:xfrm flipH="1">
            <a:off x="1738789" y="4715661"/>
            <a:ext cx="6955030" cy="527929"/>
          </a:xfrm>
          <a:custGeom>
            <a:avLst/>
            <a:gdLst/>
            <a:ahLst/>
            <a:cxnLst/>
            <a:rect l="l" t="t" r="r" b="b"/>
            <a:pathLst>
              <a:path w="221392" h="16805" extrusionOk="0">
                <a:moveTo>
                  <a:pt x="6554" y="0"/>
                </a:moveTo>
                <a:cubicBezTo>
                  <a:pt x="2941" y="0"/>
                  <a:pt x="0" y="2857"/>
                  <a:pt x="0" y="6386"/>
                </a:cubicBezTo>
                <a:cubicBezTo>
                  <a:pt x="0" y="9915"/>
                  <a:pt x="2941" y="12855"/>
                  <a:pt x="6554" y="12855"/>
                </a:cubicBezTo>
                <a:lnTo>
                  <a:pt x="10335" y="12855"/>
                </a:lnTo>
                <a:cubicBezTo>
                  <a:pt x="10335" y="13023"/>
                  <a:pt x="10167" y="13275"/>
                  <a:pt x="10167" y="13443"/>
                </a:cubicBezTo>
                <a:cubicBezTo>
                  <a:pt x="10167" y="15376"/>
                  <a:pt x="11763" y="16804"/>
                  <a:pt x="13695" y="16804"/>
                </a:cubicBezTo>
                <a:lnTo>
                  <a:pt x="69988" y="16804"/>
                </a:lnTo>
                <a:cubicBezTo>
                  <a:pt x="71837" y="16804"/>
                  <a:pt x="73433" y="15376"/>
                  <a:pt x="73433" y="13443"/>
                </a:cubicBezTo>
                <a:cubicBezTo>
                  <a:pt x="73433" y="13275"/>
                  <a:pt x="73433" y="13023"/>
                  <a:pt x="73349" y="12855"/>
                </a:cubicBezTo>
                <a:lnTo>
                  <a:pt x="214922" y="12855"/>
                </a:lnTo>
                <a:cubicBezTo>
                  <a:pt x="218451" y="12855"/>
                  <a:pt x="221391" y="9999"/>
                  <a:pt x="221391" y="6386"/>
                </a:cubicBezTo>
                <a:cubicBezTo>
                  <a:pt x="221391" y="2941"/>
                  <a:pt x="218451" y="0"/>
                  <a:pt x="2149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49" name="Google Shape;849;p20"/>
          <p:cNvGrpSpPr/>
          <p:nvPr/>
        </p:nvGrpSpPr>
        <p:grpSpPr>
          <a:xfrm>
            <a:off x="154875" y="4409225"/>
            <a:ext cx="2008075" cy="207975"/>
            <a:chOff x="582600" y="3330075"/>
            <a:chExt cx="2008075" cy="207975"/>
          </a:xfrm>
        </p:grpSpPr>
        <p:sp>
          <p:nvSpPr>
            <p:cNvPr id="850" name="Google Shape;850;p20"/>
            <p:cNvSpPr/>
            <p:nvPr/>
          </p:nvSpPr>
          <p:spPr>
            <a:xfrm>
              <a:off x="1036300" y="3355300"/>
              <a:ext cx="252075" cy="180650"/>
            </a:xfrm>
            <a:custGeom>
              <a:avLst/>
              <a:gdLst/>
              <a:ahLst/>
              <a:cxnLst/>
              <a:rect l="l" t="t" r="r" b="b"/>
              <a:pathLst>
                <a:path w="10083" h="7226" extrusionOk="0">
                  <a:moveTo>
                    <a:pt x="3529" y="0"/>
                  </a:moveTo>
                  <a:cubicBezTo>
                    <a:pt x="3193" y="0"/>
                    <a:pt x="2857" y="336"/>
                    <a:pt x="2857" y="756"/>
                  </a:cubicBezTo>
                  <a:cubicBezTo>
                    <a:pt x="2857" y="840"/>
                    <a:pt x="2857" y="1092"/>
                    <a:pt x="2941" y="1176"/>
                  </a:cubicBezTo>
                  <a:lnTo>
                    <a:pt x="2101" y="1176"/>
                  </a:lnTo>
                  <a:cubicBezTo>
                    <a:pt x="1597" y="1176"/>
                    <a:pt x="1261" y="1596"/>
                    <a:pt x="1261" y="2017"/>
                  </a:cubicBezTo>
                  <a:lnTo>
                    <a:pt x="1261" y="2269"/>
                  </a:lnTo>
                  <a:cubicBezTo>
                    <a:pt x="757" y="2437"/>
                    <a:pt x="420" y="2941"/>
                    <a:pt x="420" y="3529"/>
                  </a:cubicBezTo>
                  <a:cubicBezTo>
                    <a:pt x="420" y="3949"/>
                    <a:pt x="504" y="4201"/>
                    <a:pt x="841" y="4453"/>
                  </a:cubicBezTo>
                  <a:lnTo>
                    <a:pt x="757" y="4453"/>
                  </a:lnTo>
                  <a:cubicBezTo>
                    <a:pt x="420" y="4453"/>
                    <a:pt x="84" y="4789"/>
                    <a:pt x="84" y="5041"/>
                  </a:cubicBezTo>
                  <a:cubicBezTo>
                    <a:pt x="0" y="5293"/>
                    <a:pt x="336" y="5629"/>
                    <a:pt x="757" y="5629"/>
                  </a:cubicBezTo>
                  <a:lnTo>
                    <a:pt x="925" y="5629"/>
                  </a:lnTo>
                  <a:cubicBezTo>
                    <a:pt x="841" y="5713"/>
                    <a:pt x="757" y="5965"/>
                    <a:pt x="757" y="6050"/>
                  </a:cubicBezTo>
                  <a:cubicBezTo>
                    <a:pt x="757" y="6470"/>
                    <a:pt x="1093" y="6806"/>
                    <a:pt x="1513" y="6806"/>
                  </a:cubicBezTo>
                  <a:lnTo>
                    <a:pt x="1513" y="6890"/>
                  </a:lnTo>
                  <a:cubicBezTo>
                    <a:pt x="1513" y="6974"/>
                    <a:pt x="1513" y="7058"/>
                    <a:pt x="1597" y="7226"/>
                  </a:cubicBezTo>
                  <a:lnTo>
                    <a:pt x="9074" y="7226"/>
                  </a:lnTo>
                  <a:lnTo>
                    <a:pt x="9074" y="6974"/>
                  </a:lnTo>
                  <a:cubicBezTo>
                    <a:pt x="9074" y="6806"/>
                    <a:pt x="8906" y="6638"/>
                    <a:pt x="8822" y="6554"/>
                  </a:cubicBezTo>
                  <a:lnTo>
                    <a:pt x="9074" y="6554"/>
                  </a:lnTo>
                  <a:cubicBezTo>
                    <a:pt x="9243" y="6554"/>
                    <a:pt x="9495" y="6302"/>
                    <a:pt x="9495" y="6134"/>
                  </a:cubicBezTo>
                  <a:cubicBezTo>
                    <a:pt x="9495" y="6050"/>
                    <a:pt x="9495" y="5881"/>
                    <a:pt x="9327" y="5881"/>
                  </a:cubicBezTo>
                  <a:cubicBezTo>
                    <a:pt x="9747" y="5797"/>
                    <a:pt x="10083" y="5377"/>
                    <a:pt x="10083" y="4873"/>
                  </a:cubicBezTo>
                  <a:cubicBezTo>
                    <a:pt x="10083" y="4369"/>
                    <a:pt x="9747" y="3949"/>
                    <a:pt x="9327" y="3781"/>
                  </a:cubicBezTo>
                  <a:cubicBezTo>
                    <a:pt x="9327" y="3697"/>
                    <a:pt x="9495" y="3529"/>
                    <a:pt x="9495" y="3361"/>
                  </a:cubicBezTo>
                  <a:cubicBezTo>
                    <a:pt x="9495" y="2773"/>
                    <a:pt x="9074" y="2269"/>
                    <a:pt x="8486" y="2101"/>
                  </a:cubicBezTo>
                  <a:lnTo>
                    <a:pt x="8486" y="2017"/>
                  </a:lnTo>
                  <a:cubicBezTo>
                    <a:pt x="8486" y="1512"/>
                    <a:pt x="8066" y="1176"/>
                    <a:pt x="7646" y="1176"/>
                  </a:cubicBezTo>
                  <a:lnTo>
                    <a:pt x="7562" y="1176"/>
                  </a:lnTo>
                  <a:cubicBezTo>
                    <a:pt x="7646" y="1092"/>
                    <a:pt x="7646" y="1008"/>
                    <a:pt x="7646" y="756"/>
                  </a:cubicBezTo>
                  <a:cubicBezTo>
                    <a:pt x="7646" y="336"/>
                    <a:pt x="7394" y="0"/>
                    <a:pt x="697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20"/>
            <p:cNvSpPr/>
            <p:nvPr/>
          </p:nvSpPr>
          <p:spPr>
            <a:xfrm>
              <a:off x="1023700" y="3355300"/>
              <a:ext cx="210075" cy="180650"/>
            </a:xfrm>
            <a:custGeom>
              <a:avLst/>
              <a:gdLst/>
              <a:ahLst/>
              <a:cxnLst/>
              <a:rect l="l" t="t" r="r" b="b"/>
              <a:pathLst>
                <a:path w="8403" h="7226" extrusionOk="0">
                  <a:moveTo>
                    <a:pt x="3613" y="0"/>
                  </a:moveTo>
                  <a:cubicBezTo>
                    <a:pt x="3193" y="0"/>
                    <a:pt x="2941" y="336"/>
                    <a:pt x="2941" y="756"/>
                  </a:cubicBezTo>
                  <a:cubicBezTo>
                    <a:pt x="2941" y="840"/>
                    <a:pt x="2941" y="1092"/>
                    <a:pt x="3025" y="1176"/>
                  </a:cubicBezTo>
                  <a:lnTo>
                    <a:pt x="2185" y="1176"/>
                  </a:lnTo>
                  <a:cubicBezTo>
                    <a:pt x="1681" y="1176"/>
                    <a:pt x="1345" y="1596"/>
                    <a:pt x="1345" y="2017"/>
                  </a:cubicBezTo>
                  <a:lnTo>
                    <a:pt x="1345" y="2269"/>
                  </a:lnTo>
                  <a:cubicBezTo>
                    <a:pt x="840" y="2437"/>
                    <a:pt x="504" y="2941"/>
                    <a:pt x="504" y="3529"/>
                  </a:cubicBezTo>
                  <a:cubicBezTo>
                    <a:pt x="504" y="3949"/>
                    <a:pt x="588" y="4201"/>
                    <a:pt x="924" y="4453"/>
                  </a:cubicBezTo>
                  <a:lnTo>
                    <a:pt x="840" y="4453"/>
                  </a:lnTo>
                  <a:cubicBezTo>
                    <a:pt x="504" y="4453"/>
                    <a:pt x="168" y="4789"/>
                    <a:pt x="168" y="5041"/>
                  </a:cubicBezTo>
                  <a:cubicBezTo>
                    <a:pt x="0" y="5293"/>
                    <a:pt x="336" y="5629"/>
                    <a:pt x="588" y="5629"/>
                  </a:cubicBezTo>
                  <a:lnTo>
                    <a:pt x="840" y="5629"/>
                  </a:lnTo>
                  <a:cubicBezTo>
                    <a:pt x="756" y="5713"/>
                    <a:pt x="588" y="5965"/>
                    <a:pt x="588" y="6050"/>
                  </a:cubicBezTo>
                  <a:cubicBezTo>
                    <a:pt x="588" y="6470"/>
                    <a:pt x="924" y="6806"/>
                    <a:pt x="1345" y="6806"/>
                  </a:cubicBezTo>
                  <a:lnTo>
                    <a:pt x="1345" y="6890"/>
                  </a:lnTo>
                  <a:cubicBezTo>
                    <a:pt x="1345" y="6974"/>
                    <a:pt x="1345" y="7058"/>
                    <a:pt x="1429" y="7226"/>
                  </a:cubicBezTo>
                  <a:lnTo>
                    <a:pt x="7226" y="7226"/>
                  </a:lnTo>
                  <a:lnTo>
                    <a:pt x="7226" y="6974"/>
                  </a:lnTo>
                  <a:cubicBezTo>
                    <a:pt x="7226" y="6806"/>
                    <a:pt x="7142" y="6638"/>
                    <a:pt x="6974" y="6554"/>
                  </a:cubicBezTo>
                  <a:lnTo>
                    <a:pt x="7310" y="6554"/>
                  </a:lnTo>
                  <a:cubicBezTo>
                    <a:pt x="7562" y="6554"/>
                    <a:pt x="7730" y="6302"/>
                    <a:pt x="7730" y="6134"/>
                  </a:cubicBezTo>
                  <a:cubicBezTo>
                    <a:pt x="7730" y="6050"/>
                    <a:pt x="7730" y="5881"/>
                    <a:pt x="7646" y="5881"/>
                  </a:cubicBezTo>
                  <a:cubicBezTo>
                    <a:pt x="8066" y="5797"/>
                    <a:pt x="8402" y="5377"/>
                    <a:pt x="8402" y="4873"/>
                  </a:cubicBezTo>
                  <a:cubicBezTo>
                    <a:pt x="8402" y="4369"/>
                    <a:pt x="8066" y="3949"/>
                    <a:pt x="7646" y="3781"/>
                  </a:cubicBezTo>
                  <a:cubicBezTo>
                    <a:pt x="7646" y="3697"/>
                    <a:pt x="7730" y="3529"/>
                    <a:pt x="7730" y="3361"/>
                  </a:cubicBezTo>
                  <a:cubicBezTo>
                    <a:pt x="7730" y="2773"/>
                    <a:pt x="7310" y="2269"/>
                    <a:pt x="6806" y="2101"/>
                  </a:cubicBezTo>
                  <a:lnTo>
                    <a:pt x="6806" y="2017"/>
                  </a:lnTo>
                  <a:cubicBezTo>
                    <a:pt x="6806" y="1512"/>
                    <a:pt x="6386" y="1176"/>
                    <a:pt x="5966" y="1176"/>
                  </a:cubicBezTo>
                  <a:lnTo>
                    <a:pt x="5882" y="1176"/>
                  </a:lnTo>
                  <a:cubicBezTo>
                    <a:pt x="5966" y="1092"/>
                    <a:pt x="5966" y="1008"/>
                    <a:pt x="5966" y="756"/>
                  </a:cubicBezTo>
                  <a:cubicBezTo>
                    <a:pt x="5966" y="336"/>
                    <a:pt x="5630" y="0"/>
                    <a:pt x="520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20"/>
            <p:cNvSpPr/>
            <p:nvPr/>
          </p:nvSpPr>
          <p:spPr>
            <a:xfrm>
              <a:off x="1023700" y="3462425"/>
              <a:ext cx="159650" cy="73525"/>
            </a:xfrm>
            <a:custGeom>
              <a:avLst/>
              <a:gdLst/>
              <a:ahLst/>
              <a:cxnLst/>
              <a:rect l="l" t="t" r="r" b="b"/>
              <a:pathLst>
                <a:path w="6386" h="2941" extrusionOk="0">
                  <a:moveTo>
                    <a:pt x="588" y="0"/>
                  </a:moveTo>
                  <a:cubicBezTo>
                    <a:pt x="252" y="0"/>
                    <a:pt x="0" y="252"/>
                    <a:pt x="0" y="588"/>
                  </a:cubicBezTo>
                  <a:cubicBezTo>
                    <a:pt x="0" y="1008"/>
                    <a:pt x="336" y="1344"/>
                    <a:pt x="588" y="1344"/>
                  </a:cubicBezTo>
                  <a:lnTo>
                    <a:pt x="840" y="1344"/>
                  </a:lnTo>
                  <a:cubicBezTo>
                    <a:pt x="756" y="1428"/>
                    <a:pt x="588" y="1680"/>
                    <a:pt x="588" y="1765"/>
                  </a:cubicBezTo>
                  <a:cubicBezTo>
                    <a:pt x="588" y="2185"/>
                    <a:pt x="924" y="2521"/>
                    <a:pt x="1345" y="2521"/>
                  </a:cubicBezTo>
                  <a:lnTo>
                    <a:pt x="1345" y="2605"/>
                  </a:lnTo>
                  <a:cubicBezTo>
                    <a:pt x="1345" y="2689"/>
                    <a:pt x="1345" y="2773"/>
                    <a:pt x="1429" y="2941"/>
                  </a:cubicBezTo>
                  <a:lnTo>
                    <a:pt x="4705" y="2941"/>
                  </a:lnTo>
                  <a:cubicBezTo>
                    <a:pt x="4621" y="2773"/>
                    <a:pt x="4453" y="2605"/>
                    <a:pt x="4285" y="2605"/>
                  </a:cubicBezTo>
                  <a:cubicBezTo>
                    <a:pt x="4537" y="2521"/>
                    <a:pt x="4621" y="2353"/>
                    <a:pt x="4621" y="2269"/>
                  </a:cubicBezTo>
                  <a:lnTo>
                    <a:pt x="5630" y="2269"/>
                  </a:lnTo>
                  <a:cubicBezTo>
                    <a:pt x="6050" y="2269"/>
                    <a:pt x="6386" y="1933"/>
                    <a:pt x="6386" y="1512"/>
                  </a:cubicBezTo>
                  <a:cubicBezTo>
                    <a:pt x="6386" y="1092"/>
                    <a:pt x="6050" y="840"/>
                    <a:pt x="5630" y="840"/>
                  </a:cubicBezTo>
                  <a:lnTo>
                    <a:pt x="4369" y="840"/>
                  </a:lnTo>
                  <a:lnTo>
                    <a:pt x="4369" y="672"/>
                  </a:lnTo>
                  <a:cubicBezTo>
                    <a:pt x="4369" y="252"/>
                    <a:pt x="4033" y="0"/>
                    <a:pt x="36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20"/>
            <p:cNvSpPr/>
            <p:nvPr/>
          </p:nvSpPr>
          <p:spPr>
            <a:xfrm>
              <a:off x="1097200" y="3353200"/>
              <a:ext cx="117675" cy="75625"/>
            </a:xfrm>
            <a:custGeom>
              <a:avLst/>
              <a:gdLst/>
              <a:ahLst/>
              <a:cxnLst/>
              <a:rect l="l" t="t" r="r" b="b"/>
              <a:pathLst>
                <a:path w="4707" h="3025" extrusionOk="0">
                  <a:moveTo>
                    <a:pt x="1345" y="0"/>
                  </a:moveTo>
                  <a:lnTo>
                    <a:pt x="1345" y="252"/>
                  </a:lnTo>
                  <a:cubicBezTo>
                    <a:pt x="1345" y="588"/>
                    <a:pt x="1597" y="756"/>
                    <a:pt x="1765" y="756"/>
                  </a:cubicBezTo>
                  <a:cubicBezTo>
                    <a:pt x="1681" y="756"/>
                    <a:pt x="1513" y="840"/>
                    <a:pt x="1429" y="1092"/>
                  </a:cubicBezTo>
                  <a:lnTo>
                    <a:pt x="589" y="1092"/>
                  </a:lnTo>
                  <a:cubicBezTo>
                    <a:pt x="337" y="1092"/>
                    <a:pt x="1" y="1428"/>
                    <a:pt x="1" y="1680"/>
                  </a:cubicBezTo>
                  <a:cubicBezTo>
                    <a:pt x="1" y="2017"/>
                    <a:pt x="337" y="2353"/>
                    <a:pt x="589" y="2353"/>
                  </a:cubicBezTo>
                  <a:lnTo>
                    <a:pt x="1681" y="2353"/>
                  </a:lnTo>
                  <a:lnTo>
                    <a:pt x="1681" y="2437"/>
                  </a:lnTo>
                  <a:cubicBezTo>
                    <a:pt x="1681" y="2773"/>
                    <a:pt x="2017" y="3025"/>
                    <a:pt x="2269" y="3025"/>
                  </a:cubicBezTo>
                  <a:lnTo>
                    <a:pt x="4706" y="3025"/>
                  </a:lnTo>
                  <a:cubicBezTo>
                    <a:pt x="4538" y="2689"/>
                    <a:pt x="4202" y="2353"/>
                    <a:pt x="3782" y="2101"/>
                  </a:cubicBezTo>
                  <a:lnTo>
                    <a:pt x="3782" y="2017"/>
                  </a:lnTo>
                  <a:cubicBezTo>
                    <a:pt x="3782" y="1512"/>
                    <a:pt x="3362" y="1176"/>
                    <a:pt x="2942" y="1176"/>
                  </a:cubicBezTo>
                  <a:lnTo>
                    <a:pt x="2858" y="1176"/>
                  </a:lnTo>
                  <a:cubicBezTo>
                    <a:pt x="2942" y="1092"/>
                    <a:pt x="2942" y="1008"/>
                    <a:pt x="2942" y="756"/>
                  </a:cubicBezTo>
                  <a:cubicBezTo>
                    <a:pt x="2942" y="336"/>
                    <a:pt x="2606" y="0"/>
                    <a:pt x="218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20"/>
            <p:cNvSpPr/>
            <p:nvPr/>
          </p:nvSpPr>
          <p:spPr>
            <a:xfrm>
              <a:off x="2130650" y="3359500"/>
              <a:ext cx="256275" cy="178550"/>
            </a:xfrm>
            <a:custGeom>
              <a:avLst/>
              <a:gdLst/>
              <a:ahLst/>
              <a:cxnLst/>
              <a:rect l="l" t="t" r="r" b="b"/>
              <a:pathLst>
                <a:path w="10251" h="7142" extrusionOk="0">
                  <a:moveTo>
                    <a:pt x="3613" y="0"/>
                  </a:moveTo>
                  <a:cubicBezTo>
                    <a:pt x="3193" y="0"/>
                    <a:pt x="2857" y="252"/>
                    <a:pt x="2857" y="672"/>
                  </a:cubicBezTo>
                  <a:cubicBezTo>
                    <a:pt x="2857" y="840"/>
                    <a:pt x="2857" y="1008"/>
                    <a:pt x="2941" y="1092"/>
                  </a:cubicBezTo>
                  <a:lnTo>
                    <a:pt x="2101" y="1092"/>
                  </a:lnTo>
                  <a:cubicBezTo>
                    <a:pt x="1597" y="1092"/>
                    <a:pt x="1177" y="1597"/>
                    <a:pt x="1177" y="1933"/>
                  </a:cubicBezTo>
                  <a:lnTo>
                    <a:pt x="1177" y="2185"/>
                  </a:lnTo>
                  <a:cubicBezTo>
                    <a:pt x="673" y="2437"/>
                    <a:pt x="337" y="2941"/>
                    <a:pt x="337" y="3445"/>
                  </a:cubicBezTo>
                  <a:cubicBezTo>
                    <a:pt x="337" y="3865"/>
                    <a:pt x="421" y="4201"/>
                    <a:pt x="757" y="4369"/>
                  </a:cubicBezTo>
                  <a:lnTo>
                    <a:pt x="673" y="4369"/>
                  </a:lnTo>
                  <a:cubicBezTo>
                    <a:pt x="337" y="4369"/>
                    <a:pt x="0" y="4705"/>
                    <a:pt x="0" y="5041"/>
                  </a:cubicBezTo>
                  <a:cubicBezTo>
                    <a:pt x="0" y="5209"/>
                    <a:pt x="337" y="5545"/>
                    <a:pt x="673" y="5545"/>
                  </a:cubicBezTo>
                  <a:lnTo>
                    <a:pt x="841" y="5545"/>
                  </a:lnTo>
                  <a:cubicBezTo>
                    <a:pt x="757" y="5629"/>
                    <a:pt x="673" y="5882"/>
                    <a:pt x="673" y="5966"/>
                  </a:cubicBezTo>
                  <a:cubicBezTo>
                    <a:pt x="673" y="6386"/>
                    <a:pt x="1009" y="6722"/>
                    <a:pt x="1429" y="6722"/>
                  </a:cubicBezTo>
                  <a:lnTo>
                    <a:pt x="1429" y="6806"/>
                  </a:lnTo>
                  <a:cubicBezTo>
                    <a:pt x="1429" y="6890"/>
                    <a:pt x="1429" y="7058"/>
                    <a:pt x="1513" y="7142"/>
                  </a:cubicBezTo>
                  <a:lnTo>
                    <a:pt x="9075" y="7142"/>
                  </a:lnTo>
                  <a:lnTo>
                    <a:pt x="9075" y="6890"/>
                  </a:lnTo>
                  <a:cubicBezTo>
                    <a:pt x="9075" y="6722"/>
                    <a:pt x="8991" y="6638"/>
                    <a:pt x="8823" y="6470"/>
                  </a:cubicBezTo>
                  <a:lnTo>
                    <a:pt x="9159" y="6470"/>
                  </a:lnTo>
                  <a:cubicBezTo>
                    <a:pt x="9411" y="6470"/>
                    <a:pt x="9579" y="6302"/>
                    <a:pt x="9579" y="6050"/>
                  </a:cubicBezTo>
                  <a:cubicBezTo>
                    <a:pt x="9579" y="5966"/>
                    <a:pt x="9579" y="5882"/>
                    <a:pt x="9495" y="5882"/>
                  </a:cubicBezTo>
                  <a:cubicBezTo>
                    <a:pt x="9915" y="5797"/>
                    <a:pt x="10251" y="5293"/>
                    <a:pt x="10251" y="4789"/>
                  </a:cubicBezTo>
                  <a:cubicBezTo>
                    <a:pt x="10251" y="4285"/>
                    <a:pt x="9915" y="3865"/>
                    <a:pt x="9495" y="3781"/>
                  </a:cubicBezTo>
                  <a:cubicBezTo>
                    <a:pt x="9579" y="3697"/>
                    <a:pt x="9579" y="3445"/>
                    <a:pt x="9579" y="3361"/>
                  </a:cubicBezTo>
                  <a:cubicBezTo>
                    <a:pt x="9579" y="2689"/>
                    <a:pt x="9159" y="2185"/>
                    <a:pt x="8654" y="2101"/>
                  </a:cubicBezTo>
                  <a:lnTo>
                    <a:pt x="8654" y="1933"/>
                  </a:lnTo>
                  <a:cubicBezTo>
                    <a:pt x="8654" y="1428"/>
                    <a:pt x="8234" y="1092"/>
                    <a:pt x="7646" y="1092"/>
                  </a:cubicBezTo>
                  <a:lnTo>
                    <a:pt x="7562" y="1092"/>
                  </a:lnTo>
                  <a:cubicBezTo>
                    <a:pt x="7646" y="1008"/>
                    <a:pt x="7646" y="924"/>
                    <a:pt x="7646" y="672"/>
                  </a:cubicBezTo>
                  <a:cubicBezTo>
                    <a:pt x="7646" y="252"/>
                    <a:pt x="7394" y="0"/>
                    <a:pt x="697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20"/>
            <p:cNvSpPr/>
            <p:nvPr/>
          </p:nvSpPr>
          <p:spPr>
            <a:xfrm>
              <a:off x="2115950" y="3359500"/>
              <a:ext cx="212175" cy="178550"/>
            </a:xfrm>
            <a:custGeom>
              <a:avLst/>
              <a:gdLst/>
              <a:ahLst/>
              <a:cxnLst/>
              <a:rect l="l" t="t" r="r" b="b"/>
              <a:pathLst>
                <a:path w="8487" h="7142" extrusionOk="0">
                  <a:moveTo>
                    <a:pt x="3529" y="0"/>
                  </a:moveTo>
                  <a:cubicBezTo>
                    <a:pt x="3109" y="0"/>
                    <a:pt x="2773" y="252"/>
                    <a:pt x="2773" y="672"/>
                  </a:cubicBezTo>
                  <a:cubicBezTo>
                    <a:pt x="2773" y="840"/>
                    <a:pt x="2773" y="1008"/>
                    <a:pt x="2941" y="1092"/>
                  </a:cubicBezTo>
                  <a:lnTo>
                    <a:pt x="2101" y="1092"/>
                  </a:lnTo>
                  <a:cubicBezTo>
                    <a:pt x="1513" y="1092"/>
                    <a:pt x="1093" y="1597"/>
                    <a:pt x="1093" y="1933"/>
                  </a:cubicBezTo>
                  <a:lnTo>
                    <a:pt x="1093" y="2185"/>
                  </a:lnTo>
                  <a:cubicBezTo>
                    <a:pt x="588" y="2437"/>
                    <a:pt x="252" y="2941"/>
                    <a:pt x="252" y="3445"/>
                  </a:cubicBezTo>
                  <a:cubicBezTo>
                    <a:pt x="252" y="3865"/>
                    <a:pt x="420" y="4201"/>
                    <a:pt x="673" y="4369"/>
                  </a:cubicBezTo>
                  <a:lnTo>
                    <a:pt x="588" y="4369"/>
                  </a:lnTo>
                  <a:cubicBezTo>
                    <a:pt x="336" y="4369"/>
                    <a:pt x="0" y="4705"/>
                    <a:pt x="0" y="5041"/>
                  </a:cubicBezTo>
                  <a:cubicBezTo>
                    <a:pt x="84" y="5209"/>
                    <a:pt x="420" y="5545"/>
                    <a:pt x="757" y="5545"/>
                  </a:cubicBezTo>
                  <a:lnTo>
                    <a:pt x="925" y="5545"/>
                  </a:lnTo>
                  <a:cubicBezTo>
                    <a:pt x="841" y="5629"/>
                    <a:pt x="757" y="5882"/>
                    <a:pt x="757" y="5966"/>
                  </a:cubicBezTo>
                  <a:cubicBezTo>
                    <a:pt x="757" y="6386"/>
                    <a:pt x="1009" y="6722"/>
                    <a:pt x="1429" y="6722"/>
                  </a:cubicBezTo>
                  <a:lnTo>
                    <a:pt x="1429" y="6806"/>
                  </a:lnTo>
                  <a:cubicBezTo>
                    <a:pt x="1429" y="6890"/>
                    <a:pt x="1429" y="7058"/>
                    <a:pt x="1597" y="7142"/>
                  </a:cubicBezTo>
                  <a:lnTo>
                    <a:pt x="7310" y="7142"/>
                  </a:lnTo>
                  <a:lnTo>
                    <a:pt x="7310" y="6890"/>
                  </a:lnTo>
                  <a:cubicBezTo>
                    <a:pt x="7310" y="6722"/>
                    <a:pt x="7226" y="6638"/>
                    <a:pt x="7142" y="6470"/>
                  </a:cubicBezTo>
                  <a:lnTo>
                    <a:pt x="7394" y="6470"/>
                  </a:lnTo>
                  <a:cubicBezTo>
                    <a:pt x="7646" y="6470"/>
                    <a:pt x="7898" y="6302"/>
                    <a:pt x="7898" y="6050"/>
                  </a:cubicBezTo>
                  <a:cubicBezTo>
                    <a:pt x="7898" y="5966"/>
                    <a:pt x="7898" y="5882"/>
                    <a:pt x="7730" y="5882"/>
                  </a:cubicBezTo>
                  <a:cubicBezTo>
                    <a:pt x="8150" y="5797"/>
                    <a:pt x="8486" y="5293"/>
                    <a:pt x="8486" y="4789"/>
                  </a:cubicBezTo>
                  <a:cubicBezTo>
                    <a:pt x="8486" y="4285"/>
                    <a:pt x="8150" y="3865"/>
                    <a:pt x="7730" y="3781"/>
                  </a:cubicBezTo>
                  <a:cubicBezTo>
                    <a:pt x="7730" y="3697"/>
                    <a:pt x="7898" y="3445"/>
                    <a:pt x="7898" y="3361"/>
                  </a:cubicBezTo>
                  <a:cubicBezTo>
                    <a:pt x="7898" y="2689"/>
                    <a:pt x="7394" y="2185"/>
                    <a:pt x="6890" y="2101"/>
                  </a:cubicBezTo>
                  <a:lnTo>
                    <a:pt x="6890" y="1933"/>
                  </a:lnTo>
                  <a:cubicBezTo>
                    <a:pt x="6890" y="1428"/>
                    <a:pt x="6470" y="1092"/>
                    <a:pt x="5966" y="1092"/>
                  </a:cubicBezTo>
                  <a:lnTo>
                    <a:pt x="5882" y="1092"/>
                  </a:lnTo>
                  <a:cubicBezTo>
                    <a:pt x="5966" y="1008"/>
                    <a:pt x="5966" y="924"/>
                    <a:pt x="5966" y="672"/>
                  </a:cubicBezTo>
                  <a:cubicBezTo>
                    <a:pt x="5966" y="252"/>
                    <a:pt x="5630" y="0"/>
                    <a:pt x="521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20"/>
            <p:cNvSpPr/>
            <p:nvPr/>
          </p:nvSpPr>
          <p:spPr>
            <a:xfrm>
              <a:off x="2118050" y="3462425"/>
              <a:ext cx="163850" cy="75625"/>
            </a:xfrm>
            <a:custGeom>
              <a:avLst/>
              <a:gdLst/>
              <a:ahLst/>
              <a:cxnLst/>
              <a:rect l="l" t="t" r="r" b="b"/>
              <a:pathLst>
                <a:path w="6554" h="3025" extrusionOk="0">
                  <a:moveTo>
                    <a:pt x="589" y="0"/>
                  </a:moveTo>
                  <a:cubicBezTo>
                    <a:pt x="336" y="0"/>
                    <a:pt x="0" y="252"/>
                    <a:pt x="0" y="588"/>
                  </a:cubicBezTo>
                  <a:cubicBezTo>
                    <a:pt x="0" y="1092"/>
                    <a:pt x="336" y="1428"/>
                    <a:pt x="673" y="1428"/>
                  </a:cubicBezTo>
                  <a:lnTo>
                    <a:pt x="841" y="1428"/>
                  </a:lnTo>
                  <a:cubicBezTo>
                    <a:pt x="757" y="1512"/>
                    <a:pt x="673" y="1765"/>
                    <a:pt x="673" y="1849"/>
                  </a:cubicBezTo>
                  <a:cubicBezTo>
                    <a:pt x="673" y="2269"/>
                    <a:pt x="925" y="2605"/>
                    <a:pt x="1345" y="2605"/>
                  </a:cubicBezTo>
                  <a:lnTo>
                    <a:pt x="1345" y="2689"/>
                  </a:lnTo>
                  <a:cubicBezTo>
                    <a:pt x="1345" y="2773"/>
                    <a:pt x="1345" y="2941"/>
                    <a:pt x="1513" y="3025"/>
                  </a:cubicBezTo>
                  <a:lnTo>
                    <a:pt x="4873" y="3025"/>
                  </a:lnTo>
                  <a:cubicBezTo>
                    <a:pt x="4705" y="2941"/>
                    <a:pt x="4621" y="2689"/>
                    <a:pt x="4453" y="2689"/>
                  </a:cubicBezTo>
                  <a:cubicBezTo>
                    <a:pt x="4621" y="2689"/>
                    <a:pt x="4705" y="2521"/>
                    <a:pt x="4705" y="2353"/>
                  </a:cubicBezTo>
                  <a:lnTo>
                    <a:pt x="5798" y="2353"/>
                  </a:lnTo>
                  <a:cubicBezTo>
                    <a:pt x="6218" y="2353"/>
                    <a:pt x="6554" y="2101"/>
                    <a:pt x="6554" y="1680"/>
                  </a:cubicBezTo>
                  <a:cubicBezTo>
                    <a:pt x="6554" y="1260"/>
                    <a:pt x="6218" y="924"/>
                    <a:pt x="5798" y="924"/>
                  </a:cubicBezTo>
                  <a:lnTo>
                    <a:pt x="4537" y="924"/>
                  </a:lnTo>
                  <a:lnTo>
                    <a:pt x="4537" y="672"/>
                  </a:lnTo>
                  <a:cubicBezTo>
                    <a:pt x="4537" y="252"/>
                    <a:pt x="4201" y="0"/>
                    <a:pt x="378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20"/>
            <p:cNvSpPr/>
            <p:nvPr/>
          </p:nvSpPr>
          <p:spPr>
            <a:xfrm>
              <a:off x="2191575" y="3357400"/>
              <a:ext cx="117650" cy="75625"/>
            </a:xfrm>
            <a:custGeom>
              <a:avLst/>
              <a:gdLst/>
              <a:ahLst/>
              <a:cxnLst/>
              <a:rect l="l" t="t" r="r" b="b"/>
              <a:pathLst>
                <a:path w="4706" h="3025" extrusionOk="0">
                  <a:moveTo>
                    <a:pt x="1428" y="0"/>
                  </a:moveTo>
                  <a:lnTo>
                    <a:pt x="1428" y="168"/>
                  </a:lnTo>
                  <a:cubicBezTo>
                    <a:pt x="1428" y="504"/>
                    <a:pt x="1680" y="672"/>
                    <a:pt x="1848" y="672"/>
                  </a:cubicBezTo>
                  <a:cubicBezTo>
                    <a:pt x="1764" y="672"/>
                    <a:pt x="1680" y="840"/>
                    <a:pt x="1596" y="1008"/>
                  </a:cubicBezTo>
                  <a:lnTo>
                    <a:pt x="672" y="1008"/>
                  </a:lnTo>
                  <a:cubicBezTo>
                    <a:pt x="336" y="1008"/>
                    <a:pt x="0" y="1344"/>
                    <a:pt x="0" y="1681"/>
                  </a:cubicBezTo>
                  <a:cubicBezTo>
                    <a:pt x="0" y="1933"/>
                    <a:pt x="336" y="2269"/>
                    <a:pt x="672" y="2269"/>
                  </a:cubicBezTo>
                  <a:lnTo>
                    <a:pt x="1680" y="2269"/>
                  </a:lnTo>
                  <a:lnTo>
                    <a:pt x="1680" y="2353"/>
                  </a:lnTo>
                  <a:cubicBezTo>
                    <a:pt x="1680" y="2689"/>
                    <a:pt x="2017" y="3025"/>
                    <a:pt x="2269" y="3025"/>
                  </a:cubicBezTo>
                  <a:lnTo>
                    <a:pt x="4705" y="3025"/>
                  </a:lnTo>
                  <a:cubicBezTo>
                    <a:pt x="4621" y="2521"/>
                    <a:pt x="4285" y="2185"/>
                    <a:pt x="3865" y="2101"/>
                  </a:cubicBezTo>
                  <a:lnTo>
                    <a:pt x="3865" y="1933"/>
                  </a:lnTo>
                  <a:cubicBezTo>
                    <a:pt x="3865" y="1428"/>
                    <a:pt x="3445" y="1092"/>
                    <a:pt x="2941" y="1092"/>
                  </a:cubicBezTo>
                  <a:lnTo>
                    <a:pt x="2857" y="1092"/>
                  </a:lnTo>
                  <a:cubicBezTo>
                    <a:pt x="2941" y="1008"/>
                    <a:pt x="2941" y="924"/>
                    <a:pt x="2941" y="672"/>
                  </a:cubicBezTo>
                  <a:cubicBezTo>
                    <a:pt x="2941" y="252"/>
                    <a:pt x="2605" y="0"/>
                    <a:pt x="218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20"/>
            <p:cNvSpPr/>
            <p:nvPr/>
          </p:nvSpPr>
          <p:spPr>
            <a:xfrm>
              <a:off x="593100" y="3405700"/>
              <a:ext cx="172250" cy="130250"/>
            </a:xfrm>
            <a:custGeom>
              <a:avLst/>
              <a:gdLst/>
              <a:ahLst/>
              <a:cxnLst/>
              <a:rect l="l" t="t" r="r" b="b"/>
              <a:pathLst>
                <a:path w="6890" h="5210" extrusionOk="0">
                  <a:moveTo>
                    <a:pt x="2353" y="1"/>
                  </a:moveTo>
                  <a:cubicBezTo>
                    <a:pt x="2101" y="1"/>
                    <a:pt x="1849" y="253"/>
                    <a:pt x="1849" y="589"/>
                  </a:cubicBezTo>
                  <a:cubicBezTo>
                    <a:pt x="1849" y="673"/>
                    <a:pt x="1849" y="757"/>
                    <a:pt x="1933" y="841"/>
                  </a:cubicBezTo>
                  <a:lnTo>
                    <a:pt x="1429" y="841"/>
                  </a:lnTo>
                  <a:cubicBezTo>
                    <a:pt x="1093" y="841"/>
                    <a:pt x="840" y="1177"/>
                    <a:pt x="840" y="1513"/>
                  </a:cubicBezTo>
                  <a:lnTo>
                    <a:pt x="840" y="1597"/>
                  </a:lnTo>
                  <a:cubicBezTo>
                    <a:pt x="504" y="1681"/>
                    <a:pt x="252" y="2017"/>
                    <a:pt x="252" y="2437"/>
                  </a:cubicBezTo>
                  <a:cubicBezTo>
                    <a:pt x="252" y="2689"/>
                    <a:pt x="420" y="2941"/>
                    <a:pt x="588" y="3109"/>
                  </a:cubicBezTo>
                  <a:cubicBezTo>
                    <a:pt x="252" y="3109"/>
                    <a:pt x="84" y="3277"/>
                    <a:pt x="84" y="3529"/>
                  </a:cubicBezTo>
                  <a:cubicBezTo>
                    <a:pt x="0" y="3781"/>
                    <a:pt x="168" y="4034"/>
                    <a:pt x="504" y="4034"/>
                  </a:cubicBezTo>
                  <a:lnTo>
                    <a:pt x="588" y="4034"/>
                  </a:lnTo>
                  <a:cubicBezTo>
                    <a:pt x="504" y="4118"/>
                    <a:pt x="504" y="4202"/>
                    <a:pt x="504" y="4370"/>
                  </a:cubicBezTo>
                  <a:cubicBezTo>
                    <a:pt x="504" y="4622"/>
                    <a:pt x="756" y="4874"/>
                    <a:pt x="1009" y="4874"/>
                  </a:cubicBezTo>
                  <a:lnTo>
                    <a:pt x="1009" y="5210"/>
                  </a:lnTo>
                  <a:lnTo>
                    <a:pt x="6134" y="5210"/>
                  </a:lnTo>
                  <a:lnTo>
                    <a:pt x="6134" y="5042"/>
                  </a:lnTo>
                  <a:cubicBezTo>
                    <a:pt x="6134" y="4958"/>
                    <a:pt x="6050" y="4874"/>
                    <a:pt x="5966" y="4790"/>
                  </a:cubicBezTo>
                  <a:lnTo>
                    <a:pt x="6134" y="4790"/>
                  </a:lnTo>
                  <a:cubicBezTo>
                    <a:pt x="6386" y="4790"/>
                    <a:pt x="6470" y="4622"/>
                    <a:pt x="6470" y="4454"/>
                  </a:cubicBezTo>
                  <a:cubicBezTo>
                    <a:pt x="6470" y="4370"/>
                    <a:pt x="6470" y="4370"/>
                    <a:pt x="6386" y="4202"/>
                  </a:cubicBezTo>
                  <a:cubicBezTo>
                    <a:pt x="6722" y="4118"/>
                    <a:pt x="6890" y="3781"/>
                    <a:pt x="6890" y="3529"/>
                  </a:cubicBezTo>
                  <a:cubicBezTo>
                    <a:pt x="6890" y="3193"/>
                    <a:pt x="6722" y="2857"/>
                    <a:pt x="6386" y="2773"/>
                  </a:cubicBezTo>
                  <a:cubicBezTo>
                    <a:pt x="6386" y="2689"/>
                    <a:pt x="6470" y="2521"/>
                    <a:pt x="6470" y="2437"/>
                  </a:cubicBezTo>
                  <a:cubicBezTo>
                    <a:pt x="6470" y="2017"/>
                    <a:pt x="6134" y="1681"/>
                    <a:pt x="5882" y="1597"/>
                  </a:cubicBezTo>
                  <a:lnTo>
                    <a:pt x="5882" y="1513"/>
                  </a:lnTo>
                  <a:cubicBezTo>
                    <a:pt x="5882" y="1177"/>
                    <a:pt x="5546" y="841"/>
                    <a:pt x="5209" y="841"/>
                  </a:cubicBezTo>
                  <a:lnTo>
                    <a:pt x="5209" y="589"/>
                  </a:lnTo>
                  <a:cubicBezTo>
                    <a:pt x="5209" y="253"/>
                    <a:pt x="5041" y="1"/>
                    <a:pt x="470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20"/>
            <p:cNvSpPr/>
            <p:nvPr/>
          </p:nvSpPr>
          <p:spPr>
            <a:xfrm>
              <a:off x="582600" y="3483425"/>
              <a:ext cx="111350" cy="52525"/>
            </a:xfrm>
            <a:custGeom>
              <a:avLst/>
              <a:gdLst/>
              <a:ahLst/>
              <a:cxnLst/>
              <a:rect l="l" t="t" r="r" b="b"/>
              <a:pathLst>
                <a:path w="4454" h="2101" extrusionOk="0">
                  <a:moveTo>
                    <a:pt x="504" y="0"/>
                  </a:moveTo>
                  <a:cubicBezTo>
                    <a:pt x="168" y="0"/>
                    <a:pt x="0" y="168"/>
                    <a:pt x="0" y="420"/>
                  </a:cubicBezTo>
                  <a:cubicBezTo>
                    <a:pt x="84" y="672"/>
                    <a:pt x="336" y="925"/>
                    <a:pt x="504" y="925"/>
                  </a:cubicBezTo>
                  <a:lnTo>
                    <a:pt x="588" y="925"/>
                  </a:lnTo>
                  <a:cubicBezTo>
                    <a:pt x="504" y="1009"/>
                    <a:pt x="504" y="1093"/>
                    <a:pt x="504" y="1261"/>
                  </a:cubicBezTo>
                  <a:cubicBezTo>
                    <a:pt x="504" y="1513"/>
                    <a:pt x="756" y="1765"/>
                    <a:pt x="1008" y="1765"/>
                  </a:cubicBezTo>
                  <a:lnTo>
                    <a:pt x="1008" y="2101"/>
                  </a:lnTo>
                  <a:lnTo>
                    <a:pt x="3361" y="2101"/>
                  </a:lnTo>
                  <a:cubicBezTo>
                    <a:pt x="3277" y="1933"/>
                    <a:pt x="3277" y="1849"/>
                    <a:pt x="3025" y="1849"/>
                  </a:cubicBezTo>
                  <a:cubicBezTo>
                    <a:pt x="3109" y="1849"/>
                    <a:pt x="3277" y="1765"/>
                    <a:pt x="3277" y="1681"/>
                  </a:cubicBezTo>
                  <a:lnTo>
                    <a:pt x="3949" y="1681"/>
                  </a:lnTo>
                  <a:cubicBezTo>
                    <a:pt x="4285" y="1681"/>
                    <a:pt x="4453" y="1429"/>
                    <a:pt x="4453" y="1093"/>
                  </a:cubicBezTo>
                  <a:cubicBezTo>
                    <a:pt x="4453" y="840"/>
                    <a:pt x="4285" y="588"/>
                    <a:pt x="3949" y="588"/>
                  </a:cubicBezTo>
                  <a:lnTo>
                    <a:pt x="3109" y="588"/>
                  </a:lnTo>
                  <a:lnTo>
                    <a:pt x="3109" y="504"/>
                  </a:lnTo>
                  <a:cubicBezTo>
                    <a:pt x="3109" y="168"/>
                    <a:pt x="2941" y="0"/>
                    <a:pt x="260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20"/>
            <p:cNvSpPr/>
            <p:nvPr/>
          </p:nvSpPr>
          <p:spPr>
            <a:xfrm>
              <a:off x="635100" y="3409900"/>
              <a:ext cx="81950" cy="52550"/>
            </a:xfrm>
            <a:custGeom>
              <a:avLst/>
              <a:gdLst/>
              <a:ahLst/>
              <a:cxnLst/>
              <a:rect l="l" t="t" r="r" b="b"/>
              <a:pathLst>
                <a:path w="3278" h="2102" extrusionOk="0">
                  <a:moveTo>
                    <a:pt x="925" y="1"/>
                  </a:moveTo>
                  <a:lnTo>
                    <a:pt x="925" y="85"/>
                  </a:lnTo>
                  <a:cubicBezTo>
                    <a:pt x="925" y="253"/>
                    <a:pt x="1009" y="421"/>
                    <a:pt x="1261" y="505"/>
                  </a:cubicBezTo>
                  <a:cubicBezTo>
                    <a:pt x="1177" y="505"/>
                    <a:pt x="1009" y="589"/>
                    <a:pt x="1009" y="673"/>
                  </a:cubicBezTo>
                  <a:lnTo>
                    <a:pt x="421" y="673"/>
                  </a:lnTo>
                  <a:cubicBezTo>
                    <a:pt x="169" y="673"/>
                    <a:pt x="1" y="925"/>
                    <a:pt x="1" y="1093"/>
                  </a:cubicBezTo>
                  <a:cubicBezTo>
                    <a:pt x="1" y="1345"/>
                    <a:pt x="169" y="1513"/>
                    <a:pt x="421" y="1513"/>
                  </a:cubicBezTo>
                  <a:lnTo>
                    <a:pt x="1177" y="1513"/>
                  </a:lnTo>
                  <a:lnTo>
                    <a:pt x="1177" y="1681"/>
                  </a:lnTo>
                  <a:cubicBezTo>
                    <a:pt x="1177" y="1849"/>
                    <a:pt x="1345" y="2101"/>
                    <a:pt x="1597" y="2101"/>
                  </a:cubicBezTo>
                  <a:lnTo>
                    <a:pt x="3277" y="2101"/>
                  </a:lnTo>
                  <a:cubicBezTo>
                    <a:pt x="3109" y="1765"/>
                    <a:pt x="2941" y="1513"/>
                    <a:pt x="2605" y="1429"/>
                  </a:cubicBezTo>
                  <a:cubicBezTo>
                    <a:pt x="2605" y="1009"/>
                    <a:pt x="2269" y="841"/>
                    <a:pt x="2017" y="841"/>
                  </a:cubicBezTo>
                  <a:lnTo>
                    <a:pt x="2017" y="505"/>
                  </a:lnTo>
                  <a:cubicBezTo>
                    <a:pt x="2017" y="169"/>
                    <a:pt x="1765" y="1"/>
                    <a:pt x="142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20"/>
            <p:cNvSpPr/>
            <p:nvPr/>
          </p:nvSpPr>
          <p:spPr>
            <a:xfrm>
              <a:off x="1939500" y="3405700"/>
              <a:ext cx="180675" cy="132350"/>
            </a:xfrm>
            <a:custGeom>
              <a:avLst/>
              <a:gdLst/>
              <a:ahLst/>
              <a:cxnLst/>
              <a:rect l="l" t="t" r="r" b="b"/>
              <a:pathLst>
                <a:path w="7227" h="5294" extrusionOk="0">
                  <a:moveTo>
                    <a:pt x="2521" y="1"/>
                  </a:moveTo>
                  <a:cubicBezTo>
                    <a:pt x="2185" y="1"/>
                    <a:pt x="2017" y="253"/>
                    <a:pt x="2017" y="589"/>
                  </a:cubicBezTo>
                  <a:cubicBezTo>
                    <a:pt x="2017" y="673"/>
                    <a:pt x="2017" y="757"/>
                    <a:pt x="2101" y="841"/>
                  </a:cubicBezTo>
                  <a:lnTo>
                    <a:pt x="1597" y="841"/>
                  </a:lnTo>
                  <a:cubicBezTo>
                    <a:pt x="1261" y="841"/>
                    <a:pt x="925" y="1177"/>
                    <a:pt x="925" y="1513"/>
                  </a:cubicBezTo>
                  <a:lnTo>
                    <a:pt x="925" y="1597"/>
                  </a:lnTo>
                  <a:cubicBezTo>
                    <a:pt x="673" y="1681"/>
                    <a:pt x="337" y="2101"/>
                    <a:pt x="337" y="2437"/>
                  </a:cubicBezTo>
                  <a:cubicBezTo>
                    <a:pt x="337" y="2773"/>
                    <a:pt x="421" y="2941"/>
                    <a:pt x="673" y="3193"/>
                  </a:cubicBezTo>
                  <a:cubicBezTo>
                    <a:pt x="337" y="3193"/>
                    <a:pt x="85" y="3361"/>
                    <a:pt x="85" y="3613"/>
                  </a:cubicBezTo>
                  <a:cubicBezTo>
                    <a:pt x="1" y="3949"/>
                    <a:pt x="253" y="4118"/>
                    <a:pt x="421" y="4118"/>
                  </a:cubicBezTo>
                  <a:lnTo>
                    <a:pt x="505" y="4118"/>
                  </a:lnTo>
                  <a:cubicBezTo>
                    <a:pt x="421" y="4202"/>
                    <a:pt x="421" y="4370"/>
                    <a:pt x="421" y="4454"/>
                  </a:cubicBezTo>
                  <a:cubicBezTo>
                    <a:pt x="421" y="4790"/>
                    <a:pt x="673" y="4958"/>
                    <a:pt x="925" y="4958"/>
                  </a:cubicBezTo>
                  <a:lnTo>
                    <a:pt x="925" y="5294"/>
                  </a:lnTo>
                  <a:lnTo>
                    <a:pt x="6386" y="5294"/>
                  </a:lnTo>
                  <a:lnTo>
                    <a:pt x="6386" y="5210"/>
                  </a:lnTo>
                  <a:cubicBezTo>
                    <a:pt x="6386" y="5042"/>
                    <a:pt x="6302" y="4958"/>
                    <a:pt x="6218" y="4874"/>
                  </a:cubicBezTo>
                  <a:lnTo>
                    <a:pt x="6554" y="4874"/>
                  </a:lnTo>
                  <a:cubicBezTo>
                    <a:pt x="6722" y="4874"/>
                    <a:pt x="6806" y="4790"/>
                    <a:pt x="6806" y="4538"/>
                  </a:cubicBezTo>
                  <a:cubicBezTo>
                    <a:pt x="6806" y="4454"/>
                    <a:pt x="6806" y="4454"/>
                    <a:pt x="6722" y="4370"/>
                  </a:cubicBezTo>
                  <a:cubicBezTo>
                    <a:pt x="7058" y="4202"/>
                    <a:pt x="7226" y="3949"/>
                    <a:pt x="7226" y="3613"/>
                  </a:cubicBezTo>
                  <a:cubicBezTo>
                    <a:pt x="7226" y="3277"/>
                    <a:pt x="7058" y="2941"/>
                    <a:pt x="6722" y="2857"/>
                  </a:cubicBezTo>
                  <a:cubicBezTo>
                    <a:pt x="6722" y="2773"/>
                    <a:pt x="6806" y="2689"/>
                    <a:pt x="6806" y="2521"/>
                  </a:cubicBezTo>
                  <a:cubicBezTo>
                    <a:pt x="6806" y="2101"/>
                    <a:pt x="6554" y="1681"/>
                    <a:pt x="6050" y="1597"/>
                  </a:cubicBezTo>
                  <a:lnTo>
                    <a:pt x="6050" y="1513"/>
                  </a:lnTo>
                  <a:cubicBezTo>
                    <a:pt x="6050" y="1177"/>
                    <a:pt x="5798" y="841"/>
                    <a:pt x="5462" y="841"/>
                  </a:cubicBezTo>
                  <a:lnTo>
                    <a:pt x="5462" y="589"/>
                  </a:lnTo>
                  <a:cubicBezTo>
                    <a:pt x="5462" y="253"/>
                    <a:pt x="5294" y="1"/>
                    <a:pt x="495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862;p20"/>
            <p:cNvSpPr/>
            <p:nvPr/>
          </p:nvSpPr>
          <p:spPr>
            <a:xfrm>
              <a:off x="1926900" y="3485525"/>
              <a:ext cx="117650" cy="52525"/>
            </a:xfrm>
            <a:custGeom>
              <a:avLst/>
              <a:gdLst/>
              <a:ahLst/>
              <a:cxnLst/>
              <a:rect l="l" t="t" r="r" b="b"/>
              <a:pathLst>
                <a:path w="4706" h="2101" extrusionOk="0">
                  <a:moveTo>
                    <a:pt x="505" y="0"/>
                  </a:moveTo>
                  <a:cubicBezTo>
                    <a:pt x="169" y="0"/>
                    <a:pt x="1" y="168"/>
                    <a:pt x="1" y="504"/>
                  </a:cubicBezTo>
                  <a:cubicBezTo>
                    <a:pt x="85" y="756"/>
                    <a:pt x="253" y="925"/>
                    <a:pt x="505" y="925"/>
                  </a:cubicBezTo>
                  <a:lnTo>
                    <a:pt x="757" y="925"/>
                  </a:lnTo>
                  <a:cubicBezTo>
                    <a:pt x="589" y="1009"/>
                    <a:pt x="589" y="1177"/>
                    <a:pt x="589" y="1261"/>
                  </a:cubicBezTo>
                  <a:cubicBezTo>
                    <a:pt x="589" y="1597"/>
                    <a:pt x="841" y="1765"/>
                    <a:pt x="1177" y="1765"/>
                  </a:cubicBezTo>
                  <a:lnTo>
                    <a:pt x="1177" y="2101"/>
                  </a:lnTo>
                  <a:lnTo>
                    <a:pt x="3529" y="2101"/>
                  </a:lnTo>
                  <a:cubicBezTo>
                    <a:pt x="3445" y="2017"/>
                    <a:pt x="3361" y="1849"/>
                    <a:pt x="3277" y="1849"/>
                  </a:cubicBezTo>
                  <a:cubicBezTo>
                    <a:pt x="3361" y="1849"/>
                    <a:pt x="3445" y="1765"/>
                    <a:pt x="3445" y="1681"/>
                  </a:cubicBezTo>
                  <a:lnTo>
                    <a:pt x="4202" y="1681"/>
                  </a:lnTo>
                  <a:cubicBezTo>
                    <a:pt x="4538" y="1681"/>
                    <a:pt x="4706" y="1429"/>
                    <a:pt x="4706" y="1093"/>
                  </a:cubicBezTo>
                  <a:cubicBezTo>
                    <a:pt x="4706" y="841"/>
                    <a:pt x="4538" y="588"/>
                    <a:pt x="4202" y="588"/>
                  </a:cubicBezTo>
                  <a:lnTo>
                    <a:pt x="3277" y="588"/>
                  </a:lnTo>
                  <a:lnTo>
                    <a:pt x="3277" y="504"/>
                  </a:lnTo>
                  <a:cubicBezTo>
                    <a:pt x="3277" y="168"/>
                    <a:pt x="3025" y="0"/>
                    <a:pt x="268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 name="Google Shape;863;p20"/>
            <p:cNvSpPr/>
            <p:nvPr/>
          </p:nvSpPr>
          <p:spPr>
            <a:xfrm>
              <a:off x="1985725" y="3405700"/>
              <a:ext cx="81925" cy="52550"/>
            </a:xfrm>
            <a:custGeom>
              <a:avLst/>
              <a:gdLst/>
              <a:ahLst/>
              <a:cxnLst/>
              <a:rect l="l" t="t" r="r" b="b"/>
              <a:pathLst>
                <a:path w="3277" h="2102" extrusionOk="0">
                  <a:moveTo>
                    <a:pt x="1008" y="1"/>
                  </a:moveTo>
                  <a:lnTo>
                    <a:pt x="1008" y="169"/>
                  </a:lnTo>
                  <a:cubicBezTo>
                    <a:pt x="1008" y="337"/>
                    <a:pt x="1092" y="421"/>
                    <a:pt x="1344" y="589"/>
                  </a:cubicBezTo>
                  <a:cubicBezTo>
                    <a:pt x="1176" y="589"/>
                    <a:pt x="1092" y="673"/>
                    <a:pt x="1092" y="757"/>
                  </a:cubicBezTo>
                  <a:lnTo>
                    <a:pt x="504" y="757"/>
                  </a:lnTo>
                  <a:cubicBezTo>
                    <a:pt x="252" y="757"/>
                    <a:pt x="0" y="1009"/>
                    <a:pt x="0" y="1177"/>
                  </a:cubicBezTo>
                  <a:cubicBezTo>
                    <a:pt x="0" y="1429"/>
                    <a:pt x="252" y="1597"/>
                    <a:pt x="504" y="1597"/>
                  </a:cubicBezTo>
                  <a:lnTo>
                    <a:pt x="1176" y="1597"/>
                  </a:lnTo>
                  <a:lnTo>
                    <a:pt x="1176" y="1681"/>
                  </a:lnTo>
                  <a:cubicBezTo>
                    <a:pt x="1176" y="1933"/>
                    <a:pt x="1428" y="2101"/>
                    <a:pt x="1597" y="2101"/>
                  </a:cubicBezTo>
                  <a:lnTo>
                    <a:pt x="3277" y="2101"/>
                  </a:lnTo>
                  <a:cubicBezTo>
                    <a:pt x="3193" y="1933"/>
                    <a:pt x="2857" y="1681"/>
                    <a:pt x="2689" y="1597"/>
                  </a:cubicBezTo>
                  <a:cubicBezTo>
                    <a:pt x="2689" y="1177"/>
                    <a:pt x="2353" y="841"/>
                    <a:pt x="2017" y="841"/>
                  </a:cubicBezTo>
                  <a:lnTo>
                    <a:pt x="2017" y="589"/>
                  </a:lnTo>
                  <a:cubicBezTo>
                    <a:pt x="2017" y="253"/>
                    <a:pt x="1849" y="1"/>
                    <a:pt x="151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 name="Google Shape;864;p20"/>
            <p:cNvSpPr/>
            <p:nvPr/>
          </p:nvSpPr>
          <p:spPr>
            <a:xfrm>
              <a:off x="744325" y="3374200"/>
              <a:ext cx="239475" cy="163850"/>
            </a:xfrm>
            <a:custGeom>
              <a:avLst/>
              <a:gdLst/>
              <a:ahLst/>
              <a:cxnLst/>
              <a:rect l="l" t="t" r="r" b="b"/>
              <a:pathLst>
                <a:path w="9579" h="6554" extrusionOk="0">
                  <a:moveTo>
                    <a:pt x="3361" y="0"/>
                  </a:moveTo>
                  <a:cubicBezTo>
                    <a:pt x="2941" y="0"/>
                    <a:pt x="2689" y="336"/>
                    <a:pt x="2689" y="672"/>
                  </a:cubicBezTo>
                  <a:cubicBezTo>
                    <a:pt x="2689" y="756"/>
                    <a:pt x="2689" y="840"/>
                    <a:pt x="2773" y="924"/>
                  </a:cubicBezTo>
                  <a:lnTo>
                    <a:pt x="2017" y="924"/>
                  </a:lnTo>
                  <a:cubicBezTo>
                    <a:pt x="1597" y="924"/>
                    <a:pt x="1177" y="1261"/>
                    <a:pt x="1177" y="1681"/>
                  </a:cubicBezTo>
                  <a:lnTo>
                    <a:pt x="1177" y="1933"/>
                  </a:lnTo>
                  <a:cubicBezTo>
                    <a:pt x="757" y="2101"/>
                    <a:pt x="421" y="2521"/>
                    <a:pt x="421" y="3025"/>
                  </a:cubicBezTo>
                  <a:cubicBezTo>
                    <a:pt x="421" y="3361"/>
                    <a:pt x="589" y="3697"/>
                    <a:pt x="757" y="3865"/>
                  </a:cubicBezTo>
                  <a:lnTo>
                    <a:pt x="673" y="3865"/>
                  </a:lnTo>
                  <a:cubicBezTo>
                    <a:pt x="337" y="3865"/>
                    <a:pt x="1" y="4117"/>
                    <a:pt x="1" y="4537"/>
                  </a:cubicBezTo>
                  <a:cubicBezTo>
                    <a:pt x="337" y="4789"/>
                    <a:pt x="673" y="4957"/>
                    <a:pt x="1009" y="4957"/>
                  </a:cubicBezTo>
                  <a:lnTo>
                    <a:pt x="1177" y="4957"/>
                  </a:lnTo>
                  <a:cubicBezTo>
                    <a:pt x="1093" y="5041"/>
                    <a:pt x="1093" y="5209"/>
                    <a:pt x="1093" y="5378"/>
                  </a:cubicBezTo>
                  <a:cubicBezTo>
                    <a:pt x="1093" y="5714"/>
                    <a:pt x="1429" y="6050"/>
                    <a:pt x="1681" y="6134"/>
                  </a:cubicBezTo>
                  <a:lnTo>
                    <a:pt x="1681" y="6218"/>
                  </a:lnTo>
                  <a:cubicBezTo>
                    <a:pt x="1681" y="6302"/>
                    <a:pt x="1681" y="6470"/>
                    <a:pt x="1849" y="6554"/>
                  </a:cubicBezTo>
                  <a:lnTo>
                    <a:pt x="8571" y="6554"/>
                  </a:lnTo>
                  <a:lnTo>
                    <a:pt x="8571" y="6302"/>
                  </a:lnTo>
                  <a:cubicBezTo>
                    <a:pt x="8571" y="6134"/>
                    <a:pt x="8403" y="6050"/>
                    <a:pt x="8319" y="5882"/>
                  </a:cubicBezTo>
                  <a:lnTo>
                    <a:pt x="8571" y="5882"/>
                  </a:lnTo>
                  <a:cubicBezTo>
                    <a:pt x="8739" y="5882"/>
                    <a:pt x="8907" y="5714"/>
                    <a:pt x="8907" y="5462"/>
                  </a:cubicBezTo>
                  <a:cubicBezTo>
                    <a:pt x="8907" y="5378"/>
                    <a:pt x="8907" y="5378"/>
                    <a:pt x="8823" y="5294"/>
                  </a:cubicBezTo>
                  <a:cubicBezTo>
                    <a:pt x="9243" y="5209"/>
                    <a:pt x="9579" y="4705"/>
                    <a:pt x="9579" y="4285"/>
                  </a:cubicBezTo>
                  <a:cubicBezTo>
                    <a:pt x="9579" y="3865"/>
                    <a:pt x="9243" y="3445"/>
                    <a:pt x="8823" y="3361"/>
                  </a:cubicBezTo>
                  <a:cubicBezTo>
                    <a:pt x="8823" y="3277"/>
                    <a:pt x="8907" y="3025"/>
                    <a:pt x="8907" y="2941"/>
                  </a:cubicBezTo>
                  <a:cubicBezTo>
                    <a:pt x="8907" y="2437"/>
                    <a:pt x="8655" y="1933"/>
                    <a:pt x="8067" y="1765"/>
                  </a:cubicBezTo>
                  <a:lnTo>
                    <a:pt x="8067" y="1681"/>
                  </a:lnTo>
                  <a:cubicBezTo>
                    <a:pt x="8067" y="1261"/>
                    <a:pt x="7814" y="924"/>
                    <a:pt x="7226" y="924"/>
                  </a:cubicBezTo>
                  <a:lnTo>
                    <a:pt x="7058" y="924"/>
                  </a:lnTo>
                  <a:cubicBezTo>
                    <a:pt x="7142" y="840"/>
                    <a:pt x="7142" y="756"/>
                    <a:pt x="7142" y="672"/>
                  </a:cubicBezTo>
                  <a:cubicBezTo>
                    <a:pt x="7142" y="252"/>
                    <a:pt x="6890" y="0"/>
                    <a:pt x="647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 name="Google Shape;865;p20"/>
            <p:cNvSpPr/>
            <p:nvPr/>
          </p:nvSpPr>
          <p:spPr>
            <a:xfrm>
              <a:off x="738025" y="3374200"/>
              <a:ext cx="195375" cy="163850"/>
            </a:xfrm>
            <a:custGeom>
              <a:avLst/>
              <a:gdLst/>
              <a:ahLst/>
              <a:cxnLst/>
              <a:rect l="l" t="t" r="r" b="b"/>
              <a:pathLst>
                <a:path w="7815" h="6554" extrusionOk="0">
                  <a:moveTo>
                    <a:pt x="3361" y="0"/>
                  </a:moveTo>
                  <a:cubicBezTo>
                    <a:pt x="2941" y="0"/>
                    <a:pt x="2605" y="336"/>
                    <a:pt x="2605" y="672"/>
                  </a:cubicBezTo>
                  <a:cubicBezTo>
                    <a:pt x="2605" y="756"/>
                    <a:pt x="2605" y="840"/>
                    <a:pt x="2689" y="924"/>
                  </a:cubicBezTo>
                  <a:lnTo>
                    <a:pt x="1933" y="924"/>
                  </a:lnTo>
                  <a:cubicBezTo>
                    <a:pt x="1513" y="924"/>
                    <a:pt x="1093" y="1261"/>
                    <a:pt x="1093" y="1681"/>
                  </a:cubicBezTo>
                  <a:lnTo>
                    <a:pt x="1093" y="1933"/>
                  </a:lnTo>
                  <a:cubicBezTo>
                    <a:pt x="673" y="2101"/>
                    <a:pt x="421" y="2521"/>
                    <a:pt x="421" y="3025"/>
                  </a:cubicBezTo>
                  <a:cubicBezTo>
                    <a:pt x="421" y="3361"/>
                    <a:pt x="505" y="3697"/>
                    <a:pt x="673" y="3865"/>
                  </a:cubicBezTo>
                  <a:lnTo>
                    <a:pt x="589" y="3865"/>
                  </a:lnTo>
                  <a:cubicBezTo>
                    <a:pt x="253" y="3865"/>
                    <a:pt x="1" y="4117"/>
                    <a:pt x="1" y="4537"/>
                  </a:cubicBezTo>
                  <a:cubicBezTo>
                    <a:pt x="85" y="4789"/>
                    <a:pt x="337" y="4957"/>
                    <a:pt x="673" y="4957"/>
                  </a:cubicBezTo>
                  <a:lnTo>
                    <a:pt x="925" y="4957"/>
                  </a:lnTo>
                  <a:cubicBezTo>
                    <a:pt x="757" y="5041"/>
                    <a:pt x="757" y="5209"/>
                    <a:pt x="757" y="5378"/>
                  </a:cubicBezTo>
                  <a:cubicBezTo>
                    <a:pt x="757" y="5714"/>
                    <a:pt x="1093" y="6050"/>
                    <a:pt x="1429" y="6134"/>
                  </a:cubicBezTo>
                  <a:lnTo>
                    <a:pt x="1429" y="6218"/>
                  </a:lnTo>
                  <a:cubicBezTo>
                    <a:pt x="1429" y="6302"/>
                    <a:pt x="1429" y="6470"/>
                    <a:pt x="1513" y="6554"/>
                  </a:cubicBezTo>
                  <a:lnTo>
                    <a:pt x="6806" y="6554"/>
                  </a:lnTo>
                  <a:lnTo>
                    <a:pt x="6806" y="6302"/>
                  </a:lnTo>
                  <a:cubicBezTo>
                    <a:pt x="6806" y="6134"/>
                    <a:pt x="6722" y="6050"/>
                    <a:pt x="6554" y="5882"/>
                  </a:cubicBezTo>
                  <a:lnTo>
                    <a:pt x="6806" y="5882"/>
                  </a:lnTo>
                  <a:cubicBezTo>
                    <a:pt x="6974" y="5882"/>
                    <a:pt x="7226" y="5714"/>
                    <a:pt x="7226" y="5462"/>
                  </a:cubicBezTo>
                  <a:cubicBezTo>
                    <a:pt x="7226" y="5378"/>
                    <a:pt x="7226" y="5378"/>
                    <a:pt x="7058" y="5294"/>
                  </a:cubicBezTo>
                  <a:cubicBezTo>
                    <a:pt x="7478" y="5209"/>
                    <a:pt x="7814" y="4705"/>
                    <a:pt x="7814" y="4285"/>
                  </a:cubicBezTo>
                  <a:cubicBezTo>
                    <a:pt x="7814" y="3865"/>
                    <a:pt x="7478" y="3445"/>
                    <a:pt x="7058" y="3361"/>
                  </a:cubicBezTo>
                  <a:cubicBezTo>
                    <a:pt x="7058" y="3277"/>
                    <a:pt x="7226" y="3025"/>
                    <a:pt x="7226" y="2941"/>
                  </a:cubicBezTo>
                  <a:cubicBezTo>
                    <a:pt x="7226" y="2437"/>
                    <a:pt x="6890" y="1933"/>
                    <a:pt x="6386" y="1765"/>
                  </a:cubicBezTo>
                  <a:lnTo>
                    <a:pt x="6386" y="1681"/>
                  </a:lnTo>
                  <a:cubicBezTo>
                    <a:pt x="6386" y="1261"/>
                    <a:pt x="6050" y="924"/>
                    <a:pt x="5546" y="924"/>
                  </a:cubicBezTo>
                  <a:lnTo>
                    <a:pt x="5378" y="924"/>
                  </a:lnTo>
                  <a:cubicBezTo>
                    <a:pt x="5546" y="840"/>
                    <a:pt x="5546" y="756"/>
                    <a:pt x="5546" y="672"/>
                  </a:cubicBezTo>
                  <a:cubicBezTo>
                    <a:pt x="5546" y="252"/>
                    <a:pt x="5210" y="0"/>
                    <a:pt x="479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866;p20"/>
            <p:cNvSpPr/>
            <p:nvPr/>
          </p:nvSpPr>
          <p:spPr>
            <a:xfrm>
              <a:off x="735925" y="3468725"/>
              <a:ext cx="149150" cy="69325"/>
            </a:xfrm>
            <a:custGeom>
              <a:avLst/>
              <a:gdLst/>
              <a:ahLst/>
              <a:cxnLst/>
              <a:rect l="l" t="t" r="r" b="b"/>
              <a:pathLst>
                <a:path w="5966" h="2773" extrusionOk="0">
                  <a:moveTo>
                    <a:pt x="673" y="0"/>
                  </a:moveTo>
                  <a:cubicBezTo>
                    <a:pt x="337" y="0"/>
                    <a:pt x="1" y="252"/>
                    <a:pt x="1" y="672"/>
                  </a:cubicBezTo>
                  <a:cubicBezTo>
                    <a:pt x="169" y="1008"/>
                    <a:pt x="421" y="1176"/>
                    <a:pt x="757" y="1176"/>
                  </a:cubicBezTo>
                  <a:lnTo>
                    <a:pt x="1009" y="1176"/>
                  </a:lnTo>
                  <a:cubicBezTo>
                    <a:pt x="841" y="1260"/>
                    <a:pt x="841" y="1428"/>
                    <a:pt x="841" y="1597"/>
                  </a:cubicBezTo>
                  <a:cubicBezTo>
                    <a:pt x="841" y="1933"/>
                    <a:pt x="1177" y="2269"/>
                    <a:pt x="1513" y="2353"/>
                  </a:cubicBezTo>
                  <a:lnTo>
                    <a:pt x="1513" y="2437"/>
                  </a:lnTo>
                  <a:cubicBezTo>
                    <a:pt x="1513" y="2521"/>
                    <a:pt x="1513" y="2689"/>
                    <a:pt x="1597" y="2773"/>
                  </a:cubicBezTo>
                  <a:lnTo>
                    <a:pt x="4538" y="2773"/>
                  </a:lnTo>
                  <a:lnTo>
                    <a:pt x="4286" y="2437"/>
                  </a:lnTo>
                  <a:cubicBezTo>
                    <a:pt x="4454" y="2437"/>
                    <a:pt x="4538" y="2269"/>
                    <a:pt x="4538" y="2101"/>
                  </a:cubicBezTo>
                  <a:lnTo>
                    <a:pt x="5294" y="2101"/>
                  </a:lnTo>
                  <a:cubicBezTo>
                    <a:pt x="5630" y="2101"/>
                    <a:pt x="5966" y="1849"/>
                    <a:pt x="5966" y="1513"/>
                  </a:cubicBezTo>
                  <a:cubicBezTo>
                    <a:pt x="5966" y="1176"/>
                    <a:pt x="5714" y="756"/>
                    <a:pt x="5294" y="756"/>
                  </a:cubicBezTo>
                  <a:lnTo>
                    <a:pt x="4118" y="756"/>
                  </a:lnTo>
                  <a:lnTo>
                    <a:pt x="4118" y="672"/>
                  </a:lnTo>
                  <a:cubicBezTo>
                    <a:pt x="4118" y="336"/>
                    <a:pt x="3865" y="0"/>
                    <a:pt x="352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20"/>
            <p:cNvSpPr/>
            <p:nvPr/>
          </p:nvSpPr>
          <p:spPr>
            <a:xfrm>
              <a:off x="807350" y="3374200"/>
              <a:ext cx="105050" cy="69325"/>
            </a:xfrm>
            <a:custGeom>
              <a:avLst/>
              <a:gdLst/>
              <a:ahLst/>
              <a:cxnLst/>
              <a:rect l="l" t="t" r="r" b="b"/>
              <a:pathLst>
                <a:path w="4202" h="2773" extrusionOk="0">
                  <a:moveTo>
                    <a:pt x="1093" y="0"/>
                  </a:moveTo>
                  <a:lnTo>
                    <a:pt x="1093" y="252"/>
                  </a:lnTo>
                  <a:cubicBezTo>
                    <a:pt x="1093" y="420"/>
                    <a:pt x="1261" y="672"/>
                    <a:pt x="1513" y="756"/>
                  </a:cubicBezTo>
                  <a:cubicBezTo>
                    <a:pt x="1345" y="756"/>
                    <a:pt x="1261" y="840"/>
                    <a:pt x="1261" y="1093"/>
                  </a:cubicBezTo>
                  <a:lnTo>
                    <a:pt x="588" y="1093"/>
                  </a:lnTo>
                  <a:cubicBezTo>
                    <a:pt x="252" y="1093"/>
                    <a:pt x="0" y="1261"/>
                    <a:pt x="0" y="1597"/>
                  </a:cubicBezTo>
                  <a:cubicBezTo>
                    <a:pt x="0" y="1933"/>
                    <a:pt x="252" y="2101"/>
                    <a:pt x="588" y="2101"/>
                  </a:cubicBezTo>
                  <a:lnTo>
                    <a:pt x="1513" y="2101"/>
                  </a:lnTo>
                  <a:lnTo>
                    <a:pt x="1513" y="2269"/>
                  </a:lnTo>
                  <a:cubicBezTo>
                    <a:pt x="1513" y="2521"/>
                    <a:pt x="1681" y="2773"/>
                    <a:pt x="2017" y="2773"/>
                  </a:cubicBezTo>
                  <a:lnTo>
                    <a:pt x="4201" y="2773"/>
                  </a:lnTo>
                  <a:cubicBezTo>
                    <a:pt x="4117" y="2269"/>
                    <a:pt x="3781" y="1933"/>
                    <a:pt x="3361" y="1849"/>
                  </a:cubicBezTo>
                  <a:lnTo>
                    <a:pt x="3361" y="1681"/>
                  </a:lnTo>
                  <a:cubicBezTo>
                    <a:pt x="3361" y="1261"/>
                    <a:pt x="3109" y="1009"/>
                    <a:pt x="2521" y="1009"/>
                  </a:cubicBezTo>
                  <a:lnTo>
                    <a:pt x="2437" y="1009"/>
                  </a:lnTo>
                  <a:cubicBezTo>
                    <a:pt x="2521" y="840"/>
                    <a:pt x="2521" y="756"/>
                    <a:pt x="2521" y="672"/>
                  </a:cubicBezTo>
                  <a:cubicBezTo>
                    <a:pt x="2521" y="252"/>
                    <a:pt x="2185" y="0"/>
                    <a:pt x="18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20"/>
            <p:cNvSpPr/>
            <p:nvPr/>
          </p:nvSpPr>
          <p:spPr>
            <a:xfrm>
              <a:off x="2410025" y="3405700"/>
              <a:ext cx="180650" cy="132350"/>
            </a:xfrm>
            <a:custGeom>
              <a:avLst/>
              <a:gdLst/>
              <a:ahLst/>
              <a:cxnLst/>
              <a:rect l="l" t="t" r="r" b="b"/>
              <a:pathLst>
                <a:path w="7226" h="5294" extrusionOk="0">
                  <a:moveTo>
                    <a:pt x="2521" y="1"/>
                  </a:moveTo>
                  <a:cubicBezTo>
                    <a:pt x="2185" y="1"/>
                    <a:pt x="2017" y="253"/>
                    <a:pt x="2017" y="589"/>
                  </a:cubicBezTo>
                  <a:cubicBezTo>
                    <a:pt x="2017" y="673"/>
                    <a:pt x="2017" y="757"/>
                    <a:pt x="2101" y="841"/>
                  </a:cubicBezTo>
                  <a:lnTo>
                    <a:pt x="1428" y="841"/>
                  </a:lnTo>
                  <a:cubicBezTo>
                    <a:pt x="1176" y="841"/>
                    <a:pt x="840" y="1177"/>
                    <a:pt x="840" y="1513"/>
                  </a:cubicBezTo>
                  <a:lnTo>
                    <a:pt x="840" y="1597"/>
                  </a:lnTo>
                  <a:cubicBezTo>
                    <a:pt x="504" y="1681"/>
                    <a:pt x="168" y="2101"/>
                    <a:pt x="168" y="2437"/>
                  </a:cubicBezTo>
                  <a:cubicBezTo>
                    <a:pt x="168" y="2773"/>
                    <a:pt x="336" y="2941"/>
                    <a:pt x="504" y="3193"/>
                  </a:cubicBezTo>
                  <a:cubicBezTo>
                    <a:pt x="168" y="3193"/>
                    <a:pt x="0" y="3361"/>
                    <a:pt x="0" y="3613"/>
                  </a:cubicBezTo>
                  <a:cubicBezTo>
                    <a:pt x="0" y="3949"/>
                    <a:pt x="168" y="4118"/>
                    <a:pt x="504" y="4118"/>
                  </a:cubicBezTo>
                  <a:lnTo>
                    <a:pt x="588" y="4118"/>
                  </a:lnTo>
                  <a:cubicBezTo>
                    <a:pt x="504" y="4202"/>
                    <a:pt x="504" y="4370"/>
                    <a:pt x="504" y="4454"/>
                  </a:cubicBezTo>
                  <a:cubicBezTo>
                    <a:pt x="504" y="4790"/>
                    <a:pt x="756" y="4958"/>
                    <a:pt x="1008" y="4958"/>
                  </a:cubicBezTo>
                  <a:lnTo>
                    <a:pt x="1008" y="5294"/>
                  </a:lnTo>
                  <a:lnTo>
                    <a:pt x="6470" y="5294"/>
                  </a:lnTo>
                  <a:lnTo>
                    <a:pt x="6470" y="5210"/>
                  </a:lnTo>
                  <a:cubicBezTo>
                    <a:pt x="6470" y="5042"/>
                    <a:pt x="6386" y="4958"/>
                    <a:pt x="6302" y="4874"/>
                  </a:cubicBezTo>
                  <a:lnTo>
                    <a:pt x="6470" y="4874"/>
                  </a:lnTo>
                  <a:cubicBezTo>
                    <a:pt x="6722" y="4874"/>
                    <a:pt x="6806" y="4790"/>
                    <a:pt x="6806" y="4538"/>
                  </a:cubicBezTo>
                  <a:cubicBezTo>
                    <a:pt x="6806" y="4454"/>
                    <a:pt x="6806" y="4454"/>
                    <a:pt x="6722" y="4370"/>
                  </a:cubicBezTo>
                  <a:cubicBezTo>
                    <a:pt x="7058" y="4202"/>
                    <a:pt x="7226" y="3949"/>
                    <a:pt x="7226" y="3613"/>
                  </a:cubicBezTo>
                  <a:cubicBezTo>
                    <a:pt x="7226" y="3277"/>
                    <a:pt x="7058" y="2941"/>
                    <a:pt x="6722" y="2857"/>
                  </a:cubicBezTo>
                  <a:cubicBezTo>
                    <a:pt x="6722" y="2773"/>
                    <a:pt x="6806" y="2689"/>
                    <a:pt x="6806" y="2521"/>
                  </a:cubicBezTo>
                  <a:cubicBezTo>
                    <a:pt x="6806" y="2101"/>
                    <a:pt x="6470" y="1681"/>
                    <a:pt x="6049" y="1597"/>
                  </a:cubicBezTo>
                  <a:lnTo>
                    <a:pt x="6049" y="1513"/>
                  </a:lnTo>
                  <a:cubicBezTo>
                    <a:pt x="6049" y="1177"/>
                    <a:pt x="5797" y="841"/>
                    <a:pt x="5461" y="841"/>
                  </a:cubicBezTo>
                  <a:lnTo>
                    <a:pt x="5461" y="589"/>
                  </a:lnTo>
                  <a:cubicBezTo>
                    <a:pt x="5461" y="253"/>
                    <a:pt x="5209" y="1"/>
                    <a:pt x="49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20"/>
            <p:cNvSpPr/>
            <p:nvPr/>
          </p:nvSpPr>
          <p:spPr>
            <a:xfrm>
              <a:off x="2401600" y="3405700"/>
              <a:ext cx="147075" cy="132350"/>
            </a:xfrm>
            <a:custGeom>
              <a:avLst/>
              <a:gdLst/>
              <a:ahLst/>
              <a:cxnLst/>
              <a:rect l="l" t="t" r="r" b="b"/>
              <a:pathLst>
                <a:path w="5883" h="5294" extrusionOk="0">
                  <a:moveTo>
                    <a:pt x="2438" y="1"/>
                  </a:moveTo>
                  <a:cubicBezTo>
                    <a:pt x="2101" y="1"/>
                    <a:pt x="1933" y="253"/>
                    <a:pt x="1933" y="589"/>
                  </a:cubicBezTo>
                  <a:cubicBezTo>
                    <a:pt x="1933" y="673"/>
                    <a:pt x="1933" y="757"/>
                    <a:pt x="2017" y="841"/>
                  </a:cubicBezTo>
                  <a:lnTo>
                    <a:pt x="1513" y="841"/>
                  </a:lnTo>
                  <a:cubicBezTo>
                    <a:pt x="1177" y="841"/>
                    <a:pt x="841" y="1177"/>
                    <a:pt x="841" y="1513"/>
                  </a:cubicBezTo>
                  <a:lnTo>
                    <a:pt x="841" y="1597"/>
                  </a:lnTo>
                  <a:cubicBezTo>
                    <a:pt x="505" y="1681"/>
                    <a:pt x="253" y="2101"/>
                    <a:pt x="253" y="2437"/>
                  </a:cubicBezTo>
                  <a:cubicBezTo>
                    <a:pt x="253" y="2773"/>
                    <a:pt x="337" y="2941"/>
                    <a:pt x="505" y="3193"/>
                  </a:cubicBezTo>
                  <a:cubicBezTo>
                    <a:pt x="253" y="3193"/>
                    <a:pt x="1" y="3361"/>
                    <a:pt x="1" y="3613"/>
                  </a:cubicBezTo>
                  <a:cubicBezTo>
                    <a:pt x="1" y="3949"/>
                    <a:pt x="253" y="4118"/>
                    <a:pt x="421" y="4118"/>
                  </a:cubicBezTo>
                  <a:lnTo>
                    <a:pt x="505" y="4118"/>
                  </a:lnTo>
                  <a:cubicBezTo>
                    <a:pt x="421" y="4202"/>
                    <a:pt x="421" y="4370"/>
                    <a:pt x="421" y="4454"/>
                  </a:cubicBezTo>
                  <a:cubicBezTo>
                    <a:pt x="421" y="4790"/>
                    <a:pt x="673" y="4958"/>
                    <a:pt x="925" y="4958"/>
                  </a:cubicBezTo>
                  <a:lnTo>
                    <a:pt x="925" y="5294"/>
                  </a:lnTo>
                  <a:lnTo>
                    <a:pt x="5126" y="5294"/>
                  </a:lnTo>
                  <a:lnTo>
                    <a:pt x="5126" y="5210"/>
                  </a:lnTo>
                  <a:cubicBezTo>
                    <a:pt x="5126" y="5042"/>
                    <a:pt x="5042" y="4958"/>
                    <a:pt x="4958" y="4874"/>
                  </a:cubicBezTo>
                  <a:lnTo>
                    <a:pt x="5126" y="4874"/>
                  </a:lnTo>
                  <a:cubicBezTo>
                    <a:pt x="5378" y="4874"/>
                    <a:pt x="5462" y="4790"/>
                    <a:pt x="5462" y="4538"/>
                  </a:cubicBezTo>
                  <a:cubicBezTo>
                    <a:pt x="5462" y="4454"/>
                    <a:pt x="5462" y="4454"/>
                    <a:pt x="5378" y="4370"/>
                  </a:cubicBezTo>
                  <a:cubicBezTo>
                    <a:pt x="5714" y="4202"/>
                    <a:pt x="5882" y="3949"/>
                    <a:pt x="5882" y="3613"/>
                  </a:cubicBezTo>
                  <a:cubicBezTo>
                    <a:pt x="5882" y="3277"/>
                    <a:pt x="5714" y="2941"/>
                    <a:pt x="5378" y="2857"/>
                  </a:cubicBezTo>
                  <a:cubicBezTo>
                    <a:pt x="5378" y="2773"/>
                    <a:pt x="5462" y="2689"/>
                    <a:pt x="5462" y="2521"/>
                  </a:cubicBezTo>
                  <a:cubicBezTo>
                    <a:pt x="5462" y="2101"/>
                    <a:pt x="5126" y="1681"/>
                    <a:pt x="4706" y="1597"/>
                  </a:cubicBezTo>
                  <a:lnTo>
                    <a:pt x="4706" y="1513"/>
                  </a:lnTo>
                  <a:cubicBezTo>
                    <a:pt x="4706" y="1177"/>
                    <a:pt x="4454" y="841"/>
                    <a:pt x="4118" y="841"/>
                  </a:cubicBezTo>
                  <a:lnTo>
                    <a:pt x="4118" y="589"/>
                  </a:lnTo>
                  <a:cubicBezTo>
                    <a:pt x="4118" y="253"/>
                    <a:pt x="3866" y="1"/>
                    <a:pt x="36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20"/>
            <p:cNvSpPr/>
            <p:nvPr/>
          </p:nvSpPr>
          <p:spPr>
            <a:xfrm>
              <a:off x="2397400" y="3485525"/>
              <a:ext cx="117675" cy="52525"/>
            </a:xfrm>
            <a:custGeom>
              <a:avLst/>
              <a:gdLst/>
              <a:ahLst/>
              <a:cxnLst/>
              <a:rect l="l" t="t" r="r" b="b"/>
              <a:pathLst>
                <a:path w="4707" h="2101" extrusionOk="0">
                  <a:moveTo>
                    <a:pt x="505" y="0"/>
                  </a:moveTo>
                  <a:cubicBezTo>
                    <a:pt x="169" y="0"/>
                    <a:pt x="1" y="168"/>
                    <a:pt x="1" y="504"/>
                  </a:cubicBezTo>
                  <a:cubicBezTo>
                    <a:pt x="169" y="756"/>
                    <a:pt x="421" y="925"/>
                    <a:pt x="589" y="925"/>
                  </a:cubicBezTo>
                  <a:lnTo>
                    <a:pt x="673" y="925"/>
                  </a:lnTo>
                  <a:cubicBezTo>
                    <a:pt x="589" y="1009"/>
                    <a:pt x="589" y="1177"/>
                    <a:pt x="589" y="1261"/>
                  </a:cubicBezTo>
                  <a:cubicBezTo>
                    <a:pt x="589" y="1597"/>
                    <a:pt x="841" y="1765"/>
                    <a:pt x="1093" y="1765"/>
                  </a:cubicBezTo>
                  <a:lnTo>
                    <a:pt x="1093" y="2101"/>
                  </a:lnTo>
                  <a:lnTo>
                    <a:pt x="3530" y="2101"/>
                  </a:lnTo>
                  <a:cubicBezTo>
                    <a:pt x="3446" y="2017"/>
                    <a:pt x="3362" y="1849"/>
                    <a:pt x="3194" y="1849"/>
                  </a:cubicBezTo>
                  <a:cubicBezTo>
                    <a:pt x="3362" y="1849"/>
                    <a:pt x="3446" y="1765"/>
                    <a:pt x="3446" y="1681"/>
                  </a:cubicBezTo>
                  <a:lnTo>
                    <a:pt x="4202" y="1681"/>
                  </a:lnTo>
                  <a:cubicBezTo>
                    <a:pt x="4454" y="1681"/>
                    <a:pt x="4706" y="1429"/>
                    <a:pt x="4706" y="1093"/>
                  </a:cubicBezTo>
                  <a:cubicBezTo>
                    <a:pt x="4706" y="841"/>
                    <a:pt x="4454" y="588"/>
                    <a:pt x="4202" y="588"/>
                  </a:cubicBezTo>
                  <a:lnTo>
                    <a:pt x="3194" y="588"/>
                  </a:lnTo>
                  <a:lnTo>
                    <a:pt x="3194" y="504"/>
                  </a:lnTo>
                  <a:cubicBezTo>
                    <a:pt x="3194" y="168"/>
                    <a:pt x="3026" y="0"/>
                    <a:pt x="269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20"/>
            <p:cNvSpPr/>
            <p:nvPr/>
          </p:nvSpPr>
          <p:spPr>
            <a:xfrm>
              <a:off x="2456225" y="3405700"/>
              <a:ext cx="81950" cy="52550"/>
            </a:xfrm>
            <a:custGeom>
              <a:avLst/>
              <a:gdLst/>
              <a:ahLst/>
              <a:cxnLst/>
              <a:rect l="l" t="t" r="r" b="b"/>
              <a:pathLst>
                <a:path w="3278" h="2102" extrusionOk="0">
                  <a:moveTo>
                    <a:pt x="1009" y="1"/>
                  </a:moveTo>
                  <a:lnTo>
                    <a:pt x="1009" y="169"/>
                  </a:lnTo>
                  <a:cubicBezTo>
                    <a:pt x="1009" y="337"/>
                    <a:pt x="1093" y="421"/>
                    <a:pt x="1261" y="589"/>
                  </a:cubicBezTo>
                  <a:cubicBezTo>
                    <a:pt x="1177" y="589"/>
                    <a:pt x="1093" y="673"/>
                    <a:pt x="1093" y="757"/>
                  </a:cubicBezTo>
                  <a:lnTo>
                    <a:pt x="421" y="757"/>
                  </a:lnTo>
                  <a:cubicBezTo>
                    <a:pt x="253" y="757"/>
                    <a:pt x="0" y="1009"/>
                    <a:pt x="0" y="1177"/>
                  </a:cubicBezTo>
                  <a:cubicBezTo>
                    <a:pt x="0" y="1429"/>
                    <a:pt x="253" y="1597"/>
                    <a:pt x="421" y="1597"/>
                  </a:cubicBezTo>
                  <a:lnTo>
                    <a:pt x="1177" y="1597"/>
                  </a:lnTo>
                  <a:lnTo>
                    <a:pt x="1177" y="1681"/>
                  </a:lnTo>
                  <a:cubicBezTo>
                    <a:pt x="1177" y="1933"/>
                    <a:pt x="1429" y="2101"/>
                    <a:pt x="1597" y="2101"/>
                  </a:cubicBezTo>
                  <a:lnTo>
                    <a:pt x="3277" y="2101"/>
                  </a:lnTo>
                  <a:cubicBezTo>
                    <a:pt x="3193" y="1933"/>
                    <a:pt x="2941" y="1681"/>
                    <a:pt x="2689" y="1597"/>
                  </a:cubicBezTo>
                  <a:cubicBezTo>
                    <a:pt x="2689" y="1177"/>
                    <a:pt x="2353" y="841"/>
                    <a:pt x="2017" y="841"/>
                  </a:cubicBezTo>
                  <a:lnTo>
                    <a:pt x="2017" y="589"/>
                  </a:lnTo>
                  <a:cubicBezTo>
                    <a:pt x="2017" y="253"/>
                    <a:pt x="1849" y="1"/>
                    <a:pt x="15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20"/>
            <p:cNvSpPr/>
            <p:nvPr/>
          </p:nvSpPr>
          <p:spPr>
            <a:xfrm>
              <a:off x="1273650" y="3330075"/>
              <a:ext cx="277300" cy="203775"/>
            </a:xfrm>
            <a:custGeom>
              <a:avLst/>
              <a:gdLst/>
              <a:ahLst/>
              <a:cxnLst/>
              <a:rect l="l" t="t" r="r" b="b"/>
              <a:pathLst>
                <a:path w="11092" h="8151" extrusionOk="0">
                  <a:moveTo>
                    <a:pt x="3865" y="1"/>
                  </a:moveTo>
                  <a:cubicBezTo>
                    <a:pt x="3445" y="1"/>
                    <a:pt x="3025" y="337"/>
                    <a:pt x="3025" y="841"/>
                  </a:cubicBezTo>
                  <a:cubicBezTo>
                    <a:pt x="3025" y="925"/>
                    <a:pt x="3025" y="1177"/>
                    <a:pt x="3109" y="1261"/>
                  </a:cubicBezTo>
                  <a:lnTo>
                    <a:pt x="2269" y="1261"/>
                  </a:lnTo>
                  <a:cubicBezTo>
                    <a:pt x="1765" y="1261"/>
                    <a:pt x="1345" y="1681"/>
                    <a:pt x="1345" y="2185"/>
                  </a:cubicBezTo>
                  <a:lnTo>
                    <a:pt x="1345" y="2437"/>
                  </a:lnTo>
                  <a:cubicBezTo>
                    <a:pt x="841" y="2605"/>
                    <a:pt x="505" y="3194"/>
                    <a:pt x="505" y="3782"/>
                  </a:cubicBezTo>
                  <a:cubicBezTo>
                    <a:pt x="505" y="4202"/>
                    <a:pt x="673" y="4538"/>
                    <a:pt x="925" y="4874"/>
                  </a:cubicBezTo>
                  <a:lnTo>
                    <a:pt x="841" y="4874"/>
                  </a:lnTo>
                  <a:cubicBezTo>
                    <a:pt x="421" y="4874"/>
                    <a:pt x="85" y="5126"/>
                    <a:pt x="85" y="5546"/>
                  </a:cubicBezTo>
                  <a:cubicBezTo>
                    <a:pt x="1" y="6134"/>
                    <a:pt x="337" y="6386"/>
                    <a:pt x="673" y="6386"/>
                  </a:cubicBezTo>
                  <a:lnTo>
                    <a:pt x="925" y="6386"/>
                  </a:lnTo>
                  <a:cubicBezTo>
                    <a:pt x="841" y="6470"/>
                    <a:pt x="673" y="6722"/>
                    <a:pt x="673" y="6974"/>
                  </a:cubicBezTo>
                  <a:cubicBezTo>
                    <a:pt x="673" y="7395"/>
                    <a:pt x="1009" y="7815"/>
                    <a:pt x="1429" y="7815"/>
                  </a:cubicBezTo>
                  <a:lnTo>
                    <a:pt x="1429" y="7899"/>
                  </a:lnTo>
                  <a:cubicBezTo>
                    <a:pt x="1429" y="7983"/>
                    <a:pt x="1429" y="8067"/>
                    <a:pt x="1513" y="8151"/>
                  </a:cubicBezTo>
                  <a:lnTo>
                    <a:pt x="9831" y="8151"/>
                  </a:lnTo>
                  <a:lnTo>
                    <a:pt x="9831" y="7983"/>
                  </a:lnTo>
                  <a:cubicBezTo>
                    <a:pt x="9831" y="7731"/>
                    <a:pt x="9747" y="7563"/>
                    <a:pt x="9495" y="7479"/>
                  </a:cubicBezTo>
                  <a:lnTo>
                    <a:pt x="9831" y="7479"/>
                  </a:lnTo>
                  <a:cubicBezTo>
                    <a:pt x="10167" y="7479"/>
                    <a:pt x="10335" y="7227"/>
                    <a:pt x="10335" y="6890"/>
                  </a:cubicBezTo>
                  <a:cubicBezTo>
                    <a:pt x="10335" y="6806"/>
                    <a:pt x="10335" y="6722"/>
                    <a:pt x="10251" y="6638"/>
                  </a:cubicBezTo>
                  <a:cubicBezTo>
                    <a:pt x="10755" y="6386"/>
                    <a:pt x="11091" y="5966"/>
                    <a:pt x="11091" y="5462"/>
                  </a:cubicBezTo>
                  <a:cubicBezTo>
                    <a:pt x="11091" y="4958"/>
                    <a:pt x="10755" y="4370"/>
                    <a:pt x="10251" y="4286"/>
                  </a:cubicBezTo>
                  <a:cubicBezTo>
                    <a:pt x="10335" y="4202"/>
                    <a:pt x="10335" y="4034"/>
                    <a:pt x="10335" y="3782"/>
                  </a:cubicBezTo>
                  <a:cubicBezTo>
                    <a:pt x="10335" y="3194"/>
                    <a:pt x="9915" y="2521"/>
                    <a:pt x="9327" y="2269"/>
                  </a:cubicBezTo>
                  <a:lnTo>
                    <a:pt x="9327" y="2185"/>
                  </a:lnTo>
                  <a:cubicBezTo>
                    <a:pt x="9327" y="1681"/>
                    <a:pt x="8907" y="1261"/>
                    <a:pt x="8403" y="1261"/>
                  </a:cubicBezTo>
                  <a:lnTo>
                    <a:pt x="8234" y="1261"/>
                  </a:lnTo>
                  <a:cubicBezTo>
                    <a:pt x="8403" y="1177"/>
                    <a:pt x="8403" y="925"/>
                    <a:pt x="8403" y="841"/>
                  </a:cubicBezTo>
                  <a:cubicBezTo>
                    <a:pt x="8403" y="421"/>
                    <a:pt x="7982" y="1"/>
                    <a:pt x="756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873;p20"/>
            <p:cNvSpPr/>
            <p:nvPr/>
          </p:nvSpPr>
          <p:spPr>
            <a:xfrm>
              <a:off x="1258950" y="3330075"/>
              <a:ext cx="231075" cy="203775"/>
            </a:xfrm>
            <a:custGeom>
              <a:avLst/>
              <a:gdLst/>
              <a:ahLst/>
              <a:cxnLst/>
              <a:rect l="l" t="t" r="r" b="b"/>
              <a:pathLst>
                <a:path w="9243" h="8151" extrusionOk="0">
                  <a:moveTo>
                    <a:pt x="3949" y="1"/>
                  </a:moveTo>
                  <a:cubicBezTo>
                    <a:pt x="3529" y="1"/>
                    <a:pt x="3109" y="337"/>
                    <a:pt x="3109" y="841"/>
                  </a:cubicBezTo>
                  <a:cubicBezTo>
                    <a:pt x="3109" y="925"/>
                    <a:pt x="3109" y="1177"/>
                    <a:pt x="3193" y="1261"/>
                  </a:cubicBezTo>
                  <a:lnTo>
                    <a:pt x="2269" y="1261"/>
                  </a:lnTo>
                  <a:cubicBezTo>
                    <a:pt x="1681" y="1261"/>
                    <a:pt x="1261" y="1681"/>
                    <a:pt x="1261" y="2185"/>
                  </a:cubicBezTo>
                  <a:lnTo>
                    <a:pt x="1261" y="2437"/>
                  </a:lnTo>
                  <a:cubicBezTo>
                    <a:pt x="757" y="2605"/>
                    <a:pt x="421" y="3194"/>
                    <a:pt x="421" y="3782"/>
                  </a:cubicBezTo>
                  <a:cubicBezTo>
                    <a:pt x="421" y="4202"/>
                    <a:pt x="673" y="4538"/>
                    <a:pt x="841" y="4874"/>
                  </a:cubicBezTo>
                  <a:lnTo>
                    <a:pt x="757" y="4874"/>
                  </a:lnTo>
                  <a:cubicBezTo>
                    <a:pt x="337" y="4874"/>
                    <a:pt x="0" y="5126"/>
                    <a:pt x="0" y="5546"/>
                  </a:cubicBezTo>
                  <a:cubicBezTo>
                    <a:pt x="0" y="6134"/>
                    <a:pt x="337" y="6386"/>
                    <a:pt x="757" y="6386"/>
                  </a:cubicBezTo>
                  <a:lnTo>
                    <a:pt x="1009" y="6386"/>
                  </a:lnTo>
                  <a:cubicBezTo>
                    <a:pt x="841" y="6470"/>
                    <a:pt x="757" y="6722"/>
                    <a:pt x="757" y="6974"/>
                  </a:cubicBezTo>
                  <a:cubicBezTo>
                    <a:pt x="757" y="7395"/>
                    <a:pt x="1093" y="7815"/>
                    <a:pt x="1513" y="7815"/>
                  </a:cubicBezTo>
                  <a:lnTo>
                    <a:pt x="1513" y="7899"/>
                  </a:lnTo>
                  <a:cubicBezTo>
                    <a:pt x="1513" y="7983"/>
                    <a:pt x="1513" y="8067"/>
                    <a:pt x="1597" y="8151"/>
                  </a:cubicBezTo>
                  <a:lnTo>
                    <a:pt x="7982" y="8151"/>
                  </a:lnTo>
                  <a:lnTo>
                    <a:pt x="7982" y="7983"/>
                  </a:lnTo>
                  <a:cubicBezTo>
                    <a:pt x="7982" y="7731"/>
                    <a:pt x="7898" y="7563"/>
                    <a:pt x="7730" y="7479"/>
                  </a:cubicBezTo>
                  <a:lnTo>
                    <a:pt x="7982" y="7479"/>
                  </a:lnTo>
                  <a:cubicBezTo>
                    <a:pt x="8318" y="7479"/>
                    <a:pt x="8570" y="7227"/>
                    <a:pt x="8570" y="6890"/>
                  </a:cubicBezTo>
                  <a:cubicBezTo>
                    <a:pt x="8570" y="6806"/>
                    <a:pt x="8570" y="6722"/>
                    <a:pt x="8402" y="6638"/>
                  </a:cubicBezTo>
                  <a:cubicBezTo>
                    <a:pt x="8991" y="6386"/>
                    <a:pt x="9243" y="5966"/>
                    <a:pt x="9243" y="5462"/>
                  </a:cubicBezTo>
                  <a:cubicBezTo>
                    <a:pt x="9243" y="4958"/>
                    <a:pt x="8991" y="4370"/>
                    <a:pt x="8402" y="4286"/>
                  </a:cubicBezTo>
                  <a:cubicBezTo>
                    <a:pt x="8570" y="4202"/>
                    <a:pt x="8570" y="4034"/>
                    <a:pt x="8570" y="3782"/>
                  </a:cubicBezTo>
                  <a:cubicBezTo>
                    <a:pt x="8570" y="3194"/>
                    <a:pt x="8150" y="2521"/>
                    <a:pt x="7478" y="2269"/>
                  </a:cubicBezTo>
                  <a:lnTo>
                    <a:pt x="7478" y="2185"/>
                  </a:lnTo>
                  <a:cubicBezTo>
                    <a:pt x="7478" y="1681"/>
                    <a:pt x="7058" y="1261"/>
                    <a:pt x="6554" y="1261"/>
                  </a:cubicBezTo>
                  <a:lnTo>
                    <a:pt x="6470" y="1261"/>
                  </a:lnTo>
                  <a:cubicBezTo>
                    <a:pt x="6554" y="1177"/>
                    <a:pt x="6554" y="925"/>
                    <a:pt x="6554" y="841"/>
                  </a:cubicBezTo>
                  <a:cubicBezTo>
                    <a:pt x="6554" y="421"/>
                    <a:pt x="6134" y="1"/>
                    <a:pt x="57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874;p20"/>
            <p:cNvSpPr/>
            <p:nvPr/>
          </p:nvSpPr>
          <p:spPr>
            <a:xfrm>
              <a:off x="1258950" y="3456125"/>
              <a:ext cx="182775" cy="77725"/>
            </a:xfrm>
            <a:custGeom>
              <a:avLst/>
              <a:gdLst/>
              <a:ahLst/>
              <a:cxnLst/>
              <a:rect l="l" t="t" r="r" b="b"/>
              <a:pathLst>
                <a:path w="7311" h="3109" extrusionOk="0">
                  <a:moveTo>
                    <a:pt x="841" y="0"/>
                  </a:moveTo>
                  <a:cubicBezTo>
                    <a:pt x="421" y="0"/>
                    <a:pt x="168" y="336"/>
                    <a:pt x="168" y="756"/>
                  </a:cubicBezTo>
                  <a:cubicBezTo>
                    <a:pt x="0" y="1092"/>
                    <a:pt x="337" y="1344"/>
                    <a:pt x="757" y="1344"/>
                  </a:cubicBezTo>
                  <a:lnTo>
                    <a:pt x="1009" y="1344"/>
                  </a:lnTo>
                  <a:cubicBezTo>
                    <a:pt x="841" y="1428"/>
                    <a:pt x="757" y="1680"/>
                    <a:pt x="757" y="1932"/>
                  </a:cubicBezTo>
                  <a:cubicBezTo>
                    <a:pt x="757" y="2353"/>
                    <a:pt x="1093" y="2773"/>
                    <a:pt x="1513" y="2773"/>
                  </a:cubicBezTo>
                  <a:lnTo>
                    <a:pt x="1513" y="2857"/>
                  </a:lnTo>
                  <a:cubicBezTo>
                    <a:pt x="1513" y="2941"/>
                    <a:pt x="1513" y="3025"/>
                    <a:pt x="1597" y="3109"/>
                  </a:cubicBezTo>
                  <a:lnTo>
                    <a:pt x="5294" y="3109"/>
                  </a:lnTo>
                  <a:cubicBezTo>
                    <a:pt x="5210" y="2941"/>
                    <a:pt x="5042" y="2857"/>
                    <a:pt x="4874" y="2857"/>
                  </a:cubicBezTo>
                  <a:cubicBezTo>
                    <a:pt x="5042" y="2773"/>
                    <a:pt x="5210" y="2605"/>
                    <a:pt x="5294" y="2437"/>
                  </a:cubicBezTo>
                  <a:lnTo>
                    <a:pt x="6470" y="2437"/>
                  </a:lnTo>
                  <a:cubicBezTo>
                    <a:pt x="6890" y="2437"/>
                    <a:pt x="7310" y="2101"/>
                    <a:pt x="7310" y="1680"/>
                  </a:cubicBezTo>
                  <a:cubicBezTo>
                    <a:pt x="7310" y="1260"/>
                    <a:pt x="6974" y="924"/>
                    <a:pt x="6470" y="924"/>
                  </a:cubicBezTo>
                  <a:lnTo>
                    <a:pt x="5042" y="924"/>
                  </a:lnTo>
                  <a:lnTo>
                    <a:pt x="5042" y="756"/>
                  </a:lnTo>
                  <a:cubicBezTo>
                    <a:pt x="5042" y="336"/>
                    <a:pt x="4790" y="0"/>
                    <a:pt x="420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875;p20"/>
            <p:cNvSpPr/>
            <p:nvPr/>
          </p:nvSpPr>
          <p:spPr>
            <a:xfrm>
              <a:off x="1347175" y="3336375"/>
              <a:ext cx="126050" cy="77750"/>
            </a:xfrm>
            <a:custGeom>
              <a:avLst/>
              <a:gdLst/>
              <a:ahLst/>
              <a:cxnLst/>
              <a:rect l="l" t="t" r="r" b="b"/>
              <a:pathLst>
                <a:path w="5042" h="3110" extrusionOk="0">
                  <a:moveTo>
                    <a:pt x="1345" y="1"/>
                  </a:moveTo>
                  <a:lnTo>
                    <a:pt x="1345" y="169"/>
                  </a:lnTo>
                  <a:cubicBezTo>
                    <a:pt x="1345" y="505"/>
                    <a:pt x="1513" y="673"/>
                    <a:pt x="1849" y="841"/>
                  </a:cubicBezTo>
                  <a:cubicBezTo>
                    <a:pt x="1681" y="841"/>
                    <a:pt x="1513" y="1009"/>
                    <a:pt x="1513" y="1093"/>
                  </a:cubicBezTo>
                  <a:lnTo>
                    <a:pt x="588" y="1093"/>
                  </a:lnTo>
                  <a:cubicBezTo>
                    <a:pt x="168" y="1093"/>
                    <a:pt x="0" y="1429"/>
                    <a:pt x="0" y="1765"/>
                  </a:cubicBezTo>
                  <a:cubicBezTo>
                    <a:pt x="0" y="2017"/>
                    <a:pt x="252" y="2353"/>
                    <a:pt x="588" y="2353"/>
                  </a:cubicBezTo>
                  <a:lnTo>
                    <a:pt x="1765" y="2353"/>
                  </a:lnTo>
                  <a:lnTo>
                    <a:pt x="1765" y="2437"/>
                  </a:lnTo>
                  <a:cubicBezTo>
                    <a:pt x="1765" y="2774"/>
                    <a:pt x="2101" y="3110"/>
                    <a:pt x="2353" y="3110"/>
                  </a:cubicBezTo>
                  <a:lnTo>
                    <a:pt x="5041" y="3110"/>
                  </a:lnTo>
                  <a:cubicBezTo>
                    <a:pt x="4705" y="2774"/>
                    <a:pt x="4369" y="2353"/>
                    <a:pt x="3949" y="2269"/>
                  </a:cubicBezTo>
                  <a:lnTo>
                    <a:pt x="3949" y="2185"/>
                  </a:lnTo>
                  <a:cubicBezTo>
                    <a:pt x="3949" y="1681"/>
                    <a:pt x="3529" y="1261"/>
                    <a:pt x="3025" y="1261"/>
                  </a:cubicBezTo>
                  <a:lnTo>
                    <a:pt x="2941" y="1261"/>
                  </a:lnTo>
                  <a:cubicBezTo>
                    <a:pt x="3025" y="1093"/>
                    <a:pt x="3025" y="925"/>
                    <a:pt x="3025" y="841"/>
                  </a:cubicBezTo>
                  <a:cubicBezTo>
                    <a:pt x="3025" y="421"/>
                    <a:pt x="2605" y="1"/>
                    <a:pt x="218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6" name="Google Shape;876;p20"/>
          <p:cNvGrpSpPr/>
          <p:nvPr/>
        </p:nvGrpSpPr>
        <p:grpSpPr>
          <a:xfrm flipH="1">
            <a:off x="8007400" y="3470745"/>
            <a:ext cx="1029418" cy="1146450"/>
            <a:chOff x="6842050" y="3065425"/>
            <a:chExt cx="535625" cy="596550"/>
          </a:xfrm>
        </p:grpSpPr>
        <p:sp>
          <p:nvSpPr>
            <p:cNvPr id="877" name="Google Shape;877;p20"/>
            <p:cNvSpPr/>
            <p:nvPr/>
          </p:nvSpPr>
          <p:spPr>
            <a:xfrm>
              <a:off x="7073100" y="3451925"/>
              <a:ext cx="56725" cy="210050"/>
            </a:xfrm>
            <a:custGeom>
              <a:avLst/>
              <a:gdLst/>
              <a:ahLst/>
              <a:cxnLst/>
              <a:rect l="l" t="t" r="r" b="b"/>
              <a:pathLst>
                <a:path w="2269" h="8402" extrusionOk="0">
                  <a:moveTo>
                    <a:pt x="504" y="0"/>
                  </a:moveTo>
                  <a:lnTo>
                    <a:pt x="0" y="8402"/>
                  </a:lnTo>
                  <a:lnTo>
                    <a:pt x="2269" y="8402"/>
                  </a:lnTo>
                  <a:lnTo>
                    <a:pt x="1765" y="0"/>
                  </a:lnTo>
                  <a:close/>
                </a:path>
              </a:pathLst>
            </a:custGeom>
            <a:solidFill>
              <a:srgbClr val="7A452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20"/>
            <p:cNvSpPr/>
            <p:nvPr/>
          </p:nvSpPr>
          <p:spPr>
            <a:xfrm>
              <a:off x="6867250" y="3065425"/>
              <a:ext cx="510425" cy="428525"/>
            </a:xfrm>
            <a:custGeom>
              <a:avLst/>
              <a:gdLst/>
              <a:ahLst/>
              <a:cxnLst/>
              <a:rect l="l" t="t" r="r" b="b"/>
              <a:pathLst>
                <a:path w="20417" h="17141" extrusionOk="0">
                  <a:moveTo>
                    <a:pt x="7058" y="0"/>
                  </a:moveTo>
                  <a:cubicBezTo>
                    <a:pt x="6218" y="0"/>
                    <a:pt x="5462" y="589"/>
                    <a:pt x="5462" y="1429"/>
                  </a:cubicBezTo>
                  <a:cubicBezTo>
                    <a:pt x="5462" y="1765"/>
                    <a:pt x="5630" y="1933"/>
                    <a:pt x="5714" y="2185"/>
                  </a:cubicBezTo>
                  <a:lnTo>
                    <a:pt x="4117" y="2185"/>
                  </a:lnTo>
                  <a:cubicBezTo>
                    <a:pt x="3193" y="2185"/>
                    <a:pt x="2353" y="2941"/>
                    <a:pt x="2353" y="3949"/>
                  </a:cubicBezTo>
                  <a:lnTo>
                    <a:pt x="2353" y="4285"/>
                  </a:lnTo>
                  <a:cubicBezTo>
                    <a:pt x="1429" y="4706"/>
                    <a:pt x="756" y="5630"/>
                    <a:pt x="756" y="6806"/>
                  </a:cubicBezTo>
                  <a:cubicBezTo>
                    <a:pt x="756" y="7562"/>
                    <a:pt x="1093" y="8150"/>
                    <a:pt x="1597" y="8654"/>
                  </a:cubicBezTo>
                  <a:lnTo>
                    <a:pt x="1429" y="8654"/>
                  </a:lnTo>
                  <a:cubicBezTo>
                    <a:pt x="672" y="8654"/>
                    <a:pt x="0" y="9243"/>
                    <a:pt x="0" y="9999"/>
                  </a:cubicBezTo>
                  <a:cubicBezTo>
                    <a:pt x="0" y="10671"/>
                    <a:pt x="672" y="11259"/>
                    <a:pt x="1429" y="11259"/>
                  </a:cubicBezTo>
                  <a:lnTo>
                    <a:pt x="1849" y="11259"/>
                  </a:lnTo>
                  <a:cubicBezTo>
                    <a:pt x="1597" y="11427"/>
                    <a:pt x="1513" y="11847"/>
                    <a:pt x="1513" y="12183"/>
                  </a:cubicBezTo>
                  <a:cubicBezTo>
                    <a:pt x="1513" y="13023"/>
                    <a:pt x="2101" y="13612"/>
                    <a:pt x="2857" y="13780"/>
                  </a:cubicBezTo>
                  <a:lnTo>
                    <a:pt x="2857" y="13948"/>
                  </a:lnTo>
                  <a:cubicBezTo>
                    <a:pt x="2857" y="15040"/>
                    <a:pt x="3781" y="15964"/>
                    <a:pt x="4873" y="15964"/>
                  </a:cubicBezTo>
                  <a:cubicBezTo>
                    <a:pt x="4873" y="16552"/>
                    <a:pt x="5378" y="17140"/>
                    <a:pt x="6134" y="17140"/>
                  </a:cubicBezTo>
                  <a:lnTo>
                    <a:pt x="15292" y="17140"/>
                  </a:lnTo>
                  <a:cubicBezTo>
                    <a:pt x="15880" y="17140"/>
                    <a:pt x="16552" y="16552"/>
                    <a:pt x="16552" y="15964"/>
                  </a:cubicBezTo>
                  <a:cubicBezTo>
                    <a:pt x="16552" y="15712"/>
                    <a:pt x="16384" y="15544"/>
                    <a:pt x="16300" y="15460"/>
                  </a:cubicBezTo>
                  <a:lnTo>
                    <a:pt x="17056" y="15460"/>
                  </a:lnTo>
                  <a:cubicBezTo>
                    <a:pt x="17644" y="15460"/>
                    <a:pt x="18232" y="14872"/>
                    <a:pt x="18232" y="14368"/>
                  </a:cubicBezTo>
                  <a:cubicBezTo>
                    <a:pt x="18232" y="13948"/>
                    <a:pt x="17980" y="13780"/>
                    <a:pt x="17644" y="13528"/>
                  </a:cubicBezTo>
                  <a:lnTo>
                    <a:pt x="18232" y="13528"/>
                  </a:lnTo>
                  <a:cubicBezTo>
                    <a:pt x="18737" y="13528"/>
                    <a:pt x="19157" y="13107"/>
                    <a:pt x="19157" y="12687"/>
                  </a:cubicBezTo>
                  <a:cubicBezTo>
                    <a:pt x="19157" y="12519"/>
                    <a:pt x="18989" y="12351"/>
                    <a:pt x="18905" y="12183"/>
                  </a:cubicBezTo>
                  <a:cubicBezTo>
                    <a:pt x="19745" y="11679"/>
                    <a:pt x="20417" y="10839"/>
                    <a:pt x="20417" y="9831"/>
                  </a:cubicBezTo>
                  <a:cubicBezTo>
                    <a:pt x="20417" y="8906"/>
                    <a:pt x="19745" y="8066"/>
                    <a:pt x="18821" y="7730"/>
                  </a:cubicBezTo>
                  <a:cubicBezTo>
                    <a:pt x="18905" y="7478"/>
                    <a:pt x="18989" y="7142"/>
                    <a:pt x="18989" y="6806"/>
                  </a:cubicBezTo>
                  <a:cubicBezTo>
                    <a:pt x="18989" y="5546"/>
                    <a:pt x="18148" y="4621"/>
                    <a:pt x="17140" y="4201"/>
                  </a:cubicBezTo>
                  <a:lnTo>
                    <a:pt x="17140" y="3949"/>
                  </a:lnTo>
                  <a:cubicBezTo>
                    <a:pt x="17140" y="3025"/>
                    <a:pt x="16300" y="2185"/>
                    <a:pt x="15376" y="2185"/>
                  </a:cubicBezTo>
                  <a:lnTo>
                    <a:pt x="15124" y="2185"/>
                  </a:lnTo>
                  <a:cubicBezTo>
                    <a:pt x="15292" y="1933"/>
                    <a:pt x="15376" y="1681"/>
                    <a:pt x="15376" y="1429"/>
                  </a:cubicBezTo>
                  <a:cubicBezTo>
                    <a:pt x="15376" y="589"/>
                    <a:pt x="14620" y="0"/>
                    <a:pt x="1377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 name="Google Shape;879;p20"/>
            <p:cNvSpPr/>
            <p:nvPr/>
          </p:nvSpPr>
          <p:spPr>
            <a:xfrm>
              <a:off x="6842050" y="3065425"/>
              <a:ext cx="422200" cy="428525"/>
            </a:xfrm>
            <a:custGeom>
              <a:avLst/>
              <a:gdLst/>
              <a:ahLst/>
              <a:cxnLst/>
              <a:rect l="l" t="t" r="r" b="b"/>
              <a:pathLst>
                <a:path w="16888" h="17141" extrusionOk="0">
                  <a:moveTo>
                    <a:pt x="7058" y="0"/>
                  </a:moveTo>
                  <a:cubicBezTo>
                    <a:pt x="6133" y="0"/>
                    <a:pt x="5461" y="589"/>
                    <a:pt x="5461" y="1429"/>
                  </a:cubicBezTo>
                  <a:cubicBezTo>
                    <a:pt x="5461" y="1765"/>
                    <a:pt x="5545" y="1933"/>
                    <a:pt x="5629" y="2185"/>
                  </a:cubicBezTo>
                  <a:lnTo>
                    <a:pt x="4033" y="2185"/>
                  </a:lnTo>
                  <a:cubicBezTo>
                    <a:pt x="3109" y="2185"/>
                    <a:pt x="2269" y="2941"/>
                    <a:pt x="2269" y="3949"/>
                  </a:cubicBezTo>
                  <a:lnTo>
                    <a:pt x="2269" y="4285"/>
                  </a:lnTo>
                  <a:cubicBezTo>
                    <a:pt x="1344" y="4706"/>
                    <a:pt x="756" y="5630"/>
                    <a:pt x="756" y="6806"/>
                  </a:cubicBezTo>
                  <a:cubicBezTo>
                    <a:pt x="756" y="7562"/>
                    <a:pt x="1008" y="8150"/>
                    <a:pt x="1596" y="8654"/>
                  </a:cubicBezTo>
                  <a:lnTo>
                    <a:pt x="1344" y="8654"/>
                  </a:lnTo>
                  <a:cubicBezTo>
                    <a:pt x="588" y="8654"/>
                    <a:pt x="0" y="9243"/>
                    <a:pt x="0" y="9999"/>
                  </a:cubicBezTo>
                  <a:cubicBezTo>
                    <a:pt x="0" y="10671"/>
                    <a:pt x="588" y="11259"/>
                    <a:pt x="1344" y="11259"/>
                  </a:cubicBezTo>
                  <a:lnTo>
                    <a:pt x="1764" y="11259"/>
                  </a:lnTo>
                  <a:cubicBezTo>
                    <a:pt x="1596" y="11427"/>
                    <a:pt x="1428" y="11847"/>
                    <a:pt x="1428" y="12183"/>
                  </a:cubicBezTo>
                  <a:cubicBezTo>
                    <a:pt x="1428" y="13023"/>
                    <a:pt x="2101" y="13612"/>
                    <a:pt x="2857" y="13780"/>
                  </a:cubicBezTo>
                  <a:lnTo>
                    <a:pt x="2857" y="13948"/>
                  </a:lnTo>
                  <a:cubicBezTo>
                    <a:pt x="2857" y="15040"/>
                    <a:pt x="3781" y="15964"/>
                    <a:pt x="4789" y="15964"/>
                  </a:cubicBezTo>
                  <a:cubicBezTo>
                    <a:pt x="4789" y="16552"/>
                    <a:pt x="5377" y="17140"/>
                    <a:pt x="6049" y="17140"/>
                  </a:cubicBezTo>
                  <a:lnTo>
                    <a:pt x="11763" y="17140"/>
                  </a:lnTo>
                  <a:cubicBezTo>
                    <a:pt x="12351" y="17140"/>
                    <a:pt x="13023" y="16552"/>
                    <a:pt x="13023" y="15964"/>
                  </a:cubicBezTo>
                  <a:cubicBezTo>
                    <a:pt x="13023" y="15712"/>
                    <a:pt x="12855" y="15544"/>
                    <a:pt x="12771" y="15460"/>
                  </a:cubicBezTo>
                  <a:lnTo>
                    <a:pt x="13527" y="15460"/>
                  </a:lnTo>
                  <a:cubicBezTo>
                    <a:pt x="14199" y="15460"/>
                    <a:pt x="14703" y="14872"/>
                    <a:pt x="14703" y="14368"/>
                  </a:cubicBezTo>
                  <a:cubicBezTo>
                    <a:pt x="14703" y="13948"/>
                    <a:pt x="14451" y="13780"/>
                    <a:pt x="14199" y="13528"/>
                  </a:cubicBezTo>
                  <a:lnTo>
                    <a:pt x="14703" y="13528"/>
                  </a:lnTo>
                  <a:cubicBezTo>
                    <a:pt x="15208" y="13528"/>
                    <a:pt x="15628" y="13107"/>
                    <a:pt x="15628" y="12687"/>
                  </a:cubicBezTo>
                  <a:cubicBezTo>
                    <a:pt x="15628" y="12519"/>
                    <a:pt x="15544" y="12351"/>
                    <a:pt x="15460" y="12183"/>
                  </a:cubicBezTo>
                  <a:cubicBezTo>
                    <a:pt x="16300" y="11679"/>
                    <a:pt x="16888" y="10839"/>
                    <a:pt x="16888" y="9831"/>
                  </a:cubicBezTo>
                  <a:cubicBezTo>
                    <a:pt x="16888" y="8906"/>
                    <a:pt x="16300" y="8066"/>
                    <a:pt x="15292" y="7730"/>
                  </a:cubicBezTo>
                  <a:cubicBezTo>
                    <a:pt x="15460" y="7478"/>
                    <a:pt x="15544" y="7142"/>
                    <a:pt x="15544" y="6806"/>
                  </a:cubicBezTo>
                  <a:cubicBezTo>
                    <a:pt x="15544" y="5546"/>
                    <a:pt x="14703" y="4621"/>
                    <a:pt x="13611" y="4201"/>
                  </a:cubicBezTo>
                  <a:lnTo>
                    <a:pt x="13611" y="3949"/>
                  </a:lnTo>
                  <a:cubicBezTo>
                    <a:pt x="13611" y="3025"/>
                    <a:pt x="12771" y="2185"/>
                    <a:pt x="11847" y="2185"/>
                  </a:cubicBezTo>
                  <a:lnTo>
                    <a:pt x="11679" y="2185"/>
                  </a:lnTo>
                  <a:cubicBezTo>
                    <a:pt x="11763" y="1933"/>
                    <a:pt x="11847" y="1681"/>
                    <a:pt x="11847" y="1429"/>
                  </a:cubicBezTo>
                  <a:cubicBezTo>
                    <a:pt x="11847" y="589"/>
                    <a:pt x="11091" y="0"/>
                    <a:pt x="1025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 name="Google Shape;880;p20"/>
            <p:cNvSpPr/>
            <p:nvPr/>
          </p:nvSpPr>
          <p:spPr>
            <a:xfrm>
              <a:off x="6842050" y="3283875"/>
              <a:ext cx="325600" cy="210075"/>
            </a:xfrm>
            <a:custGeom>
              <a:avLst/>
              <a:gdLst/>
              <a:ahLst/>
              <a:cxnLst/>
              <a:rect l="l" t="t" r="r" b="b"/>
              <a:pathLst>
                <a:path w="13024" h="8403" extrusionOk="0">
                  <a:moveTo>
                    <a:pt x="1344" y="0"/>
                  </a:moveTo>
                  <a:cubicBezTo>
                    <a:pt x="588" y="0"/>
                    <a:pt x="0" y="505"/>
                    <a:pt x="0" y="1261"/>
                  </a:cubicBezTo>
                  <a:cubicBezTo>
                    <a:pt x="0" y="1933"/>
                    <a:pt x="588" y="2521"/>
                    <a:pt x="1344" y="2521"/>
                  </a:cubicBezTo>
                  <a:lnTo>
                    <a:pt x="1764" y="2521"/>
                  </a:lnTo>
                  <a:cubicBezTo>
                    <a:pt x="1596" y="2689"/>
                    <a:pt x="1428" y="3109"/>
                    <a:pt x="1428" y="3445"/>
                  </a:cubicBezTo>
                  <a:cubicBezTo>
                    <a:pt x="1428" y="4285"/>
                    <a:pt x="2101" y="4874"/>
                    <a:pt x="2857" y="5042"/>
                  </a:cubicBezTo>
                  <a:lnTo>
                    <a:pt x="2857" y="5210"/>
                  </a:lnTo>
                  <a:cubicBezTo>
                    <a:pt x="2857" y="6302"/>
                    <a:pt x="3781" y="7226"/>
                    <a:pt x="4789" y="7226"/>
                  </a:cubicBezTo>
                  <a:cubicBezTo>
                    <a:pt x="4789" y="7814"/>
                    <a:pt x="5377" y="8402"/>
                    <a:pt x="6049" y="8402"/>
                  </a:cubicBezTo>
                  <a:lnTo>
                    <a:pt x="11763" y="8402"/>
                  </a:lnTo>
                  <a:cubicBezTo>
                    <a:pt x="12351" y="8402"/>
                    <a:pt x="13023" y="7814"/>
                    <a:pt x="13023" y="7226"/>
                  </a:cubicBezTo>
                  <a:cubicBezTo>
                    <a:pt x="13023" y="7142"/>
                    <a:pt x="9746" y="7142"/>
                    <a:pt x="9746" y="7142"/>
                  </a:cubicBezTo>
                  <a:lnTo>
                    <a:pt x="9746" y="6470"/>
                  </a:lnTo>
                  <a:cubicBezTo>
                    <a:pt x="9746" y="5882"/>
                    <a:pt x="9326" y="5294"/>
                    <a:pt x="8738" y="5126"/>
                  </a:cubicBezTo>
                  <a:cubicBezTo>
                    <a:pt x="8990" y="5042"/>
                    <a:pt x="9326" y="4790"/>
                    <a:pt x="9410" y="4369"/>
                  </a:cubicBezTo>
                  <a:lnTo>
                    <a:pt x="11427" y="4369"/>
                  </a:lnTo>
                  <a:cubicBezTo>
                    <a:pt x="12267" y="4369"/>
                    <a:pt x="12855" y="3781"/>
                    <a:pt x="12855" y="3025"/>
                  </a:cubicBezTo>
                  <a:cubicBezTo>
                    <a:pt x="12855" y="2269"/>
                    <a:pt x="12267" y="1681"/>
                    <a:pt x="11427" y="1681"/>
                  </a:cubicBezTo>
                  <a:lnTo>
                    <a:pt x="8906" y="1681"/>
                  </a:lnTo>
                  <a:cubicBezTo>
                    <a:pt x="8906" y="1513"/>
                    <a:pt x="8990" y="1429"/>
                    <a:pt x="8990" y="1345"/>
                  </a:cubicBezTo>
                  <a:cubicBezTo>
                    <a:pt x="8990" y="589"/>
                    <a:pt x="8402" y="0"/>
                    <a:pt x="756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20"/>
            <p:cNvSpPr/>
            <p:nvPr/>
          </p:nvSpPr>
          <p:spPr>
            <a:xfrm>
              <a:off x="6989075" y="3065425"/>
              <a:ext cx="235275" cy="147050"/>
            </a:xfrm>
            <a:custGeom>
              <a:avLst/>
              <a:gdLst/>
              <a:ahLst/>
              <a:cxnLst/>
              <a:rect l="l" t="t" r="r" b="b"/>
              <a:pathLst>
                <a:path w="9411" h="5882" extrusionOk="0">
                  <a:moveTo>
                    <a:pt x="2857" y="0"/>
                  </a:moveTo>
                  <a:cubicBezTo>
                    <a:pt x="2857" y="84"/>
                    <a:pt x="2689" y="168"/>
                    <a:pt x="2689" y="252"/>
                  </a:cubicBezTo>
                  <a:cubicBezTo>
                    <a:pt x="2689" y="841"/>
                    <a:pt x="3109" y="1261"/>
                    <a:pt x="3529" y="1429"/>
                  </a:cubicBezTo>
                  <a:cubicBezTo>
                    <a:pt x="3277" y="1513"/>
                    <a:pt x="3025" y="1765"/>
                    <a:pt x="2941" y="2101"/>
                  </a:cubicBezTo>
                  <a:lnTo>
                    <a:pt x="1261" y="2101"/>
                  </a:lnTo>
                  <a:cubicBezTo>
                    <a:pt x="589" y="2101"/>
                    <a:pt x="0" y="2605"/>
                    <a:pt x="0" y="3193"/>
                  </a:cubicBezTo>
                  <a:cubicBezTo>
                    <a:pt x="0" y="3865"/>
                    <a:pt x="505" y="4369"/>
                    <a:pt x="1261" y="4369"/>
                  </a:cubicBezTo>
                  <a:lnTo>
                    <a:pt x="3445" y="4369"/>
                  </a:lnTo>
                  <a:cubicBezTo>
                    <a:pt x="3445" y="4453"/>
                    <a:pt x="3361" y="4621"/>
                    <a:pt x="3361" y="4706"/>
                  </a:cubicBezTo>
                  <a:cubicBezTo>
                    <a:pt x="3361" y="5294"/>
                    <a:pt x="3865" y="5882"/>
                    <a:pt x="4621" y="5882"/>
                  </a:cubicBezTo>
                  <a:lnTo>
                    <a:pt x="9411" y="5882"/>
                  </a:lnTo>
                  <a:cubicBezTo>
                    <a:pt x="9243" y="5126"/>
                    <a:pt x="8486" y="4537"/>
                    <a:pt x="7730" y="4201"/>
                  </a:cubicBezTo>
                  <a:lnTo>
                    <a:pt x="7730" y="3949"/>
                  </a:lnTo>
                  <a:cubicBezTo>
                    <a:pt x="7730" y="3025"/>
                    <a:pt x="6890" y="2185"/>
                    <a:pt x="5966" y="2185"/>
                  </a:cubicBezTo>
                  <a:lnTo>
                    <a:pt x="5798" y="2185"/>
                  </a:lnTo>
                  <a:cubicBezTo>
                    <a:pt x="5882" y="2017"/>
                    <a:pt x="5966" y="1681"/>
                    <a:pt x="5966" y="1429"/>
                  </a:cubicBezTo>
                  <a:cubicBezTo>
                    <a:pt x="5966" y="589"/>
                    <a:pt x="5210" y="0"/>
                    <a:pt x="436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82" name="Google Shape;882;p20"/>
          <p:cNvGrpSpPr/>
          <p:nvPr/>
        </p:nvGrpSpPr>
        <p:grpSpPr>
          <a:xfrm>
            <a:off x="50104" y="1896933"/>
            <a:ext cx="1093771" cy="2951842"/>
            <a:chOff x="231800" y="1194350"/>
            <a:chExt cx="943150" cy="2545350"/>
          </a:xfrm>
        </p:grpSpPr>
        <p:sp>
          <p:nvSpPr>
            <p:cNvPr id="883" name="Google Shape;883;p20"/>
            <p:cNvSpPr/>
            <p:nvPr/>
          </p:nvSpPr>
          <p:spPr>
            <a:xfrm>
              <a:off x="484495" y="3697404"/>
              <a:ext cx="416790" cy="42296"/>
            </a:xfrm>
            <a:custGeom>
              <a:avLst/>
              <a:gdLst/>
              <a:ahLst/>
              <a:cxnLst/>
              <a:rect l="l" t="t" r="r" b="b"/>
              <a:pathLst>
                <a:path w="70493" h="1692" extrusionOk="0">
                  <a:moveTo>
                    <a:pt x="68838" y="1"/>
                  </a:moveTo>
                  <a:cubicBezTo>
                    <a:pt x="68747" y="1"/>
                    <a:pt x="68655" y="4"/>
                    <a:pt x="68561" y="11"/>
                  </a:cubicBezTo>
                  <a:lnTo>
                    <a:pt x="1849" y="11"/>
                  </a:lnTo>
                  <a:cubicBezTo>
                    <a:pt x="841" y="11"/>
                    <a:pt x="1" y="347"/>
                    <a:pt x="1" y="851"/>
                  </a:cubicBezTo>
                  <a:cubicBezTo>
                    <a:pt x="1" y="1272"/>
                    <a:pt x="841" y="1692"/>
                    <a:pt x="1849" y="1692"/>
                  </a:cubicBezTo>
                  <a:lnTo>
                    <a:pt x="68561" y="1692"/>
                  </a:lnTo>
                  <a:cubicBezTo>
                    <a:pt x="69653" y="1692"/>
                    <a:pt x="70493" y="1356"/>
                    <a:pt x="70493" y="851"/>
                  </a:cubicBezTo>
                  <a:cubicBezTo>
                    <a:pt x="70493" y="391"/>
                    <a:pt x="69792" y="1"/>
                    <a:pt x="68838" y="1"/>
                  </a:cubicBezTo>
                  <a:close/>
                </a:path>
              </a:pathLst>
            </a:custGeom>
            <a:solidFill>
              <a:srgbClr val="6A84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20"/>
            <p:cNvSpPr/>
            <p:nvPr/>
          </p:nvSpPr>
          <p:spPr>
            <a:xfrm>
              <a:off x="645600" y="3370000"/>
              <a:ext cx="71450" cy="355000"/>
            </a:xfrm>
            <a:custGeom>
              <a:avLst/>
              <a:gdLst/>
              <a:ahLst/>
              <a:cxnLst/>
              <a:rect l="l" t="t" r="r" b="b"/>
              <a:pathLst>
                <a:path w="2858" h="14200" extrusionOk="0">
                  <a:moveTo>
                    <a:pt x="85" y="0"/>
                  </a:moveTo>
                  <a:cubicBezTo>
                    <a:pt x="85" y="3865"/>
                    <a:pt x="85" y="13107"/>
                    <a:pt x="1" y="14200"/>
                  </a:cubicBezTo>
                  <a:lnTo>
                    <a:pt x="2857" y="14200"/>
                  </a:lnTo>
                  <a:cubicBezTo>
                    <a:pt x="2857" y="13107"/>
                    <a:pt x="2857" y="3865"/>
                    <a:pt x="2689" y="0"/>
                  </a:cubicBezTo>
                  <a:close/>
                </a:path>
              </a:pathLst>
            </a:custGeom>
            <a:solidFill>
              <a:srgbClr val="4054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20"/>
            <p:cNvSpPr/>
            <p:nvPr/>
          </p:nvSpPr>
          <p:spPr>
            <a:xfrm>
              <a:off x="685525" y="3370000"/>
              <a:ext cx="31525" cy="355000"/>
            </a:xfrm>
            <a:custGeom>
              <a:avLst/>
              <a:gdLst/>
              <a:ahLst/>
              <a:cxnLst/>
              <a:rect l="l" t="t" r="r" b="b"/>
              <a:pathLst>
                <a:path w="1261" h="14200" extrusionOk="0">
                  <a:moveTo>
                    <a:pt x="0" y="0"/>
                  </a:moveTo>
                  <a:lnTo>
                    <a:pt x="0" y="14200"/>
                  </a:lnTo>
                  <a:lnTo>
                    <a:pt x="1260" y="14200"/>
                  </a:lnTo>
                  <a:cubicBezTo>
                    <a:pt x="1260" y="13107"/>
                    <a:pt x="1260" y="3865"/>
                    <a:pt x="1092" y="0"/>
                  </a:cubicBezTo>
                  <a:close/>
                </a:path>
              </a:pathLst>
            </a:custGeom>
            <a:solidFill>
              <a:srgbClr val="6C8C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 name="Google Shape;886;p20"/>
            <p:cNvSpPr/>
            <p:nvPr/>
          </p:nvSpPr>
          <p:spPr>
            <a:xfrm>
              <a:off x="654000" y="1624500"/>
              <a:ext cx="56750" cy="1745525"/>
            </a:xfrm>
            <a:custGeom>
              <a:avLst/>
              <a:gdLst/>
              <a:ahLst/>
              <a:cxnLst/>
              <a:rect l="l" t="t" r="r" b="b"/>
              <a:pathLst>
                <a:path w="2270" h="69821" extrusionOk="0">
                  <a:moveTo>
                    <a:pt x="925" y="0"/>
                  </a:moveTo>
                  <a:cubicBezTo>
                    <a:pt x="841" y="2773"/>
                    <a:pt x="85" y="67720"/>
                    <a:pt x="1" y="69820"/>
                  </a:cubicBezTo>
                  <a:lnTo>
                    <a:pt x="2269" y="69820"/>
                  </a:lnTo>
                  <a:cubicBezTo>
                    <a:pt x="2185" y="67720"/>
                    <a:pt x="1429" y="2773"/>
                    <a:pt x="1345" y="0"/>
                  </a:cubicBezTo>
                  <a:close/>
                </a:path>
              </a:pathLst>
            </a:custGeom>
            <a:solidFill>
              <a:srgbClr val="F5F9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887;p20"/>
            <p:cNvSpPr/>
            <p:nvPr/>
          </p:nvSpPr>
          <p:spPr>
            <a:xfrm>
              <a:off x="681325" y="1624500"/>
              <a:ext cx="25225" cy="1745525"/>
            </a:xfrm>
            <a:custGeom>
              <a:avLst/>
              <a:gdLst/>
              <a:ahLst/>
              <a:cxnLst/>
              <a:rect l="l" t="t" r="r" b="b"/>
              <a:pathLst>
                <a:path w="1009" h="69821" extrusionOk="0">
                  <a:moveTo>
                    <a:pt x="168" y="0"/>
                  </a:moveTo>
                  <a:cubicBezTo>
                    <a:pt x="0" y="0"/>
                    <a:pt x="252" y="69820"/>
                    <a:pt x="252" y="69820"/>
                  </a:cubicBezTo>
                  <a:lnTo>
                    <a:pt x="1008" y="69820"/>
                  </a:lnTo>
                  <a:cubicBezTo>
                    <a:pt x="1008" y="67720"/>
                    <a:pt x="252" y="2773"/>
                    <a:pt x="16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 name="Google Shape;888;p20"/>
            <p:cNvSpPr/>
            <p:nvPr/>
          </p:nvSpPr>
          <p:spPr>
            <a:xfrm>
              <a:off x="244425" y="1585750"/>
              <a:ext cx="430625" cy="68875"/>
            </a:xfrm>
            <a:custGeom>
              <a:avLst/>
              <a:gdLst/>
              <a:ahLst/>
              <a:cxnLst/>
              <a:rect l="l" t="t" r="r" b="b"/>
              <a:pathLst>
                <a:path w="17225" h="2755" extrusionOk="0">
                  <a:moveTo>
                    <a:pt x="13288" y="0"/>
                  </a:moveTo>
                  <a:cubicBezTo>
                    <a:pt x="10899" y="0"/>
                    <a:pt x="0" y="1757"/>
                    <a:pt x="0" y="2222"/>
                  </a:cubicBezTo>
                  <a:cubicBezTo>
                    <a:pt x="0" y="2584"/>
                    <a:pt x="1525" y="2755"/>
                    <a:pt x="3871" y="2755"/>
                  </a:cubicBezTo>
                  <a:cubicBezTo>
                    <a:pt x="5340" y="2755"/>
                    <a:pt x="7132" y="2688"/>
                    <a:pt x="9074" y="2558"/>
                  </a:cubicBezTo>
                  <a:cubicBezTo>
                    <a:pt x="14115" y="2222"/>
                    <a:pt x="17056" y="2138"/>
                    <a:pt x="17056" y="1634"/>
                  </a:cubicBezTo>
                  <a:cubicBezTo>
                    <a:pt x="17224" y="1214"/>
                    <a:pt x="15712" y="794"/>
                    <a:pt x="13695" y="38"/>
                  </a:cubicBezTo>
                  <a:cubicBezTo>
                    <a:pt x="13625" y="12"/>
                    <a:pt x="13486" y="0"/>
                    <a:pt x="1328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889;p20"/>
            <p:cNvSpPr/>
            <p:nvPr/>
          </p:nvSpPr>
          <p:spPr>
            <a:xfrm>
              <a:off x="271725" y="1591650"/>
              <a:ext cx="373900" cy="45475"/>
            </a:xfrm>
            <a:custGeom>
              <a:avLst/>
              <a:gdLst/>
              <a:ahLst/>
              <a:cxnLst/>
              <a:rect l="l" t="t" r="r" b="b"/>
              <a:pathLst>
                <a:path w="14956" h="1819" extrusionOk="0">
                  <a:moveTo>
                    <a:pt x="12119" y="1"/>
                  </a:moveTo>
                  <a:cubicBezTo>
                    <a:pt x="10095" y="1"/>
                    <a:pt x="2774" y="1144"/>
                    <a:pt x="0" y="1818"/>
                  </a:cubicBezTo>
                  <a:lnTo>
                    <a:pt x="14956" y="894"/>
                  </a:lnTo>
                  <a:cubicBezTo>
                    <a:pt x="14452" y="642"/>
                    <a:pt x="13779" y="474"/>
                    <a:pt x="13275" y="222"/>
                  </a:cubicBezTo>
                  <a:cubicBezTo>
                    <a:pt x="13023" y="138"/>
                    <a:pt x="12855" y="138"/>
                    <a:pt x="12603" y="54"/>
                  </a:cubicBezTo>
                  <a:cubicBezTo>
                    <a:pt x="12531" y="18"/>
                    <a:pt x="12363" y="1"/>
                    <a:pt x="12119" y="1"/>
                  </a:cubicBez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890;p20"/>
            <p:cNvSpPr/>
            <p:nvPr/>
          </p:nvSpPr>
          <p:spPr>
            <a:xfrm>
              <a:off x="677125" y="1625850"/>
              <a:ext cx="247875" cy="357900"/>
            </a:xfrm>
            <a:custGeom>
              <a:avLst/>
              <a:gdLst/>
              <a:ahLst/>
              <a:cxnLst/>
              <a:rect l="l" t="t" r="r" b="b"/>
              <a:pathLst>
                <a:path w="9915" h="14316" extrusionOk="0">
                  <a:moveTo>
                    <a:pt x="507" y="0"/>
                  </a:moveTo>
                  <a:cubicBezTo>
                    <a:pt x="474" y="0"/>
                    <a:pt x="445" y="10"/>
                    <a:pt x="420" y="30"/>
                  </a:cubicBezTo>
                  <a:cubicBezTo>
                    <a:pt x="0" y="366"/>
                    <a:pt x="420" y="1711"/>
                    <a:pt x="672" y="3727"/>
                  </a:cubicBezTo>
                  <a:cubicBezTo>
                    <a:pt x="922" y="4727"/>
                    <a:pt x="9018" y="14316"/>
                    <a:pt x="9484" y="14316"/>
                  </a:cubicBezTo>
                  <a:cubicBezTo>
                    <a:pt x="9488" y="14316"/>
                    <a:pt x="9491" y="14315"/>
                    <a:pt x="9494" y="14313"/>
                  </a:cubicBezTo>
                  <a:cubicBezTo>
                    <a:pt x="9914" y="13977"/>
                    <a:pt x="8066" y="10533"/>
                    <a:pt x="5209" y="6332"/>
                  </a:cubicBezTo>
                  <a:cubicBezTo>
                    <a:pt x="2523" y="2460"/>
                    <a:pt x="1025" y="0"/>
                    <a:pt x="50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 name="Google Shape;891;p20"/>
            <p:cNvSpPr/>
            <p:nvPr/>
          </p:nvSpPr>
          <p:spPr>
            <a:xfrm>
              <a:off x="689725" y="1658100"/>
              <a:ext cx="207975" cy="304600"/>
            </a:xfrm>
            <a:custGeom>
              <a:avLst/>
              <a:gdLst/>
              <a:ahLst/>
              <a:cxnLst/>
              <a:rect l="l" t="t" r="r" b="b"/>
              <a:pathLst>
                <a:path w="8319" h="12184" extrusionOk="0">
                  <a:moveTo>
                    <a:pt x="0" y="0"/>
                  </a:moveTo>
                  <a:lnTo>
                    <a:pt x="0" y="0"/>
                  </a:lnTo>
                  <a:cubicBezTo>
                    <a:pt x="84" y="505"/>
                    <a:pt x="252" y="1177"/>
                    <a:pt x="336" y="1765"/>
                  </a:cubicBezTo>
                  <a:cubicBezTo>
                    <a:pt x="336" y="1933"/>
                    <a:pt x="420" y="2185"/>
                    <a:pt x="420" y="2521"/>
                  </a:cubicBezTo>
                  <a:cubicBezTo>
                    <a:pt x="504" y="3109"/>
                    <a:pt x="6218" y="9999"/>
                    <a:pt x="8318" y="12183"/>
                  </a:cubicBezTo>
                  <a:lnTo>
                    <a:pt x="0" y="0"/>
                  </a:ln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20"/>
            <p:cNvSpPr/>
            <p:nvPr/>
          </p:nvSpPr>
          <p:spPr>
            <a:xfrm>
              <a:off x="668700" y="1242050"/>
              <a:ext cx="222700" cy="374525"/>
            </a:xfrm>
            <a:custGeom>
              <a:avLst/>
              <a:gdLst/>
              <a:ahLst/>
              <a:cxnLst/>
              <a:rect l="l" t="t" r="r" b="b"/>
              <a:pathLst>
                <a:path w="8908" h="14981" extrusionOk="0">
                  <a:moveTo>
                    <a:pt x="8454" y="1"/>
                  </a:moveTo>
                  <a:cubicBezTo>
                    <a:pt x="7962" y="1"/>
                    <a:pt x="5830" y="3308"/>
                    <a:pt x="3698" y="7736"/>
                  </a:cubicBezTo>
                  <a:cubicBezTo>
                    <a:pt x="1429" y="12105"/>
                    <a:pt x="1" y="14710"/>
                    <a:pt x="505" y="14962"/>
                  </a:cubicBezTo>
                  <a:cubicBezTo>
                    <a:pt x="530" y="14974"/>
                    <a:pt x="559" y="14980"/>
                    <a:pt x="593" y="14980"/>
                  </a:cubicBezTo>
                  <a:cubicBezTo>
                    <a:pt x="1016" y="14980"/>
                    <a:pt x="2135" y="14029"/>
                    <a:pt x="3614" y="12862"/>
                  </a:cubicBezTo>
                  <a:cubicBezTo>
                    <a:pt x="4454" y="12189"/>
                    <a:pt x="8907" y="259"/>
                    <a:pt x="8487" y="7"/>
                  </a:cubicBezTo>
                  <a:cubicBezTo>
                    <a:pt x="8477" y="3"/>
                    <a:pt x="8466" y="1"/>
                    <a:pt x="845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20"/>
            <p:cNvSpPr/>
            <p:nvPr/>
          </p:nvSpPr>
          <p:spPr>
            <a:xfrm>
              <a:off x="706525" y="1269500"/>
              <a:ext cx="163850" cy="327700"/>
            </a:xfrm>
            <a:custGeom>
              <a:avLst/>
              <a:gdLst/>
              <a:ahLst/>
              <a:cxnLst/>
              <a:rect l="l" t="t" r="r" b="b"/>
              <a:pathLst>
                <a:path w="6554" h="13108" extrusionOk="0">
                  <a:moveTo>
                    <a:pt x="6554" y="1"/>
                  </a:moveTo>
                  <a:lnTo>
                    <a:pt x="0" y="13108"/>
                  </a:lnTo>
                  <a:cubicBezTo>
                    <a:pt x="420" y="12772"/>
                    <a:pt x="925" y="12352"/>
                    <a:pt x="1345" y="11932"/>
                  </a:cubicBezTo>
                  <a:cubicBezTo>
                    <a:pt x="1513" y="11848"/>
                    <a:pt x="1681" y="11596"/>
                    <a:pt x="1849" y="11511"/>
                  </a:cubicBezTo>
                  <a:cubicBezTo>
                    <a:pt x="2521" y="11091"/>
                    <a:pt x="5714" y="2942"/>
                    <a:pt x="6554" y="1"/>
                  </a:cubicBez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20"/>
            <p:cNvSpPr/>
            <p:nvPr/>
          </p:nvSpPr>
          <p:spPr>
            <a:xfrm>
              <a:off x="658200" y="1599275"/>
              <a:ext cx="44150" cy="46250"/>
            </a:xfrm>
            <a:custGeom>
              <a:avLst/>
              <a:gdLst/>
              <a:ahLst/>
              <a:cxnLst/>
              <a:rect l="l" t="t" r="r" b="b"/>
              <a:pathLst>
                <a:path w="1766" h="1850" extrusionOk="0">
                  <a:moveTo>
                    <a:pt x="841" y="1"/>
                  </a:moveTo>
                  <a:cubicBezTo>
                    <a:pt x="337" y="1"/>
                    <a:pt x="1" y="421"/>
                    <a:pt x="1" y="1009"/>
                  </a:cubicBezTo>
                  <a:cubicBezTo>
                    <a:pt x="1" y="1513"/>
                    <a:pt x="421" y="1849"/>
                    <a:pt x="925" y="1849"/>
                  </a:cubicBezTo>
                  <a:cubicBezTo>
                    <a:pt x="1429" y="1849"/>
                    <a:pt x="1765" y="1429"/>
                    <a:pt x="1765" y="841"/>
                  </a:cubicBezTo>
                  <a:cubicBezTo>
                    <a:pt x="1765" y="421"/>
                    <a:pt x="1345" y="1"/>
                    <a:pt x="84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895;p20"/>
            <p:cNvSpPr/>
            <p:nvPr/>
          </p:nvSpPr>
          <p:spPr>
            <a:xfrm>
              <a:off x="666600" y="1607675"/>
              <a:ext cx="29450" cy="29450"/>
            </a:xfrm>
            <a:custGeom>
              <a:avLst/>
              <a:gdLst/>
              <a:ahLst/>
              <a:cxnLst/>
              <a:rect l="l" t="t" r="r" b="b"/>
              <a:pathLst>
                <a:path w="1178" h="1178" extrusionOk="0">
                  <a:moveTo>
                    <a:pt x="505" y="1"/>
                  </a:moveTo>
                  <a:cubicBezTo>
                    <a:pt x="169" y="1"/>
                    <a:pt x="1" y="337"/>
                    <a:pt x="1" y="673"/>
                  </a:cubicBezTo>
                  <a:cubicBezTo>
                    <a:pt x="1" y="925"/>
                    <a:pt x="337" y="1177"/>
                    <a:pt x="589" y="1177"/>
                  </a:cubicBezTo>
                  <a:cubicBezTo>
                    <a:pt x="925" y="1177"/>
                    <a:pt x="1177" y="841"/>
                    <a:pt x="1177" y="505"/>
                  </a:cubicBezTo>
                  <a:cubicBezTo>
                    <a:pt x="1093" y="253"/>
                    <a:pt x="841" y="1"/>
                    <a:pt x="505" y="1"/>
                  </a:cubicBezTo>
                  <a:close/>
                </a:path>
              </a:pathLst>
            </a:custGeom>
            <a:solidFill>
              <a:srgbClr val="5068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896;p20"/>
            <p:cNvSpPr/>
            <p:nvPr/>
          </p:nvSpPr>
          <p:spPr>
            <a:xfrm>
              <a:off x="231800" y="1194350"/>
              <a:ext cx="943150" cy="854375"/>
            </a:xfrm>
            <a:custGeom>
              <a:avLst/>
              <a:gdLst/>
              <a:ahLst/>
              <a:cxnLst/>
              <a:rect l="l" t="t" r="r" b="b"/>
              <a:pathLst>
                <a:path w="37726" h="34175" extrusionOk="0">
                  <a:moveTo>
                    <a:pt x="18052" y="0"/>
                  </a:moveTo>
                  <a:cubicBezTo>
                    <a:pt x="17660" y="0"/>
                    <a:pt x="17272" y="21"/>
                    <a:pt x="16889" y="66"/>
                  </a:cubicBezTo>
                  <a:cubicBezTo>
                    <a:pt x="7311" y="654"/>
                    <a:pt x="1" y="8636"/>
                    <a:pt x="505" y="18130"/>
                  </a:cubicBezTo>
                  <a:lnTo>
                    <a:pt x="1345" y="18130"/>
                  </a:lnTo>
                  <a:cubicBezTo>
                    <a:pt x="841" y="8804"/>
                    <a:pt x="8151" y="906"/>
                    <a:pt x="17561" y="234"/>
                  </a:cubicBezTo>
                  <a:cubicBezTo>
                    <a:pt x="18022" y="203"/>
                    <a:pt x="18484" y="184"/>
                    <a:pt x="18941" y="184"/>
                  </a:cubicBezTo>
                  <a:cubicBezTo>
                    <a:pt x="19733" y="184"/>
                    <a:pt x="20512" y="242"/>
                    <a:pt x="21258" y="402"/>
                  </a:cubicBezTo>
                  <a:cubicBezTo>
                    <a:pt x="20212" y="156"/>
                    <a:pt x="19122" y="0"/>
                    <a:pt x="18052" y="0"/>
                  </a:cubicBezTo>
                  <a:close/>
                  <a:moveTo>
                    <a:pt x="25879" y="1915"/>
                  </a:moveTo>
                  <a:lnTo>
                    <a:pt x="25543" y="2587"/>
                  </a:lnTo>
                  <a:cubicBezTo>
                    <a:pt x="33945" y="6872"/>
                    <a:pt x="37306" y="16954"/>
                    <a:pt x="33105" y="25356"/>
                  </a:cubicBezTo>
                  <a:cubicBezTo>
                    <a:pt x="32600" y="26532"/>
                    <a:pt x="31844" y="27456"/>
                    <a:pt x="31172" y="28381"/>
                  </a:cubicBezTo>
                  <a:cubicBezTo>
                    <a:pt x="32096" y="27372"/>
                    <a:pt x="32937" y="26112"/>
                    <a:pt x="33525" y="24768"/>
                  </a:cubicBezTo>
                  <a:cubicBezTo>
                    <a:pt x="37726" y="16366"/>
                    <a:pt x="34365" y="6116"/>
                    <a:pt x="25879" y="1915"/>
                  </a:cubicBezTo>
                  <a:close/>
                  <a:moveTo>
                    <a:pt x="1513" y="22415"/>
                  </a:moveTo>
                  <a:cubicBezTo>
                    <a:pt x="1933" y="23928"/>
                    <a:pt x="2606" y="25188"/>
                    <a:pt x="3446" y="26448"/>
                  </a:cubicBezTo>
                  <a:cubicBezTo>
                    <a:pt x="6777" y="31445"/>
                    <a:pt x="12307" y="34174"/>
                    <a:pt x="17993" y="34174"/>
                  </a:cubicBezTo>
                  <a:cubicBezTo>
                    <a:pt x="21198" y="34174"/>
                    <a:pt x="24453" y="33307"/>
                    <a:pt x="27391" y="31489"/>
                  </a:cubicBezTo>
                  <a:lnTo>
                    <a:pt x="27055" y="30817"/>
                  </a:lnTo>
                  <a:cubicBezTo>
                    <a:pt x="24185" y="32581"/>
                    <a:pt x="20986" y="33419"/>
                    <a:pt x="17823" y="33419"/>
                  </a:cubicBezTo>
                  <a:cubicBezTo>
                    <a:pt x="12098" y="33419"/>
                    <a:pt x="6495" y="30671"/>
                    <a:pt x="3194" y="25692"/>
                  </a:cubicBezTo>
                  <a:cubicBezTo>
                    <a:pt x="2438" y="24600"/>
                    <a:pt x="1933" y="23592"/>
                    <a:pt x="1513" y="22415"/>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897;p20"/>
            <p:cNvSpPr/>
            <p:nvPr/>
          </p:nvSpPr>
          <p:spPr>
            <a:xfrm>
              <a:off x="345225" y="1304400"/>
              <a:ext cx="703700" cy="634325"/>
            </a:xfrm>
            <a:custGeom>
              <a:avLst/>
              <a:gdLst/>
              <a:ahLst/>
              <a:cxnLst/>
              <a:rect l="l" t="t" r="r" b="b"/>
              <a:pathLst>
                <a:path w="28148" h="25373" extrusionOk="0">
                  <a:moveTo>
                    <a:pt x="13887" y="0"/>
                  </a:moveTo>
                  <a:cubicBezTo>
                    <a:pt x="13825" y="0"/>
                    <a:pt x="13762" y="1"/>
                    <a:pt x="13698" y="2"/>
                  </a:cubicBezTo>
                  <a:lnTo>
                    <a:pt x="13698" y="2"/>
                  </a:lnTo>
                  <a:cubicBezTo>
                    <a:pt x="14467" y="15"/>
                    <a:pt x="15211" y="90"/>
                    <a:pt x="15881" y="201"/>
                  </a:cubicBezTo>
                  <a:cubicBezTo>
                    <a:pt x="15204" y="78"/>
                    <a:pt x="14573" y="0"/>
                    <a:pt x="13887" y="0"/>
                  </a:cubicBezTo>
                  <a:close/>
                  <a:moveTo>
                    <a:pt x="13462" y="0"/>
                  </a:moveTo>
                  <a:cubicBezTo>
                    <a:pt x="13150" y="0"/>
                    <a:pt x="12835" y="11"/>
                    <a:pt x="12520" y="33"/>
                  </a:cubicBezTo>
                  <a:cubicBezTo>
                    <a:pt x="5462" y="453"/>
                    <a:pt x="1" y="6503"/>
                    <a:pt x="421" y="13392"/>
                  </a:cubicBezTo>
                  <a:lnTo>
                    <a:pt x="1009" y="13392"/>
                  </a:lnTo>
                  <a:cubicBezTo>
                    <a:pt x="673" y="6503"/>
                    <a:pt x="6050" y="621"/>
                    <a:pt x="13108" y="33"/>
                  </a:cubicBezTo>
                  <a:cubicBezTo>
                    <a:pt x="13311" y="16"/>
                    <a:pt x="13507" y="6"/>
                    <a:pt x="13698" y="2"/>
                  </a:cubicBezTo>
                  <a:lnTo>
                    <a:pt x="13698" y="2"/>
                  </a:lnTo>
                  <a:cubicBezTo>
                    <a:pt x="13620" y="1"/>
                    <a:pt x="13541" y="0"/>
                    <a:pt x="13462" y="0"/>
                  </a:cubicBezTo>
                  <a:close/>
                  <a:moveTo>
                    <a:pt x="19325" y="1377"/>
                  </a:moveTo>
                  <a:lnTo>
                    <a:pt x="19073" y="1882"/>
                  </a:lnTo>
                  <a:cubicBezTo>
                    <a:pt x="25207" y="5074"/>
                    <a:pt x="27727" y="12552"/>
                    <a:pt x="24619" y="18769"/>
                  </a:cubicBezTo>
                  <a:cubicBezTo>
                    <a:pt x="24199" y="19610"/>
                    <a:pt x="23694" y="20366"/>
                    <a:pt x="23106" y="21038"/>
                  </a:cubicBezTo>
                  <a:cubicBezTo>
                    <a:pt x="23947" y="20366"/>
                    <a:pt x="24619" y="19358"/>
                    <a:pt x="25039" y="18433"/>
                  </a:cubicBezTo>
                  <a:cubicBezTo>
                    <a:pt x="28147" y="12216"/>
                    <a:pt x="25627" y="4654"/>
                    <a:pt x="19325" y="1377"/>
                  </a:cubicBezTo>
                  <a:close/>
                  <a:moveTo>
                    <a:pt x="1261" y="16753"/>
                  </a:moveTo>
                  <a:cubicBezTo>
                    <a:pt x="1513" y="17677"/>
                    <a:pt x="2017" y="18769"/>
                    <a:pt x="2690" y="19610"/>
                  </a:cubicBezTo>
                  <a:cubicBezTo>
                    <a:pt x="5157" y="23364"/>
                    <a:pt x="9301" y="25372"/>
                    <a:pt x="13528" y="25372"/>
                  </a:cubicBezTo>
                  <a:cubicBezTo>
                    <a:pt x="15923" y="25372"/>
                    <a:pt x="18344" y="24728"/>
                    <a:pt x="20502" y="23391"/>
                  </a:cubicBezTo>
                  <a:lnTo>
                    <a:pt x="20334" y="22970"/>
                  </a:lnTo>
                  <a:cubicBezTo>
                    <a:pt x="18163" y="24297"/>
                    <a:pt x="15765" y="24931"/>
                    <a:pt x="13400" y="24931"/>
                  </a:cubicBezTo>
                  <a:cubicBezTo>
                    <a:pt x="9174" y="24931"/>
                    <a:pt x="5053" y="22907"/>
                    <a:pt x="2522" y="19190"/>
                  </a:cubicBezTo>
                  <a:cubicBezTo>
                    <a:pt x="2017" y="18433"/>
                    <a:pt x="1597" y="17593"/>
                    <a:pt x="1261" y="16753"/>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898;p20"/>
            <p:cNvSpPr/>
            <p:nvPr/>
          </p:nvSpPr>
          <p:spPr>
            <a:xfrm>
              <a:off x="456575" y="1406050"/>
              <a:ext cx="472625" cy="429750"/>
            </a:xfrm>
            <a:custGeom>
              <a:avLst/>
              <a:gdLst/>
              <a:ahLst/>
              <a:cxnLst/>
              <a:rect l="l" t="t" r="r" b="b"/>
              <a:pathLst>
                <a:path w="18905" h="17190" extrusionOk="0">
                  <a:moveTo>
                    <a:pt x="10344" y="141"/>
                  </a:moveTo>
                  <a:cubicBezTo>
                    <a:pt x="10424" y="150"/>
                    <a:pt x="10505" y="159"/>
                    <a:pt x="10586" y="168"/>
                  </a:cubicBezTo>
                  <a:cubicBezTo>
                    <a:pt x="10504" y="158"/>
                    <a:pt x="10424" y="149"/>
                    <a:pt x="10344" y="141"/>
                  </a:cubicBezTo>
                  <a:close/>
                  <a:moveTo>
                    <a:pt x="8402" y="0"/>
                  </a:moveTo>
                  <a:cubicBezTo>
                    <a:pt x="3529" y="336"/>
                    <a:pt x="0" y="4285"/>
                    <a:pt x="168" y="8990"/>
                  </a:cubicBezTo>
                  <a:lnTo>
                    <a:pt x="504" y="8990"/>
                  </a:lnTo>
                  <a:cubicBezTo>
                    <a:pt x="252" y="4369"/>
                    <a:pt x="3949" y="420"/>
                    <a:pt x="8654" y="84"/>
                  </a:cubicBezTo>
                  <a:cubicBezTo>
                    <a:pt x="9244" y="84"/>
                    <a:pt x="9769" y="84"/>
                    <a:pt x="10344" y="141"/>
                  </a:cubicBezTo>
                  <a:lnTo>
                    <a:pt x="10344" y="141"/>
                  </a:lnTo>
                  <a:cubicBezTo>
                    <a:pt x="9684" y="67"/>
                    <a:pt x="9076" y="0"/>
                    <a:pt x="8402" y="0"/>
                  </a:cubicBezTo>
                  <a:close/>
                  <a:moveTo>
                    <a:pt x="12939" y="1008"/>
                  </a:moveTo>
                  <a:lnTo>
                    <a:pt x="12771" y="1344"/>
                  </a:lnTo>
                  <a:cubicBezTo>
                    <a:pt x="16972" y="3529"/>
                    <a:pt x="18652" y="8570"/>
                    <a:pt x="16552" y="12771"/>
                  </a:cubicBezTo>
                  <a:cubicBezTo>
                    <a:pt x="16300" y="13359"/>
                    <a:pt x="15964" y="13863"/>
                    <a:pt x="15544" y="14367"/>
                  </a:cubicBezTo>
                  <a:cubicBezTo>
                    <a:pt x="16048" y="13779"/>
                    <a:pt x="16468" y="13107"/>
                    <a:pt x="16804" y="12519"/>
                  </a:cubicBezTo>
                  <a:cubicBezTo>
                    <a:pt x="18904" y="8318"/>
                    <a:pt x="17224" y="3109"/>
                    <a:pt x="12939" y="1008"/>
                  </a:cubicBezTo>
                  <a:close/>
                  <a:moveTo>
                    <a:pt x="672" y="11175"/>
                  </a:moveTo>
                  <a:cubicBezTo>
                    <a:pt x="924" y="12099"/>
                    <a:pt x="1260" y="12687"/>
                    <a:pt x="1680" y="13359"/>
                  </a:cubicBezTo>
                  <a:cubicBezTo>
                    <a:pt x="3338" y="15819"/>
                    <a:pt x="6119" y="17190"/>
                    <a:pt x="8983" y="17190"/>
                  </a:cubicBezTo>
                  <a:cubicBezTo>
                    <a:pt x="10619" y="17190"/>
                    <a:pt x="12283" y="16743"/>
                    <a:pt x="13779" y="15796"/>
                  </a:cubicBezTo>
                  <a:lnTo>
                    <a:pt x="13527" y="15544"/>
                  </a:lnTo>
                  <a:cubicBezTo>
                    <a:pt x="12094" y="16439"/>
                    <a:pt x="10503" y="16868"/>
                    <a:pt x="8925" y="16868"/>
                  </a:cubicBezTo>
                  <a:cubicBezTo>
                    <a:pt x="6062" y="16868"/>
                    <a:pt x="3246" y="15455"/>
                    <a:pt x="1512" y="12855"/>
                  </a:cubicBezTo>
                  <a:cubicBezTo>
                    <a:pt x="1260" y="12351"/>
                    <a:pt x="924" y="11847"/>
                    <a:pt x="672" y="11175"/>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hree columns">
  <p:cSld name="CUSTOM_6_2">
    <p:spTree>
      <p:nvGrpSpPr>
        <p:cNvPr id="1" name="Shape 899"/>
        <p:cNvGrpSpPr/>
        <p:nvPr/>
      </p:nvGrpSpPr>
      <p:grpSpPr>
        <a:xfrm>
          <a:off x="0" y="0"/>
          <a:ext cx="0" cy="0"/>
          <a:chOff x="0" y="0"/>
          <a:chExt cx="0" cy="0"/>
        </a:xfrm>
      </p:grpSpPr>
      <p:pic>
        <p:nvPicPr>
          <p:cNvPr id="900" name="Google Shape;900;p21"/>
          <p:cNvPicPr preferRelativeResize="0"/>
          <p:nvPr/>
        </p:nvPicPr>
        <p:blipFill rotWithShape="1">
          <a:blip r:embed="rId2">
            <a:alphaModFix amt="81000"/>
          </a:blip>
          <a:srcRect t="-21812" b="24"/>
          <a:stretch/>
        </p:blipFill>
        <p:spPr>
          <a:xfrm rot="10800000">
            <a:off x="6515962" y="12"/>
            <a:ext cx="2628050" cy="1937976"/>
          </a:xfrm>
          <a:prstGeom prst="rect">
            <a:avLst/>
          </a:prstGeom>
          <a:noFill/>
          <a:ln>
            <a:noFill/>
          </a:ln>
        </p:spPr>
      </p:pic>
      <p:sp>
        <p:nvSpPr>
          <p:cNvPr id="901" name="Google Shape;901;p2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6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902" name="Google Shape;902;p21"/>
          <p:cNvSpPr txBox="1">
            <a:spLocks noGrp="1"/>
          </p:cNvSpPr>
          <p:nvPr>
            <p:ph type="subTitle" idx="1"/>
          </p:nvPr>
        </p:nvSpPr>
        <p:spPr>
          <a:xfrm>
            <a:off x="889913" y="3129650"/>
            <a:ext cx="2270700" cy="875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903" name="Google Shape;903;p21"/>
          <p:cNvSpPr txBox="1">
            <a:spLocks noGrp="1"/>
          </p:cNvSpPr>
          <p:nvPr>
            <p:ph type="subTitle" idx="2"/>
          </p:nvPr>
        </p:nvSpPr>
        <p:spPr>
          <a:xfrm>
            <a:off x="3436646" y="3129650"/>
            <a:ext cx="2270700" cy="875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904" name="Google Shape;904;p21"/>
          <p:cNvSpPr txBox="1">
            <a:spLocks noGrp="1"/>
          </p:cNvSpPr>
          <p:nvPr>
            <p:ph type="subTitle" idx="3"/>
          </p:nvPr>
        </p:nvSpPr>
        <p:spPr>
          <a:xfrm>
            <a:off x="5983374" y="3129650"/>
            <a:ext cx="2270700" cy="875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905" name="Google Shape;905;p21"/>
          <p:cNvSpPr txBox="1">
            <a:spLocks noGrp="1"/>
          </p:cNvSpPr>
          <p:nvPr>
            <p:ph type="subTitle" idx="4"/>
          </p:nvPr>
        </p:nvSpPr>
        <p:spPr>
          <a:xfrm>
            <a:off x="889913" y="2302925"/>
            <a:ext cx="2270700" cy="9291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1600" b="1">
                <a:solidFill>
                  <a:schemeClr val="dk1"/>
                </a:solidFill>
                <a:latin typeface="Syncopate"/>
                <a:ea typeface="Syncopate"/>
                <a:cs typeface="Syncopate"/>
                <a:sym typeface="Syncopat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906" name="Google Shape;906;p21"/>
          <p:cNvSpPr txBox="1">
            <a:spLocks noGrp="1"/>
          </p:cNvSpPr>
          <p:nvPr>
            <p:ph type="subTitle" idx="5"/>
          </p:nvPr>
        </p:nvSpPr>
        <p:spPr>
          <a:xfrm>
            <a:off x="3436649" y="2302875"/>
            <a:ext cx="2270700" cy="9291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1600" b="1">
                <a:solidFill>
                  <a:schemeClr val="dk1"/>
                </a:solidFill>
                <a:latin typeface="Syncopate"/>
                <a:ea typeface="Syncopate"/>
                <a:cs typeface="Syncopate"/>
                <a:sym typeface="Syncopat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907" name="Google Shape;907;p21"/>
          <p:cNvSpPr txBox="1">
            <a:spLocks noGrp="1"/>
          </p:cNvSpPr>
          <p:nvPr>
            <p:ph type="subTitle" idx="6"/>
          </p:nvPr>
        </p:nvSpPr>
        <p:spPr>
          <a:xfrm>
            <a:off x="5983374" y="2302875"/>
            <a:ext cx="2270700" cy="9291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1600" b="1">
                <a:solidFill>
                  <a:schemeClr val="dk1"/>
                </a:solidFill>
                <a:latin typeface="Syncopate"/>
                <a:ea typeface="Syncopate"/>
                <a:cs typeface="Syncopate"/>
                <a:sym typeface="Syncopat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908" name="Google Shape;908;p21"/>
          <p:cNvSpPr/>
          <p:nvPr/>
        </p:nvSpPr>
        <p:spPr>
          <a:xfrm>
            <a:off x="217109" y="327131"/>
            <a:ext cx="430344" cy="424734"/>
          </a:xfrm>
          <a:custGeom>
            <a:avLst/>
            <a:gdLst/>
            <a:ahLst/>
            <a:cxnLst/>
            <a:rect l="l" t="t" r="r" b="b"/>
            <a:pathLst>
              <a:path w="12352" h="12191" extrusionOk="0">
                <a:moveTo>
                  <a:pt x="6416" y="1"/>
                </a:moveTo>
                <a:cubicBezTo>
                  <a:pt x="6322" y="1"/>
                  <a:pt x="6228" y="3"/>
                  <a:pt x="6134" y="8"/>
                </a:cubicBezTo>
                <a:cubicBezTo>
                  <a:pt x="2773" y="8"/>
                  <a:pt x="0" y="2696"/>
                  <a:pt x="0" y="6057"/>
                </a:cubicBezTo>
                <a:cubicBezTo>
                  <a:pt x="0" y="9418"/>
                  <a:pt x="2689" y="12191"/>
                  <a:pt x="6134" y="12191"/>
                </a:cubicBezTo>
                <a:cubicBezTo>
                  <a:pt x="9494" y="12191"/>
                  <a:pt x="12351" y="9418"/>
                  <a:pt x="12351" y="6057"/>
                </a:cubicBezTo>
                <a:cubicBezTo>
                  <a:pt x="12351" y="2791"/>
                  <a:pt x="9653" y="1"/>
                  <a:pt x="6416" y="1"/>
                </a:cubicBezTo>
                <a:close/>
              </a:path>
            </a:pathLst>
          </a:custGeom>
          <a:solidFill>
            <a:srgbClr val="FFEB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909;p21"/>
          <p:cNvSpPr/>
          <p:nvPr/>
        </p:nvSpPr>
        <p:spPr>
          <a:xfrm flipH="1">
            <a:off x="287290" y="112076"/>
            <a:ext cx="851873" cy="427417"/>
          </a:xfrm>
          <a:custGeom>
            <a:avLst/>
            <a:gdLst/>
            <a:ahLst/>
            <a:cxnLst/>
            <a:rect l="l" t="t" r="r" b="b"/>
            <a:pathLst>
              <a:path w="24451" h="12268" extrusionOk="0">
                <a:moveTo>
                  <a:pt x="22182" y="4706"/>
                </a:moveTo>
                <a:lnTo>
                  <a:pt x="18821" y="4706"/>
                </a:lnTo>
                <a:cubicBezTo>
                  <a:pt x="18569" y="3362"/>
                  <a:pt x="17477" y="2185"/>
                  <a:pt x="15881" y="2185"/>
                </a:cubicBezTo>
                <a:lnTo>
                  <a:pt x="12268" y="2185"/>
                </a:lnTo>
                <a:lnTo>
                  <a:pt x="12268" y="1849"/>
                </a:lnTo>
                <a:cubicBezTo>
                  <a:pt x="12268" y="841"/>
                  <a:pt x="11428" y="1"/>
                  <a:pt x="10335" y="1"/>
                </a:cubicBezTo>
                <a:lnTo>
                  <a:pt x="8235" y="1"/>
                </a:lnTo>
                <a:cubicBezTo>
                  <a:pt x="7143" y="1"/>
                  <a:pt x="6218" y="841"/>
                  <a:pt x="6218" y="1849"/>
                </a:cubicBezTo>
                <a:lnTo>
                  <a:pt x="6218" y="2185"/>
                </a:lnTo>
                <a:lnTo>
                  <a:pt x="5126" y="2185"/>
                </a:lnTo>
                <a:cubicBezTo>
                  <a:pt x="3614" y="2185"/>
                  <a:pt x="2185" y="3446"/>
                  <a:pt x="2185" y="5042"/>
                </a:cubicBezTo>
                <a:cubicBezTo>
                  <a:pt x="925" y="5126"/>
                  <a:pt x="1" y="6050"/>
                  <a:pt x="1" y="7311"/>
                </a:cubicBezTo>
                <a:cubicBezTo>
                  <a:pt x="1" y="8571"/>
                  <a:pt x="1093" y="9663"/>
                  <a:pt x="2269" y="9663"/>
                </a:cubicBezTo>
                <a:lnTo>
                  <a:pt x="3194" y="9663"/>
                </a:lnTo>
                <a:cubicBezTo>
                  <a:pt x="3614" y="10503"/>
                  <a:pt x="4370" y="11007"/>
                  <a:pt x="5378" y="11007"/>
                </a:cubicBezTo>
                <a:lnTo>
                  <a:pt x="7815" y="11007"/>
                </a:lnTo>
                <a:cubicBezTo>
                  <a:pt x="8235" y="11764"/>
                  <a:pt x="8907" y="12268"/>
                  <a:pt x="9747" y="12268"/>
                </a:cubicBezTo>
                <a:lnTo>
                  <a:pt x="11764" y="12268"/>
                </a:lnTo>
                <a:cubicBezTo>
                  <a:pt x="12688" y="12268"/>
                  <a:pt x="13444" y="11764"/>
                  <a:pt x="13780" y="11007"/>
                </a:cubicBezTo>
                <a:lnTo>
                  <a:pt x="13864" y="11007"/>
                </a:lnTo>
                <a:cubicBezTo>
                  <a:pt x="15040" y="11007"/>
                  <a:pt x="15965" y="10251"/>
                  <a:pt x="16301" y="9327"/>
                </a:cubicBezTo>
                <a:lnTo>
                  <a:pt x="21762" y="9327"/>
                </a:lnTo>
                <a:cubicBezTo>
                  <a:pt x="23022" y="9327"/>
                  <a:pt x="24030" y="8235"/>
                  <a:pt x="24030" y="6974"/>
                </a:cubicBezTo>
                <a:cubicBezTo>
                  <a:pt x="24451" y="5714"/>
                  <a:pt x="23442" y="4706"/>
                  <a:pt x="22182" y="470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910;p21"/>
          <p:cNvSpPr/>
          <p:nvPr/>
        </p:nvSpPr>
        <p:spPr>
          <a:xfrm>
            <a:off x="8421825" y="1380840"/>
            <a:ext cx="612070" cy="307099"/>
          </a:xfrm>
          <a:custGeom>
            <a:avLst/>
            <a:gdLst/>
            <a:ahLst/>
            <a:cxnLst/>
            <a:rect l="l" t="t" r="r" b="b"/>
            <a:pathLst>
              <a:path w="24451" h="12268" extrusionOk="0">
                <a:moveTo>
                  <a:pt x="22182" y="4706"/>
                </a:moveTo>
                <a:lnTo>
                  <a:pt x="18821" y="4706"/>
                </a:lnTo>
                <a:cubicBezTo>
                  <a:pt x="18569" y="3362"/>
                  <a:pt x="17477" y="2185"/>
                  <a:pt x="15881" y="2185"/>
                </a:cubicBezTo>
                <a:lnTo>
                  <a:pt x="12268" y="2185"/>
                </a:lnTo>
                <a:lnTo>
                  <a:pt x="12268" y="1849"/>
                </a:lnTo>
                <a:cubicBezTo>
                  <a:pt x="12268" y="841"/>
                  <a:pt x="11428" y="1"/>
                  <a:pt x="10335" y="1"/>
                </a:cubicBezTo>
                <a:lnTo>
                  <a:pt x="8235" y="1"/>
                </a:lnTo>
                <a:cubicBezTo>
                  <a:pt x="7143" y="1"/>
                  <a:pt x="6218" y="841"/>
                  <a:pt x="6218" y="1849"/>
                </a:cubicBezTo>
                <a:lnTo>
                  <a:pt x="6218" y="2185"/>
                </a:lnTo>
                <a:lnTo>
                  <a:pt x="5126" y="2185"/>
                </a:lnTo>
                <a:cubicBezTo>
                  <a:pt x="3614" y="2185"/>
                  <a:pt x="2185" y="3446"/>
                  <a:pt x="2185" y="5042"/>
                </a:cubicBezTo>
                <a:cubicBezTo>
                  <a:pt x="925" y="5126"/>
                  <a:pt x="1" y="6050"/>
                  <a:pt x="1" y="7311"/>
                </a:cubicBezTo>
                <a:cubicBezTo>
                  <a:pt x="1" y="8571"/>
                  <a:pt x="1093" y="9663"/>
                  <a:pt x="2269" y="9663"/>
                </a:cubicBezTo>
                <a:lnTo>
                  <a:pt x="3194" y="9663"/>
                </a:lnTo>
                <a:cubicBezTo>
                  <a:pt x="3614" y="10503"/>
                  <a:pt x="4370" y="11007"/>
                  <a:pt x="5378" y="11007"/>
                </a:cubicBezTo>
                <a:lnTo>
                  <a:pt x="7815" y="11007"/>
                </a:lnTo>
                <a:cubicBezTo>
                  <a:pt x="8235" y="11764"/>
                  <a:pt x="8907" y="12268"/>
                  <a:pt x="9747" y="12268"/>
                </a:cubicBezTo>
                <a:lnTo>
                  <a:pt x="11764" y="12268"/>
                </a:lnTo>
                <a:cubicBezTo>
                  <a:pt x="12688" y="12268"/>
                  <a:pt x="13444" y="11764"/>
                  <a:pt x="13780" y="11007"/>
                </a:cubicBezTo>
                <a:lnTo>
                  <a:pt x="13864" y="11007"/>
                </a:lnTo>
                <a:cubicBezTo>
                  <a:pt x="15040" y="11007"/>
                  <a:pt x="15965" y="10251"/>
                  <a:pt x="16301" y="9327"/>
                </a:cubicBezTo>
                <a:lnTo>
                  <a:pt x="21762" y="9327"/>
                </a:lnTo>
                <a:cubicBezTo>
                  <a:pt x="23022" y="9327"/>
                  <a:pt x="24030" y="8235"/>
                  <a:pt x="24030" y="6974"/>
                </a:cubicBezTo>
                <a:cubicBezTo>
                  <a:pt x="24451" y="5714"/>
                  <a:pt x="23442" y="4706"/>
                  <a:pt x="22182" y="470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 name="Google Shape;911;p21"/>
          <p:cNvSpPr/>
          <p:nvPr/>
        </p:nvSpPr>
        <p:spPr>
          <a:xfrm flipH="1">
            <a:off x="-276740" y="4617203"/>
            <a:ext cx="9697465" cy="527901"/>
          </a:xfrm>
          <a:custGeom>
            <a:avLst/>
            <a:gdLst/>
            <a:ahLst/>
            <a:cxnLst/>
            <a:rect l="l" t="t" r="r" b="b"/>
            <a:pathLst>
              <a:path w="308689" h="50833" extrusionOk="0">
                <a:moveTo>
                  <a:pt x="10839" y="0"/>
                </a:moveTo>
                <a:cubicBezTo>
                  <a:pt x="4790" y="0"/>
                  <a:pt x="1" y="4201"/>
                  <a:pt x="1" y="9411"/>
                </a:cubicBezTo>
                <a:lnTo>
                  <a:pt x="1" y="41506"/>
                </a:lnTo>
                <a:cubicBezTo>
                  <a:pt x="1" y="46631"/>
                  <a:pt x="4874" y="50832"/>
                  <a:pt x="10839" y="50832"/>
                </a:cubicBezTo>
                <a:lnTo>
                  <a:pt x="297850" y="50832"/>
                </a:lnTo>
                <a:cubicBezTo>
                  <a:pt x="303815" y="50832"/>
                  <a:pt x="308688" y="46631"/>
                  <a:pt x="308688" y="41506"/>
                </a:cubicBezTo>
                <a:lnTo>
                  <a:pt x="308688" y="9411"/>
                </a:lnTo>
                <a:cubicBezTo>
                  <a:pt x="308688" y="4201"/>
                  <a:pt x="303815" y="0"/>
                  <a:pt x="297850" y="0"/>
                </a:cubicBezTo>
                <a:close/>
              </a:path>
            </a:pathLst>
          </a:custGeom>
          <a:solidFill>
            <a:srgbClr val="97B8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 name="Google Shape;912;p21"/>
          <p:cNvSpPr/>
          <p:nvPr/>
        </p:nvSpPr>
        <p:spPr>
          <a:xfrm>
            <a:off x="5417725" y="4695074"/>
            <a:ext cx="2082563" cy="372147"/>
          </a:xfrm>
          <a:custGeom>
            <a:avLst/>
            <a:gdLst/>
            <a:ahLst/>
            <a:cxnLst/>
            <a:rect l="l" t="t" r="r" b="b"/>
            <a:pathLst>
              <a:path w="66292" h="16805" extrusionOk="0">
                <a:moveTo>
                  <a:pt x="4117" y="0"/>
                </a:moveTo>
                <a:cubicBezTo>
                  <a:pt x="1849" y="0"/>
                  <a:pt x="1" y="1765"/>
                  <a:pt x="1" y="3949"/>
                </a:cubicBezTo>
                <a:cubicBezTo>
                  <a:pt x="1" y="6218"/>
                  <a:pt x="1933" y="7982"/>
                  <a:pt x="4117" y="7982"/>
                </a:cubicBezTo>
                <a:lnTo>
                  <a:pt x="4454" y="7982"/>
                </a:lnTo>
                <a:cubicBezTo>
                  <a:pt x="4370" y="8318"/>
                  <a:pt x="4370" y="8738"/>
                  <a:pt x="4370" y="8990"/>
                </a:cubicBezTo>
                <a:cubicBezTo>
                  <a:pt x="4370" y="11763"/>
                  <a:pt x="6554" y="13863"/>
                  <a:pt x="9327" y="13863"/>
                </a:cubicBezTo>
                <a:lnTo>
                  <a:pt x="23358" y="13863"/>
                </a:lnTo>
                <a:lnTo>
                  <a:pt x="23358" y="14283"/>
                </a:lnTo>
                <a:cubicBezTo>
                  <a:pt x="23358" y="15628"/>
                  <a:pt x="24534" y="16804"/>
                  <a:pt x="25963" y="16804"/>
                </a:cubicBezTo>
                <a:lnTo>
                  <a:pt x="63687" y="16804"/>
                </a:lnTo>
                <a:cubicBezTo>
                  <a:pt x="65200" y="16804"/>
                  <a:pt x="66292" y="15628"/>
                  <a:pt x="66292" y="14283"/>
                </a:cubicBezTo>
                <a:cubicBezTo>
                  <a:pt x="66292" y="12939"/>
                  <a:pt x="65200" y="11763"/>
                  <a:pt x="63687" y="11763"/>
                </a:cubicBezTo>
                <a:lnTo>
                  <a:pt x="49404" y="11763"/>
                </a:lnTo>
                <a:cubicBezTo>
                  <a:pt x="49908" y="11007"/>
                  <a:pt x="50244" y="10082"/>
                  <a:pt x="50244" y="8990"/>
                </a:cubicBezTo>
                <a:cubicBezTo>
                  <a:pt x="50244" y="8738"/>
                  <a:pt x="50244" y="8318"/>
                  <a:pt x="50160" y="7982"/>
                </a:cubicBezTo>
                <a:lnTo>
                  <a:pt x="59990" y="7982"/>
                </a:lnTo>
                <a:cubicBezTo>
                  <a:pt x="62343" y="7982"/>
                  <a:pt x="64107" y="6218"/>
                  <a:pt x="64107" y="3949"/>
                </a:cubicBezTo>
                <a:cubicBezTo>
                  <a:pt x="64107" y="1765"/>
                  <a:pt x="62259" y="0"/>
                  <a:pt x="5999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13" name="Google Shape;913;p21"/>
          <p:cNvGrpSpPr/>
          <p:nvPr/>
        </p:nvGrpSpPr>
        <p:grpSpPr>
          <a:xfrm flipH="1">
            <a:off x="8421827" y="3510736"/>
            <a:ext cx="331740" cy="1224973"/>
            <a:chOff x="8678270" y="2267841"/>
            <a:chExt cx="341929" cy="1262338"/>
          </a:xfrm>
        </p:grpSpPr>
        <p:sp>
          <p:nvSpPr>
            <p:cNvPr id="914" name="Google Shape;914;p21"/>
            <p:cNvSpPr/>
            <p:nvPr/>
          </p:nvSpPr>
          <p:spPr>
            <a:xfrm>
              <a:off x="8879564" y="3351210"/>
              <a:ext cx="38410" cy="178969"/>
            </a:xfrm>
            <a:custGeom>
              <a:avLst/>
              <a:gdLst/>
              <a:ahLst/>
              <a:cxnLst/>
              <a:rect l="l" t="t" r="r" b="b"/>
              <a:pathLst>
                <a:path w="1010" h="4706" extrusionOk="0">
                  <a:moveTo>
                    <a:pt x="1" y="0"/>
                  </a:moveTo>
                  <a:lnTo>
                    <a:pt x="1" y="4705"/>
                  </a:lnTo>
                  <a:lnTo>
                    <a:pt x="1009" y="4705"/>
                  </a:lnTo>
                  <a:lnTo>
                    <a:pt x="1009" y="0"/>
                  </a:lnTo>
                  <a:close/>
                </a:path>
              </a:pathLst>
            </a:custGeom>
            <a:solidFill>
              <a:srgbClr val="4054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 name="Google Shape;915;p21"/>
            <p:cNvSpPr/>
            <p:nvPr/>
          </p:nvSpPr>
          <p:spPr>
            <a:xfrm>
              <a:off x="8885953" y="2462898"/>
              <a:ext cx="25594" cy="888343"/>
            </a:xfrm>
            <a:custGeom>
              <a:avLst/>
              <a:gdLst/>
              <a:ahLst/>
              <a:cxnLst/>
              <a:rect l="l" t="t" r="r" b="b"/>
              <a:pathLst>
                <a:path w="673" h="23359" extrusionOk="0">
                  <a:moveTo>
                    <a:pt x="253" y="1"/>
                  </a:moveTo>
                  <a:cubicBezTo>
                    <a:pt x="253" y="1009"/>
                    <a:pt x="1" y="22602"/>
                    <a:pt x="1" y="23358"/>
                  </a:cubicBezTo>
                  <a:lnTo>
                    <a:pt x="673" y="23358"/>
                  </a:lnTo>
                  <a:cubicBezTo>
                    <a:pt x="673" y="22602"/>
                    <a:pt x="421" y="925"/>
                    <a:pt x="421" y="1"/>
                  </a:cubicBezTo>
                  <a:close/>
                </a:path>
              </a:pathLst>
            </a:custGeom>
            <a:solidFill>
              <a:srgbClr val="F5F9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 name="Google Shape;916;p21"/>
            <p:cNvSpPr/>
            <p:nvPr/>
          </p:nvSpPr>
          <p:spPr>
            <a:xfrm>
              <a:off x="8901926" y="2462898"/>
              <a:ext cx="9622" cy="888343"/>
            </a:xfrm>
            <a:custGeom>
              <a:avLst/>
              <a:gdLst/>
              <a:ahLst/>
              <a:cxnLst/>
              <a:rect l="l" t="t" r="r" b="b"/>
              <a:pathLst>
                <a:path w="253" h="23359" extrusionOk="0">
                  <a:moveTo>
                    <a:pt x="1" y="1"/>
                  </a:moveTo>
                  <a:lnTo>
                    <a:pt x="1" y="23358"/>
                  </a:lnTo>
                  <a:lnTo>
                    <a:pt x="169" y="23358"/>
                  </a:lnTo>
                  <a:cubicBezTo>
                    <a:pt x="253" y="22602"/>
                    <a:pt x="1" y="925"/>
                    <a:pt x="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 name="Google Shape;917;p21"/>
            <p:cNvSpPr/>
            <p:nvPr/>
          </p:nvSpPr>
          <p:spPr>
            <a:xfrm>
              <a:off x="8678270" y="2446013"/>
              <a:ext cx="214109" cy="37383"/>
            </a:xfrm>
            <a:custGeom>
              <a:avLst/>
              <a:gdLst/>
              <a:ahLst/>
              <a:cxnLst/>
              <a:rect l="l" t="t" r="r" b="b"/>
              <a:pathLst>
                <a:path w="5630" h="983" extrusionOk="0">
                  <a:moveTo>
                    <a:pt x="4414" y="1"/>
                  </a:moveTo>
                  <a:cubicBezTo>
                    <a:pt x="3480" y="1"/>
                    <a:pt x="1" y="630"/>
                    <a:pt x="1" y="781"/>
                  </a:cubicBezTo>
                  <a:cubicBezTo>
                    <a:pt x="1" y="920"/>
                    <a:pt x="408" y="982"/>
                    <a:pt x="1055" y="982"/>
                  </a:cubicBezTo>
                  <a:cubicBezTo>
                    <a:pt x="1583" y="982"/>
                    <a:pt x="2270" y="941"/>
                    <a:pt x="3025" y="865"/>
                  </a:cubicBezTo>
                  <a:cubicBezTo>
                    <a:pt x="4706" y="781"/>
                    <a:pt x="5630" y="781"/>
                    <a:pt x="5630" y="613"/>
                  </a:cubicBezTo>
                  <a:cubicBezTo>
                    <a:pt x="5630" y="361"/>
                    <a:pt x="5210" y="277"/>
                    <a:pt x="4622" y="25"/>
                  </a:cubicBezTo>
                  <a:cubicBezTo>
                    <a:pt x="4588" y="8"/>
                    <a:pt x="4517" y="1"/>
                    <a:pt x="441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 name="Google Shape;918;p21"/>
            <p:cNvSpPr/>
            <p:nvPr/>
          </p:nvSpPr>
          <p:spPr>
            <a:xfrm>
              <a:off x="8694242" y="2446583"/>
              <a:ext cx="185358" cy="25936"/>
            </a:xfrm>
            <a:custGeom>
              <a:avLst/>
              <a:gdLst/>
              <a:ahLst/>
              <a:cxnLst/>
              <a:rect l="l" t="t" r="r" b="b"/>
              <a:pathLst>
                <a:path w="4874" h="682" extrusionOk="0">
                  <a:moveTo>
                    <a:pt x="4083" y="1"/>
                  </a:moveTo>
                  <a:cubicBezTo>
                    <a:pt x="3433" y="1"/>
                    <a:pt x="855" y="449"/>
                    <a:pt x="1" y="682"/>
                  </a:cubicBezTo>
                  <a:lnTo>
                    <a:pt x="4874" y="346"/>
                  </a:lnTo>
                  <a:cubicBezTo>
                    <a:pt x="4706" y="262"/>
                    <a:pt x="4454" y="262"/>
                    <a:pt x="4370" y="178"/>
                  </a:cubicBezTo>
                  <a:cubicBezTo>
                    <a:pt x="4286" y="178"/>
                    <a:pt x="4286" y="178"/>
                    <a:pt x="4202" y="10"/>
                  </a:cubicBezTo>
                  <a:cubicBezTo>
                    <a:pt x="4176" y="4"/>
                    <a:pt x="4136" y="1"/>
                    <a:pt x="4083" y="1"/>
                  </a:cubicBez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 name="Google Shape;919;p21"/>
            <p:cNvSpPr/>
            <p:nvPr/>
          </p:nvSpPr>
          <p:spPr>
            <a:xfrm>
              <a:off x="8895537" y="2468489"/>
              <a:ext cx="124662" cy="179806"/>
            </a:xfrm>
            <a:custGeom>
              <a:avLst/>
              <a:gdLst/>
              <a:ahLst/>
              <a:cxnLst/>
              <a:rect l="l" t="t" r="r" b="b"/>
              <a:pathLst>
                <a:path w="3278" h="4728" extrusionOk="0">
                  <a:moveTo>
                    <a:pt x="199" y="1"/>
                  </a:moveTo>
                  <a:cubicBezTo>
                    <a:pt x="186" y="1"/>
                    <a:pt x="176" y="8"/>
                    <a:pt x="169" y="22"/>
                  </a:cubicBezTo>
                  <a:cubicBezTo>
                    <a:pt x="1" y="22"/>
                    <a:pt x="169" y="526"/>
                    <a:pt x="253" y="1114"/>
                  </a:cubicBezTo>
                  <a:cubicBezTo>
                    <a:pt x="337" y="1450"/>
                    <a:pt x="3110" y="4727"/>
                    <a:pt x="3194" y="4727"/>
                  </a:cubicBezTo>
                  <a:cubicBezTo>
                    <a:pt x="3278" y="4643"/>
                    <a:pt x="2690" y="3467"/>
                    <a:pt x="1681" y="2122"/>
                  </a:cubicBezTo>
                  <a:cubicBezTo>
                    <a:pt x="835" y="815"/>
                    <a:pt x="341" y="1"/>
                    <a:pt x="19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 name="Google Shape;920;p21"/>
            <p:cNvSpPr/>
            <p:nvPr/>
          </p:nvSpPr>
          <p:spPr>
            <a:xfrm>
              <a:off x="8905120" y="2478909"/>
              <a:ext cx="102301" cy="156570"/>
            </a:xfrm>
            <a:custGeom>
              <a:avLst/>
              <a:gdLst/>
              <a:ahLst/>
              <a:cxnLst/>
              <a:rect l="l" t="t" r="r" b="b"/>
              <a:pathLst>
                <a:path w="2690" h="4117" extrusionOk="0">
                  <a:moveTo>
                    <a:pt x="1" y="0"/>
                  </a:moveTo>
                  <a:cubicBezTo>
                    <a:pt x="1" y="252"/>
                    <a:pt x="85" y="420"/>
                    <a:pt x="85" y="672"/>
                  </a:cubicBezTo>
                  <a:lnTo>
                    <a:pt x="85" y="840"/>
                  </a:lnTo>
                  <a:cubicBezTo>
                    <a:pt x="85" y="1092"/>
                    <a:pt x="2017" y="3361"/>
                    <a:pt x="2690" y="4117"/>
                  </a:cubicBezTo>
                  <a:lnTo>
                    <a:pt x="1" y="0"/>
                  </a:ln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 name="Google Shape;921;p21"/>
            <p:cNvSpPr/>
            <p:nvPr/>
          </p:nvSpPr>
          <p:spPr>
            <a:xfrm>
              <a:off x="8892342" y="2267841"/>
              <a:ext cx="111884" cy="190644"/>
            </a:xfrm>
            <a:custGeom>
              <a:avLst/>
              <a:gdLst/>
              <a:ahLst/>
              <a:cxnLst/>
              <a:rect l="l" t="t" r="r" b="b"/>
              <a:pathLst>
                <a:path w="2942" h="5013" extrusionOk="0">
                  <a:moveTo>
                    <a:pt x="2847" y="1"/>
                  </a:moveTo>
                  <a:cubicBezTo>
                    <a:pt x="2722" y="1"/>
                    <a:pt x="1992" y="1145"/>
                    <a:pt x="1261" y="2525"/>
                  </a:cubicBezTo>
                  <a:cubicBezTo>
                    <a:pt x="505" y="4038"/>
                    <a:pt x="1" y="4878"/>
                    <a:pt x="253" y="4962"/>
                  </a:cubicBezTo>
                  <a:cubicBezTo>
                    <a:pt x="270" y="4996"/>
                    <a:pt x="298" y="5013"/>
                    <a:pt x="335" y="5013"/>
                  </a:cubicBezTo>
                  <a:cubicBezTo>
                    <a:pt x="481" y="5013"/>
                    <a:pt x="776" y="4758"/>
                    <a:pt x="1177" y="4290"/>
                  </a:cubicBezTo>
                  <a:cubicBezTo>
                    <a:pt x="1429" y="4122"/>
                    <a:pt x="2942" y="89"/>
                    <a:pt x="2858" y="5"/>
                  </a:cubicBezTo>
                  <a:cubicBezTo>
                    <a:pt x="2855" y="2"/>
                    <a:pt x="2851" y="1"/>
                    <a:pt x="284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 name="Google Shape;922;p21"/>
            <p:cNvSpPr/>
            <p:nvPr/>
          </p:nvSpPr>
          <p:spPr>
            <a:xfrm>
              <a:off x="8911509" y="2283966"/>
              <a:ext cx="86328" cy="169386"/>
            </a:xfrm>
            <a:custGeom>
              <a:avLst/>
              <a:gdLst/>
              <a:ahLst/>
              <a:cxnLst/>
              <a:rect l="l" t="t" r="r" b="b"/>
              <a:pathLst>
                <a:path w="2270" h="4454" extrusionOk="0">
                  <a:moveTo>
                    <a:pt x="2270" y="1"/>
                  </a:moveTo>
                  <a:lnTo>
                    <a:pt x="1" y="4454"/>
                  </a:lnTo>
                  <a:cubicBezTo>
                    <a:pt x="169" y="4286"/>
                    <a:pt x="337" y="4202"/>
                    <a:pt x="421" y="4034"/>
                  </a:cubicBezTo>
                  <a:cubicBezTo>
                    <a:pt x="589" y="4034"/>
                    <a:pt x="589" y="3866"/>
                    <a:pt x="673" y="3866"/>
                  </a:cubicBezTo>
                  <a:cubicBezTo>
                    <a:pt x="841" y="3698"/>
                    <a:pt x="1933" y="925"/>
                    <a:pt x="2270" y="1"/>
                  </a:cubicBez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 name="Google Shape;923;p21"/>
            <p:cNvSpPr/>
            <p:nvPr/>
          </p:nvSpPr>
          <p:spPr>
            <a:xfrm>
              <a:off x="8885953" y="2453315"/>
              <a:ext cx="22400" cy="22438"/>
            </a:xfrm>
            <a:custGeom>
              <a:avLst/>
              <a:gdLst/>
              <a:ahLst/>
              <a:cxnLst/>
              <a:rect l="l" t="t" r="r" b="b"/>
              <a:pathLst>
                <a:path w="589" h="590" extrusionOk="0">
                  <a:moveTo>
                    <a:pt x="253" y="1"/>
                  </a:moveTo>
                  <a:cubicBezTo>
                    <a:pt x="85" y="1"/>
                    <a:pt x="1" y="85"/>
                    <a:pt x="1" y="253"/>
                  </a:cubicBezTo>
                  <a:cubicBezTo>
                    <a:pt x="1" y="505"/>
                    <a:pt x="85" y="589"/>
                    <a:pt x="253" y="589"/>
                  </a:cubicBezTo>
                  <a:cubicBezTo>
                    <a:pt x="505" y="589"/>
                    <a:pt x="589" y="505"/>
                    <a:pt x="589" y="253"/>
                  </a:cubicBezTo>
                  <a:cubicBezTo>
                    <a:pt x="589" y="85"/>
                    <a:pt x="505" y="1"/>
                    <a:pt x="25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 name="Google Shape;924;p21"/>
            <p:cNvSpPr/>
            <p:nvPr/>
          </p:nvSpPr>
          <p:spPr>
            <a:xfrm>
              <a:off x="8889148" y="2456509"/>
              <a:ext cx="16011" cy="16011"/>
            </a:xfrm>
            <a:custGeom>
              <a:avLst/>
              <a:gdLst/>
              <a:ahLst/>
              <a:cxnLst/>
              <a:rect l="l" t="t" r="r" b="b"/>
              <a:pathLst>
                <a:path w="421" h="421" extrusionOk="0">
                  <a:moveTo>
                    <a:pt x="169" y="1"/>
                  </a:moveTo>
                  <a:cubicBezTo>
                    <a:pt x="85" y="1"/>
                    <a:pt x="1" y="85"/>
                    <a:pt x="1" y="169"/>
                  </a:cubicBezTo>
                  <a:cubicBezTo>
                    <a:pt x="1" y="337"/>
                    <a:pt x="85" y="421"/>
                    <a:pt x="169" y="421"/>
                  </a:cubicBezTo>
                  <a:cubicBezTo>
                    <a:pt x="337" y="421"/>
                    <a:pt x="421" y="337"/>
                    <a:pt x="421" y="169"/>
                  </a:cubicBezTo>
                  <a:cubicBezTo>
                    <a:pt x="421" y="85"/>
                    <a:pt x="337" y="1"/>
                    <a:pt x="169" y="1"/>
                  </a:cubicBezTo>
                  <a:close/>
                </a:path>
              </a:pathLst>
            </a:custGeom>
            <a:solidFill>
              <a:srgbClr val="5068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5" name="Google Shape;925;p21"/>
          <p:cNvGrpSpPr/>
          <p:nvPr/>
        </p:nvGrpSpPr>
        <p:grpSpPr>
          <a:xfrm>
            <a:off x="8711089" y="3739336"/>
            <a:ext cx="331740" cy="1224973"/>
            <a:chOff x="8678270" y="2267841"/>
            <a:chExt cx="341929" cy="1262338"/>
          </a:xfrm>
        </p:grpSpPr>
        <p:sp>
          <p:nvSpPr>
            <p:cNvPr id="926" name="Google Shape;926;p21"/>
            <p:cNvSpPr/>
            <p:nvPr/>
          </p:nvSpPr>
          <p:spPr>
            <a:xfrm>
              <a:off x="8879564" y="3351210"/>
              <a:ext cx="38410" cy="178969"/>
            </a:xfrm>
            <a:custGeom>
              <a:avLst/>
              <a:gdLst/>
              <a:ahLst/>
              <a:cxnLst/>
              <a:rect l="l" t="t" r="r" b="b"/>
              <a:pathLst>
                <a:path w="1010" h="4706" extrusionOk="0">
                  <a:moveTo>
                    <a:pt x="1" y="0"/>
                  </a:moveTo>
                  <a:lnTo>
                    <a:pt x="1" y="4705"/>
                  </a:lnTo>
                  <a:lnTo>
                    <a:pt x="1009" y="4705"/>
                  </a:lnTo>
                  <a:lnTo>
                    <a:pt x="1009" y="0"/>
                  </a:lnTo>
                  <a:close/>
                </a:path>
              </a:pathLst>
            </a:custGeom>
            <a:solidFill>
              <a:srgbClr val="4054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 name="Google Shape;927;p21"/>
            <p:cNvSpPr/>
            <p:nvPr/>
          </p:nvSpPr>
          <p:spPr>
            <a:xfrm>
              <a:off x="8885953" y="2462898"/>
              <a:ext cx="25594" cy="888343"/>
            </a:xfrm>
            <a:custGeom>
              <a:avLst/>
              <a:gdLst/>
              <a:ahLst/>
              <a:cxnLst/>
              <a:rect l="l" t="t" r="r" b="b"/>
              <a:pathLst>
                <a:path w="673" h="23359" extrusionOk="0">
                  <a:moveTo>
                    <a:pt x="253" y="1"/>
                  </a:moveTo>
                  <a:cubicBezTo>
                    <a:pt x="253" y="1009"/>
                    <a:pt x="1" y="22602"/>
                    <a:pt x="1" y="23358"/>
                  </a:cubicBezTo>
                  <a:lnTo>
                    <a:pt x="673" y="23358"/>
                  </a:lnTo>
                  <a:cubicBezTo>
                    <a:pt x="673" y="22602"/>
                    <a:pt x="421" y="925"/>
                    <a:pt x="421" y="1"/>
                  </a:cubicBezTo>
                  <a:close/>
                </a:path>
              </a:pathLst>
            </a:custGeom>
            <a:solidFill>
              <a:srgbClr val="F5F9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928;p21"/>
            <p:cNvSpPr/>
            <p:nvPr/>
          </p:nvSpPr>
          <p:spPr>
            <a:xfrm>
              <a:off x="8901926" y="2462898"/>
              <a:ext cx="9622" cy="888343"/>
            </a:xfrm>
            <a:custGeom>
              <a:avLst/>
              <a:gdLst/>
              <a:ahLst/>
              <a:cxnLst/>
              <a:rect l="l" t="t" r="r" b="b"/>
              <a:pathLst>
                <a:path w="253" h="23359" extrusionOk="0">
                  <a:moveTo>
                    <a:pt x="1" y="1"/>
                  </a:moveTo>
                  <a:lnTo>
                    <a:pt x="1" y="23358"/>
                  </a:lnTo>
                  <a:lnTo>
                    <a:pt x="169" y="23358"/>
                  </a:lnTo>
                  <a:cubicBezTo>
                    <a:pt x="253" y="22602"/>
                    <a:pt x="1" y="925"/>
                    <a:pt x="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 name="Google Shape;929;p21"/>
            <p:cNvSpPr/>
            <p:nvPr/>
          </p:nvSpPr>
          <p:spPr>
            <a:xfrm>
              <a:off x="8678270" y="2446013"/>
              <a:ext cx="214109" cy="37383"/>
            </a:xfrm>
            <a:custGeom>
              <a:avLst/>
              <a:gdLst/>
              <a:ahLst/>
              <a:cxnLst/>
              <a:rect l="l" t="t" r="r" b="b"/>
              <a:pathLst>
                <a:path w="5630" h="983" extrusionOk="0">
                  <a:moveTo>
                    <a:pt x="4414" y="1"/>
                  </a:moveTo>
                  <a:cubicBezTo>
                    <a:pt x="3480" y="1"/>
                    <a:pt x="1" y="630"/>
                    <a:pt x="1" y="781"/>
                  </a:cubicBezTo>
                  <a:cubicBezTo>
                    <a:pt x="1" y="920"/>
                    <a:pt x="408" y="982"/>
                    <a:pt x="1055" y="982"/>
                  </a:cubicBezTo>
                  <a:cubicBezTo>
                    <a:pt x="1583" y="982"/>
                    <a:pt x="2270" y="941"/>
                    <a:pt x="3025" y="865"/>
                  </a:cubicBezTo>
                  <a:cubicBezTo>
                    <a:pt x="4706" y="781"/>
                    <a:pt x="5630" y="781"/>
                    <a:pt x="5630" y="613"/>
                  </a:cubicBezTo>
                  <a:cubicBezTo>
                    <a:pt x="5630" y="361"/>
                    <a:pt x="5210" y="277"/>
                    <a:pt x="4622" y="25"/>
                  </a:cubicBezTo>
                  <a:cubicBezTo>
                    <a:pt x="4588" y="8"/>
                    <a:pt x="4517" y="1"/>
                    <a:pt x="441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 name="Google Shape;930;p21"/>
            <p:cNvSpPr/>
            <p:nvPr/>
          </p:nvSpPr>
          <p:spPr>
            <a:xfrm>
              <a:off x="8694242" y="2446583"/>
              <a:ext cx="185358" cy="25936"/>
            </a:xfrm>
            <a:custGeom>
              <a:avLst/>
              <a:gdLst/>
              <a:ahLst/>
              <a:cxnLst/>
              <a:rect l="l" t="t" r="r" b="b"/>
              <a:pathLst>
                <a:path w="4874" h="682" extrusionOk="0">
                  <a:moveTo>
                    <a:pt x="4083" y="1"/>
                  </a:moveTo>
                  <a:cubicBezTo>
                    <a:pt x="3433" y="1"/>
                    <a:pt x="855" y="449"/>
                    <a:pt x="1" y="682"/>
                  </a:cubicBezTo>
                  <a:lnTo>
                    <a:pt x="4874" y="346"/>
                  </a:lnTo>
                  <a:cubicBezTo>
                    <a:pt x="4706" y="262"/>
                    <a:pt x="4454" y="262"/>
                    <a:pt x="4370" y="178"/>
                  </a:cubicBezTo>
                  <a:cubicBezTo>
                    <a:pt x="4286" y="178"/>
                    <a:pt x="4286" y="178"/>
                    <a:pt x="4202" y="10"/>
                  </a:cubicBezTo>
                  <a:cubicBezTo>
                    <a:pt x="4176" y="4"/>
                    <a:pt x="4136" y="1"/>
                    <a:pt x="4083" y="1"/>
                  </a:cubicBez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931;p21"/>
            <p:cNvSpPr/>
            <p:nvPr/>
          </p:nvSpPr>
          <p:spPr>
            <a:xfrm>
              <a:off x="8895537" y="2468489"/>
              <a:ext cx="124662" cy="179806"/>
            </a:xfrm>
            <a:custGeom>
              <a:avLst/>
              <a:gdLst/>
              <a:ahLst/>
              <a:cxnLst/>
              <a:rect l="l" t="t" r="r" b="b"/>
              <a:pathLst>
                <a:path w="3278" h="4728" extrusionOk="0">
                  <a:moveTo>
                    <a:pt x="199" y="1"/>
                  </a:moveTo>
                  <a:cubicBezTo>
                    <a:pt x="186" y="1"/>
                    <a:pt x="176" y="8"/>
                    <a:pt x="169" y="22"/>
                  </a:cubicBezTo>
                  <a:cubicBezTo>
                    <a:pt x="1" y="22"/>
                    <a:pt x="169" y="526"/>
                    <a:pt x="253" y="1114"/>
                  </a:cubicBezTo>
                  <a:cubicBezTo>
                    <a:pt x="337" y="1450"/>
                    <a:pt x="3110" y="4727"/>
                    <a:pt x="3194" y="4727"/>
                  </a:cubicBezTo>
                  <a:cubicBezTo>
                    <a:pt x="3278" y="4643"/>
                    <a:pt x="2690" y="3467"/>
                    <a:pt x="1681" y="2122"/>
                  </a:cubicBezTo>
                  <a:cubicBezTo>
                    <a:pt x="835" y="815"/>
                    <a:pt x="341" y="1"/>
                    <a:pt x="19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 name="Google Shape;932;p21"/>
            <p:cNvSpPr/>
            <p:nvPr/>
          </p:nvSpPr>
          <p:spPr>
            <a:xfrm>
              <a:off x="8905120" y="2478909"/>
              <a:ext cx="102301" cy="156570"/>
            </a:xfrm>
            <a:custGeom>
              <a:avLst/>
              <a:gdLst/>
              <a:ahLst/>
              <a:cxnLst/>
              <a:rect l="l" t="t" r="r" b="b"/>
              <a:pathLst>
                <a:path w="2690" h="4117" extrusionOk="0">
                  <a:moveTo>
                    <a:pt x="1" y="0"/>
                  </a:moveTo>
                  <a:cubicBezTo>
                    <a:pt x="1" y="252"/>
                    <a:pt x="85" y="420"/>
                    <a:pt x="85" y="672"/>
                  </a:cubicBezTo>
                  <a:lnTo>
                    <a:pt x="85" y="840"/>
                  </a:lnTo>
                  <a:cubicBezTo>
                    <a:pt x="85" y="1092"/>
                    <a:pt x="2017" y="3361"/>
                    <a:pt x="2690" y="4117"/>
                  </a:cubicBezTo>
                  <a:lnTo>
                    <a:pt x="1" y="0"/>
                  </a:ln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21"/>
            <p:cNvSpPr/>
            <p:nvPr/>
          </p:nvSpPr>
          <p:spPr>
            <a:xfrm>
              <a:off x="8892342" y="2267841"/>
              <a:ext cx="111884" cy="190644"/>
            </a:xfrm>
            <a:custGeom>
              <a:avLst/>
              <a:gdLst/>
              <a:ahLst/>
              <a:cxnLst/>
              <a:rect l="l" t="t" r="r" b="b"/>
              <a:pathLst>
                <a:path w="2942" h="5013" extrusionOk="0">
                  <a:moveTo>
                    <a:pt x="2847" y="1"/>
                  </a:moveTo>
                  <a:cubicBezTo>
                    <a:pt x="2722" y="1"/>
                    <a:pt x="1992" y="1145"/>
                    <a:pt x="1261" y="2525"/>
                  </a:cubicBezTo>
                  <a:cubicBezTo>
                    <a:pt x="505" y="4038"/>
                    <a:pt x="1" y="4878"/>
                    <a:pt x="253" y="4962"/>
                  </a:cubicBezTo>
                  <a:cubicBezTo>
                    <a:pt x="270" y="4996"/>
                    <a:pt x="298" y="5013"/>
                    <a:pt x="335" y="5013"/>
                  </a:cubicBezTo>
                  <a:cubicBezTo>
                    <a:pt x="481" y="5013"/>
                    <a:pt x="776" y="4758"/>
                    <a:pt x="1177" y="4290"/>
                  </a:cubicBezTo>
                  <a:cubicBezTo>
                    <a:pt x="1429" y="4122"/>
                    <a:pt x="2942" y="89"/>
                    <a:pt x="2858" y="5"/>
                  </a:cubicBezTo>
                  <a:cubicBezTo>
                    <a:pt x="2855" y="2"/>
                    <a:pt x="2851" y="1"/>
                    <a:pt x="284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21"/>
            <p:cNvSpPr/>
            <p:nvPr/>
          </p:nvSpPr>
          <p:spPr>
            <a:xfrm>
              <a:off x="8911509" y="2283966"/>
              <a:ext cx="86328" cy="169386"/>
            </a:xfrm>
            <a:custGeom>
              <a:avLst/>
              <a:gdLst/>
              <a:ahLst/>
              <a:cxnLst/>
              <a:rect l="l" t="t" r="r" b="b"/>
              <a:pathLst>
                <a:path w="2270" h="4454" extrusionOk="0">
                  <a:moveTo>
                    <a:pt x="2270" y="1"/>
                  </a:moveTo>
                  <a:lnTo>
                    <a:pt x="1" y="4454"/>
                  </a:lnTo>
                  <a:cubicBezTo>
                    <a:pt x="169" y="4286"/>
                    <a:pt x="337" y="4202"/>
                    <a:pt x="421" y="4034"/>
                  </a:cubicBezTo>
                  <a:cubicBezTo>
                    <a:pt x="589" y="4034"/>
                    <a:pt x="589" y="3866"/>
                    <a:pt x="673" y="3866"/>
                  </a:cubicBezTo>
                  <a:cubicBezTo>
                    <a:pt x="841" y="3698"/>
                    <a:pt x="1933" y="925"/>
                    <a:pt x="2270" y="1"/>
                  </a:cubicBez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935;p21"/>
            <p:cNvSpPr/>
            <p:nvPr/>
          </p:nvSpPr>
          <p:spPr>
            <a:xfrm>
              <a:off x="8885953" y="2453315"/>
              <a:ext cx="22400" cy="22438"/>
            </a:xfrm>
            <a:custGeom>
              <a:avLst/>
              <a:gdLst/>
              <a:ahLst/>
              <a:cxnLst/>
              <a:rect l="l" t="t" r="r" b="b"/>
              <a:pathLst>
                <a:path w="589" h="590" extrusionOk="0">
                  <a:moveTo>
                    <a:pt x="253" y="1"/>
                  </a:moveTo>
                  <a:cubicBezTo>
                    <a:pt x="85" y="1"/>
                    <a:pt x="1" y="85"/>
                    <a:pt x="1" y="253"/>
                  </a:cubicBezTo>
                  <a:cubicBezTo>
                    <a:pt x="1" y="505"/>
                    <a:pt x="85" y="589"/>
                    <a:pt x="253" y="589"/>
                  </a:cubicBezTo>
                  <a:cubicBezTo>
                    <a:pt x="505" y="589"/>
                    <a:pt x="589" y="505"/>
                    <a:pt x="589" y="253"/>
                  </a:cubicBezTo>
                  <a:cubicBezTo>
                    <a:pt x="589" y="85"/>
                    <a:pt x="505" y="1"/>
                    <a:pt x="25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 name="Google Shape;936;p21"/>
            <p:cNvSpPr/>
            <p:nvPr/>
          </p:nvSpPr>
          <p:spPr>
            <a:xfrm>
              <a:off x="8889148" y="2456509"/>
              <a:ext cx="16011" cy="16011"/>
            </a:xfrm>
            <a:custGeom>
              <a:avLst/>
              <a:gdLst/>
              <a:ahLst/>
              <a:cxnLst/>
              <a:rect l="l" t="t" r="r" b="b"/>
              <a:pathLst>
                <a:path w="421" h="421" extrusionOk="0">
                  <a:moveTo>
                    <a:pt x="169" y="1"/>
                  </a:moveTo>
                  <a:cubicBezTo>
                    <a:pt x="85" y="1"/>
                    <a:pt x="1" y="85"/>
                    <a:pt x="1" y="169"/>
                  </a:cubicBezTo>
                  <a:cubicBezTo>
                    <a:pt x="1" y="337"/>
                    <a:pt x="85" y="421"/>
                    <a:pt x="169" y="421"/>
                  </a:cubicBezTo>
                  <a:cubicBezTo>
                    <a:pt x="337" y="421"/>
                    <a:pt x="421" y="337"/>
                    <a:pt x="421" y="169"/>
                  </a:cubicBezTo>
                  <a:cubicBezTo>
                    <a:pt x="421" y="85"/>
                    <a:pt x="337" y="1"/>
                    <a:pt x="169" y="1"/>
                  </a:cubicBezTo>
                  <a:close/>
                </a:path>
              </a:pathLst>
            </a:custGeom>
            <a:solidFill>
              <a:srgbClr val="5068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7" name="Google Shape;937;p21"/>
          <p:cNvGrpSpPr/>
          <p:nvPr/>
        </p:nvGrpSpPr>
        <p:grpSpPr>
          <a:xfrm>
            <a:off x="-190832" y="3548610"/>
            <a:ext cx="959519" cy="1068600"/>
            <a:chOff x="6842050" y="3065425"/>
            <a:chExt cx="535625" cy="596550"/>
          </a:xfrm>
        </p:grpSpPr>
        <p:sp>
          <p:nvSpPr>
            <p:cNvPr id="938" name="Google Shape;938;p21"/>
            <p:cNvSpPr/>
            <p:nvPr/>
          </p:nvSpPr>
          <p:spPr>
            <a:xfrm>
              <a:off x="7073100" y="3451925"/>
              <a:ext cx="56725" cy="210050"/>
            </a:xfrm>
            <a:custGeom>
              <a:avLst/>
              <a:gdLst/>
              <a:ahLst/>
              <a:cxnLst/>
              <a:rect l="l" t="t" r="r" b="b"/>
              <a:pathLst>
                <a:path w="2269" h="8402" extrusionOk="0">
                  <a:moveTo>
                    <a:pt x="504" y="0"/>
                  </a:moveTo>
                  <a:lnTo>
                    <a:pt x="0" y="8402"/>
                  </a:lnTo>
                  <a:lnTo>
                    <a:pt x="2269" y="8402"/>
                  </a:lnTo>
                  <a:lnTo>
                    <a:pt x="1765" y="0"/>
                  </a:lnTo>
                  <a:close/>
                </a:path>
              </a:pathLst>
            </a:custGeom>
            <a:solidFill>
              <a:srgbClr val="7A452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939;p21"/>
            <p:cNvSpPr/>
            <p:nvPr/>
          </p:nvSpPr>
          <p:spPr>
            <a:xfrm>
              <a:off x="6867250" y="3065425"/>
              <a:ext cx="510425" cy="428525"/>
            </a:xfrm>
            <a:custGeom>
              <a:avLst/>
              <a:gdLst/>
              <a:ahLst/>
              <a:cxnLst/>
              <a:rect l="l" t="t" r="r" b="b"/>
              <a:pathLst>
                <a:path w="20417" h="17141" extrusionOk="0">
                  <a:moveTo>
                    <a:pt x="7058" y="0"/>
                  </a:moveTo>
                  <a:cubicBezTo>
                    <a:pt x="6218" y="0"/>
                    <a:pt x="5462" y="589"/>
                    <a:pt x="5462" y="1429"/>
                  </a:cubicBezTo>
                  <a:cubicBezTo>
                    <a:pt x="5462" y="1765"/>
                    <a:pt x="5630" y="1933"/>
                    <a:pt x="5714" y="2185"/>
                  </a:cubicBezTo>
                  <a:lnTo>
                    <a:pt x="4117" y="2185"/>
                  </a:lnTo>
                  <a:cubicBezTo>
                    <a:pt x="3193" y="2185"/>
                    <a:pt x="2353" y="2941"/>
                    <a:pt x="2353" y="3949"/>
                  </a:cubicBezTo>
                  <a:lnTo>
                    <a:pt x="2353" y="4285"/>
                  </a:lnTo>
                  <a:cubicBezTo>
                    <a:pt x="1429" y="4706"/>
                    <a:pt x="756" y="5630"/>
                    <a:pt x="756" y="6806"/>
                  </a:cubicBezTo>
                  <a:cubicBezTo>
                    <a:pt x="756" y="7562"/>
                    <a:pt x="1093" y="8150"/>
                    <a:pt x="1597" y="8654"/>
                  </a:cubicBezTo>
                  <a:lnTo>
                    <a:pt x="1429" y="8654"/>
                  </a:lnTo>
                  <a:cubicBezTo>
                    <a:pt x="672" y="8654"/>
                    <a:pt x="0" y="9243"/>
                    <a:pt x="0" y="9999"/>
                  </a:cubicBezTo>
                  <a:cubicBezTo>
                    <a:pt x="0" y="10671"/>
                    <a:pt x="672" y="11259"/>
                    <a:pt x="1429" y="11259"/>
                  </a:cubicBezTo>
                  <a:lnTo>
                    <a:pt x="1849" y="11259"/>
                  </a:lnTo>
                  <a:cubicBezTo>
                    <a:pt x="1597" y="11427"/>
                    <a:pt x="1513" y="11847"/>
                    <a:pt x="1513" y="12183"/>
                  </a:cubicBezTo>
                  <a:cubicBezTo>
                    <a:pt x="1513" y="13023"/>
                    <a:pt x="2101" y="13612"/>
                    <a:pt x="2857" y="13780"/>
                  </a:cubicBezTo>
                  <a:lnTo>
                    <a:pt x="2857" y="13948"/>
                  </a:lnTo>
                  <a:cubicBezTo>
                    <a:pt x="2857" y="15040"/>
                    <a:pt x="3781" y="15964"/>
                    <a:pt x="4873" y="15964"/>
                  </a:cubicBezTo>
                  <a:cubicBezTo>
                    <a:pt x="4873" y="16552"/>
                    <a:pt x="5378" y="17140"/>
                    <a:pt x="6134" y="17140"/>
                  </a:cubicBezTo>
                  <a:lnTo>
                    <a:pt x="15292" y="17140"/>
                  </a:lnTo>
                  <a:cubicBezTo>
                    <a:pt x="15880" y="17140"/>
                    <a:pt x="16552" y="16552"/>
                    <a:pt x="16552" y="15964"/>
                  </a:cubicBezTo>
                  <a:cubicBezTo>
                    <a:pt x="16552" y="15712"/>
                    <a:pt x="16384" y="15544"/>
                    <a:pt x="16300" y="15460"/>
                  </a:cubicBezTo>
                  <a:lnTo>
                    <a:pt x="17056" y="15460"/>
                  </a:lnTo>
                  <a:cubicBezTo>
                    <a:pt x="17644" y="15460"/>
                    <a:pt x="18232" y="14872"/>
                    <a:pt x="18232" y="14368"/>
                  </a:cubicBezTo>
                  <a:cubicBezTo>
                    <a:pt x="18232" y="13948"/>
                    <a:pt x="17980" y="13780"/>
                    <a:pt x="17644" y="13528"/>
                  </a:cubicBezTo>
                  <a:lnTo>
                    <a:pt x="18232" y="13528"/>
                  </a:lnTo>
                  <a:cubicBezTo>
                    <a:pt x="18737" y="13528"/>
                    <a:pt x="19157" y="13107"/>
                    <a:pt x="19157" y="12687"/>
                  </a:cubicBezTo>
                  <a:cubicBezTo>
                    <a:pt x="19157" y="12519"/>
                    <a:pt x="18989" y="12351"/>
                    <a:pt x="18905" y="12183"/>
                  </a:cubicBezTo>
                  <a:cubicBezTo>
                    <a:pt x="19745" y="11679"/>
                    <a:pt x="20417" y="10839"/>
                    <a:pt x="20417" y="9831"/>
                  </a:cubicBezTo>
                  <a:cubicBezTo>
                    <a:pt x="20417" y="8906"/>
                    <a:pt x="19745" y="8066"/>
                    <a:pt x="18821" y="7730"/>
                  </a:cubicBezTo>
                  <a:cubicBezTo>
                    <a:pt x="18905" y="7478"/>
                    <a:pt x="18989" y="7142"/>
                    <a:pt x="18989" y="6806"/>
                  </a:cubicBezTo>
                  <a:cubicBezTo>
                    <a:pt x="18989" y="5546"/>
                    <a:pt x="18148" y="4621"/>
                    <a:pt x="17140" y="4201"/>
                  </a:cubicBezTo>
                  <a:lnTo>
                    <a:pt x="17140" y="3949"/>
                  </a:lnTo>
                  <a:cubicBezTo>
                    <a:pt x="17140" y="3025"/>
                    <a:pt x="16300" y="2185"/>
                    <a:pt x="15376" y="2185"/>
                  </a:cubicBezTo>
                  <a:lnTo>
                    <a:pt x="15124" y="2185"/>
                  </a:lnTo>
                  <a:cubicBezTo>
                    <a:pt x="15292" y="1933"/>
                    <a:pt x="15376" y="1681"/>
                    <a:pt x="15376" y="1429"/>
                  </a:cubicBezTo>
                  <a:cubicBezTo>
                    <a:pt x="15376" y="589"/>
                    <a:pt x="14620" y="0"/>
                    <a:pt x="1377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 name="Google Shape;940;p21"/>
            <p:cNvSpPr/>
            <p:nvPr/>
          </p:nvSpPr>
          <p:spPr>
            <a:xfrm>
              <a:off x="6842050" y="3065425"/>
              <a:ext cx="422200" cy="428525"/>
            </a:xfrm>
            <a:custGeom>
              <a:avLst/>
              <a:gdLst/>
              <a:ahLst/>
              <a:cxnLst/>
              <a:rect l="l" t="t" r="r" b="b"/>
              <a:pathLst>
                <a:path w="16888" h="17141" extrusionOk="0">
                  <a:moveTo>
                    <a:pt x="7058" y="0"/>
                  </a:moveTo>
                  <a:cubicBezTo>
                    <a:pt x="6133" y="0"/>
                    <a:pt x="5461" y="589"/>
                    <a:pt x="5461" y="1429"/>
                  </a:cubicBezTo>
                  <a:cubicBezTo>
                    <a:pt x="5461" y="1765"/>
                    <a:pt x="5545" y="1933"/>
                    <a:pt x="5629" y="2185"/>
                  </a:cubicBezTo>
                  <a:lnTo>
                    <a:pt x="4033" y="2185"/>
                  </a:lnTo>
                  <a:cubicBezTo>
                    <a:pt x="3109" y="2185"/>
                    <a:pt x="2269" y="2941"/>
                    <a:pt x="2269" y="3949"/>
                  </a:cubicBezTo>
                  <a:lnTo>
                    <a:pt x="2269" y="4285"/>
                  </a:lnTo>
                  <a:cubicBezTo>
                    <a:pt x="1344" y="4706"/>
                    <a:pt x="756" y="5630"/>
                    <a:pt x="756" y="6806"/>
                  </a:cubicBezTo>
                  <a:cubicBezTo>
                    <a:pt x="756" y="7562"/>
                    <a:pt x="1008" y="8150"/>
                    <a:pt x="1596" y="8654"/>
                  </a:cubicBezTo>
                  <a:lnTo>
                    <a:pt x="1344" y="8654"/>
                  </a:lnTo>
                  <a:cubicBezTo>
                    <a:pt x="588" y="8654"/>
                    <a:pt x="0" y="9243"/>
                    <a:pt x="0" y="9999"/>
                  </a:cubicBezTo>
                  <a:cubicBezTo>
                    <a:pt x="0" y="10671"/>
                    <a:pt x="588" y="11259"/>
                    <a:pt x="1344" y="11259"/>
                  </a:cubicBezTo>
                  <a:lnTo>
                    <a:pt x="1764" y="11259"/>
                  </a:lnTo>
                  <a:cubicBezTo>
                    <a:pt x="1596" y="11427"/>
                    <a:pt x="1428" y="11847"/>
                    <a:pt x="1428" y="12183"/>
                  </a:cubicBezTo>
                  <a:cubicBezTo>
                    <a:pt x="1428" y="13023"/>
                    <a:pt x="2101" y="13612"/>
                    <a:pt x="2857" y="13780"/>
                  </a:cubicBezTo>
                  <a:lnTo>
                    <a:pt x="2857" y="13948"/>
                  </a:lnTo>
                  <a:cubicBezTo>
                    <a:pt x="2857" y="15040"/>
                    <a:pt x="3781" y="15964"/>
                    <a:pt x="4789" y="15964"/>
                  </a:cubicBezTo>
                  <a:cubicBezTo>
                    <a:pt x="4789" y="16552"/>
                    <a:pt x="5377" y="17140"/>
                    <a:pt x="6049" y="17140"/>
                  </a:cubicBezTo>
                  <a:lnTo>
                    <a:pt x="11763" y="17140"/>
                  </a:lnTo>
                  <a:cubicBezTo>
                    <a:pt x="12351" y="17140"/>
                    <a:pt x="13023" y="16552"/>
                    <a:pt x="13023" y="15964"/>
                  </a:cubicBezTo>
                  <a:cubicBezTo>
                    <a:pt x="13023" y="15712"/>
                    <a:pt x="12855" y="15544"/>
                    <a:pt x="12771" y="15460"/>
                  </a:cubicBezTo>
                  <a:lnTo>
                    <a:pt x="13527" y="15460"/>
                  </a:lnTo>
                  <a:cubicBezTo>
                    <a:pt x="14199" y="15460"/>
                    <a:pt x="14703" y="14872"/>
                    <a:pt x="14703" y="14368"/>
                  </a:cubicBezTo>
                  <a:cubicBezTo>
                    <a:pt x="14703" y="13948"/>
                    <a:pt x="14451" y="13780"/>
                    <a:pt x="14199" y="13528"/>
                  </a:cubicBezTo>
                  <a:lnTo>
                    <a:pt x="14703" y="13528"/>
                  </a:lnTo>
                  <a:cubicBezTo>
                    <a:pt x="15208" y="13528"/>
                    <a:pt x="15628" y="13107"/>
                    <a:pt x="15628" y="12687"/>
                  </a:cubicBezTo>
                  <a:cubicBezTo>
                    <a:pt x="15628" y="12519"/>
                    <a:pt x="15544" y="12351"/>
                    <a:pt x="15460" y="12183"/>
                  </a:cubicBezTo>
                  <a:cubicBezTo>
                    <a:pt x="16300" y="11679"/>
                    <a:pt x="16888" y="10839"/>
                    <a:pt x="16888" y="9831"/>
                  </a:cubicBezTo>
                  <a:cubicBezTo>
                    <a:pt x="16888" y="8906"/>
                    <a:pt x="16300" y="8066"/>
                    <a:pt x="15292" y="7730"/>
                  </a:cubicBezTo>
                  <a:cubicBezTo>
                    <a:pt x="15460" y="7478"/>
                    <a:pt x="15544" y="7142"/>
                    <a:pt x="15544" y="6806"/>
                  </a:cubicBezTo>
                  <a:cubicBezTo>
                    <a:pt x="15544" y="5546"/>
                    <a:pt x="14703" y="4621"/>
                    <a:pt x="13611" y="4201"/>
                  </a:cubicBezTo>
                  <a:lnTo>
                    <a:pt x="13611" y="3949"/>
                  </a:lnTo>
                  <a:cubicBezTo>
                    <a:pt x="13611" y="3025"/>
                    <a:pt x="12771" y="2185"/>
                    <a:pt x="11847" y="2185"/>
                  </a:cubicBezTo>
                  <a:lnTo>
                    <a:pt x="11679" y="2185"/>
                  </a:lnTo>
                  <a:cubicBezTo>
                    <a:pt x="11763" y="1933"/>
                    <a:pt x="11847" y="1681"/>
                    <a:pt x="11847" y="1429"/>
                  </a:cubicBezTo>
                  <a:cubicBezTo>
                    <a:pt x="11847" y="589"/>
                    <a:pt x="11091" y="0"/>
                    <a:pt x="1025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 name="Google Shape;941;p21"/>
            <p:cNvSpPr/>
            <p:nvPr/>
          </p:nvSpPr>
          <p:spPr>
            <a:xfrm>
              <a:off x="6842050" y="3283875"/>
              <a:ext cx="325600" cy="210075"/>
            </a:xfrm>
            <a:custGeom>
              <a:avLst/>
              <a:gdLst/>
              <a:ahLst/>
              <a:cxnLst/>
              <a:rect l="l" t="t" r="r" b="b"/>
              <a:pathLst>
                <a:path w="13024" h="8403" extrusionOk="0">
                  <a:moveTo>
                    <a:pt x="1344" y="0"/>
                  </a:moveTo>
                  <a:cubicBezTo>
                    <a:pt x="588" y="0"/>
                    <a:pt x="0" y="505"/>
                    <a:pt x="0" y="1261"/>
                  </a:cubicBezTo>
                  <a:cubicBezTo>
                    <a:pt x="0" y="1933"/>
                    <a:pt x="588" y="2521"/>
                    <a:pt x="1344" y="2521"/>
                  </a:cubicBezTo>
                  <a:lnTo>
                    <a:pt x="1764" y="2521"/>
                  </a:lnTo>
                  <a:cubicBezTo>
                    <a:pt x="1596" y="2689"/>
                    <a:pt x="1428" y="3109"/>
                    <a:pt x="1428" y="3445"/>
                  </a:cubicBezTo>
                  <a:cubicBezTo>
                    <a:pt x="1428" y="4285"/>
                    <a:pt x="2101" y="4874"/>
                    <a:pt x="2857" y="5042"/>
                  </a:cubicBezTo>
                  <a:lnTo>
                    <a:pt x="2857" y="5210"/>
                  </a:lnTo>
                  <a:cubicBezTo>
                    <a:pt x="2857" y="6302"/>
                    <a:pt x="3781" y="7226"/>
                    <a:pt x="4789" y="7226"/>
                  </a:cubicBezTo>
                  <a:cubicBezTo>
                    <a:pt x="4789" y="7814"/>
                    <a:pt x="5377" y="8402"/>
                    <a:pt x="6049" y="8402"/>
                  </a:cubicBezTo>
                  <a:lnTo>
                    <a:pt x="11763" y="8402"/>
                  </a:lnTo>
                  <a:cubicBezTo>
                    <a:pt x="12351" y="8402"/>
                    <a:pt x="13023" y="7814"/>
                    <a:pt x="13023" y="7226"/>
                  </a:cubicBezTo>
                  <a:cubicBezTo>
                    <a:pt x="13023" y="7142"/>
                    <a:pt x="9746" y="7142"/>
                    <a:pt x="9746" y="7142"/>
                  </a:cubicBezTo>
                  <a:lnTo>
                    <a:pt x="9746" y="6470"/>
                  </a:lnTo>
                  <a:cubicBezTo>
                    <a:pt x="9746" y="5882"/>
                    <a:pt x="9326" y="5294"/>
                    <a:pt x="8738" y="5126"/>
                  </a:cubicBezTo>
                  <a:cubicBezTo>
                    <a:pt x="8990" y="5042"/>
                    <a:pt x="9326" y="4790"/>
                    <a:pt x="9410" y="4369"/>
                  </a:cubicBezTo>
                  <a:lnTo>
                    <a:pt x="11427" y="4369"/>
                  </a:lnTo>
                  <a:cubicBezTo>
                    <a:pt x="12267" y="4369"/>
                    <a:pt x="12855" y="3781"/>
                    <a:pt x="12855" y="3025"/>
                  </a:cubicBezTo>
                  <a:cubicBezTo>
                    <a:pt x="12855" y="2269"/>
                    <a:pt x="12267" y="1681"/>
                    <a:pt x="11427" y="1681"/>
                  </a:cubicBezTo>
                  <a:lnTo>
                    <a:pt x="8906" y="1681"/>
                  </a:lnTo>
                  <a:cubicBezTo>
                    <a:pt x="8906" y="1513"/>
                    <a:pt x="8990" y="1429"/>
                    <a:pt x="8990" y="1345"/>
                  </a:cubicBezTo>
                  <a:cubicBezTo>
                    <a:pt x="8990" y="589"/>
                    <a:pt x="8402" y="0"/>
                    <a:pt x="756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21"/>
            <p:cNvSpPr/>
            <p:nvPr/>
          </p:nvSpPr>
          <p:spPr>
            <a:xfrm>
              <a:off x="6989075" y="3065425"/>
              <a:ext cx="235275" cy="147050"/>
            </a:xfrm>
            <a:custGeom>
              <a:avLst/>
              <a:gdLst/>
              <a:ahLst/>
              <a:cxnLst/>
              <a:rect l="l" t="t" r="r" b="b"/>
              <a:pathLst>
                <a:path w="9411" h="5882" extrusionOk="0">
                  <a:moveTo>
                    <a:pt x="2857" y="0"/>
                  </a:moveTo>
                  <a:cubicBezTo>
                    <a:pt x="2857" y="84"/>
                    <a:pt x="2689" y="168"/>
                    <a:pt x="2689" y="252"/>
                  </a:cubicBezTo>
                  <a:cubicBezTo>
                    <a:pt x="2689" y="841"/>
                    <a:pt x="3109" y="1261"/>
                    <a:pt x="3529" y="1429"/>
                  </a:cubicBezTo>
                  <a:cubicBezTo>
                    <a:pt x="3277" y="1513"/>
                    <a:pt x="3025" y="1765"/>
                    <a:pt x="2941" y="2101"/>
                  </a:cubicBezTo>
                  <a:lnTo>
                    <a:pt x="1261" y="2101"/>
                  </a:lnTo>
                  <a:cubicBezTo>
                    <a:pt x="589" y="2101"/>
                    <a:pt x="0" y="2605"/>
                    <a:pt x="0" y="3193"/>
                  </a:cubicBezTo>
                  <a:cubicBezTo>
                    <a:pt x="0" y="3865"/>
                    <a:pt x="505" y="4369"/>
                    <a:pt x="1261" y="4369"/>
                  </a:cubicBezTo>
                  <a:lnTo>
                    <a:pt x="3445" y="4369"/>
                  </a:lnTo>
                  <a:cubicBezTo>
                    <a:pt x="3445" y="4453"/>
                    <a:pt x="3361" y="4621"/>
                    <a:pt x="3361" y="4706"/>
                  </a:cubicBezTo>
                  <a:cubicBezTo>
                    <a:pt x="3361" y="5294"/>
                    <a:pt x="3865" y="5882"/>
                    <a:pt x="4621" y="5882"/>
                  </a:cubicBezTo>
                  <a:lnTo>
                    <a:pt x="9411" y="5882"/>
                  </a:lnTo>
                  <a:cubicBezTo>
                    <a:pt x="9243" y="5126"/>
                    <a:pt x="8486" y="4537"/>
                    <a:pt x="7730" y="4201"/>
                  </a:cubicBezTo>
                  <a:lnTo>
                    <a:pt x="7730" y="3949"/>
                  </a:lnTo>
                  <a:cubicBezTo>
                    <a:pt x="7730" y="3025"/>
                    <a:pt x="6890" y="2185"/>
                    <a:pt x="5966" y="2185"/>
                  </a:cubicBezTo>
                  <a:lnTo>
                    <a:pt x="5798" y="2185"/>
                  </a:lnTo>
                  <a:cubicBezTo>
                    <a:pt x="5882" y="2017"/>
                    <a:pt x="5966" y="1681"/>
                    <a:pt x="5966" y="1429"/>
                  </a:cubicBezTo>
                  <a:cubicBezTo>
                    <a:pt x="5966" y="589"/>
                    <a:pt x="5210" y="0"/>
                    <a:pt x="436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2">
  <p:cSld name="CUSTOM_12_1">
    <p:spTree>
      <p:nvGrpSpPr>
        <p:cNvPr id="1" name="Shape 943"/>
        <p:cNvGrpSpPr/>
        <p:nvPr/>
      </p:nvGrpSpPr>
      <p:grpSpPr>
        <a:xfrm>
          <a:off x="0" y="0"/>
          <a:ext cx="0" cy="0"/>
          <a:chOff x="0" y="0"/>
          <a:chExt cx="0" cy="0"/>
        </a:xfrm>
      </p:grpSpPr>
      <p:pic>
        <p:nvPicPr>
          <p:cNvPr id="944" name="Google Shape;944;p22"/>
          <p:cNvPicPr preferRelativeResize="0"/>
          <p:nvPr/>
        </p:nvPicPr>
        <p:blipFill rotWithShape="1">
          <a:blip r:embed="rId2">
            <a:alphaModFix/>
          </a:blip>
          <a:srcRect/>
          <a:stretch/>
        </p:blipFill>
        <p:spPr>
          <a:xfrm rot="10800000" flipH="1">
            <a:off x="0" y="0"/>
            <a:ext cx="4818400" cy="2895950"/>
          </a:xfrm>
          <a:prstGeom prst="rect">
            <a:avLst/>
          </a:prstGeom>
          <a:noFill/>
          <a:ln>
            <a:noFill/>
          </a:ln>
        </p:spPr>
      </p:pic>
      <p:pic>
        <p:nvPicPr>
          <p:cNvPr id="945" name="Google Shape;945;p22"/>
          <p:cNvPicPr preferRelativeResize="0"/>
          <p:nvPr/>
        </p:nvPicPr>
        <p:blipFill rotWithShape="1">
          <a:blip r:embed="rId3">
            <a:alphaModFix/>
          </a:blip>
          <a:srcRect l="55105"/>
          <a:stretch/>
        </p:blipFill>
        <p:spPr>
          <a:xfrm rot="-5400000" flipH="1">
            <a:off x="6949737" y="68338"/>
            <a:ext cx="2279675" cy="2108850"/>
          </a:xfrm>
          <a:prstGeom prst="rect">
            <a:avLst/>
          </a:prstGeom>
          <a:noFill/>
          <a:ln>
            <a:noFill/>
          </a:ln>
        </p:spPr>
      </p:pic>
      <p:sp>
        <p:nvSpPr>
          <p:cNvPr id="946" name="Google Shape;946;p22"/>
          <p:cNvSpPr txBox="1">
            <a:spLocks noGrp="1"/>
          </p:cNvSpPr>
          <p:nvPr>
            <p:ph type="title"/>
          </p:nvPr>
        </p:nvSpPr>
        <p:spPr>
          <a:xfrm>
            <a:off x="2038200" y="1702750"/>
            <a:ext cx="5067600" cy="841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39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947" name="Google Shape;947;p22"/>
          <p:cNvSpPr txBox="1">
            <a:spLocks noGrp="1"/>
          </p:cNvSpPr>
          <p:nvPr>
            <p:ph type="title" idx="2" hasCustomPrompt="1"/>
          </p:nvPr>
        </p:nvSpPr>
        <p:spPr>
          <a:xfrm>
            <a:off x="3721250" y="860950"/>
            <a:ext cx="1595700" cy="8418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6000">
                <a:solidFill>
                  <a:schemeClr val="accent6"/>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948" name="Google Shape;948;p22"/>
          <p:cNvSpPr txBox="1">
            <a:spLocks noGrp="1"/>
          </p:cNvSpPr>
          <p:nvPr>
            <p:ph type="subTitle" idx="1"/>
          </p:nvPr>
        </p:nvSpPr>
        <p:spPr>
          <a:xfrm>
            <a:off x="2038200" y="2662700"/>
            <a:ext cx="5067600" cy="556500"/>
          </a:xfrm>
          <a:prstGeom prst="rect">
            <a:avLst/>
          </a:prstGeom>
          <a:noFill/>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949" name="Google Shape;949;p22"/>
          <p:cNvSpPr/>
          <p:nvPr/>
        </p:nvSpPr>
        <p:spPr>
          <a:xfrm flipH="1">
            <a:off x="-276739" y="3546580"/>
            <a:ext cx="9697465" cy="1596919"/>
          </a:xfrm>
          <a:custGeom>
            <a:avLst/>
            <a:gdLst/>
            <a:ahLst/>
            <a:cxnLst/>
            <a:rect l="l" t="t" r="r" b="b"/>
            <a:pathLst>
              <a:path w="308689" h="50833" extrusionOk="0">
                <a:moveTo>
                  <a:pt x="10839" y="0"/>
                </a:moveTo>
                <a:cubicBezTo>
                  <a:pt x="4790" y="0"/>
                  <a:pt x="1" y="4201"/>
                  <a:pt x="1" y="9411"/>
                </a:cubicBezTo>
                <a:lnTo>
                  <a:pt x="1" y="41506"/>
                </a:lnTo>
                <a:cubicBezTo>
                  <a:pt x="1" y="46631"/>
                  <a:pt x="4874" y="50832"/>
                  <a:pt x="10839" y="50832"/>
                </a:cubicBezTo>
                <a:lnTo>
                  <a:pt x="297850" y="50832"/>
                </a:lnTo>
                <a:cubicBezTo>
                  <a:pt x="303815" y="50832"/>
                  <a:pt x="308688" y="46631"/>
                  <a:pt x="308688" y="41506"/>
                </a:cubicBezTo>
                <a:lnTo>
                  <a:pt x="308688" y="9411"/>
                </a:lnTo>
                <a:cubicBezTo>
                  <a:pt x="308688" y="4201"/>
                  <a:pt x="303815" y="0"/>
                  <a:pt x="297850" y="0"/>
                </a:cubicBezTo>
                <a:close/>
              </a:path>
            </a:pathLst>
          </a:custGeom>
          <a:solidFill>
            <a:srgbClr val="97B8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50" name="Google Shape;950;p22"/>
          <p:cNvGrpSpPr/>
          <p:nvPr/>
        </p:nvGrpSpPr>
        <p:grpSpPr>
          <a:xfrm>
            <a:off x="151081" y="3533386"/>
            <a:ext cx="9320981" cy="1224387"/>
            <a:chOff x="337008" y="3489725"/>
            <a:chExt cx="7417620" cy="974365"/>
          </a:xfrm>
        </p:grpSpPr>
        <p:sp>
          <p:nvSpPr>
            <p:cNvPr id="951" name="Google Shape;951;p22"/>
            <p:cNvSpPr/>
            <p:nvPr/>
          </p:nvSpPr>
          <p:spPr>
            <a:xfrm flipH="1">
              <a:off x="1289505" y="3489725"/>
              <a:ext cx="5534800" cy="420125"/>
            </a:xfrm>
            <a:custGeom>
              <a:avLst/>
              <a:gdLst/>
              <a:ahLst/>
              <a:cxnLst/>
              <a:rect l="l" t="t" r="r" b="b"/>
              <a:pathLst>
                <a:path w="221392" h="16805" extrusionOk="0">
                  <a:moveTo>
                    <a:pt x="6554" y="0"/>
                  </a:moveTo>
                  <a:cubicBezTo>
                    <a:pt x="2941" y="0"/>
                    <a:pt x="0" y="2857"/>
                    <a:pt x="0" y="6386"/>
                  </a:cubicBezTo>
                  <a:cubicBezTo>
                    <a:pt x="0" y="9915"/>
                    <a:pt x="2941" y="12855"/>
                    <a:pt x="6554" y="12855"/>
                  </a:cubicBezTo>
                  <a:lnTo>
                    <a:pt x="10335" y="12855"/>
                  </a:lnTo>
                  <a:cubicBezTo>
                    <a:pt x="10335" y="13023"/>
                    <a:pt x="10167" y="13275"/>
                    <a:pt x="10167" y="13443"/>
                  </a:cubicBezTo>
                  <a:cubicBezTo>
                    <a:pt x="10167" y="15376"/>
                    <a:pt x="11763" y="16804"/>
                    <a:pt x="13695" y="16804"/>
                  </a:cubicBezTo>
                  <a:lnTo>
                    <a:pt x="69988" y="16804"/>
                  </a:lnTo>
                  <a:cubicBezTo>
                    <a:pt x="71837" y="16804"/>
                    <a:pt x="73433" y="15376"/>
                    <a:pt x="73433" y="13443"/>
                  </a:cubicBezTo>
                  <a:cubicBezTo>
                    <a:pt x="73433" y="13275"/>
                    <a:pt x="73433" y="13023"/>
                    <a:pt x="73349" y="12855"/>
                  </a:cubicBezTo>
                  <a:lnTo>
                    <a:pt x="214922" y="12855"/>
                  </a:lnTo>
                  <a:cubicBezTo>
                    <a:pt x="218451" y="12855"/>
                    <a:pt x="221391" y="9999"/>
                    <a:pt x="221391" y="6386"/>
                  </a:cubicBezTo>
                  <a:cubicBezTo>
                    <a:pt x="221391" y="2941"/>
                    <a:pt x="218451" y="0"/>
                    <a:pt x="2149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 name="Google Shape;952;p22"/>
            <p:cNvSpPr/>
            <p:nvPr/>
          </p:nvSpPr>
          <p:spPr>
            <a:xfrm flipH="1">
              <a:off x="337008" y="3976765"/>
              <a:ext cx="3564550" cy="487325"/>
            </a:xfrm>
            <a:custGeom>
              <a:avLst/>
              <a:gdLst/>
              <a:ahLst/>
              <a:cxnLst/>
              <a:rect l="l" t="t" r="r" b="b"/>
              <a:pathLst>
                <a:path w="142582" h="19493" extrusionOk="0">
                  <a:moveTo>
                    <a:pt x="7730" y="0"/>
                  </a:moveTo>
                  <a:cubicBezTo>
                    <a:pt x="3445" y="0"/>
                    <a:pt x="0" y="3445"/>
                    <a:pt x="0" y="7646"/>
                  </a:cubicBezTo>
                  <a:cubicBezTo>
                    <a:pt x="0" y="11847"/>
                    <a:pt x="3445" y="15292"/>
                    <a:pt x="7730" y="15292"/>
                  </a:cubicBezTo>
                  <a:lnTo>
                    <a:pt x="13023" y="15292"/>
                  </a:lnTo>
                  <a:cubicBezTo>
                    <a:pt x="12687" y="15712"/>
                    <a:pt x="12603" y="16300"/>
                    <a:pt x="12603" y="16804"/>
                  </a:cubicBezTo>
                  <a:cubicBezTo>
                    <a:pt x="12603" y="18401"/>
                    <a:pt x="13864" y="19493"/>
                    <a:pt x="15376" y="19493"/>
                  </a:cubicBezTo>
                  <a:lnTo>
                    <a:pt x="108554" y="19493"/>
                  </a:lnTo>
                  <a:cubicBezTo>
                    <a:pt x="110150" y="19493"/>
                    <a:pt x="111410" y="18233"/>
                    <a:pt x="111410" y="16804"/>
                  </a:cubicBezTo>
                  <a:cubicBezTo>
                    <a:pt x="111410" y="16300"/>
                    <a:pt x="111158" y="15712"/>
                    <a:pt x="110990" y="15292"/>
                  </a:cubicBezTo>
                  <a:lnTo>
                    <a:pt x="134768" y="15292"/>
                  </a:lnTo>
                  <a:cubicBezTo>
                    <a:pt x="139137" y="15292"/>
                    <a:pt x="142581" y="11847"/>
                    <a:pt x="142581" y="7646"/>
                  </a:cubicBezTo>
                  <a:cubicBezTo>
                    <a:pt x="142497" y="3445"/>
                    <a:pt x="139053" y="0"/>
                    <a:pt x="13468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 name="Google Shape;953;p22"/>
            <p:cNvSpPr/>
            <p:nvPr/>
          </p:nvSpPr>
          <p:spPr>
            <a:xfrm flipH="1">
              <a:off x="6097328" y="4010650"/>
              <a:ext cx="1657300" cy="420125"/>
            </a:xfrm>
            <a:custGeom>
              <a:avLst/>
              <a:gdLst/>
              <a:ahLst/>
              <a:cxnLst/>
              <a:rect l="l" t="t" r="r" b="b"/>
              <a:pathLst>
                <a:path w="66292" h="16805" extrusionOk="0">
                  <a:moveTo>
                    <a:pt x="4117" y="0"/>
                  </a:moveTo>
                  <a:cubicBezTo>
                    <a:pt x="1849" y="0"/>
                    <a:pt x="1" y="1765"/>
                    <a:pt x="1" y="3949"/>
                  </a:cubicBezTo>
                  <a:cubicBezTo>
                    <a:pt x="1" y="6218"/>
                    <a:pt x="1933" y="7982"/>
                    <a:pt x="4117" y="7982"/>
                  </a:cubicBezTo>
                  <a:lnTo>
                    <a:pt x="4454" y="7982"/>
                  </a:lnTo>
                  <a:cubicBezTo>
                    <a:pt x="4370" y="8318"/>
                    <a:pt x="4370" y="8738"/>
                    <a:pt x="4370" y="8990"/>
                  </a:cubicBezTo>
                  <a:cubicBezTo>
                    <a:pt x="4370" y="11763"/>
                    <a:pt x="6554" y="13863"/>
                    <a:pt x="9327" y="13863"/>
                  </a:cubicBezTo>
                  <a:lnTo>
                    <a:pt x="23358" y="13863"/>
                  </a:lnTo>
                  <a:lnTo>
                    <a:pt x="23358" y="14283"/>
                  </a:lnTo>
                  <a:cubicBezTo>
                    <a:pt x="23358" y="15628"/>
                    <a:pt x="24534" y="16804"/>
                    <a:pt x="25963" y="16804"/>
                  </a:cubicBezTo>
                  <a:lnTo>
                    <a:pt x="63687" y="16804"/>
                  </a:lnTo>
                  <a:cubicBezTo>
                    <a:pt x="65200" y="16804"/>
                    <a:pt x="66292" y="15628"/>
                    <a:pt x="66292" y="14283"/>
                  </a:cubicBezTo>
                  <a:cubicBezTo>
                    <a:pt x="66292" y="12939"/>
                    <a:pt x="65200" y="11763"/>
                    <a:pt x="63687" y="11763"/>
                  </a:cubicBezTo>
                  <a:lnTo>
                    <a:pt x="49404" y="11763"/>
                  </a:lnTo>
                  <a:cubicBezTo>
                    <a:pt x="49908" y="11007"/>
                    <a:pt x="50244" y="10082"/>
                    <a:pt x="50244" y="8990"/>
                  </a:cubicBezTo>
                  <a:cubicBezTo>
                    <a:pt x="50244" y="8738"/>
                    <a:pt x="50244" y="8318"/>
                    <a:pt x="50160" y="7982"/>
                  </a:cubicBezTo>
                  <a:lnTo>
                    <a:pt x="59990" y="7982"/>
                  </a:lnTo>
                  <a:cubicBezTo>
                    <a:pt x="62343" y="7982"/>
                    <a:pt x="64107" y="6218"/>
                    <a:pt x="64107" y="3949"/>
                  </a:cubicBezTo>
                  <a:cubicBezTo>
                    <a:pt x="64107" y="1765"/>
                    <a:pt x="62259" y="0"/>
                    <a:pt x="5999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4" name="Google Shape;954;p22"/>
          <p:cNvGrpSpPr/>
          <p:nvPr/>
        </p:nvGrpSpPr>
        <p:grpSpPr>
          <a:xfrm>
            <a:off x="7589945" y="1164745"/>
            <a:ext cx="1277035" cy="684533"/>
            <a:chOff x="6108105" y="1884061"/>
            <a:chExt cx="916357" cy="491198"/>
          </a:xfrm>
        </p:grpSpPr>
        <p:sp>
          <p:nvSpPr>
            <p:cNvPr id="955" name="Google Shape;955;p22"/>
            <p:cNvSpPr/>
            <p:nvPr/>
          </p:nvSpPr>
          <p:spPr>
            <a:xfrm>
              <a:off x="6711461" y="1884061"/>
              <a:ext cx="313000" cy="168075"/>
            </a:xfrm>
            <a:custGeom>
              <a:avLst/>
              <a:gdLst/>
              <a:ahLst/>
              <a:cxnLst/>
              <a:rect l="l" t="t" r="r" b="b"/>
              <a:pathLst>
                <a:path w="12520" h="6723" extrusionOk="0">
                  <a:moveTo>
                    <a:pt x="11259" y="2774"/>
                  </a:moveTo>
                  <a:lnTo>
                    <a:pt x="10251" y="2774"/>
                  </a:lnTo>
                  <a:cubicBezTo>
                    <a:pt x="10251" y="2606"/>
                    <a:pt x="10335" y="2522"/>
                    <a:pt x="10335" y="2438"/>
                  </a:cubicBezTo>
                  <a:cubicBezTo>
                    <a:pt x="10335" y="1765"/>
                    <a:pt x="9831" y="1261"/>
                    <a:pt x="9159" y="1261"/>
                  </a:cubicBezTo>
                  <a:lnTo>
                    <a:pt x="8235" y="1261"/>
                  </a:lnTo>
                  <a:lnTo>
                    <a:pt x="8235" y="1009"/>
                  </a:lnTo>
                  <a:cubicBezTo>
                    <a:pt x="8235" y="505"/>
                    <a:pt x="7815" y="1"/>
                    <a:pt x="7142" y="1"/>
                  </a:cubicBezTo>
                  <a:lnTo>
                    <a:pt x="5126" y="1"/>
                  </a:lnTo>
                  <a:cubicBezTo>
                    <a:pt x="4622" y="1"/>
                    <a:pt x="4202" y="337"/>
                    <a:pt x="4118" y="841"/>
                  </a:cubicBezTo>
                  <a:lnTo>
                    <a:pt x="3530" y="841"/>
                  </a:lnTo>
                  <a:cubicBezTo>
                    <a:pt x="2857" y="841"/>
                    <a:pt x="2269" y="1345"/>
                    <a:pt x="2269" y="2017"/>
                  </a:cubicBezTo>
                  <a:lnTo>
                    <a:pt x="1429" y="2017"/>
                  </a:lnTo>
                  <a:cubicBezTo>
                    <a:pt x="673" y="2017"/>
                    <a:pt x="1" y="2606"/>
                    <a:pt x="1" y="3362"/>
                  </a:cubicBezTo>
                  <a:cubicBezTo>
                    <a:pt x="1" y="4118"/>
                    <a:pt x="673" y="4706"/>
                    <a:pt x="1429" y="4706"/>
                  </a:cubicBezTo>
                  <a:lnTo>
                    <a:pt x="2101" y="4706"/>
                  </a:lnTo>
                  <a:cubicBezTo>
                    <a:pt x="2353" y="5210"/>
                    <a:pt x="2857" y="5630"/>
                    <a:pt x="3530" y="5630"/>
                  </a:cubicBezTo>
                  <a:lnTo>
                    <a:pt x="3614" y="5630"/>
                  </a:lnTo>
                  <a:cubicBezTo>
                    <a:pt x="3698" y="6302"/>
                    <a:pt x="4118" y="6723"/>
                    <a:pt x="4874" y="6723"/>
                  </a:cubicBezTo>
                  <a:lnTo>
                    <a:pt x="6722" y="6723"/>
                  </a:lnTo>
                  <a:cubicBezTo>
                    <a:pt x="7394" y="6723"/>
                    <a:pt x="7899" y="6302"/>
                    <a:pt x="7983" y="5630"/>
                  </a:cubicBezTo>
                  <a:lnTo>
                    <a:pt x="8235" y="5630"/>
                  </a:lnTo>
                  <a:cubicBezTo>
                    <a:pt x="8655" y="5630"/>
                    <a:pt x="9075" y="5462"/>
                    <a:pt x="9327" y="5126"/>
                  </a:cubicBezTo>
                  <a:lnTo>
                    <a:pt x="11259" y="5126"/>
                  </a:lnTo>
                  <a:cubicBezTo>
                    <a:pt x="11847" y="5126"/>
                    <a:pt x="12520" y="4622"/>
                    <a:pt x="12520" y="3950"/>
                  </a:cubicBezTo>
                  <a:cubicBezTo>
                    <a:pt x="12436" y="3278"/>
                    <a:pt x="11931" y="2774"/>
                    <a:pt x="11259" y="277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956;p22"/>
            <p:cNvSpPr/>
            <p:nvPr/>
          </p:nvSpPr>
          <p:spPr>
            <a:xfrm>
              <a:off x="6108105" y="2060158"/>
              <a:ext cx="569250" cy="315100"/>
            </a:xfrm>
            <a:custGeom>
              <a:avLst/>
              <a:gdLst/>
              <a:ahLst/>
              <a:cxnLst/>
              <a:rect l="l" t="t" r="r" b="b"/>
              <a:pathLst>
                <a:path w="22770" h="12604" extrusionOk="0">
                  <a:moveTo>
                    <a:pt x="20585" y="5042"/>
                  </a:moveTo>
                  <a:lnTo>
                    <a:pt x="18821" y="5042"/>
                  </a:lnTo>
                  <a:cubicBezTo>
                    <a:pt x="18905" y="4874"/>
                    <a:pt x="18905" y="4622"/>
                    <a:pt x="18905" y="4454"/>
                  </a:cubicBezTo>
                  <a:cubicBezTo>
                    <a:pt x="18905" y="3277"/>
                    <a:pt x="17981" y="2353"/>
                    <a:pt x="16720" y="2353"/>
                  </a:cubicBezTo>
                  <a:lnTo>
                    <a:pt x="15040" y="2353"/>
                  </a:lnTo>
                  <a:lnTo>
                    <a:pt x="15040" y="1933"/>
                  </a:lnTo>
                  <a:cubicBezTo>
                    <a:pt x="15040" y="841"/>
                    <a:pt x="14200" y="1"/>
                    <a:pt x="13023" y="1"/>
                  </a:cubicBezTo>
                  <a:lnTo>
                    <a:pt x="9327" y="1"/>
                  </a:lnTo>
                  <a:cubicBezTo>
                    <a:pt x="8402" y="1"/>
                    <a:pt x="7562" y="589"/>
                    <a:pt x="7478" y="1597"/>
                  </a:cubicBezTo>
                  <a:lnTo>
                    <a:pt x="6302" y="1597"/>
                  </a:lnTo>
                  <a:cubicBezTo>
                    <a:pt x="5042" y="1597"/>
                    <a:pt x="4117" y="2521"/>
                    <a:pt x="3949" y="3781"/>
                  </a:cubicBezTo>
                  <a:lnTo>
                    <a:pt x="2521" y="3781"/>
                  </a:lnTo>
                  <a:cubicBezTo>
                    <a:pt x="1177" y="3781"/>
                    <a:pt x="0" y="4958"/>
                    <a:pt x="0" y="6302"/>
                  </a:cubicBezTo>
                  <a:cubicBezTo>
                    <a:pt x="0" y="7646"/>
                    <a:pt x="1177" y="8823"/>
                    <a:pt x="2521" y="8823"/>
                  </a:cubicBezTo>
                  <a:lnTo>
                    <a:pt x="3865" y="8823"/>
                  </a:lnTo>
                  <a:cubicBezTo>
                    <a:pt x="4201" y="9831"/>
                    <a:pt x="5210" y="10587"/>
                    <a:pt x="6386" y="10587"/>
                  </a:cubicBezTo>
                  <a:lnTo>
                    <a:pt x="6638" y="10587"/>
                  </a:lnTo>
                  <a:cubicBezTo>
                    <a:pt x="6722" y="11763"/>
                    <a:pt x="7646" y="12604"/>
                    <a:pt x="8822" y="12604"/>
                  </a:cubicBezTo>
                  <a:lnTo>
                    <a:pt x="12267" y="12604"/>
                  </a:lnTo>
                  <a:cubicBezTo>
                    <a:pt x="13444" y="12604"/>
                    <a:pt x="14368" y="11763"/>
                    <a:pt x="14452" y="10587"/>
                  </a:cubicBezTo>
                  <a:lnTo>
                    <a:pt x="14872" y="10587"/>
                  </a:lnTo>
                  <a:cubicBezTo>
                    <a:pt x="15712" y="10587"/>
                    <a:pt x="16468" y="10167"/>
                    <a:pt x="16972" y="9663"/>
                  </a:cubicBezTo>
                  <a:lnTo>
                    <a:pt x="20585" y="9663"/>
                  </a:lnTo>
                  <a:cubicBezTo>
                    <a:pt x="21846" y="9663"/>
                    <a:pt x="22770" y="8739"/>
                    <a:pt x="22770" y="7478"/>
                  </a:cubicBezTo>
                  <a:cubicBezTo>
                    <a:pt x="22770" y="5966"/>
                    <a:pt x="21846" y="5042"/>
                    <a:pt x="20585" y="504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57" name="Google Shape;957;p22"/>
          <p:cNvSpPr/>
          <p:nvPr/>
        </p:nvSpPr>
        <p:spPr>
          <a:xfrm flipH="1">
            <a:off x="316570" y="319943"/>
            <a:ext cx="793307" cy="439123"/>
          </a:xfrm>
          <a:custGeom>
            <a:avLst/>
            <a:gdLst/>
            <a:ahLst/>
            <a:cxnLst/>
            <a:rect l="l" t="t" r="r" b="b"/>
            <a:pathLst>
              <a:path w="22770" h="12604" extrusionOk="0">
                <a:moveTo>
                  <a:pt x="20585" y="5042"/>
                </a:moveTo>
                <a:lnTo>
                  <a:pt x="18821" y="5042"/>
                </a:lnTo>
                <a:cubicBezTo>
                  <a:pt x="18905" y="4874"/>
                  <a:pt x="18905" y="4622"/>
                  <a:pt x="18905" y="4454"/>
                </a:cubicBezTo>
                <a:cubicBezTo>
                  <a:pt x="18905" y="3277"/>
                  <a:pt x="17981" y="2353"/>
                  <a:pt x="16720" y="2353"/>
                </a:cubicBezTo>
                <a:lnTo>
                  <a:pt x="15040" y="2353"/>
                </a:lnTo>
                <a:lnTo>
                  <a:pt x="15040" y="1933"/>
                </a:lnTo>
                <a:cubicBezTo>
                  <a:pt x="15040" y="841"/>
                  <a:pt x="14200" y="1"/>
                  <a:pt x="13023" y="1"/>
                </a:cubicBezTo>
                <a:lnTo>
                  <a:pt x="9327" y="1"/>
                </a:lnTo>
                <a:cubicBezTo>
                  <a:pt x="8402" y="1"/>
                  <a:pt x="7562" y="589"/>
                  <a:pt x="7478" y="1597"/>
                </a:cubicBezTo>
                <a:lnTo>
                  <a:pt x="6302" y="1597"/>
                </a:lnTo>
                <a:cubicBezTo>
                  <a:pt x="5042" y="1597"/>
                  <a:pt x="4117" y="2521"/>
                  <a:pt x="3949" y="3781"/>
                </a:cubicBezTo>
                <a:lnTo>
                  <a:pt x="2521" y="3781"/>
                </a:lnTo>
                <a:cubicBezTo>
                  <a:pt x="1177" y="3781"/>
                  <a:pt x="0" y="4958"/>
                  <a:pt x="0" y="6302"/>
                </a:cubicBezTo>
                <a:cubicBezTo>
                  <a:pt x="0" y="7646"/>
                  <a:pt x="1177" y="8823"/>
                  <a:pt x="2521" y="8823"/>
                </a:cubicBezTo>
                <a:lnTo>
                  <a:pt x="3865" y="8823"/>
                </a:lnTo>
                <a:cubicBezTo>
                  <a:pt x="4201" y="9831"/>
                  <a:pt x="5210" y="10587"/>
                  <a:pt x="6386" y="10587"/>
                </a:cubicBezTo>
                <a:lnTo>
                  <a:pt x="6638" y="10587"/>
                </a:lnTo>
                <a:cubicBezTo>
                  <a:pt x="6722" y="11763"/>
                  <a:pt x="7646" y="12604"/>
                  <a:pt x="8822" y="12604"/>
                </a:cubicBezTo>
                <a:lnTo>
                  <a:pt x="12267" y="12604"/>
                </a:lnTo>
                <a:cubicBezTo>
                  <a:pt x="13444" y="12604"/>
                  <a:pt x="14368" y="11763"/>
                  <a:pt x="14452" y="10587"/>
                </a:cubicBezTo>
                <a:lnTo>
                  <a:pt x="14872" y="10587"/>
                </a:lnTo>
                <a:cubicBezTo>
                  <a:pt x="15712" y="10587"/>
                  <a:pt x="16468" y="10167"/>
                  <a:pt x="16972" y="9663"/>
                </a:cubicBezTo>
                <a:lnTo>
                  <a:pt x="20585" y="9663"/>
                </a:lnTo>
                <a:cubicBezTo>
                  <a:pt x="21846" y="9663"/>
                  <a:pt x="22770" y="8739"/>
                  <a:pt x="22770" y="7478"/>
                </a:cubicBezTo>
                <a:cubicBezTo>
                  <a:pt x="22770" y="5966"/>
                  <a:pt x="21846" y="5042"/>
                  <a:pt x="20585" y="504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958;p22"/>
          <p:cNvSpPr/>
          <p:nvPr/>
        </p:nvSpPr>
        <p:spPr>
          <a:xfrm>
            <a:off x="7874409" y="759081"/>
            <a:ext cx="430344" cy="424734"/>
          </a:xfrm>
          <a:custGeom>
            <a:avLst/>
            <a:gdLst/>
            <a:ahLst/>
            <a:cxnLst/>
            <a:rect l="l" t="t" r="r" b="b"/>
            <a:pathLst>
              <a:path w="12352" h="12191" extrusionOk="0">
                <a:moveTo>
                  <a:pt x="6416" y="1"/>
                </a:moveTo>
                <a:cubicBezTo>
                  <a:pt x="6322" y="1"/>
                  <a:pt x="6228" y="3"/>
                  <a:pt x="6134" y="8"/>
                </a:cubicBezTo>
                <a:cubicBezTo>
                  <a:pt x="2773" y="8"/>
                  <a:pt x="0" y="2696"/>
                  <a:pt x="0" y="6057"/>
                </a:cubicBezTo>
                <a:cubicBezTo>
                  <a:pt x="0" y="9418"/>
                  <a:pt x="2689" y="12191"/>
                  <a:pt x="6134" y="12191"/>
                </a:cubicBezTo>
                <a:cubicBezTo>
                  <a:pt x="9494" y="12191"/>
                  <a:pt x="12351" y="9418"/>
                  <a:pt x="12351" y="6057"/>
                </a:cubicBezTo>
                <a:cubicBezTo>
                  <a:pt x="12351" y="2791"/>
                  <a:pt x="9653" y="1"/>
                  <a:pt x="6416" y="1"/>
                </a:cubicBezTo>
                <a:close/>
              </a:path>
            </a:pathLst>
          </a:custGeom>
          <a:solidFill>
            <a:srgbClr val="FFEB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59" name="Google Shape;959;p22"/>
          <p:cNvGrpSpPr/>
          <p:nvPr/>
        </p:nvGrpSpPr>
        <p:grpSpPr>
          <a:xfrm>
            <a:off x="434043" y="2477985"/>
            <a:ext cx="959519" cy="1068600"/>
            <a:chOff x="6842050" y="3065425"/>
            <a:chExt cx="535625" cy="596550"/>
          </a:xfrm>
        </p:grpSpPr>
        <p:sp>
          <p:nvSpPr>
            <p:cNvPr id="960" name="Google Shape;960;p22"/>
            <p:cNvSpPr/>
            <p:nvPr/>
          </p:nvSpPr>
          <p:spPr>
            <a:xfrm>
              <a:off x="7073100" y="3451925"/>
              <a:ext cx="56725" cy="210050"/>
            </a:xfrm>
            <a:custGeom>
              <a:avLst/>
              <a:gdLst/>
              <a:ahLst/>
              <a:cxnLst/>
              <a:rect l="l" t="t" r="r" b="b"/>
              <a:pathLst>
                <a:path w="2269" h="8402" extrusionOk="0">
                  <a:moveTo>
                    <a:pt x="504" y="0"/>
                  </a:moveTo>
                  <a:lnTo>
                    <a:pt x="0" y="8402"/>
                  </a:lnTo>
                  <a:lnTo>
                    <a:pt x="2269" y="8402"/>
                  </a:lnTo>
                  <a:lnTo>
                    <a:pt x="1765" y="0"/>
                  </a:lnTo>
                  <a:close/>
                </a:path>
              </a:pathLst>
            </a:custGeom>
            <a:solidFill>
              <a:srgbClr val="7A452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22"/>
            <p:cNvSpPr/>
            <p:nvPr/>
          </p:nvSpPr>
          <p:spPr>
            <a:xfrm>
              <a:off x="6867250" y="3065425"/>
              <a:ext cx="510425" cy="428525"/>
            </a:xfrm>
            <a:custGeom>
              <a:avLst/>
              <a:gdLst/>
              <a:ahLst/>
              <a:cxnLst/>
              <a:rect l="l" t="t" r="r" b="b"/>
              <a:pathLst>
                <a:path w="20417" h="17141" extrusionOk="0">
                  <a:moveTo>
                    <a:pt x="7058" y="0"/>
                  </a:moveTo>
                  <a:cubicBezTo>
                    <a:pt x="6218" y="0"/>
                    <a:pt x="5462" y="589"/>
                    <a:pt x="5462" y="1429"/>
                  </a:cubicBezTo>
                  <a:cubicBezTo>
                    <a:pt x="5462" y="1765"/>
                    <a:pt x="5630" y="1933"/>
                    <a:pt x="5714" y="2185"/>
                  </a:cubicBezTo>
                  <a:lnTo>
                    <a:pt x="4117" y="2185"/>
                  </a:lnTo>
                  <a:cubicBezTo>
                    <a:pt x="3193" y="2185"/>
                    <a:pt x="2353" y="2941"/>
                    <a:pt x="2353" y="3949"/>
                  </a:cubicBezTo>
                  <a:lnTo>
                    <a:pt x="2353" y="4285"/>
                  </a:lnTo>
                  <a:cubicBezTo>
                    <a:pt x="1429" y="4706"/>
                    <a:pt x="756" y="5630"/>
                    <a:pt x="756" y="6806"/>
                  </a:cubicBezTo>
                  <a:cubicBezTo>
                    <a:pt x="756" y="7562"/>
                    <a:pt x="1093" y="8150"/>
                    <a:pt x="1597" y="8654"/>
                  </a:cubicBezTo>
                  <a:lnTo>
                    <a:pt x="1429" y="8654"/>
                  </a:lnTo>
                  <a:cubicBezTo>
                    <a:pt x="672" y="8654"/>
                    <a:pt x="0" y="9243"/>
                    <a:pt x="0" y="9999"/>
                  </a:cubicBezTo>
                  <a:cubicBezTo>
                    <a:pt x="0" y="10671"/>
                    <a:pt x="672" y="11259"/>
                    <a:pt x="1429" y="11259"/>
                  </a:cubicBezTo>
                  <a:lnTo>
                    <a:pt x="1849" y="11259"/>
                  </a:lnTo>
                  <a:cubicBezTo>
                    <a:pt x="1597" y="11427"/>
                    <a:pt x="1513" y="11847"/>
                    <a:pt x="1513" y="12183"/>
                  </a:cubicBezTo>
                  <a:cubicBezTo>
                    <a:pt x="1513" y="13023"/>
                    <a:pt x="2101" y="13612"/>
                    <a:pt x="2857" y="13780"/>
                  </a:cubicBezTo>
                  <a:lnTo>
                    <a:pt x="2857" y="13948"/>
                  </a:lnTo>
                  <a:cubicBezTo>
                    <a:pt x="2857" y="15040"/>
                    <a:pt x="3781" y="15964"/>
                    <a:pt x="4873" y="15964"/>
                  </a:cubicBezTo>
                  <a:cubicBezTo>
                    <a:pt x="4873" y="16552"/>
                    <a:pt x="5378" y="17140"/>
                    <a:pt x="6134" y="17140"/>
                  </a:cubicBezTo>
                  <a:lnTo>
                    <a:pt x="15292" y="17140"/>
                  </a:lnTo>
                  <a:cubicBezTo>
                    <a:pt x="15880" y="17140"/>
                    <a:pt x="16552" y="16552"/>
                    <a:pt x="16552" y="15964"/>
                  </a:cubicBezTo>
                  <a:cubicBezTo>
                    <a:pt x="16552" y="15712"/>
                    <a:pt x="16384" y="15544"/>
                    <a:pt x="16300" y="15460"/>
                  </a:cubicBezTo>
                  <a:lnTo>
                    <a:pt x="17056" y="15460"/>
                  </a:lnTo>
                  <a:cubicBezTo>
                    <a:pt x="17644" y="15460"/>
                    <a:pt x="18232" y="14872"/>
                    <a:pt x="18232" y="14368"/>
                  </a:cubicBezTo>
                  <a:cubicBezTo>
                    <a:pt x="18232" y="13948"/>
                    <a:pt x="17980" y="13780"/>
                    <a:pt x="17644" y="13528"/>
                  </a:cubicBezTo>
                  <a:lnTo>
                    <a:pt x="18232" y="13528"/>
                  </a:lnTo>
                  <a:cubicBezTo>
                    <a:pt x="18737" y="13528"/>
                    <a:pt x="19157" y="13107"/>
                    <a:pt x="19157" y="12687"/>
                  </a:cubicBezTo>
                  <a:cubicBezTo>
                    <a:pt x="19157" y="12519"/>
                    <a:pt x="18989" y="12351"/>
                    <a:pt x="18905" y="12183"/>
                  </a:cubicBezTo>
                  <a:cubicBezTo>
                    <a:pt x="19745" y="11679"/>
                    <a:pt x="20417" y="10839"/>
                    <a:pt x="20417" y="9831"/>
                  </a:cubicBezTo>
                  <a:cubicBezTo>
                    <a:pt x="20417" y="8906"/>
                    <a:pt x="19745" y="8066"/>
                    <a:pt x="18821" y="7730"/>
                  </a:cubicBezTo>
                  <a:cubicBezTo>
                    <a:pt x="18905" y="7478"/>
                    <a:pt x="18989" y="7142"/>
                    <a:pt x="18989" y="6806"/>
                  </a:cubicBezTo>
                  <a:cubicBezTo>
                    <a:pt x="18989" y="5546"/>
                    <a:pt x="18148" y="4621"/>
                    <a:pt x="17140" y="4201"/>
                  </a:cubicBezTo>
                  <a:lnTo>
                    <a:pt x="17140" y="3949"/>
                  </a:lnTo>
                  <a:cubicBezTo>
                    <a:pt x="17140" y="3025"/>
                    <a:pt x="16300" y="2185"/>
                    <a:pt x="15376" y="2185"/>
                  </a:cubicBezTo>
                  <a:lnTo>
                    <a:pt x="15124" y="2185"/>
                  </a:lnTo>
                  <a:cubicBezTo>
                    <a:pt x="15292" y="1933"/>
                    <a:pt x="15376" y="1681"/>
                    <a:pt x="15376" y="1429"/>
                  </a:cubicBezTo>
                  <a:cubicBezTo>
                    <a:pt x="15376" y="589"/>
                    <a:pt x="14620" y="0"/>
                    <a:pt x="1377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 name="Google Shape;962;p22"/>
            <p:cNvSpPr/>
            <p:nvPr/>
          </p:nvSpPr>
          <p:spPr>
            <a:xfrm>
              <a:off x="6842050" y="3065425"/>
              <a:ext cx="422200" cy="428525"/>
            </a:xfrm>
            <a:custGeom>
              <a:avLst/>
              <a:gdLst/>
              <a:ahLst/>
              <a:cxnLst/>
              <a:rect l="l" t="t" r="r" b="b"/>
              <a:pathLst>
                <a:path w="16888" h="17141" extrusionOk="0">
                  <a:moveTo>
                    <a:pt x="7058" y="0"/>
                  </a:moveTo>
                  <a:cubicBezTo>
                    <a:pt x="6133" y="0"/>
                    <a:pt x="5461" y="589"/>
                    <a:pt x="5461" y="1429"/>
                  </a:cubicBezTo>
                  <a:cubicBezTo>
                    <a:pt x="5461" y="1765"/>
                    <a:pt x="5545" y="1933"/>
                    <a:pt x="5629" y="2185"/>
                  </a:cubicBezTo>
                  <a:lnTo>
                    <a:pt x="4033" y="2185"/>
                  </a:lnTo>
                  <a:cubicBezTo>
                    <a:pt x="3109" y="2185"/>
                    <a:pt x="2269" y="2941"/>
                    <a:pt x="2269" y="3949"/>
                  </a:cubicBezTo>
                  <a:lnTo>
                    <a:pt x="2269" y="4285"/>
                  </a:lnTo>
                  <a:cubicBezTo>
                    <a:pt x="1344" y="4706"/>
                    <a:pt x="756" y="5630"/>
                    <a:pt x="756" y="6806"/>
                  </a:cubicBezTo>
                  <a:cubicBezTo>
                    <a:pt x="756" y="7562"/>
                    <a:pt x="1008" y="8150"/>
                    <a:pt x="1596" y="8654"/>
                  </a:cubicBezTo>
                  <a:lnTo>
                    <a:pt x="1344" y="8654"/>
                  </a:lnTo>
                  <a:cubicBezTo>
                    <a:pt x="588" y="8654"/>
                    <a:pt x="0" y="9243"/>
                    <a:pt x="0" y="9999"/>
                  </a:cubicBezTo>
                  <a:cubicBezTo>
                    <a:pt x="0" y="10671"/>
                    <a:pt x="588" y="11259"/>
                    <a:pt x="1344" y="11259"/>
                  </a:cubicBezTo>
                  <a:lnTo>
                    <a:pt x="1764" y="11259"/>
                  </a:lnTo>
                  <a:cubicBezTo>
                    <a:pt x="1596" y="11427"/>
                    <a:pt x="1428" y="11847"/>
                    <a:pt x="1428" y="12183"/>
                  </a:cubicBezTo>
                  <a:cubicBezTo>
                    <a:pt x="1428" y="13023"/>
                    <a:pt x="2101" y="13612"/>
                    <a:pt x="2857" y="13780"/>
                  </a:cubicBezTo>
                  <a:lnTo>
                    <a:pt x="2857" y="13948"/>
                  </a:lnTo>
                  <a:cubicBezTo>
                    <a:pt x="2857" y="15040"/>
                    <a:pt x="3781" y="15964"/>
                    <a:pt x="4789" y="15964"/>
                  </a:cubicBezTo>
                  <a:cubicBezTo>
                    <a:pt x="4789" y="16552"/>
                    <a:pt x="5377" y="17140"/>
                    <a:pt x="6049" y="17140"/>
                  </a:cubicBezTo>
                  <a:lnTo>
                    <a:pt x="11763" y="17140"/>
                  </a:lnTo>
                  <a:cubicBezTo>
                    <a:pt x="12351" y="17140"/>
                    <a:pt x="13023" y="16552"/>
                    <a:pt x="13023" y="15964"/>
                  </a:cubicBezTo>
                  <a:cubicBezTo>
                    <a:pt x="13023" y="15712"/>
                    <a:pt x="12855" y="15544"/>
                    <a:pt x="12771" y="15460"/>
                  </a:cubicBezTo>
                  <a:lnTo>
                    <a:pt x="13527" y="15460"/>
                  </a:lnTo>
                  <a:cubicBezTo>
                    <a:pt x="14199" y="15460"/>
                    <a:pt x="14703" y="14872"/>
                    <a:pt x="14703" y="14368"/>
                  </a:cubicBezTo>
                  <a:cubicBezTo>
                    <a:pt x="14703" y="13948"/>
                    <a:pt x="14451" y="13780"/>
                    <a:pt x="14199" y="13528"/>
                  </a:cubicBezTo>
                  <a:lnTo>
                    <a:pt x="14703" y="13528"/>
                  </a:lnTo>
                  <a:cubicBezTo>
                    <a:pt x="15208" y="13528"/>
                    <a:pt x="15628" y="13107"/>
                    <a:pt x="15628" y="12687"/>
                  </a:cubicBezTo>
                  <a:cubicBezTo>
                    <a:pt x="15628" y="12519"/>
                    <a:pt x="15544" y="12351"/>
                    <a:pt x="15460" y="12183"/>
                  </a:cubicBezTo>
                  <a:cubicBezTo>
                    <a:pt x="16300" y="11679"/>
                    <a:pt x="16888" y="10839"/>
                    <a:pt x="16888" y="9831"/>
                  </a:cubicBezTo>
                  <a:cubicBezTo>
                    <a:pt x="16888" y="8906"/>
                    <a:pt x="16300" y="8066"/>
                    <a:pt x="15292" y="7730"/>
                  </a:cubicBezTo>
                  <a:cubicBezTo>
                    <a:pt x="15460" y="7478"/>
                    <a:pt x="15544" y="7142"/>
                    <a:pt x="15544" y="6806"/>
                  </a:cubicBezTo>
                  <a:cubicBezTo>
                    <a:pt x="15544" y="5546"/>
                    <a:pt x="14703" y="4621"/>
                    <a:pt x="13611" y="4201"/>
                  </a:cubicBezTo>
                  <a:lnTo>
                    <a:pt x="13611" y="3949"/>
                  </a:lnTo>
                  <a:cubicBezTo>
                    <a:pt x="13611" y="3025"/>
                    <a:pt x="12771" y="2185"/>
                    <a:pt x="11847" y="2185"/>
                  </a:cubicBezTo>
                  <a:lnTo>
                    <a:pt x="11679" y="2185"/>
                  </a:lnTo>
                  <a:cubicBezTo>
                    <a:pt x="11763" y="1933"/>
                    <a:pt x="11847" y="1681"/>
                    <a:pt x="11847" y="1429"/>
                  </a:cubicBezTo>
                  <a:cubicBezTo>
                    <a:pt x="11847" y="589"/>
                    <a:pt x="11091" y="0"/>
                    <a:pt x="1025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 name="Google Shape;963;p22"/>
            <p:cNvSpPr/>
            <p:nvPr/>
          </p:nvSpPr>
          <p:spPr>
            <a:xfrm>
              <a:off x="6842050" y="3283875"/>
              <a:ext cx="325600" cy="210075"/>
            </a:xfrm>
            <a:custGeom>
              <a:avLst/>
              <a:gdLst/>
              <a:ahLst/>
              <a:cxnLst/>
              <a:rect l="l" t="t" r="r" b="b"/>
              <a:pathLst>
                <a:path w="13024" h="8403" extrusionOk="0">
                  <a:moveTo>
                    <a:pt x="1344" y="0"/>
                  </a:moveTo>
                  <a:cubicBezTo>
                    <a:pt x="588" y="0"/>
                    <a:pt x="0" y="505"/>
                    <a:pt x="0" y="1261"/>
                  </a:cubicBezTo>
                  <a:cubicBezTo>
                    <a:pt x="0" y="1933"/>
                    <a:pt x="588" y="2521"/>
                    <a:pt x="1344" y="2521"/>
                  </a:cubicBezTo>
                  <a:lnTo>
                    <a:pt x="1764" y="2521"/>
                  </a:lnTo>
                  <a:cubicBezTo>
                    <a:pt x="1596" y="2689"/>
                    <a:pt x="1428" y="3109"/>
                    <a:pt x="1428" y="3445"/>
                  </a:cubicBezTo>
                  <a:cubicBezTo>
                    <a:pt x="1428" y="4285"/>
                    <a:pt x="2101" y="4874"/>
                    <a:pt x="2857" y="5042"/>
                  </a:cubicBezTo>
                  <a:lnTo>
                    <a:pt x="2857" y="5210"/>
                  </a:lnTo>
                  <a:cubicBezTo>
                    <a:pt x="2857" y="6302"/>
                    <a:pt x="3781" y="7226"/>
                    <a:pt x="4789" y="7226"/>
                  </a:cubicBezTo>
                  <a:cubicBezTo>
                    <a:pt x="4789" y="7814"/>
                    <a:pt x="5377" y="8402"/>
                    <a:pt x="6049" y="8402"/>
                  </a:cubicBezTo>
                  <a:lnTo>
                    <a:pt x="11763" y="8402"/>
                  </a:lnTo>
                  <a:cubicBezTo>
                    <a:pt x="12351" y="8402"/>
                    <a:pt x="13023" y="7814"/>
                    <a:pt x="13023" y="7226"/>
                  </a:cubicBezTo>
                  <a:cubicBezTo>
                    <a:pt x="13023" y="7142"/>
                    <a:pt x="9746" y="7142"/>
                    <a:pt x="9746" y="7142"/>
                  </a:cubicBezTo>
                  <a:lnTo>
                    <a:pt x="9746" y="6470"/>
                  </a:lnTo>
                  <a:cubicBezTo>
                    <a:pt x="9746" y="5882"/>
                    <a:pt x="9326" y="5294"/>
                    <a:pt x="8738" y="5126"/>
                  </a:cubicBezTo>
                  <a:cubicBezTo>
                    <a:pt x="8990" y="5042"/>
                    <a:pt x="9326" y="4790"/>
                    <a:pt x="9410" y="4369"/>
                  </a:cubicBezTo>
                  <a:lnTo>
                    <a:pt x="11427" y="4369"/>
                  </a:lnTo>
                  <a:cubicBezTo>
                    <a:pt x="12267" y="4369"/>
                    <a:pt x="12855" y="3781"/>
                    <a:pt x="12855" y="3025"/>
                  </a:cubicBezTo>
                  <a:cubicBezTo>
                    <a:pt x="12855" y="2269"/>
                    <a:pt x="12267" y="1681"/>
                    <a:pt x="11427" y="1681"/>
                  </a:cubicBezTo>
                  <a:lnTo>
                    <a:pt x="8906" y="1681"/>
                  </a:lnTo>
                  <a:cubicBezTo>
                    <a:pt x="8906" y="1513"/>
                    <a:pt x="8990" y="1429"/>
                    <a:pt x="8990" y="1345"/>
                  </a:cubicBezTo>
                  <a:cubicBezTo>
                    <a:pt x="8990" y="589"/>
                    <a:pt x="8402" y="0"/>
                    <a:pt x="756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964;p22"/>
            <p:cNvSpPr/>
            <p:nvPr/>
          </p:nvSpPr>
          <p:spPr>
            <a:xfrm>
              <a:off x="6989075" y="3065425"/>
              <a:ext cx="235275" cy="147050"/>
            </a:xfrm>
            <a:custGeom>
              <a:avLst/>
              <a:gdLst/>
              <a:ahLst/>
              <a:cxnLst/>
              <a:rect l="l" t="t" r="r" b="b"/>
              <a:pathLst>
                <a:path w="9411" h="5882" extrusionOk="0">
                  <a:moveTo>
                    <a:pt x="2857" y="0"/>
                  </a:moveTo>
                  <a:cubicBezTo>
                    <a:pt x="2857" y="84"/>
                    <a:pt x="2689" y="168"/>
                    <a:pt x="2689" y="252"/>
                  </a:cubicBezTo>
                  <a:cubicBezTo>
                    <a:pt x="2689" y="841"/>
                    <a:pt x="3109" y="1261"/>
                    <a:pt x="3529" y="1429"/>
                  </a:cubicBezTo>
                  <a:cubicBezTo>
                    <a:pt x="3277" y="1513"/>
                    <a:pt x="3025" y="1765"/>
                    <a:pt x="2941" y="2101"/>
                  </a:cubicBezTo>
                  <a:lnTo>
                    <a:pt x="1261" y="2101"/>
                  </a:lnTo>
                  <a:cubicBezTo>
                    <a:pt x="589" y="2101"/>
                    <a:pt x="0" y="2605"/>
                    <a:pt x="0" y="3193"/>
                  </a:cubicBezTo>
                  <a:cubicBezTo>
                    <a:pt x="0" y="3865"/>
                    <a:pt x="505" y="4369"/>
                    <a:pt x="1261" y="4369"/>
                  </a:cubicBezTo>
                  <a:lnTo>
                    <a:pt x="3445" y="4369"/>
                  </a:lnTo>
                  <a:cubicBezTo>
                    <a:pt x="3445" y="4453"/>
                    <a:pt x="3361" y="4621"/>
                    <a:pt x="3361" y="4706"/>
                  </a:cubicBezTo>
                  <a:cubicBezTo>
                    <a:pt x="3361" y="5294"/>
                    <a:pt x="3865" y="5882"/>
                    <a:pt x="4621" y="5882"/>
                  </a:cubicBezTo>
                  <a:lnTo>
                    <a:pt x="9411" y="5882"/>
                  </a:lnTo>
                  <a:cubicBezTo>
                    <a:pt x="9243" y="5126"/>
                    <a:pt x="8486" y="4537"/>
                    <a:pt x="7730" y="4201"/>
                  </a:cubicBezTo>
                  <a:lnTo>
                    <a:pt x="7730" y="3949"/>
                  </a:lnTo>
                  <a:cubicBezTo>
                    <a:pt x="7730" y="3025"/>
                    <a:pt x="6890" y="2185"/>
                    <a:pt x="5966" y="2185"/>
                  </a:cubicBezTo>
                  <a:lnTo>
                    <a:pt x="5798" y="2185"/>
                  </a:lnTo>
                  <a:cubicBezTo>
                    <a:pt x="5882" y="2017"/>
                    <a:pt x="5966" y="1681"/>
                    <a:pt x="5966" y="1429"/>
                  </a:cubicBezTo>
                  <a:cubicBezTo>
                    <a:pt x="5966" y="589"/>
                    <a:pt x="5210" y="0"/>
                    <a:pt x="436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65" name="Google Shape;965;p22"/>
          <p:cNvGrpSpPr/>
          <p:nvPr/>
        </p:nvGrpSpPr>
        <p:grpSpPr>
          <a:xfrm>
            <a:off x="8443443" y="2477985"/>
            <a:ext cx="959519" cy="1068600"/>
            <a:chOff x="6842050" y="3065425"/>
            <a:chExt cx="535625" cy="596550"/>
          </a:xfrm>
        </p:grpSpPr>
        <p:sp>
          <p:nvSpPr>
            <p:cNvPr id="966" name="Google Shape;966;p22"/>
            <p:cNvSpPr/>
            <p:nvPr/>
          </p:nvSpPr>
          <p:spPr>
            <a:xfrm>
              <a:off x="7073100" y="3451925"/>
              <a:ext cx="56725" cy="210050"/>
            </a:xfrm>
            <a:custGeom>
              <a:avLst/>
              <a:gdLst/>
              <a:ahLst/>
              <a:cxnLst/>
              <a:rect l="l" t="t" r="r" b="b"/>
              <a:pathLst>
                <a:path w="2269" h="8402" extrusionOk="0">
                  <a:moveTo>
                    <a:pt x="504" y="0"/>
                  </a:moveTo>
                  <a:lnTo>
                    <a:pt x="0" y="8402"/>
                  </a:lnTo>
                  <a:lnTo>
                    <a:pt x="2269" y="8402"/>
                  </a:lnTo>
                  <a:lnTo>
                    <a:pt x="1765" y="0"/>
                  </a:lnTo>
                  <a:close/>
                </a:path>
              </a:pathLst>
            </a:custGeom>
            <a:solidFill>
              <a:srgbClr val="7A452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967;p22"/>
            <p:cNvSpPr/>
            <p:nvPr/>
          </p:nvSpPr>
          <p:spPr>
            <a:xfrm>
              <a:off x="6867250" y="3065425"/>
              <a:ext cx="510425" cy="428525"/>
            </a:xfrm>
            <a:custGeom>
              <a:avLst/>
              <a:gdLst/>
              <a:ahLst/>
              <a:cxnLst/>
              <a:rect l="l" t="t" r="r" b="b"/>
              <a:pathLst>
                <a:path w="20417" h="17141" extrusionOk="0">
                  <a:moveTo>
                    <a:pt x="7058" y="0"/>
                  </a:moveTo>
                  <a:cubicBezTo>
                    <a:pt x="6218" y="0"/>
                    <a:pt x="5462" y="589"/>
                    <a:pt x="5462" y="1429"/>
                  </a:cubicBezTo>
                  <a:cubicBezTo>
                    <a:pt x="5462" y="1765"/>
                    <a:pt x="5630" y="1933"/>
                    <a:pt x="5714" y="2185"/>
                  </a:cubicBezTo>
                  <a:lnTo>
                    <a:pt x="4117" y="2185"/>
                  </a:lnTo>
                  <a:cubicBezTo>
                    <a:pt x="3193" y="2185"/>
                    <a:pt x="2353" y="2941"/>
                    <a:pt x="2353" y="3949"/>
                  </a:cubicBezTo>
                  <a:lnTo>
                    <a:pt x="2353" y="4285"/>
                  </a:lnTo>
                  <a:cubicBezTo>
                    <a:pt x="1429" y="4706"/>
                    <a:pt x="756" y="5630"/>
                    <a:pt x="756" y="6806"/>
                  </a:cubicBezTo>
                  <a:cubicBezTo>
                    <a:pt x="756" y="7562"/>
                    <a:pt x="1093" y="8150"/>
                    <a:pt x="1597" y="8654"/>
                  </a:cubicBezTo>
                  <a:lnTo>
                    <a:pt x="1429" y="8654"/>
                  </a:lnTo>
                  <a:cubicBezTo>
                    <a:pt x="672" y="8654"/>
                    <a:pt x="0" y="9243"/>
                    <a:pt x="0" y="9999"/>
                  </a:cubicBezTo>
                  <a:cubicBezTo>
                    <a:pt x="0" y="10671"/>
                    <a:pt x="672" y="11259"/>
                    <a:pt x="1429" y="11259"/>
                  </a:cubicBezTo>
                  <a:lnTo>
                    <a:pt x="1849" y="11259"/>
                  </a:lnTo>
                  <a:cubicBezTo>
                    <a:pt x="1597" y="11427"/>
                    <a:pt x="1513" y="11847"/>
                    <a:pt x="1513" y="12183"/>
                  </a:cubicBezTo>
                  <a:cubicBezTo>
                    <a:pt x="1513" y="13023"/>
                    <a:pt x="2101" y="13612"/>
                    <a:pt x="2857" y="13780"/>
                  </a:cubicBezTo>
                  <a:lnTo>
                    <a:pt x="2857" y="13948"/>
                  </a:lnTo>
                  <a:cubicBezTo>
                    <a:pt x="2857" y="15040"/>
                    <a:pt x="3781" y="15964"/>
                    <a:pt x="4873" y="15964"/>
                  </a:cubicBezTo>
                  <a:cubicBezTo>
                    <a:pt x="4873" y="16552"/>
                    <a:pt x="5378" y="17140"/>
                    <a:pt x="6134" y="17140"/>
                  </a:cubicBezTo>
                  <a:lnTo>
                    <a:pt x="15292" y="17140"/>
                  </a:lnTo>
                  <a:cubicBezTo>
                    <a:pt x="15880" y="17140"/>
                    <a:pt x="16552" y="16552"/>
                    <a:pt x="16552" y="15964"/>
                  </a:cubicBezTo>
                  <a:cubicBezTo>
                    <a:pt x="16552" y="15712"/>
                    <a:pt x="16384" y="15544"/>
                    <a:pt x="16300" y="15460"/>
                  </a:cubicBezTo>
                  <a:lnTo>
                    <a:pt x="17056" y="15460"/>
                  </a:lnTo>
                  <a:cubicBezTo>
                    <a:pt x="17644" y="15460"/>
                    <a:pt x="18232" y="14872"/>
                    <a:pt x="18232" y="14368"/>
                  </a:cubicBezTo>
                  <a:cubicBezTo>
                    <a:pt x="18232" y="13948"/>
                    <a:pt x="17980" y="13780"/>
                    <a:pt x="17644" y="13528"/>
                  </a:cubicBezTo>
                  <a:lnTo>
                    <a:pt x="18232" y="13528"/>
                  </a:lnTo>
                  <a:cubicBezTo>
                    <a:pt x="18737" y="13528"/>
                    <a:pt x="19157" y="13107"/>
                    <a:pt x="19157" y="12687"/>
                  </a:cubicBezTo>
                  <a:cubicBezTo>
                    <a:pt x="19157" y="12519"/>
                    <a:pt x="18989" y="12351"/>
                    <a:pt x="18905" y="12183"/>
                  </a:cubicBezTo>
                  <a:cubicBezTo>
                    <a:pt x="19745" y="11679"/>
                    <a:pt x="20417" y="10839"/>
                    <a:pt x="20417" y="9831"/>
                  </a:cubicBezTo>
                  <a:cubicBezTo>
                    <a:pt x="20417" y="8906"/>
                    <a:pt x="19745" y="8066"/>
                    <a:pt x="18821" y="7730"/>
                  </a:cubicBezTo>
                  <a:cubicBezTo>
                    <a:pt x="18905" y="7478"/>
                    <a:pt x="18989" y="7142"/>
                    <a:pt x="18989" y="6806"/>
                  </a:cubicBezTo>
                  <a:cubicBezTo>
                    <a:pt x="18989" y="5546"/>
                    <a:pt x="18148" y="4621"/>
                    <a:pt x="17140" y="4201"/>
                  </a:cubicBezTo>
                  <a:lnTo>
                    <a:pt x="17140" y="3949"/>
                  </a:lnTo>
                  <a:cubicBezTo>
                    <a:pt x="17140" y="3025"/>
                    <a:pt x="16300" y="2185"/>
                    <a:pt x="15376" y="2185"/>
                  </a:cubicBezTo>
                  <a:lnTo>
                    <a:pt x="15124" y="2185"/>
                  </a:lnTo>
                  <a:cubicBezTo>
                    <a:pt x="15292" y="1933"/>
                    <a:pt x="15376" y="1681"/>
                    <a:pt x="15376" y="1429"/>
                  </a:cubicBezTo>
                  <a:cubicBezTo>
                    <a:pt x="15376" y="589"/>
                    <a:pt x="14620" y="0"/>
                    <a:pt x="1377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22"/>
            <p:cNvSpPr/>
            <p:nvPr/>
          </p:nvSpPr>
          <p:spPr>
            <a:xfrm>
              <a:off x="6842050" y="3065425"/>
              <a:ext cx="422200" cy="428525"/>
            </a:xfrm>
            <a:custGeom>
              <a:avLst/>
              <a:gdLst/>
              <a:ahLst/>
              <a:cxnLst/>
              <a:rect l="l" t="t" r="r" b="b"/>
              <a:pathLst>
                <a:path w="16888" h="17141" extrusionOk="0">
                  <a:moveTo>
                    <a:pt x="7058" y="0"/>
                  </a:moveTo>
                  <a:cubicBezTo>
                    <a:pt x="6133" y="0"/>
                    <a:pt x="5461" y="589"/>
                    <a:pt x="5461" y="1429"/>
                  </a:cubicBezTo>
                  <a:cubicBezTo>
                    <a:pt x="5461" y="1765"/>
                    <a:pt x="5545" y="1933"/>
                    <a:pt x="5629" y="2185"/>
                  </a:cubicBezTo>
                  <a:lnTo>
                    <a:pt x="4033" y="2185"/>
                  </a:lnTo>
                  <a:cubicBezTo>
                    <a:pt x="3109" y="2185"/>
                    <a:pt x="2269" y="2941"/>
                    <a:pt x="2269" y="3949"/>
                  </a:cubicBezTo>
                  <a:lnTo>
                    <a:pt x="2269" y="4285"/>
                  </a:lnTo>
                  <a:cubicBezTo>
                    <a:pt x="1344" y="4706"/>
                    <a:pt x="756" y="5630"/>
                    <a:pt x="756" y="6806"/>
                  </a:cubicBezTo>
                  <a:cubicBezTo>
                    <a:pt x="756" y="7562"/>
                    <a:pt x="1008" y="8150"/>
                    <a:pt x="1596" y="8654"/>
                  </a:cubicBezTo>
                  <a:lnTo>
                    <a:pt x="1344" y="8654"/>
                  </a:lnTo>
                  <a:cubicBezTo>
                    <a:pt x="588" y="8654"/>
                    <a:pt x="0" y="9243"/>
                    <a:pt x="0" y="9999"/>
                  </a:cubicBezTo>
                  <a:cubicBezTo>
                    <a:pt x="0" y="10671"/>
                    <a:pt x="588" y="11259"/>
                    <a:pt x="1344" y="11259"/>
                  </a:cubicBezTo>
                  <a:lnTo>
                    <a:pt x="1764" y="11259"/>
                  </a:lnTo>
                  <a:cubicBezTo>
                    <a:pt x="1596" y="11427"/>
                    <a:pt x="1428" y="11847"/>
                    <a:pt x="1428" y="12183"/>
                  </a:cubicBezTo>
                  <a:cubicBezTo>
                    <a:pt x="1428" y="13023"/>
                    <a:pt x="2101" y="13612"/>
                    <a:pt x="2857" y="13780"/>
                  </a:cubicBezTo>
                  <a:lnTo>
                    <a:pt x="2857" y="13948"/>
                  </a:lnTo>
                  <a:cubicBezTo>
                    <a:pt x="2857" y="15040"/>
                    <a:pt x="3781" y="15964"/>
                    <a:pt x="4789" y="15964"/>
                  </a:cubicBezTo>
                  <a:cubicBezTo>
                    <a:pt x="4789" y="16552"/>
                    <a:pt x="5377" y="17140"/>
                    <a:pt x="6049" y="17140"/>
                  </a:cubicBezTo>
                  <a:lnTo>
                    <a:pt x="11763" y="17140"/>
                  </a:lnTo>
                  <a:cubicBezTo>
                    <a:pt x="12351" y="17140"/>
                    <a:pt x="13023" y="16552"/>
                    <a:pt x="13023" y="15964"/>
                  </a:cubicBezTo>
                  <a:cubicBezTo>
                    <a:pt x="13023" y="15712"/>
                    <a:pt x="12855" y="15544"/>
                    <a:pt x="12771" y="15460"/>
                  </a:cubicBezTo>
                  <a:lnTo>
                    <a:pt x="13527" y="15460"/>
                  </a:lnTo>
                  <a:cubicBezTo>
                    <a:pt x="14199" y="15460"/>
                    <a:pt x="14703" y="14872"/>
                    <a:pt x="14703" y="14368"/>
                  </a:cubicBezTo>
                  <a:cubicBezTo>
                    <a:pt x="14703" y="13948"/>
                    <a:pt x="14451" y="13780"/>
                    <a:pt x="14199" y="13528"/>
                  </a:cubicBezTo>
                  <a:lnTo>
                    <a:pt x="14703" y="13528"/>
                  </a:lnTo>
                  <a:cubicBezTo>
                    <a:pt x="15208" y="13528"/>
                    <a:pt x="15628" y="13107"/>
                    <a:pt x="15628" y="12687"/>
                  </a:cubicBezTo>
                  <a:cubicBezTo>
                    <a:pt x="15628" y="12519"/>
                    <a:pt x="15544" y="12351"/>
                    <a:pt x="15460" y="12183"/>
                  </a:cubicBezTo>
                  <a:cubicBezTo>
                    <a:pt x="16300" y="11679"/>
                    <a:pt x="16888" y="10839"/>
                    <a:pt x="16888" y="9831"/>
                  </a:cubicBezTo>
                  <a:cubicBezTo>
                    <a:pt x="16888" y="8906"/>
                    <a:pt x="16300" y="8066"/>
                    <a:pt x="15292" y="7730"/>
                  </a:cubicBezTo>
                  <a:cubicBezTo>
                    <a:pt x="15460" y="7478"/>
                    <a:pt x="15544" y="7142"/>
                    <a:pt x="15544" y="6806"/>
                  </a:cubicBezTo>
                  <a:cubicBezTo>
                    <a:pt x="15544" y="5546"/>
                    <a:pt x="14703" y="4621"/>
                    <a:pt x="13611" y="4201"/>
                  </a:cubicBezTo>
                  <a:lnTo>
                    <a:pt x="13611" y="3949"/>
                  </a:lnTo>
                  <a:cubicBezTo>
                    <a:pt x="13611" y="3025"/>
                    <a:pt x="12771" y="2185"/>
                    <a:pt x="11847" y="2185"/>
                  </a:cubicBezTo>
                  <a:lnTo>
                    <a:pt x="11679" y="2185"/>
                  </a:lnTo>
                  <a:cubicBezTo>
                    <a:pt x="11763" y="1933"/>
                    <a:pt x="11847" y="1681"/>
                    <a:pt x="11847" y="1429"/>
                  </a:cubicBezTo>
                  <a:cubicBezTo>
                    <a:pt x="11847" y="589"/>
                    <a:pt x="11091" y="0"/>
                    <a:pt x="1025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22"/>
            <p:cNvSpPr/>
            <p:nvPr/>
          </p:nvSpPr>
          <p:spPr>
            <a:xfrm>
              <a:off x="6842050" y="3283875"/>
              <a:ext cx="325600" cy="210075"/>
            </a:xfrm>
            <a:custGeom>
              <a:avLst/>
              <a:gdLst/>
              <a:ahLst/>
              <a:cxnLst/>
              <a:rect l="l" t="t" r="r" b="b"/>
              <a:pathLst>
                <a:path w="13024" h="8403" extrusionOk="0">
                  <a:moveTo>
                    <a:pt x="1344" y="0"/>
                  </a:moveTo>
                  <a:cubicBezTo>
                    <a:pt x="588" y="0"/>
                    <a:pt x="0" y="505"/>
                    <a:pt x="0" y="1261"/>
                  </a:cubicBezTo>
                  <a:cubicBezTo>
                    <a:pt x="0" y="1933"/>
                    <a:pt x="588" y="2521"/>
                    <a:pt x="1344" y="2521"/>
                  </a:cubicBezTo>
                  <a:lnTo>
                    <a:pt x="1764" y="2521"/>
                  </a:lnTo>
                  <a:cubicBezTo>
                    <a:pt x="1596" y="2689"/>
                    <a:pt x="1428" y="3109"/>
                    <a:pt x="1428" y="3445"/>
                  </a:cubicBezTo>
                  <a:cubicBezTo>
                    <a:pt x="1428" y="4285"/>
                    <a:pt x="2101" y="4874"/>
                    <a:pt x="2857" y="5042"/>
                  </a:cubicBezTo>
                  <a:lnTo>
                    <a:pt x="2857" y="5210"/>
                  </a:lnTo>
                  <a:cubicBezTo>
                    <a:pt x="2857" y="6302"/>
                    <a:pt x="3781" y="7226"/>
                    <a:pt x="4789" y="7226"/>
                  </a:cubicBezTo>
                  <a:cubicBezTo>
                    <a:pt x="4789" y="7814"/>
                    <a:pt x="5377" y="8402"/>
                    <a:pt x="6049" y="8402"/>
                  </a:cubicBezTo>
                  <a:lnTo>
                    <a:pt x="11763" y="8402"/>
                  </a:lnTo>
                  <a:cubicBezTo>
                    <a:pt x="12351" y="8402"/>
                    <a:pt x="13023" y="7814"/>
                    <a:pt x="13023" y="7226"/>
                  </a:cubicBezTo>
                  <a:cubicBezTo>
                    <a:pt x="13023" y="7142"/>
                    <a:pt x="9746" y="7142"/>
                    <a:pt x="9746" y="7142"/>
                  </a:cubicBezTo>
                  <a:lnTo>
                    <a:pt x="9746" y="6470"/>
                  </a:lnTo>
                  <a:cubicBezTo>
                    <a:pt x="9746" y="5882"/>
                    <a:pt x="9326" y="5294"/>
                    <a:pt x="8738" y="5126"/>
                  </a:cubicBezTo>
                  <a:cubicBezTo>
                    <a:pt x="8990" y="5042"/>
                    <a:pt x="9326" y="4790"/>
                    <a:pt x="9410" y="4369"/>
                  </a:cubicBezTo>
                  <a:lnTo>
                    <a:pt x="11427" y="4369"/>
                  </a:lnTo>
                  <a:cubicBezTo>
                    <a:pt x="12267" y="4369"/>
                    <a:pt x="12855" y="3781"/>
                    <a:pt x="12855" y="3025"/>
                  </a:cubicBezTo>
                  <a:cubicBezTo>
                    <a:pt x="12855" y="2269"/>
                    <a:pt x="12267" y="1681"/>
                    <a:pt x="11427" y="1681"/>
                  </a:cubicBezTo>
                  <a:lnTo>
                    <a:pt x="8906" y="1681"/>
                  </a:lnTo>
                  <a:cubicBezTo>
                    <a:pt x="8906" y="1513"/>
                    <a:pt x="8990" y="1429"/>
                    <a:pt x="8990" y="1345"/>
                  </a:cubicBezTo>
                  <a:cubicBezTo>
                    <a:pt x="8990" y="589"/>
                    <a:pt x="8402" y="0"/>
                    <a:pt x="756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22"/>
            <p:cNvSpPr/>
            <p:nvPr/>
          </p:nvSpPr>
          <p:spPr>
            <a:xfrm>
              <a:off x="6989075" y="3065425"/>
              <a:ext cx="235275" cy="147050"/>
            </a:xfrm>
            <a:custGeom>
              <a:avLst/>
              <a:gdLst/>
              <a:ahLst/>
              <a:cxnLst/>
              <a:rect l="l" t="t" r="r" b="b"/>
              <a:pathLst>
                <a:path w="9411" h="5882" extrusionOk="0">
                  <a:moveTo>
                    <a:pt x="2857" y="0"/>
                  </a:moveTo>
                  <a:cubicBezTo>
                    <a:pt x="2857" y="84"/>
                    <a:pt x="2689" y="168"/>
                    <a:pt x="2689" y="252"/>
                  </a:cubicBezTo>
                  <a:cubicBezTo>
                    <a:pt x="2689" y="841"/>
                    <a:pt x="3109" y="1261"/>
                    <a:pt x="3529" y="1429"/>
                  </a:cubicBezTo>
                  <a:cubicBezTo>
                    <a:pt x="3277" y="1513"/>
                    <a:pt x="3025" y="1765"/>
                    <a:pt x="2941" y="2101"/>
                  </a:cubicBezTo>
                  <a:lnTo>
                    <a:pt x="1261" y="2101"/>
                  </a:lnTo>
                  <a:cubicBezTo>
                    <a:pt x="589" y="2101"/>
                    <a:pt x="0" y="2605"/>
                    <a:pt x="0" y="3193"/>
                  </a:cubicBezTo>
                  <a:cubicBezTo>
                    <a:pt x="0" y="3865"/>
                    <a:pt x="505" y="4369"/>
                    <a:pt x="1261" y="4369"/>
                  </a:cubicBezTo>
                  <a:lnTo>
                    <a:pt x="3445" y="4369"/>
                  </a:lnTo>
                  <a:cubicBezTo>
                    <a:pt x="3445" y="4453"/>
                    <a:pt x="3361" y="4621"/>
                    <a:pt x="3361" y="4706"/>
                  </a:cubicBezTo>
                  <a:cubicBezTo>
                    <a:pt x="3361" y="5294"/>
                    <a:pt x="3865" y="5882"/>
                    <a:pt x="4621" y="5882"/>
                  </a:cubicBezTo>
                  <a:lnTo>
                    <a:pt x="9411" y="5882"/>
                  </a:lnTo>
                  <a:cubicBezTo>
                    <a:pt x="9243" y="5126"/>
                    <a:pt x="8486" y="4537"/>
                    <a:pt x="7730" y="4201"/>
                  </a:cubicBezTo>
                  <a:lnTo>
                    <a:pt x="7730" y="3949"/>
                  </a:lnTo>
                  <a:cubicBezTo>
                    <a:pt x="7730" y="3025"/>
                    <a:pt x="6890" y="2185"/>
                    <a:pt x="5966" y="2185"/>
                  </a:cubicBezTo>
                  <a:lnTo>
                    <a:pt x="5798" y="2185"/>
                  </a:lnTo>
                  <a:cubicBezTo>
                    <a:pt x="5882" y="2017"/>
                    <a:pt x="5966" y="1681"/>
                    <a:pt x="5966" y="1429"/>
                  </a:cubicBezTo>
                  <a:cubicBezTo>
                    <a:pt x="5966" y="589"/>
                    <a:pt x="5210" y="0"/>
                    <a:pt x="436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71" name="Google Shape;971;p22"/>
          <p:cNvGrpSpPr/>
          <p:nvPr/>
        </p:nvGrpSpPr>
        <p:grpSpPr>
          <a:xfrm>
            <a:off x="151080" y="3315060"/>
            <a:ext cx="331741" cy="231509"/>
            <a:chOff x="1487550" y="3330075"/>
            <a:chExt cx="292000" cy="203775"/>
          </a:xfrm>
        </p:grpSpPr>
        <p:sp>
          <p:nvSpPr>
            <p:cNvPr id="972" name="Google Shape;972;p22"/>
            <p:cNvSpPr/>
            <p:nvPr/>
          </p:nvSpPr>
          <p:spPr>
            <a:xfrm>
              <a:off x="1502250" y="3330075"/>
              <a:ext cx="277300" cy="203775"/>
            </a:xfrm>
            <a:custGeom>
              <a:avLst/>
              <a:gdLst/>
              <a:ahLst/>
              <a:cxnLst/>
              <a:rect l="l" t="t" r="r" b="b"/>
              <a:pathLst>
                <a:path w="11092" h="8151" extrusionOk="0">
                  <a:moveTo>
                    <a:pt x="3865" y="1"/>
                  </a:moveTo>
                  <a:cubicBezTo>
                    <a:pt x="3445" y="1"/>
                    <a:pt x="3025" y="337"/>
                    <a:pt x="3025" y="841"/>
                  </a:cubicBezTo>
                  <a:cubicBezTo>
                    <a:pt x="3025" y="925"/>
                    <a:pt x="3025" y="1177"/>
                    <a:pt x="3109" y="1261"/>
                  </a:cubicBezTo>
                  <a:lnTo>
                    <a:pt x="2269" y="1261"/>
                  </a:lnTo>
                  <a:cubicBezTo>
                    <a:pt x="1765" y="1261"/>
                    <a:pt x="1345" y="1681"/>
                    <a:pt x="1345" y="2185"/>
                  </a:cubicBezTo>
                  <a:lnTo>
                    <a:pt x="1345" y="2437"/>
                  </a:lnTo>
                  <a:cubicBezTo>
                    <a:pt x="841" y="2605"/>
                    <a:pt x="505" y="3194"/>
                    <a:pt x="505" y="3782"/>
                  </a:cubicBezTo>
                  <a:cubicBezTo>
                    <a:pt x="505" y="4202"/>
                    <a:pt x="673" y="4538"/>
                    <a:pt x="925" y="4874"/>
                  </a:cubicBezTo>
                  <a:lnTo>
                    <a:pt x="841" y="4874"/>
                  </a:lnTo>
                  <a:cubicBezTo>
                    <a:pt x="421" y="4874"/>
                    <a:pt x="85" y="5126"/>
                    <a:pt x="85" y="5546"/>
                  </a:cubicBezTo>
                  <a:cubicBezTo>
                    <a:pt x="1" y="6134"/>
                    <a:pt x="337" y="6386"/>
                    <a:pt x="673" y="6386"/>
                  </a:cubicBezTo>
                  <a:lnTo>
                    <a:pt x="925" y="6386"/>
                  </a:lnTo>
                  <a:cubicBezTo>
                    <a:pt x="841" y="6470"/>
                    <a:pt x="673" y="6722"/>
                    <a:pt x="673" y="6974"/>
                  </a:cubicBezTo>
                  <a:cubicBezTo>
                    <a:pt x="673" y="7395"/>
                    <a:pt x="1009" y="7815"/>
                    <a:pt x="1429" y="7815"/>
                  </a:cubicBezTo>
                  <a:lnTo>
                    <a:pt x="1429" y="7899"/>
                  </a:lnTo>
                  <a:cubicBezTo>
                    <a:pt x="1429" y="7983"/>
                    <a:pt x="1429" y="8067"/>
                    <a:pt x="1513" y="8151"/>
                  </a:cubicBezTo>
                  <a:lnTo>
                    <a:pt x="9831" y="8151"/>
                  </a:lnTo>
                  <a:lnTo>
                    <a:pt x="9831" y="7983"/>
                  </a:lnTo>
                  <a:cubicBezTo>
                    <a:pt x="9831" y="7731"/>
                    <a:pt x="9747" y="7563"/>
                    <a:pt x="9495" y="7479"/>
                  </a:cubicBezTo>
                  <a:lnTo>
                    <a:pt x="9831" y="7479"/>
                  </a:lnTo>
                  <a:cubicBezTo>
                    <a:pt x="10167" y="7479"/>
                    <a:pt x="10335" y="7227"/>
                    <a:pt x="10335" y="6890"/>
                  </a:cubicBezTo>
                  <a:cubicBezTo>
                    <a:pt x="10335" y="6806"/>
                    <a:pt x="10335" y="6722"/>
                    <a:pt x="10251" y="6638"/>
                  </a:cubicBezTo>
                  <a:cubicBezTo>
                    <a:pt x="10755" y="6386"/>
                    <a:pt x="11091" y="5966"/>
                    <a:pt x="11091" y="5462"/>
                  </a:cubicBezTo>
                  <a:cubicBezTo>
                    <a:pt x="11091" y="4958"/>
                    <a:pt x="10755" y="4370"/>
                    <a:pt x="10251" y="4286"/>
                  </a:cubicBezTo>
                  <a:cubicBezTo>
                    <a:pt x="10335" y="4202"/>
                    <a:pt x="10335" y="4034"/>
                    <a:pt x="10335" y="3782"/>
                  </a:cubicBezTo>
                  <a:cubicBezTo>
                    <a:pt x="10335" y="3194"/>
                    <a:pt x="9915" y="2521"/>
                    <a:pt x="9327" y="2269"/>
                  </a:cubicBezTo>
                  <a:lnTo>
                    <a:pt x="9327" y="2185"/>
                  </a:lnTo>
                  <a:cubicBezTo>
                    <a:pt x="9327" y="1681"/>
                    <a:pt x="8907" y="1261"/>
                    <a:pt x="8403" y="1261"/>
                  </a:cubicBezTo>
                  <a:lnTo>
                    <a:pt x="8234" y="1261"/>
                  </a:lnTo>
                  <a:cubicBezTo>
                    <a:pt x="8403" y="1177"/>
                    <a:pt x="8403" y="925"/>
                    <a:pt x="8403" y="841"/>
                  </a:cubicBezTo>
                  <a:cubicBezTo>
                    <a:pt x="8403" y="421"/>
                    <a:pt x="7982" y="1"/>
                    <a:pt x="756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973;p22"/>
            <p:cNvSpPr/>
            <p:nvPr/>
          </p:nvSpPr>
          <p:spPr>
            <a:xfrm>
              <a:off x="1487550" y="3330075"/>
              <a:ext cx="231075" cy="203775"/>
            </a:xfrm>
            <a:custGeom>
              <a:avLst/>
              <a:gdLst/>
              <a:ahLst/>
              <a:cxnLst/>
              <a:rect l="l" t="t" r="r" b="b"/>
              <a:pathLst>
                <a:path w="9243" h="8151" extrusionOk="0">
                  <a:moveTo>
                    <a:pt x="3949" y="1"/>
                  </a:moveTo>
                  <a:cubicBezTo>
                    <a:pt x="3529" y="1"/>
                    <a:pt x="3109" y="337"/>
                    <a:pt x="3109" y="841"/>
                  </a:cubicBezTo>
                  <a:cubicBezTo>
                    <a:pt x="3109" y="925"/>
                    <a:pt x="3109" y="1177"/>
                    <a:pt x="3193" y="1261"/>
                  </a:cubicBezTo>
                  <a:lnTo>
                    <a:pt x="2269" y="1261"/>
                  </a:lnTo>
                  <a:cubicBezTo>
                    <a:pt x="1681" y="1261"/>
                    <a:pt x="1261" y="1681"/>
                    <a:pt x="1261" y="2185"/>
                  </a:cubicBezTo>
                  <a:lnTo>
                    <a:pt x="1261" y="2437"/>
                  </a:lnTo>
                  <a:cubicBezTo>
                    <a:pt x="757" y="2605"/>
                    <a:pt x="421" y="3194"/>
                    <a:pt x="421" y="3782"/>
                  </a:cubicBezTo>
                  <a:cubicBezTo>
                    <a:pt x="421" y="4202"/>
                    <a:pt x="673" y="4538"/>
                    <a:pt x="841" y="4874"/>
                  </a:cubicBezTo>
                  <a:lnTo>
                    <a:pt x="757" y="4874"/>
                  </a:lnTo>
                  <a:cubicBezTo>
                    <a:pt x="337" y="4874"/>
                    <a:pt x="0" y="5126"/>
                    <a:pt x="0" y="5546"/>
                  </a:cubicBezTo>
                  <a:cubicBezTo>
                    <a:pt x="0" y="6134"/>
                    <a:pt x="337" y="6386"/>
                    <a:pt x="757" y="6386"/>
                  </a:cubicBezTo>
                  <a:lnTo>
                    <a:pt x="1009" y="6386"/>
                  </a:lnTo>
                  <a:cubicBezTo>
                    <a:pt x="841" y="6470"/>
                    <a:pt x="757" y="6722"/>
                    <a:pt x="757" y="6974"/>
                  </a:cubicBezTo>
                  <a:cubicBezTo>
                    <a:pt x="757" y="7395"/>
                    <a:pt x="1093" y="7815"/>
                    <a:pt x="1513" y="7815"/>
                  </a:cubicBezTo>
                  <a:lnTo>
                    <a:pt x="1513" y="7899"/>
                  </a:lnTo>
                  <a:cubicBezTo>
                    <a:pt x="1513" y="7983"/>
                    <a:pt x="1513" y="8067"/>
                    <a:pt x="1597" y="8151"/>
                  </a:cubicBezTo>
                  <a:lnTo>
                    <a:pt x="7982" y="8151"/>
                  </a:lnTo>
                  <a:lnTo>
                    <a:pt x="7982" y="7983"/>
                  </a:lnTo>
                  <a:cubicBezTo>
                    <a:pt x="7982" y="7731"/>
                    <a:pt x="7898" y="7563"/>
                    <a:pt x="7730" y="7479"/>
                  </a:cubicBezTo>
                  <a:lnTo>
                    <a:pt x="7982" y="7479"/>
                  </a:lnTo>
                  <a:cubicBezTo>
                    <a:pt x="8318" y="7479"/>
                    <a:pt x="8570" y="7227"/>
                    <a:pt x="8570" y="6890"/>
                  </a:cubicBezTo>
                  <a:cubicBezTo>
                    <a:pt x="8570" y="6806"/>
                    <a:pt x="8570" y="6722"/>
                    <a:pt x="8402" y="6638"/>
                  </a:cubicBezTo>
                  <a:cubicBezTo>
                    <a:pt x="8991" y="6386"/>
                    <a:pt x="9243" y="5966"/>
                    <a:pt x="9243" y="5462"/>
                  </a:cubicBezTo>
                  <a:cubicBezTo>
                    <a:pt x="9243" y="4958"/>
                    <a:pt x="8991" y="4370"/>
                    <a:pt x="8402" y="4286"/>
                  </a:cubicBezTo>
                  <a:cubicBezTo>
                    <a:pt x="8570" y="4202"/>
                    <a:pt x="8570" y="4034"/>
                    <a:pt x="8570" y="3782"/>
                  </a:cubicBezTo>
                  <a:cubicBezTo>
                    <a:pt x="8570" y="3194"/>
                    <a:pt x="8150" y="2521"/>
                    <a:pt x="7478" y="2269"/>
                  </a:cubicBezTo>
                  <a:lnTo>
                    <a:pt x="7478" y="2185"/>
                  </a:lnTo>
                  <a:cubicBezTo>
                    <a:pt x="7478" y="1681"/>
                    <a:pt x="7058" y="1261"/>
                    <a:pt x="6554" y="1261"/>
                  </a:cubicBezTo>
                  <a:lnTo>
                    <a:pt x="6470" y="1261"/>
                  </a:lnTo>
                  <a:cubicBezTo>
                    <a:pt x="6554" y="1177"/>
                    <a:pt x="6554" y="925"/>
                    <a:pt x="6554" y="841"/>
                  </a:cubicBezTo>
                  <a:cubicBezTo>
                    <a:pt x="6554" y="421"/>
                    <a:pt x="6134" y="1"/>
                    <a:pt x="57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974;p22"/>
            <p:cNvSpPr/>
            <p:nvPr/>
          </p:nvSpPr>
          <p:spPr>
            <a:xfrm>
              <a:off x="1487550" y="3456125"/>
              <a:ext cx="182775" cy="77725"/>
            </a:xfrm>
            <a:custGeom>
              <a:avLst/>
              <a:gdLst/>
              <a:ahLst/>
              <a:cxnLst/>
              <a:rect l="l" t="t" r="r" b="b"/>
              <a:pathLst>
                <a:path w="7311" h="3109" extrusionOk="0">
                  <a:moveTo>
                    <a:pt x="841" y="0"/>
                  </a:moveTo>
                  <a:cubicBezTo>
                    <a:pt x="421" y="0"/>
                    <a:pt x="168" y="336"/>
                    <a:pt x="168" y="756"/>
                  </a:cubicBezTo>
                  <a:cubicBezTo>
                    <a:pt x="0" y="1092"/>
                    <a:pt x="337" y="1344"/>
                    <a:pt x="757" y="1344"/>
                  </a:cubicBezTo>
                  <a:lnTo>
                    <a:pt x="1009" y="1344"/>
                  </a:lnTo>
                  <a:cubicBezTo>
                    <a:pt x="841" y="1428"/>
                    <a:pt x="757" y="1680"/>
                    <a:pt x="757" y="1932"/>
                  </a:cubicBezTo>
                  <a:cubicBezTo>
                    <a:pt x="757" y="2353"/>
                    <a:pt x="1093" y="2773"/>
                    <a:pt x="1513" y="2773"/>
                  </a:cubicBezTo>
                  <a:lnTo>
                    <a:pt x="1513" y="2857"/>
                  </a:lnTo>
                  <a:cubicBezTo>
                    <a:pt x="1513" y="2941"/>
                    <a:pt x="1513" y="3025"/>
                    <a:pt x="1597" y="3109"/>
                  </a:cubicBezTo>
                  <a:lnTo>
                    <a:pt x="5294" y="3109"/>
                  </a:lnTo>
                  <a:cubicBezTo>
                    <a:pt x="5210" y="2941"/>
                    <a:pt x="5042" y="2857"/>
                    <a:pt x="4874" y="2857"/>
                  </a:cubicBezTo>
                  <a:cubicBezTo>
                    <a:pt x="5042" y="2773"/>
                    <a:pt x="5210" y="2605"/>
                    <a:pt x="5294" y="2437"/>
                  </a:cubicBezTo>
                  <a:lnTo>
                    <a:pt x="6470" y="2437"/>
                  </a:lnTo>
                  <a:cubicBezTo>
                    <a:pt x="6890" y="2437"/>
                    <a:pt x="7310" y="2101"/>
                    <a:pt x="7310" y="1680"/>
                  </a:cubicBezTo>
                  <a:cubicBezTo>
                    <a:pt x="7310" y="1260"/>
                    <a:pt x="6974" y="924"/>
                    <a:pt x="6470" y="924"/>
                  </a:cubicBezTo>
                  <a:lnTo>
                    <a:pt x="5042" y="924"/>
                  </a:lnTo>
                  <a:lnTo>
                    <a:pt x="5042" y="756"/>
                  </a:lnTo>
                  <a:cubicBezTo>
                    <a:pt x="5042" y="336"/>
                    <a:pt x="4790" y="0"/>
                    <a:pt x="420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 name="Google Shape;975;p22"/>
            <p:cNvSpPr/>
            <p:nvPr/>
          </p:nvSpPr>
          <p:spPr>
            <a:xfrm>
              <a:off x="1575775" y="3336375"/>
              <a:ext cx="126050" cy="77750"/>
            </a:xfrm>
            <a:custGeom>
              <a:avLst/>
              <a:gdLst/>
              <a:ahLst/>
              <a:cxnLst/>
              <a:rect l="l" t="t" r="r" b="b"/>
              <a:pathLst>
                <a:path w="5042" h="3110" extrusionOk="0">
                  <a:moveTo>
                    <a:pt x="1345" y="1"/>
                  </a:moveTo>
                  <a:lnTo>
                    <a:pt x="1345" y="169"/>
                  </a:lnTo>
                  <a:cubicBezTo>
                    <a:pt x="1345" y="505"/>
                    <a:pt x="1513" y="673"/>
                    <a:pt x="1849" y="841"/>
                  </a:cubicBezTo>
                  <a:cubicBezTo>
                    <a:pt x="1681" y="841"/>
                    <a:pt x="1513" y="1009"/>
                    <a:pt x="1513" y="1093"/>
                  </a:cubicBezTo>
                  <a:lnTo>
                    <a:pt x="588" y="1093"/>
                  </a:lnTo>
                  <a:cubicBezTo>
                    <a:pt x="168" y="1093"/>
                    <a:pt x="0" y="1429"/>
                    <a:pt x="0" y="1765"/>
                  </a:cubicBezTo>
                  <a:cubicBezTo>
                    <a:pt x="0" y="2017"/>
                    <a:pt x="252" y="2353"/>
                    <a:pt x="588" y="2353"/>
                  </a:cubicBezTo>
                  <a:lnTo>
                    <a:pt x="1765" y="2353"/>
                  </a:lnTo>
                  <a:lnTo>
                    <a:pt x="1765" y="2437"/>
                  </a:lnTo>
                  <a:cubicBezTo>
                    <a:pt x="1765" y="2774"/>
                    <a:pt x="2101" y="3110"/>
                    <a:pt x="2353" y="3110"/>
                  </a:cubicBezTo>
                  <a:lnTo>
                    <a:pt x="5041" y="3110"/>
                  </a:lnTo>
                  <a:cubicBezTo>
                    <a:pt x="4705" y="2774"/>
                    <a:pt x="4369" y="2353"/>
                    <a:pt x="3949" y="2269"/>
                  </a:cubicBezTo>
                  <a:lnTo>
                    <a:pt x="3949" y="2185"/>
                  </a:lnTo>
                  <a:cubicBezTo>
                    <a:pt x="3949" y="1681"/>
                    <a:pt x="3529" y="1261"/>
                    <a:pt x="3025" y="1261"/>
                  </a:cubicBezTo>
                  <a:lnTo>
                    <a:pt x="2941" y="1261"/>
                  </a:lnTo>
                  <a:cubicBezTo>
                    <a:pt x="3025" y="1093"/>
                    <a:pt x="3025" y="925"/>
                    <a:pt x="3025" y="841"/>
                  </a:cubicBezTo>
                  <a:cubicBezTo>
                    <a:pt x="3025" y="421"/>
                    <a:pt x="2605" y="1"/>
                    <a:pt x="218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76" name="Google Shape;976;p22"/>
          <p:cNvGrpSpPr/>
          <p:nvPr/>
        </p:nvGrpSpPr>
        <p:grpSpPr>
          <a:xfrm>
            <a:off x="482830" y="3315060"/>
            <a:ext cx="331741" cy="231509"/>
            <a:chOff x="1487550" y="3330075"/>
            <a:chExt cx="292000" cy="203775"/>
          </a:xfrm>
        </p:grpSpPr>
        <p:sp>
          <p:nvSpPr>
            <p:cNvPr id="977" name="Google Shape;977;p22"/>
            <p:cNvSpPr/>
            <p:nvPr/>
          </p:nvSpPr>
          <p:spPr>
            <a:xfrm>
              <a:off x="1502250" y="3330075"/>
              <a:ext cx="277300" cy="203775"/>
            </a:xfrm>
            <a:custGeom>
              <a:avLst/>
              <a:gdLst/>
              <a:ahLst/>
              <a:cxnLst/>
              <a:rect l="l" t="t" r="r" b="b"/>
              <a:pathLst>
                <a:path w="11092" h="8151" extrusionOk="0">
                  <a:moveTo>
                    <a:pt x="3865" y="1"/>
                  </a:moveTo>
                  <a:cubicBezTo>
                    <a:pt x="3445" y="1"/>
                    <a:pt x="3025" y="337"/>
                    <a:pt x="3025" y="841"/>
                  </a:cubicBezTo>
                  <a:cubicBezTo>
                    <a:pt x="3025" y="925"/>
                    <a:pt x="3025" y="1177"/>
                    <a:pt x="3109" y="1261"/>
                  </a:cubicBezTo>
                  <a:lnTo>
                    <a:pt x="2269" y="1261"/>
                  </a:lnTo>
                  <a:cubicBezTo>
                    <a:pt x="1765" y="1261"/>
                    <a:pt x="1345" y="1681"/>
                    <a:pt x="1345" y="2185"/>
                  </a:cubicBezTo>
                  <a:lnTo>
                    <a:pt x="1345" y="2437"/>
                  </a:lnTo>
                  <a:cubicBezTo>
                    <a:pt x="841" y="2605"/>
                    <a:pt x="505" y="3194"/>
                    <a:pt x="505" y="3782"/>
                  </a:cubicBezTo>
                  <a:cubicBezTo>
                    <a:pt x="505" y="4202"/>
                    <a:pt x="673" y="4538"/>
                    <a:pt x="925" y="4874"/>
                  </a:cubicBezTo>
                  <a:lnTo>
                    <a:pt x="841" y="4874"/>
                  </a:lnTo>
                  <a:cubicBezTo>
                    <a:pt x="421" y="4874"/>
                    <a:pt x="85" y="5126"/>
                    <a:pt x="85" y="5546"/>
                  </a:cubicBezTo>
                  <a:cubicBezTo>
                    <a:pt x="1" y="6134"/>
                    <a:pt x="337" y="6386"/>
                    <a:pt x="673" y="6386"/>
                  </a:cubicBezTo>
                  <a:lnTo>
                    <a:pt x="925" y="6386"/>
                  </a:lnTo>
                  <a:cubicBezTo>
                    <a:pt x="841" y="6470"/>
                    <a:pt x="673" y="6722"/>
                    <a:pt x="673" y="6974"/>
                  </a:cubicBezTo>
                  <a:cubicBezTo>
                    <a:pt x="673" y="7395"/>
                    <a:pt x="1009" y="7815"/>
                    <a:pt x="1429" y="7815"/>
                  </a:cubicBezTo>
                  <a:lnTo>
                    <a:pt x="1429" y="7899"/>
                  </a:lnTo>
                  <a:cubicBezTo>
                    <a:pt x="1429" y="7983"/>
                    <a:pt x="1429" y="8067"/>
                    <a:pt x="1513" y="8151"/>
                  </a:cubicBezTo>
                  <a:lnTo>
                    <a:pt x="9831" y="8151"/>
                  </a:lnTo>
                  <a:lnTo>
                    <a:pt x="9831" y="7983"/>
                  </a:lnTo>
                  <a:cubicBezTo>
                    <a:pt x="9831" y="7731"/>
                    <a:pt x="9747" y="7563"/>
                    <a:pt x="9495" y="7479"/>
                  </a:cubicBezTo>
                  <a:lnTo>
                    <a:pt x="9831" y="7479"/>
                  </a:lnTo>
                  <a:cubicBezTo>
                    <a:pt x="10167" y="7479"/>
                    <a:pt x="10335" y="7227"/>
                    <a:pt x="10335" y="6890"/>
                  </a:cubicBezTo>
                  <a:cubicBezTo>
                    <a:pt x="10335" y="6806"/>
                    <a:pt x="10335" y="6722"/>
                    <a:pt x="10251" y="6638"/>
                  </a:cubicBezTo>
                  <a:cubicBezTo>
                    <a:pt x="10755" y="6386"/>
                    <a:pt x="11091" y="5966"/>
                    <a:pt x="11091" y="5462"/>
                  </a:cubicBezTo>
                  <a:cubicBezTo>
                    <a:pt x="11091" y="4958"/>
                    <a:pt x="10755" y="4370"/>
                    <a:pt x="10251" y="4286"/>
                  </a:cubicBezTo>
                  <a:cubicBezTo>
                    <a:pt x="10335" y="4202"/>
                    <a:pt x="10335" y="4034"/>
                    <a:pt x="10335" y="3782"/>
                  </a:cubicBezTo>
                  <a:cubicBezTo>
                    <a:pt x="10335" y="3194"/>
                    <a:pt x="9915" y="2521"/>
                    <a:pt x="9327" y="2269"/>
                  </a:cubicBezTo>
                  <a:lnTo>
                    <a:pt x="9327" y="2185"/>
                  </a:lnTo>
                  <a:cubicBezTo>
                    <a:pt x="9327" y="1681"/>
                    <a:pt x="8907" y="1261"/>
                    <a:pt x="8403" y="1261"/>
                  </a:cubicBezTo>
                  <a:lnTo>
                    <a:pt x="8234" y="1261"/>
                  </a:lnTo>
                  <a:cubicBezTo>
                    <a:pt x="8403" y="1177"/>
                    <a:pt x="8403" y="925"/>
                    <a:pt x="8403" y="841"/>
                  </a:cubicBezTo>
                  <a:cubicBezTo>
                    <a:pt x="8403" y="421"/>
                    <a:pt x="7982" y="1"/>
                    <a:pt x="756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 name="Google Shape;978;p22"/>
            <p:cNvSpPr/>
            <p:nvPr/>
          </p:nvSpPr>
          <p:spPr>
            <a:xfrm>
              <a:off x="1487550" y="3330075"/>
              <a:ext cx="231075" cy="203775"/>
            </a:xfrm>
            <a:custGeom>
              <a:avLst/>
              <a:gdLst/>
              <a:ahLst/>
              <a:cxnLst/>
              <a:rect l="l" t="t" r="r" b="b"/>
              <a:pathLst>
                <a:path w="9243" h="8151" extrusionOk="0">
                  <a:moveTo>
                    <a:pt x="3949" y="1"/>
                  </a:moveTo>
                  <a:cubicBezTo>
                    <a:pt x="3529" y="1"/>
                    <a:pt x="3109" y="337"/>
                    <a:pt x="3109" y="841"/>
                  </a:cubicBezTo>
                  <a:cubicBezTo>
                    <a:pt x="3109" y="925"/>
                    <a:pt x="3109" y="1177"/>
                    <a:pt x="3193" y="1261"/>
                  </a:cubicBezTo>
                  <a:lnTo>
                    <a:pt x="2269" y="1261"/>
                  </a:lnTo>
                  <a:cubicBezTo>
                    <a:pt x="1681" y="1261"/>
                    <a:pt x="1261" y="1681"/>
                    <a:pt x="1261" y="2185"/>
                  </a:cubicBezTo>
                  <a:lnTo>
                    <a:pt x="1261" y="2437"/>
                  </a:lnTo>
                  <a:cubicBezTo>
                    <a:pt x="757" y="2605"/>
                    <a:pt x="421" y="3194"/>
                    <a:pt x="421" y="3782"/>
                  </a:cubicBezTo>
                  <a:cubicBezTo>
                    <a:pt x="421" y="4202"/>
                    <a:pt x="673" y="4538"/>
                    <a:pt x="841" y="4874"/>
                  </a:cubicBezTo>
                  <a:lnTo>
                    <a:pt x="757" y="4874"/>
                  </a:lnTo>
                  <a:cubicBezTo>
                    <a:pt x="337" y="4874"/>
                    <a:pt x="0" y="5126"/>
                    <a:pt x="0" y="5546"/>
                  </a:cubicBezTo>
                  <a:cubicBezTo>
                    <a:pt x="0" y="6134"/>
                    <a:pt x="337" y="6386"/>
                    <a:pt x="757" y="6386"/>
                  </a:cubicBezTo>
                  <a:lnTo>
                    <a:pt x="1009" y="6386"/>
                  </a:lnTo>
                  <a:cubicBezTo>
                    <a:pt x="841" y="6470"/>
                    <a:pt x="757" y="6722"/>
                    <a:pt x="757" y="6974"/>
                  </a:cubicBezTo>
                  <a:cubicBezTo>
                    <a:pt x="757" y="7395"/>
                    <a:pt x="1093" y="7815"/>
                    <a:pt x="1513" y="7815"/>
                  </a:cubicBezTo>
                  <a:lnTo>
                    <a:pt x="1513" y="7899"/>
                  </a:lnTo>
                  <a:cubicBezTo>
                    <a:pt x="1513" y="7983"/>
                    <a:pt x="1513" y="8067"/>
                    <a:pt x="1597" y="8151"/>
                  </a:cubicBezTo>
                  <a:lnTo>
                    <a:pt x="7982" y="8151"/>
                  </a:lnTo>
                  <a:lnTo>
                    <a:pt x="7982" y="7983"/>
                  </a:lnTo>
                  <a:cubicBezTo>
                    <a:pt x="7982" y="7731"/>
                    <a:pt x="7898" y="7563"/>
                    <a:pt x="7730" y="7479"/>
                  </a:cubicBezTo>
                  <a:lnTo>
                    <a:pt x="7982" y="7479"/>
                  </a:lnTo>
                  <a:cubicBezTo>
                    <a:pt x="8318" y="7479"/>
                    <a:pt x="8570" y="7227"/>
                    <a:pt x="8570" y="6890"/>
                  </a:cubicBezTo>
                  <a:cubicBezTo>
                    <a:pt x="8570" y="6806"/>
                    <a:pt x="8570" y="6722"/>
                    <a:pt x="8402" y="6638"/>
                  </a:cubicBezTo>
                  <a:cubicBezTo>
                    <a:pt x="8991" y="6386"/>
                    <a:pt x="9243" y="5966"/>
                    <a:pt x="9243" y="5462"/>
                  </a:cubicBezTo>
                  <a:cubicBezTo>
                    <a:pt x="9243" y="4958"/>
                    <a:pt x="8991" y="4370"/>
                    <a:pt x="8402" y="4286"/>
                  </a:cubicBezTo>
                  <a:cubicBezTo>
                    <a:pt x="8570" y="4202"/>
                    <a:pt x="8570" y="4034"/>
                    <a:pt x="8570" y="3782"/>
                  </a:cubicBezTo>
                  <a:cubicBezTo>
                    <a:pt x="8570" y="3194"/>
                    <a:pt x="8150" y="2521"/>
                    <a:pt x="7478" y="2269"/>
                  </a:cubicBezTo>
                  <a:lnTo>
                    <a:pt x="7478" y="2185"/>
                  </a:lnTo>
                  <a:cubicBezTo>
                    <a:pt x="7478" y="1681"/>
                    <a:pt x="7058" y="1261"/>
                    <a:pt x="6554" y="1261"/>
                  </a:cubicBezTo>
                  <a:lnTo>
                    <a:pt x="6470" y="1261"/>
                  </a:lnTo>
                  <a:cubicBezTo>
                    <a:pt x="6554" y="1177"/>
                    <a:pt x="6554" y="925"/>
                    <a:pt x="6554" y="841"/>
                  </a:cubicBezTo>
                  <a:cubicBezTo>
                    <a:pt x="6554" y="421"/>
                    <a:pt x="6134" y="1"/>
                    <a:pt x="57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979;p22"/>
            <p:cNvSpPr/>
            <p:nvPr/>
          </p:nvSpPr>
          <p:spPr>
            <a:xfrm>
              <a:off x="1487550" y="3456125"/>
              <a:ext cx="182775" cy="77725"/>
            </a:xfrm>
            <a:custGeom>
              <a:avLst/>
              <a:gdLst/>
              <a:ahLst/>
              <a:cxnLst/>
              <a:rect l="l" t="t" r="r" b="b"/>
              <a:pathLst>
                <a:path w="7311" h="3109" extrusionOk="0">
                  <a:moveTo>
                    <a:pt x="841" y="0"/>
                  </a:moveTo>
                  <a:cubicBezTo>
                    <a:pt x="421" y="0"/>
                    <a:pt x="168" y="336"/>
                    <a:pt x="168" y="756"/>
                  </a:cubicBezTo>
                  <a:cubicBezTo>
                    <a:pt x="0" y="1092"/>
                    <a:pt x="337" y="1344"/>
                    <a:pt x="757" y="1344"/>
                  </a:cubicBezTo>
                  <a:lnTo>
                    <a:pt x="1009" y="1344"/>
                  </a:lnTo>
                  <a:cubicBezTo>
                    <a:pt x="841" y="1428"/>
                    <a:pt x="757" y="1680"/>
                    <a:pt x="757" y="1932"/>
                  </a:cubicBezTo>
                  <a:cubicBezTo>
                    <a:pt x="757" y="2353"/>
                    <a:pt x="1093" y="2773"/>
                    <a:pt x="1513" y="2773"/>
                  </a:cubicBezTo>
                  <a:lnTo>
                    <a:pt x="1513" y="2857"/>
                  </a:lnTo>
                  <a:cubicBezTo>
                    <a:pt x="1513" y="2941"/>
                    <a:pt x="1513" y="3025"/>
                    <a:pt x="1597" y="3109"/>
                  </a:cubicBezTo>
                  <a:lnTo>
                    <a:pt x="5294" y="3109"/>
                  </a:lnTo>
                  <a:cubicBezTo>
                    <a:pt x="5210" y="2941"/>
                    <a:pt x="5042" y="2857"/>
                    <a:pt x="4874" y="2857"/>
                  </a:cubicBezTo>
                  <a:cubicBezTo>
                    <a:pt x="5042" y="2773"/>
                    <a:pt x="5210" y="2605"/>
                    <a:pt x="5294" y="2437"/>
                  </a:cubicBezTo>
                  <a:lnTo>
                    <a:pt x="6470" y="2437"/>
                  </a:lnTo>
                  <a:cubicBezTo>
                    <a:pt x="6890" y="2437"/>
                    <a:pt x="7310" y="2101"/>
                    <a:pt x="7310" y="1680"/>
                  </a:cubicBezTo>
                  <a:cubicBezTo>
                    <a:pt x="7310" y="1260"/>
                    <a:pt x="6974" y="924"/>
                    <a:pt x="6470" y="924"/>
                  </a:cubicBezTo>
                  <a:lnTo>
                    <a:pt x="5042" y="924"/>
                  </a:lnTo>
                  <a:lnTo>
                    <a:pt x="5042" y="756"/>
                  </a:lnTo>
                  <a:cubicBezTo>
                    <a:pt x="5042" y="336"/>
                    <a:pt x="4790" y="0"/>
                    <a:pt x="420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980;p22"/>
            <p:cNvSpPr/>
            <p:nvPr/>
          </p:nvSpPr>
          <p:spPr>
            <a:xfrm>
              <a:off x="1575775" y="3336375"/>
              <a:ext cx="126050" cy="77750"/>
            </a:xfrm>
            <a:custGeom>
              <a:avLst/>
              <a:gdLst/>
              <a:ahLst/>
              <a:cxnLst/>
              <a:rect l="l" t="t" r="r" b="b"/>
              <a:pathLst>
                <a:path w="5042" h="3110" extrusionOk="0">
                  <a:moveTo>
                    <a:pt x="1345" y="1"/>
                  </a:moveTo>
                  <a:lnTo>
                    <a:pt x="1345" y="169"/>
                  </a:lnTo>
                  <a:cubicBezTo>
                    <a:pt x="1345" y="505"/>
                    <a:pt x="1513" y="673"/>
                    <a:pt x="1849" y="841"/>
                  </a:cubicBezTo>
                  <a:cubicBezTo>
                    <a:pt x="1681" y="841"/>
                    <a:pt x="1513" y="1009"/>
                    <a:pt x="1513" y="1093"/>
                  </a:cubicBezTo>
                  <a:lnTo>
                    <a:pt x="588" y="1093"/>
                  </a:lnTo>
                  <a:cubicBezTo>
                    <a:pt x="168" y="1093"/>
                    <a:pt x="0" y="1429"/>
                    <a:pt x="0" y="1765"/>
                  </a:cubicBezTo>
                  <a:cubicBezTo>
                    <a:pt x="0" y="2017"/>
                    <a:pt x="252" y="2353"/>
                    <a:pt x="588" y="2353"/>
                  </a:cubicBezTo>
                  <a:lnTo>
                    <a:pt x="1765" y="2353"/>
                  </a:lnTo>
                  <a:lnTo>
                    <a:pt x="1765" y="2437"/>
                  </a:lnTo>
                  <a:cubicBezTo>
                    <a:pt x="1765" y="2774"/>
                    <a:pt x="2101" y="3110"/>
                    <a:pt x="2353" y="3110"/>
                  </a:cubicBezTo>
                  <a:lnTo>
                    <a:pt x="5041" y="3110"/>
                  </a:lnTo>
                  <a:cubicBezTo>
                    <a:pt x="4705" y="2774"/>
                    <a:pt x="4369" y="2353"/>
                    <a:pt x="3949" y="2269"/>
                  </a:cubicBezTo>
                  <a:lnTo>
                    <a:pt x="3949" y="2185"/>
                  </a:lnTo>
                  <a:cubicBezTo>
                    <a:pt x="3949" y="1681"/>
                    <a:pt x="3529" y="1261"/>
                    <a:pt x="3025" y="1261"/>
                  </a:cubicBezTo>
                  <a:lnTo>
                    <a:pt x="2941" y="1261"/>
                  </a:lnTo>
                  <a:cubicBezTo>
                    <a:pt x="3025" y="1093"/>
                    <a:pt x="3025" y="925"/>
                    <a:pt x="3025" y="841"/>
                  </a:cubicBezTo>
                  <a:cubicBezTo>
                    <a:pt x="3025" y="421"/>
                    <a:pt x="2605" y="1"/>
                    <a:pt x="218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81" name="Google Shape;981;p22"/>
          <p:cNvGrpSpPr/>
          <p:nvPr/>
        </p:nvGrpSpPr>
        <p:grpSpPr>
          <a:xfrm>
            <a:off x="8383247" y="1914419"/>
            <a:ext cx="760745" cy="2053079"/>
            <a:chOff x="231800" y="1194350"/>
            <a:chExt cx="943150" cy="2545350"/>
          </a:xfrm>
        </p:grpSpPr>
        <p:sp>
          <p:nvSpPr>
            <p:cNvPr id="982" name="Google Shape;982;p22"/>
            <p:cNvSpPr/>
            <p:nvPr/>
          </p:nvSpPr>
          <p:spPr>
            <a:xfrm>
              <a:off x="484495" y="3697404"/>
              <a:ext cx="416790" cy="42296"/>
            </a:xfrm>
            <a:custGeom>
              <a:avLst/>
              <a:gdLst/>
              <a:ahLst/>
              <a:cxnLst/>
              <a:rect l="l" t="t" r="r" b="b"/>
              <a:pathLst>
                <a:path w="70493" h="1692" extrusionOk="0">
                  <a:moveTo>
                    <a:pt x="68838" y="1"/>
                  </a:moveTo>
                  <a:cubicBezTo>
                    <a:pt x="68747" y="1"/>
                    <a:pt x="68655" y="4"/>
                    <a:pt x="68561" y="11"/>
                  </a:cubicBezTo>
                  <a:lnTo>
                    <a:pt x="1849" y="11"/>
                  </a:lnTo>
                  <a:cubicBezTo>
                    <a:pt x="841" y="11"/>
                    <a:pt x="1" y="347"/>
                    <a:pt x="1" y="851"/>
                  </a:cubicBezTo>
                  <a:cubicBezTo>
                    <a:pt x="1" y="1272"/>
                    <a:pt x="841" y="1692"/>
                    <a:pt x="1849" y="1692"/>
                  </a:cubicBezTo>
                  <a:lnTo>
                    <a:pt x="68561" y="1692"/>
                  </a:lnTo>
                  <a:cubicBezTo>
                    <a:pt x="69653" y="1692"/>
                    <a:pt x="70493" y="1356"/>
                    <a:pt x="70493" y="851"/>
                  </a:cubicBezTo>
                  <a:cubicBezTo>
                    <a:pt x="70493" y="391"/>
                    <a:pt x="69792" y="1"/>
                    <a:pt x="68838" y="1"/>
                  </a:cubicBezTo>
                  <a:close/>
                </a:path>
              </a:pathLst>
            </a:custGeom>
            <a:solidFill>
              <a:srgbClr val="6A84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983;p22"/>
            <p:cNvSpPr/>
            <p:nvPr/>
          </p:nvSpPr>
          <p:spPr>
            <a:xfrm>
              <a:off x="645600" y="3370000"/>
              <a:ext cx="71450" cy="355000"/>
            </a:xfrm>
            <a:custGeom>
              <a:avLst/>
              <a:gdLst/>
              <a:ahLst/>
              <a:cxnLst/>
              <a:rect l="l" t="t" r="r" b="b"/>
              <a:pathLst>
                <a:path w="2858" h="14200" extrusionOk="0">
                  <a:moveTo>
                    <a:pt x="85" y="0"/>
                  </a:moveTo>
                  <a:cubicBezTo>
                    <a:pt x="85" y="3865"/>
                    <a:pt x="85" y="13107"/>
                    <a:pt x="1" y="14200"/>
                  </a:cubicBezTo>
                  <a:lnTo>
                    <a:pt x="2857" y="14200"/>
                  </a:lnTo>
                  <a:cubicBezTo>
                    <a:pt x="2857" y="13107"/>
                    <a:pt x="2857" y="3865"/>
                    <a:pt x="2689" y="0"/>
                  </a:cubicBezTo>
                  <a:close/>
                </a:path>
              </a:pathLst>
            </a:custGeom>
            <a:solidFill>
              <a:srgbClr val="4054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984;p22"/>
            <p:cNvSpPr/>
            <p:nvPr/>
          </p:nvSpPr>
          <p:spPr>
            <a:xfrm>
              <a:off x="685525" y="3370000"/>
              <a:ext cx="31525" cy="355000"/>
            </a:xfrm>
            <a:custGeom>
              <a:avLst/>
              <a:gdLst/>
              <a:ahLst/>
              <a:cxnLst/>
              <a:rect l="l" t="t" r="r" b="b"/>
              <a:pathLst>
                <a:path w="1261" h="14200" extrusionOk="0">
                  <a:moveTo>
                    <a:pt x="0" y="0"/>
                  </a:moveTo>
                  <a:lnTo>
                    <a:pt x="0" y="14200"/>
                  </a:lnTo>
                  <a:lnTo>
                    <a:pt x="1260" y="14200"/>
                  </a:lnTo>
                  <a:cubicBezTo>
                    <a:pt x="1260" y="13107"/>
                    <a:pt x="1260" y="3865"/>
                    <a:pt x="1092" y="0"/>
                  </a:cubicBezTo>
                  <a:close/>
                </a:path>
              </a:pathLst>
            </a:custGeom>
            <a:solidFill>
              <a:srgbClr val="6C8C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 name="Google Shape;985;p22"/>
            <p:cNvSpPr/>
            <p:nvPr/>
          </p:nvSpPr>
          <p:spPr>
            <a:xfrm>
              <a:off x="654000" y="1624500"/>
              <a:ext cx="56750" cy="1745525"/>
            </a:xfrm>
            <a:custGeom>
              <a:avLst/>
              <a:gdLst/>
              <a:ahLst/>
              <a:cxnLst/>
              <a:rect l="l" t="t" r="r" b="b"/>
              <a:pathLst>
                <a:path w="2270" h="69821" extrusionOk="0">
                  <a:moveTo>
                    <a:pt x="925" y="0"/>
                  </a:moveTo>
                  <a:cubicBezTo>
                    <a:pt x="841" y="2773"/>
                    <a:pt x="85" y="67720"/>
                    <a:pt x="1" y="69820"/>
                  </a:cubicBezTo>
                  <a:lnTo>
                    <a:pt x="2269" y="69820"/>
                  </a:lnTo>
                  <a:cubicBezTo>
                    <a:pt x="2185" y="67720"/>
                    <a:pt x="1429" y="2773"/>
                    <a:pt x="1345" y="0"/>
                  </a:cubicBezTo>
                  <a:close/>
                </a:path>
              </a:pathLst>
            </a:custGeom>
            <a:solidFill>
              <a:srgbClr val="F5F9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986;p22"/>
            <p:cNvSpPr/>
            <p:nvPr/>
          </p:nvSpPr>
          <p:spPr>
            <a:xfrm>
              <a:off x="681325" y="1624500"/>
              <a:ext cx="25225" cy="1745525"/>
            </a:xfrm>
            <a:custGeom>
              <a:avLst/>
              <a:gdLst/>
              <a:ahLst/>
              <a:cxnLst/>
              <a:rect l="l" t="t" r="r" b="b"/>
              <a:pathLst>
                <a:path w="1009" h="69821" extrusionOk="0">
                  <a:moveTo>
                    <a:pt x="168" y="0"/>
                  </a:moveTo>
                  <a:cubicBezTo>
                    <a:pt x="0" y="0"/>
                    <a:pt x="252" y="69820"/>
                    <a:pt x="252" y="69820"/>
                  </a:cubicBezTo>
                  <a:lnTo>
                    <a:pt x="1008" y="69820"/>
                  </a:lnTo>
                  <a:cubicBezTo>
                    <a:pt x="1008" y="67720"/>
                    <a:pt x="252" y="2773"/>
                    <a:pt x="16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 name="Google Shape;987;p22"/>
            <p:cNvSpPr/>
            <p:nvPr/>
          </p:nvSpPr>
          <p:spPr>
            <a:xfrm>
              <a:off x="244425" y="1585750"/>
              <a:ext cx="430625" cy="68875"/>
            </a:xfrm>
            <a:custGeom>
              <a:avLst/>
              <a:gdLst/>
              <a:ahLst/>
              <a:cxnLst/>
              <a:rect l="l" t="t" r="r" b="b"/>
              <a:pathLst>
                <a:path w="17225" h="2755" extrusionOk="0">
                  <a:moveTo>
                    <a:pt x="13288" y="0"/>
                  </a:moveTo>
                  <a:cubicBezTo>
                    <a:pt x="10899" y="0"/>
                    <a:pt x="0" y="1757"/>
                    <a:pt x="0" y="2222"/>
                  </a:cubicBezTo>
                  <a:cubicBezTo>
                    <a:pt x="0" y="2584"/>
                    <a:pt x="1525" y="2755"/>
                    <a:pt x="3871" y="2755"/>
                  </a:cubicBezTo>
                  <a:cubicBezTo>
                    <a:pt x="5340" y="2755"/>
                    <a:pt x="7132" y="2688"/>
                    <a:pt x="9074" y="2558"/>
                  </a:cubicBezTo>
                  <a:cubicBezTo>
                    <a:pt x="14115" y="2222"/>
                    <a:pt x="17056" y="2138"/>
                    <a:pt x="17056" y="1634"/>
                  </a:cubicBezTo>
                  <a:cubicBezTo>
                    <a:pt x="17224" y="1214"/>
                    <a:pt x="15712" y="794"/>
                    <a:pt x="13695" y="38"/>
                  </a:cubicBezTo>
                  <a:cubicBezTo>
                    <a:pt x="13625" y="12"/>
                    <a:pt x="13486" y="0"/>
                    <a:pt x="1328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 name="Google Shape;988;p22"/>
            <p:cNvSpPr/>
            <p:nvPr/>
          </p:nvSpPr>
          <p:spPr>
            <a:xfrm>
              <a:off x="271725" y="1591650"/>
              <a:ext cx="373900" cy="45475"/>
            </a:xfrm>
            <a:custGeom>
              <a:avLst/>
              <a:gdLst/>
              <a:ahLst/>
              <a:cxnLst/>
              <a:rect l="l" t="t" r="r" b="b"/>
              <a:pathLst>
                <a:path w="14956" h="1819" extrusionOk="0">
                  <a:moveTo>
                    <a:pt x="12119" y="1"/>
                  </a:moveTo>
                  <a:cubicBezTo>
                    <a:pt x="10095" y="1"/>
                    <a:pt x="2774" y="1144"/>
                    <a:pt x="0" y="1818"/>
                  </a:cubicBezTo>
                  <a:lnTo>
                    <a:pt x="14956" y="894"/>
                  </a:lnTo>
                  <a:cubicBezTo>
                    <a:pt x="14452" y="642"/>
                    <a:pt x="13779" y="474"/>
                    <a:pt x="13275" y="222"/>
                  </a:cubicBezTo>
                  <a:cubicBezTo>
                    <a:pt x="13023" y="138"/>
                    <a:pt x="12855" y="138"/>
                    <a:pt x="12603" y="54"/>
                  </a:cubicBezTo>
                  <a:cubicBezTo>
                    <a:pt x="12531" y="18"/>
                    <a:pt x="12363" y="1"/>
                    <a:pt x="12119" y="1"/>
                  </a:cubicBez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 name="Google Shape;989;p22"/>
            <p:cNvSpPr/>
            <p:nvPr/>
          </p:nvSpPr>
          <p:spPr>
            <a:xfrm>
              <a:off x="677125" y="1625850"/>
              <a:ext cx="247875" cy="357900"/>
            </a:xfrm>
            <a:custGeom>
              <a:avLst/>
              <a:gdLst/>
              <a:ahLst/>
              <a:cxnLst/>
              <a:rect l="l" t="t" r="r" b="b"/>
              <a:pathLst>
                <a:path w="9915" h="14316" extrusionOk="0">
                  <a:moveTo>
                    <a:pt x="507" y="0"/>
                  </a:moveTo>
                  <a:cubicBezTo>
                    <a:pt x="474" y="0"/>
                    <a:pt x="445" y="10"/>
                    <a:pt x="420" y="30"/>
                  </a:cubicBezTo>
                  <a:cubicBezTo>
                    <a:pt x="0" y="366"/>
                    <a:pt x="420" y="1711"/>
                    <a:pt x="672" y="3727"/>
                  </a:cubicBezTo>
                  <a:cubicBezTo>
                    <a:pt x="922" y="4727"/>
                    <a:pt x="9018" y="14316"/>
                    <a:pt x="9484" y="14316"/>
                  </a:cubicBezTo>
                  <a:cubicBezTo>
                    <a:pt x="9488" y="14316"/>
                    <a:pt x="9491" y="14315"/>
                    <a:pt x="9494" y="14313"/>
                  </a:cubicBezTo>
                  <a:cubicBezTo>
                    <a:pt x="9914" y="13977"/>
                    <a:pt x="8066" y="10533"/>
                    <a:pt x="5209" y="6332"/>
                  </a:cubicBezTo>
                  <a:cubicBezTo>
                    <a:pt x="2523" y="2460"/>
                    <a:pt x="1025" y="0"/>
                    <a:pt x="50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 name="Google Shape;990;p22"/>
            <p:cNvSpPr/>
            <p:nvPr/>
          </p:nvSpPr>
          <p:spPr>
            <a:xfrm>
              <a:off x="689725" y="1658100"/>
              <a:ext cx="207975" cy="304600"/>
            </a:xfrm>
            <a:custGeom>
              <a:avLst/>
              <a:gdLst/>
              <a:ahLst/>
              <a:cxnLst/>
              <a:rect l="l" t="t" r="r" b="b"/>
              <a:pathLst>
                <a:path w="8319" h="12184" extrusionOk="0">
                  <a:moveTo>
                    <a:pt x="0" y="0"/>
                  </a:moveTo>
                  <a:lnTo>
                    <a:pt x="0" y="0"/>
                  </a:lnTo>
                  <a:cubicBezTo>
                    <a:pt x="84" y="505"/>
                    <a:pt x="252" y="1177"/>
                    <a:pt x="336" y="1765"/>
                  </a:cubicBezTo>
                  <a:cubicBezTo>
                    <a:pt x="336" y="1933"/>
                    <a:pt x="420" y="2185"/>
                    <a:pt x="420" y="2521"/>
                  </a:cubicBezTo>
                  <a:cubicBezTo>
                    <a:pt x="504" y="3109"/>
                    <a:pt x="6218" y="9999"/>
                    <a:pt x="8318" y="12183"/>
                  </a:cubicBezTo>
                  <a:lnTo>
                    <a:pt x="0" y="0"/>
                  </a:ln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 name="Google Shape;991;p22"/>
            <p:cNvSpPr/>
            <p:nvPr/>
          </p:nvSpPr>
          <p:spPr>
            <a:xfrm>
              <a:off x="668700" y="1242050"/>
              <a:ext cx="222700" cy="374525"/>
            </a:xfrm>
            <a:custGeom>
              <a:avLst/>
              <a:gdLst/>
              <a:ahLst/>
              <a:cxnLst/>
              <a:rect l="l" t="t" r="r" b="b"/>
              <a:pathLst>
                <a:path w="8908" h="14981" extrusionOk="0">
                  <a:moveTo>
                    <a:pt x="8454" y="1"/>
                  </a:moveTo>
                  <a:cubicBezTo>
                    <a:pt x="7962" y="1"/>
                    <a:pt x="5830" y="3308"/>
                    <a:pt x="3698" y="7736"/>
                  </a:cubicBezTo>
                  <a:cubicBezTo>
                    <a:pt x="1429" y="12105"/>
                    <a:pt x="1" y="14710"/>
                    <a:pt x="505" y="14962"/>
                  </a:cubicBezTo>
                  <a:cubicBezTo>
                    <a:pt x="530" y="14974"/>
                    <a:pt x="559" y="14980"/>
                    <a:pt x="593" y="14980"/>
                  </a:cubicBezTo>
                  <a:cubicBezTo>
                    <a:pt x="1016" y="14980"/>
                    <a:pt x="2135" y="14029"/>
                    <a:pt x="3614" y="12862"/>
                  </a:cubicBezTo>
                  <a:cubicBezTo>
                    <a:pt x="4454" y="12189"/>
                    <a:pt x="8907" y="259"/>
                    <a:pt x="8487" y="7"/>
                  </a:cubicBezTo>
                  <a:cubicBezTo>
                    <a:pt x="8477" y="3"/>
                    <a:pt x="8466" y="1"/>
                    <a:pt x="845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 name="Google Shape;992;p22"/>
            <p:cNvSpPr/>
            <p:nvPr/>
          </p:nvSpPr>
          <p:spPr>
            <a:xfrm>
              <a:off x="706525" y="1269500"/>
              <a:ext cx="163850" cy="327700"/>
            </a:xfrm>
            <a:custGeom>
              <a:avLst/>
              <a:gdLst/>
              <a:ahLst/>
              <a:cxnLst/>
              <a:rect l="l" t="t" r="r" b="b"/>
              <a:pathLst>
                <a:path w="6554" h="13108" extrusionOk="0">
                  <a:moveTo>
                    <a:pt x="6554" y="1"/>
                  </a:moveTo>
                  <a:lnTo>
                    <a:pt x="0" y="13108"/>
                  </a:lnTo>
                  <a:cubicBezTo>
                    <a:pt x="420" y="12772"/>
                    <a:pt x="925" y="12352"/>
                    <a:pt x="1345" y="11932"/>
                  </a:cubicBezTo>
                  <a:cubicBezTo>
                    <a:pt x="1513" y="11848"/>
                    <a:pt x="1681" y="11596"/>
                    <a:pt x="1849" y="11511"/>
                  </a:cubicBezTo>
                  <a:cubicBezTo>
                    <a:pt x="2521" y="11091"/>
                    <a:pt x="5714" y="2942"/>
                    <a:pt x="6554" y="1"/>
                  </a:cubicBez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 name="Google Shape;993;p22"/>
            <p:cNvSpPr/>
            <p:nvPr/>
          </p:nvSpPr>
          <p:spPr>
            <a:xfrm>
              <a:off x="658200" y="1599275"/>
              <a:ext cx="44150" cy="46250"/>
            </a:xfrm>
            <a:custGeom>
              <a:avLst/>
              <a:gdLst/>
              <a:ahLst/>
              <a:cxnLst/>
              <a:rect l="l" t="t" r="r" b="b"/>
              <a:pathLst>
                <a:path w="1766" h="1850" extrusionOk="0">
                  <a:moveTo>
                    <a:pt x="841" y="1"/>
                  </a:moveTo>
                  <a:cubicBezTo>
                    <a:pt x="337" y="1"/>
                    <a:pt x="1" y="421"/>
                    <a:pt x="1" y="1009"/>
                  </a:cubicBezTo>
                  <a:cubicBezTo>
                    <a:pt x="1" y="1513"/>
                    <a:pt x="421" y="1849"/>
                    <a:pt x="925" y="1849"/>
                  </a:cubicBezTo>
                  <a:cubicBezTo>
                    <a:pt x="1429" y="1849"/>
                    <a:pt x="1765" y="1429"/>
                    <a:pt x="1765" y="841"/>
                  </a:cubicBezTo>
                  <a:cubicBezTo>
                    <a:pt x="1765" y="421"/>
                    <a:pt x="1345" y="1"/>
                    <a:pt x="84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 name="Google Shape;994;p22"/>
            <p:cNvSpPr/>
            <p:nvPr/>
          </p:nvSpPr>
          <p:spPr>
            <a:xfrm>
              <a:off x="666600" y="1607675"/>
              <a:ext cx="29450" cy="29450"/>
            </a:xfrm>
            <a:custGeom>
              <a:avLst/>
              <a:gdLst/>
              <a:ahLst/>
              <a:cxnLst/>
              <a:rect l="l" t="t" r="r" b="b"/>
              <a:pathLst>
                <a:path w="1178" h="1178" extrusionOk="0">
                  <a:moveTo>
                    <a:pt x="505" y="1"/>
                  </a:moveTo>
                  <a:cubicBezTo>
                    <a:pt x="169" y="1"/>
                    <a:pt x="1" y="337"/>
                    <a:pt x="1" y="673"/>
                  </a:cubicBezTo>
                  <a:cubicBezTo>
                    <a:pt x="1" y="925"/>
                    <a:pt x="337" y="1177"/>
                    <a:pt x="589" y="1177"/>
                  </a:cubicBezTo>
                  <a:cubicBezTo>
                    <a:pt x="925" y="1177"/>
                    <a:pt x="1177" y="841"/>
                    <a:pt x="1177" y="505"/>
                  </a:cubicBezTo>
                  <a:cubicBezTo>
                    <a:pt x="1093" y="253"/>
                    <a:pt x="841" y="1"/>
                    <a:pt x="505" y="1"/>
                  </a:cubicBezTo>
                  <a:close/>
                </a:path>
              </a:pathLst>
            </a:custGeom>
            <a:solidFill>
              <a:srgbClr val="5068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 name="Google Shape;995;p22"/>
            <p:cNvSpPr/>
            <p:nvPr/>
          </p:nvSpPr>
          <p:spPr>
            <a:xfrm>
              <a:off x="231800" y="1194350"/>
              <a:ext cx="943150" cy="854375"/>
            </a:xfrm>
            <a:custGeom>
              <a:avLst/>
              <a:gdLst/>
              <a:ahLst/>
              <a:cxnLst/>
              <a:rect l="l" t="t" r="r" b="b"/>
              <a:pathLst>
                <a:path w="37726" h="34175" extrusionOk="0">
                  <a:moveTo>
                    <a:pt x="18052" y="0"/>
                  </a:moveTo>
                  <a:cubicBezTo>
                    <a:pt x="17660" y="0"/>
                    <a:pt x="17272" y="21"/>
                    <a:pt x="16889" y="66"/>
                  </a:cubicBezTo>
                  <a:cubicBezTo>
                    <a:pt x="7311" y="654"/>
                    <a:pt x="1" y="8636"/>
                    <a:pt x="505" y="18130"/>
                  </a:cubicBezTo>
                  <a:lnTo>
                    <a:pt x="1345" y="18130"/>
                  </a:lnTo>
                  <a:cubicBezTo>
                    <a:pt x="841" y="8804"/>
                    <a:pt x="8151" y="906"/>
                    <a:pt x="17561" y="234"/>
                  </a:cubicBezTo>
                  <a:cubicBezTo>
                    <a:pt x="18022" y="203"/>
                    <a:pt x="18484" y="184"/>
                    <a:pt x="18941" y="184"/>
                  </a:cubicBezTo>
                  <a:cubicBezTo>
                    <a:pt x="19733" y="184"/>
                    <a:pt x="20512" y="242"/>
                    <a:pt x="21258" y="402"/>
                  </a:cubicBezTo>
                  <a:cubicBezTo>
                    <a:pt x="20212" y="156"/>
                    <a:pt x="19122" y="0"/>
                    <a:pt x="18052" y="0"/>
                  </a:cubicBezTo>
                  <a:close/>
                  <a:moveTo>
                    <a:pt x="25879" y="1915"/>
                  </a:moveTo>
                  <a:lnTo>
                    <a:pt x="25543" y="2587"/>
                  </a:lnTo>
                  <a:cubicBezTo>
                    <a:pt x="33945" y="6872"/>
                    <a:pt x="37306" y="16954"/>
                    <a:pt x="33105" y="25356"/>
                  </a:cubicBezTo>
                  <a:cubicBezTo>
                    <a:pt x="32600" y="26532"/>
                    <a:pt x="31844" y="27456"/>
                    <a:pt x="31172" y="28381"/>
                  </a:cubicBezTo>
                  <a:cubicBezTo>
                    <a:pt x="32096" y="27372"/>
                    <a:pt x="32937" y="26112"/>
                    <a:pt x="33525" y="24768"/>
                  </a:cubicBezTo>
                  <a:cubicBezTo>
                    <a:pt x="37726" y="16366"/>
                    <a:pt x="34365" y="6116"/>
                    <a:pt x="25879" y="1915"/>
                  </a:cubicBezTo>
                  <a:close/>
                  <a:moveTo>
                    <a:pt x="1513" y="22415"/>
                  </a:moveTo>
                  <a:cubicBezTo>
                    <a:pt x="1933" y="23928"/>
                    <a:pt x="2606" y="25188"/>
                    <a:pt x="3446" y="26448"/>
                  </a:cubicBezTo>
                  <a:cubicBezTo>
                    <a:pt x="6777" y="31445"/>
                    <a:pt x="12307" y="34174"/>
                    <a:pt x="17993" y="34174"/>
                  </a:cubicBezTo>
                  <a:cubicBezTo>
                    <a:pt x="21198" y="34174"/>
                    <a:pt x="24453" y="33307"/>
                    <a:pt x="27391" y="31489"/>
                  </a:cubicBezTo>
                  <a:lnTo>
                    <a:pt x="27055" y="30817"/>
                  </a:lnTo>
                  <a:cubicBezTo>
                    <a:pt x="24185" y="32581"/>
                    <a:pt x="20986" y="33419"/>
                    <a:pt x="17823" y="33419"/>
                  </a:cubicBezTo>
                  <a:cubicBezTo>
                    <a:pt x="12098" y="33419"/>
                    <a:pt x="6495" y="30671"/>
                    <a:pt x="3194" y="25692"/>
                  </a:cubicBezTo>
                  <a:cubicBezTo>
                    <a:pt x="2438" y="24600"/>
                    <a:pt x="1933" y="23592"/>
                    <a:pt x="1513" y="22415"/>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 name="Google Shape;996;p22"/>
            <p:cNvSpPr/>
            <p:nvPr/>
          </p:nvSpPr>
          <p:spPr>
            <a:xfrm>
              <a:off x="345225" y="1304400"/>
              <a:ext cx="703700" cy="634325"/>
            </a:xfrm>
            <a:custGeom>
              <a:avLst/>
              <a:gdLst/>
              <a:ahLst/>
              <a:cxnLst/>
              <a:rect l="l" t="t" r="r" b="b"/>
              <a:pathLst>
                <a:path w="28148" h="25373" extrusionOk="0">
                  <a:moveTo>
                    <a:pt x="13887" y="0"/>
                  </a:moveTo>
                  <a:cubicBezTo>
                    <a:pt x="13825" y="0"/>
                    <a:pt x="13762" y="1"/>
                    <a:pt x="13698" y="2"/>
                  </a:cubicBezTo>
                  <a:lnTo>
                    <a:pt x="13698" y="2"/>
                  </a:lnTo>
                  <a:cubicBezTo>
                    <a:pt x="14467" y="15"/>
                    <a:pt x="15211" y="90"/>
                    <a:pt x="15881" y="201"/>
                  </a:cubicBezTo>
                  <a:cubicBezTo>
                    <a:pt x="15204" y="78"/>
                    <a:pt x="14573" y="0"/>
                    <a:pt x="13887" y="0"/>
                  </a:cubicBezTo>
                  <a:close/>
                  <a:moveTo>
                    <a:pt x="13462" y="0"/>
                  </a:moveTo>
                  <a:cubicBezTo>
                    <a:pt x="13150" y="0"/>
                    <a:pt x="12835" y="11"/>
                    <a:pt x="12520" y="33"/>
                  </a:cubicBezTo>
                  <a:cubicBezTo>
                    <a:pt x="5462" y="453"/>
                    <a:pt x="1" y="6503"/>
                    <a:pt x="421" y="13392"/>
                  </a:cubicBezTo>
                  <a:lnTo>
                    <a:pt x="1009" y="13392"/>
                  </a:lnTo>
                  <a:cubicBezTo>
                    <a:pt x="673" y="6503"/>
                    <a:pt x="6050" y="621"/>
                    <a:pt x="13108" y="33"/>
                  </a:cubicBezTo>
                  <a:cubicBezTo>
                    <a:pt x="13311" y="16"/>
                    <a:pt x="13507" y="6"/>
                    <a:pt x="13698" y="2"/>
                  </a:cubicBezTo>
                  <a:lnTo>
                    <a:pt x="13698" y="2"/>
                  </a:lnTo>
                  <a:cubicBezTo>
                    <a:pt x="13620" y="1"/>
                    <a:pt x="13541" y="0"/>
                    <a:pt x="13462" y="0"/>
                  </a:cubicBezTo>
                  <a:close/>
                  <a:moveTo>
                    <a:pt x="19325" y="1377"/>
                  </a:moveTo>
                  <a:lnTo>
                    <a:pt x="19073" y="1882"/>
                  </a:lnTo>
                  <a:cubicBezTo>
                    <a:pt x="25207" y="5074"/>
                    <a:pt x="27727" y="12552"/>
                    <a:pt x="24619" y="18769"/>
                  </a:cubicBezTo>
                  <a:cubicBezTo>
                    <a:pt x="24199" y="19610"/>
                    <a:pt x="23694" y="20366"/>
                    <a:pt x="23106" y="21038"/>
                  </a:cubicBezTo>
                  <a:cubicBezTo>
                    <a:pt x="23947" y="20366"/>
                    <a:pt x="24619" y="19358"/>
                    <a:pt x="25039" y="18433"/>
                  </a:cubicBezTo>
                  <a:cubicBezTo>
                    <a:pt x="28147" y="12216"/>
                    <a:pt x="25627" y="4654"/>
                    <a:pt x="19325" y="1377"/>
                  </a:cubicBezTo>
                  <a:close/>
                  <a:moveTo>
                    <a:pt x="1261" y="16753"/>
                  </a:moveTo>
                  <a:cubicBezTo>
                    <a:pt x="1513" y="17677"/>
                    <a:pt x="2017" y="18769"/>
                    <a:pt x="2690" y="19610"/>
                  </a:cubicBezTo>
                  <a:cubicBezTo>
                    <a:pt x="5157" y="23364"/>
                    <a:pt x="9301" y="25372"/>
                    <a:pt x="13528" y="25372"/>
                  </a:cubicBezTo>
                  <a:cubicBezTo>
                    <a:pt x="15923" y="25372"/>
                    <a:pt x="18344" y="24728"/>
                    <a:pt x="20502" y="23391"/>
                  </a:cubicBezTo>
                  <a:lnTo>
                    <a:pt x="20334" y="22970"/>
                  </a:lnTo>
                  <a:cubicBezTo>
                    <a:pt x="18163" y="24297"/>
                    <a:pt x="15765" y="24931"/>
                    <a:pt x="13400" y="24931"/>
                  </a:cubicBezTo>
                  <a:cubicBezTo>
                    <a:pt x="9174" y="24931"/>
                    <a:pt x="5053" y="22907"/>
                    <a:pt x="2522" y="19190"/>
                  </a:cubicBezTo>
                  <a:cubicBezTo>
                    <a:pt x="2017" y="18433"/>
                    <a:pt x="1597" y="17593"/>
                    <a:pt x="1261" y="16753"/>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 name="Google Shape;997;p22"/>
            <p:cNvSpPr/>
            <p:nvPr/>
          </p:nvSpPr>
          <p:spPr>
            <a:xfrm>
              <a:off x="456575" y="1406050"/>
              <a:ext cx="472625" cy="429750"/>
            </a:xfrm>
            <a:custGeom>
              <a:avLst/>
              <a:gdLst/>
              <a:ahLst/>
              <a:cxnLst/>
              <a:rect l="l" t="t" r="r" b="b"/>
              <a:pathLst>
                <a:path w="18905" h="17190" extrusionOk="0">
                  <a:moveTo>
                    <a:pt x="10344" y="141"/>
                  </a:moveTo>
                  <a:cubicBezTo>
                    <a:pt x="10424" y="150"/>
                    <a:pt x="10505" y="159"/>
                    <a:pt x="10586" y="168"/>
                  </a:cubicBezTo>
                  <a:cubicBezTo>
                    <a:pt x="10504" y="158"/>
                    <a:pt x="10424" y="149"/>
                    <a:pt x="10344" y="141"/>
                  </a:cubicBezTo>
                  <a:close/>
                  <a:moveTo>
                    <a:pt x="8402" y="0"/>
                  </a:moveTo>
                  <a:cubicBezTo>
                    <a:pt x="3529" y="336"/>
                    <a:pt x="0" y="4285"/>
                    <a:pt x="168" y="8990"/>
                  </a:cubicBezTo>
                  <a:lnTo>
                    <a:pt x="504" y="8990"/>
                  </a:lnTo>
                  <a:cubicBezTo>
                    <a:pt x="252" y="4369"/>
                    <a:pt x="3949" y="420"/>
                    <a:pt x="8654" y="84"/>
                  </a:cubicBezTo>
                  <a:cubicBezTo>
                    <a:pt x="9244" y="84"/>
                    <a:pt x="9769" y="84"/>
                    <a:pt x="10344" y="141"/>
                  </a:cubicBezTo>
                  <a:lnTo>
                    <a:pt x="10344" y="141"/>
                  </a:lnTo>
                  <a:cubicBezTo>
                    <a:pt x="9684" y="67"/>
                    <a:pt x="9076" y="0"/>
                    <a:pt x="8402" y="0"/>
                  </a:cubicBezTo>
                  <a:close/>
                  <a:moveTo>
                    <a:pt x="12939" y="1008"/>
                  </a:moveTo>
                  <a:lnTo>
                    <a:pt x="12771" y="1344"/>
                  </a:lnTo>
                  <a:cubicBezTo>
                    <a:pt x="16972" y="3529"/>
                    <a:pt x="18652" y="8570"/>
                    <a:pt x="16552" y="12771"/>
                  </a:cubicBezTo>
                  <a:cubicBezTo>
                    <a:pt x="16300" y="13359"/>
                    <a:pt x="15964" y="13863"/>
                    <a:pt x="15544" y="14367"/>
                  </a:cubicBezTo>
                  <a:cubicBezTo>
                    <a:pt x="16048" y="13779"/>
                    <a:pt x="16468" y="13107"/>
                    <a:pt x="16804" y="12519"/>
                  </a:cubicBezTo>
                  <a:cubicBezTo>
                    <a:pt x="18904" y="8318"/>
                    <a:pt x="17224" y="3109"/>
                    <a:pt x="12939" y="1008"/>
                  </a:cubicBezTo>
                  <a:close/>
                  <a:moveTo>
                    <a:pt x="672" y="11175"/>
                  </a:moveTo>
                  <a:cubicBezTo>
                    <a:pt x="924" y="12099"/>
                    <a:pt x="1260" y="12687"/>
                    <a:pt x="1680" y="13359"/>
                  </a:cubicBezTo>
                  <a:cubicBezTo>
                    <a:pt x="3338" y="15819"/>
                    <a:pt x="6119" y="17190"/>
                    <a:pt x="8983" y="17190"/>
                  </a:cubicBezTo>
                  <a:cubicBezTo>
                    <a:pt x="10619" y="17190"/>
                    <a:pt x="12283" y="16743"/>
                    <a:pt x="13779" y="15796"/>
                  </a:cubicBezTo>
                  <a:lnTo>
                    <a:pt x="13527" y="15544"/>
                  </a:lnTo>
                  <a:cubicBezTo>
                    <a:pt x="12094" y="16439"/>
                    <a:pt x="10503" y="16868"/>
                    <a:pt x="8925" y="16868"/>
                  </a:cubicBezTo>
                  <a:cubicBezTo>
                    <a:pt x="6062" y="16868"/>
                    <a:pt x="3246" y="15455"/>
                    <a:pt x="1512" y="12855"/>
                  </a:cubicBezTo>
                  <a:cubicBezTo>
                    <a:pt x="1260" y="12351"/>
                    <a:pt x="924" y="11847"/>
                    <a:pt x="672" y="11175"/>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wo columns 3">
  <p:cSld name="CUSTOM_13">
    <p:spTree>
      <p:nvGrpSpPr>
        <p:cNvPr id="1" name="Shape 998"/>
        <p:cNvGrpSpPr/>
        <p:nvPr/>
      </p:nvGrpSpPr>
      <p:grpSpPr>
        <a:xfrm>
          <a:off x="0" y="0"/>
          <a:ext cx="0" cy="0"/>
          <a:chOff x="0" y="0"/>
          <a:chExt cx="0" cy="0"/>
        </a:xfrm>
      </p:grpSpPr>
      <p:pic>
        <p:nvPicPr>
          <p:cNvPr id="999" name="Google Shape;999;p23"/>
          <p:cNvPicPr preferRelativeResize="0"/>
          <p:nvPr/>
        </p:nvPicPr>
        <p:blipFill rotWithShape="1">
          <a:blip r:embed="rId2">
            <a:alphaModFix/>
          </a:blip>
          <a:srcRect/>
          <a:stretch/>
        </p:blipFill>
        <p:spPr>
          <a:xfrm rot="5400000">
            <a:off x="-830138" y="830137"/>
            <a:ext cx="4161325" cy="2501050"/>
          </a:xfrm>
          <a:prstGeom prst="rect">
            <a:avLst/>
          </a:prstGeom>
          <a:noFill/>
          <a:ln>
            <a:noFill/>
          </a:ln>
        </p:spPr>
      </p:pic>
      <p:sp>
        <p:nvSpPr>
          <p:cNvPr id="1000" name="Google Shape;1000;p2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6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001" name="Google Shape;1001;p23"/>
          <p:cNvSpPr txBox="1">
            <a:spLocks noGrp="1"/>
          </p:cNvSpPr>
          <p:nvPr>
            <p:ph type="subTitle" idx="1"/>
          </p:nvPr>
        </p:nvSpPr>
        <p:spPr>
          <a:xfrm>
            <a:off x="4792075" y="3698450"/>
            <a:ext cx="3638700" cy="697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800"/>
              <a:buNone/>
              <a:defRPr b="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1002" name="Google Shape;1002;p23"/>
          <p:cNvSpPr txBox="1">
            <a:spLocks noGrp="1"/>
          </p:cNvSpPr>
          <p:nvPr>
            <p:ph type="subTitle" idx="2"/>
          </p:nvPr>
        </p:nvSpPr>
        <p:spPr>
          <a:xfrm>
            <a:off x="4792075" y="2011250"/>
            <a:ext cx="3638700" cy="697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800"/>
              <a:buNone/>
              <a:defRPr b="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1003" name="Google Shape;1003;p23"/>
          <p:cNvSpPr txBox="1">
            <a:spLocks noGrp="1"/>
          </p:cNvSpPr>
          <p:nvPr>
            <p:ph type="subTitle" idx="3"/>
          </p:nvPr>
        </p:nvSpPr>
        <p:spPr>
          <a:xfrm>
            <a:off x="4792075" y="3186475"/>
            <a:ext cx="3638700" cy="6123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ed Hat Display Black"/>
              <a:buNone/>
              <a:defRPr sz="1600" b="1">
                <a:solidFill>
                  <a:schemeClr val="dk1"/>
                </a:solidFill>
                <a:latin typeface="Syncopate"/>
                <a:ea typeface="Syncopate"/>
                <a:cs typeface="Syncopate"/>
                <a:sym typeface="Syncopate"/>
              </a:defRPr>
            </a:lvl1pPr>
            <a:lvl2pPr lvl="1" algn="ctr" rtl="0">
              <a:lnSpc>
                <a:spcPct val="100000"/>
              </a:lnSpc>
              <a:spcBef>
                <a:spcPts val="0"/>
              </a:spcBef>
              <a:spcAft>
                <a:spcPts val="0"/>
              </a:spcAft>
              <a:buSzPts val="2400"/>
              <a:buFont typeface="Red Hat Display Black"/>
              <a:buNone/>
              <a:defRPr sz="2400">
                <a:latin typeface="Red Hat Display Black"/>
                <a:ea typeface="Red Hat Display Black"/>
                <a:cs typeface="Red Hat Display Black"/>
                <a:sym typeface="Red Hat Display Black"/>
              </a:defRPr>
            </a:lvl2pPr>
            <a:lvl3pPr lvl="2" algn="ctr" rtl="0">
              <a:lnSpc>
                <a:spcPct val="100000"/>
              </a:lnSpc>
              <a:spcBef>
                <a:spcPts val="0"/>
              </a:spcBef>
              <a:spcAft>
                <a:spcPts val="0"/>
              </a:spcAft>
              <a:buSzPts val="2400"/>
              <a:buFont typeface="Red Hat Display Black"/>
              <a:buNone/>
              <a:defRPr sz="2400">
                <a:latin typeface="Red Hat Display Black"/>
                <a:ea typeface="Red Hat Display Black"/>
                <a:cs typeface="Red Hat Display Black"/>
                <a:sym typeface="Red Hat Display Black"/>
              </a:defRPr>
            </a:lvl3pPr>
            <a:lvl4pPr lvl="3" algn="ctr" rtl="0">
              <a:lnSpc>
                <a:spcPct val="100000"/>
              </a:lnSpc>
              <a:spcBef>
                <a:spcPts val="0"/>
              </a:spcBef>
              <a:spcAft>
                <a:spcPts val="0"/>
              </a:spcAft>
              <a:buSzPts val="2400"/>
              <a:buFont typeface="Red Hat Display Black"/>
              <a:buNone/>
              <a:defRPr sz="2400">
                <a:latin typeface="Red Hat Display Black"/>
                <a:ea typeface="Red Hat Display Black"/>
                <a:cs typeface="Red Hat Display Black"/>
                <a:sym typeface="Red Hat Display Black"/>
              </a:defRPr>
            </a:lvl4pPr>
            <a:lvl5pPr lvl="4" algn="ctr" rtl="0">
              <a:lnSpc>
                <a:spcPct val="100000"/>
              </a:lnSpc>
              <a:spcBef>
                <a:spcPts val="0"/>
              </a:spcBef>
              <a:spcAft>
                <a:spcPts val="0"/>
              </a:spcAft>
              <a:buSzPts val="2400"/>
              <a:buFont typeface="Red Hat Display Black"/>
              <a:buNone/>
              <a:defRPr sz="2400">
                <a:latin typeface="Red Hat Display Black"/>
                <a:ea typeface="Red Hat Display Black"/>
                <a:cs typeface="Red Hat Display Black"/>
                <a:sym typeface="Red Hat Display Black"/>
              </a:defRPr>
            </a:lvl5pPr>
            <a:lvl6pPr lvl="5" algn="ctr" rtl="0">
              <a:lnSpc>
                <a:spcPct val="100000"/>
              </a:lnSpc>
              <a:spcBef>
                <a:spcPts val="0"/>
              </a:spcBef>
              <a:spcAft>
                <a:spcPts val="0"/>
              </a:spcAft>
              <a:buSzPts val="2400"/>
              <a:buFont typeface="Red Hat Display Black"/>
              <a:buNone/>
              <a:defRPr sz="2400">
                <a:latin typeface="Red Hat Display Black"/>
                <a:ea typeface="Red Hat Display Black"/>
                <a:cs typeface="Red Hat Display Black"/>
                <a:sym typeface="Red Hat Display Black"/>
              </a:defRPr>
            </a:lvl6pPr>
            <a:lvl7pPr lvl="6" algn="ctr" rtl="0">
              <a:lnSpc>
                <a:spcPct val="100000"/>
              </a:lnSpc>
              <a:spcBef>
                <a:spcPts val="0"/>
              </a:spcBef>
              <a:spcAft>
                <a:spcPts val="0"/>
              </a:spcAft>
              <a:buSzPts val="2400"/>
              <a:buFont typeface="Red Hat Display Black"/>
              <a:buNone/>
              <a:defRPr sz="2400">
                <a:latin typeface="Red Hat Display Black"/>
                <a:ea typeface="Red Hat Display Black"/>
                <a:cs typeface="Red Hat Display Black"/>
                <a:sym typeface="Red Hat Display Black"/>
              </a:defRPr>
            </a:lvl7pPr>
            <a:lvl8pPr lvl="7" algn="ctr" rtl="0">
              <a:lnSpc>
                <a:spcPct val="100000"/>
              </a:lnSpc>
              <a:spcBef>
                <a:spcPts val="0"/>
              </a:spcBef>
              <a:spcAft>
                <a:spcPts val="0"/>
              </a:spcAft>
              <a:buSzPts val="2400"/>
              <a:buFont typeface="Red Hat Display Black"/>
              <a:buNone/>
              <a:defRPr sz="2400">
                <a:latin typeface="Red Hat Display Black"/>
                <a:ea typeface="Red Hat Display Black"/>
                <a:cs typeface="Red Hat Display Black"/>
                <a:sym typeface="Red Hat Display Black"/>
              </a:defRPr>
            </a:lvl8pPr>
            <a:lvl9pPr lvl="8" algn="ctr" rtl="0">
              <a:lnSpc>
                <a:spcPct val="100000"/>
              </a:lnSpc>
              <a:spcBef>
                <a:spcPts val="0"/>
              </a:spcBef>
              <a:spcAft>
                <a:spcPts val="0"/>
              </a:spcAft>
              <a:buSzPts val="2400"/>
              <a:buFont typeface="Red Hat Display Black"/>
              <a:buNone/>
              <a:defRPr sz="2400">
                <a:latin typeface="Red Hat Display Black"/>
                <a:ea typeface="Red Hat Display Black"/>
                <a:cs typeface="Red Hat Display Black"/>
                <a:sym typeface="Red Hat Display Black"/>
              </a:defRPr>
            </a:lvl9pPr>
          </a:lstStyle>
          <a:p>
            <a:endParaRPr/>
          </a:p>
        </p:txBody>
      </p:sp>
      <p:sp>
        <p:nvSpPr>
          <p:cNvPr id="1004" name="Google Shape;1004;p23"/>
          <p:cNvSpPr txBox="1">
            <a:spLocks noGrp="1"/>
          </p:cNvSpPr>
          <p:nvPr>
            <p:ph type="subTitle" idx="4"/>
          </p:nvPr>
        </p:nvSpPr>
        <p:spPr>
          <a:xfrm>
            <a:off x="4792025" y="1499250"/>
            <a:ext cx="3638700" cy="6123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ed Hat Display Black"/>
              <a:buNone/>
              <a:defRPr sz="1600" b="1">
                <a:solidFill>
                  <a:schemeClr val="dk1"/>
                </a:solidFill>
                <a:latin typeface="Syncopate"/>
                <a:ea typeface="Syncopate"/>
                <a:cs typeface="Syncopate"/>
                <a:sym typeface="Syncopate"/>
              </a:defRPr>
            </a:lvl1pPr>
            <a:lvl2pPr lvl="1" algn="ctr" rtl="0">
              <a:lnSpc>
                <a:spcPct val="100000"/>
              </a:lnSpc>
              <a:spcBef>
                <a:spcPts val="0"/>
              </a:spcBef>
              <a:spcAft>
                <a:spcPts val="0"/>
              </a:spcAft>
              <a:buSzPts val="2400"/>
              <a:buFont typeface="Red Hat Display Black"/>
              <a:buNone/>
              <a:defRPr sz="2400">
                <a:latin typeface="Red Hat Display Black"/>
                <a:ea typeface="Red Hat Display Black"/>
                <a:cs typeface="Red Hat Display Black"/>
                <a:sym typeface="Red Hat Display Black"/>
              </a:defRPr>
            </a:lvl2pPr>
            <a:lvl3pPr lvl="2" algn="ctr" rtl="0">
              <a:lnSpc>
                <a:spcPct val="100000"/>
              </a:lnSpc>
              <a:spcBef>
                <a:spcPts val="0"/>
              </a:spcBef>
              <a:spcAft>
                <a:spcPts val="0"/>
              </a:spcAft>
              <a:buSzPts val="2400"/>
              <a:buFont typeface="Red Hat Display Black"/>
              <a:buNone/>
              <a:defRPr sz="2400">
                <a:latin typeface="Red Hat Display Black"/>
                <a:ea typeface="Red Hat Display Black"/>
                <a:cs typeface="Red Hat Display Black"/>
                <a:sym typeface="Red Hat Display Black"/>
              </a:defRPr>
            </a:lvl3pPr>
            <a:lvl4pPr lvl="3" algn="ctr" rtl="0">
              <a:lnSpc>
                <a:spcPct val="100000"/>
              </a:lnSpc>
              <a:spcBef>
                <a:spcPts val="0"/>
              </a:spcBef>
              <a:spcAft>
                <a:spcPts val="0"/>
              </a:spcAft>
              <a:buSzPts val="2400"/>
              <a:buFont typeface="Red Hat Display Black"/>
              <a:buNone/>
              <a:defRPr sz="2400">
                <a:latin typeface="Red Hat Display Black"/>
                <a:ea typeface="Red Hat Display Black"/>
                <a:cs typeface="Red Hat Display Black"/>
                <a:sym typeface="Red Hat Display Black"/>
              </a:defRPr>
            </a:lvl4pPr>
            <a:lvl5pPr lvl="4" algn="ctr" rtl="0">
              <a:lnSpc>
                <a:spcPct val="100000"/>
              </a:lnSpc>
              <a:spcBef>
                <a:spcPts val="0"/>
              </a:spcBef>
              <a:spcAft>
                <a:spcPts val="0"/>
              </a:spcAft>
              <a:buSzPts val="2400"/>
              <a:buFont typeface="Red Hat Display Black"/>
              <a:buNone/>
              <a:defRPr sz="2400">
                <a:latin typeface="Red Hat Display Black"/>
                <a:ea typeface="Red Hat Display Black"/>
                <a:cs typeface="Red Hat Display Black"/>
                <a:sym typeface="Red Hat Display Black"/>
              </a:defRPr>
            </a:lvl5pPr>
            <a:lvl6pPr lvl="5" algn="ctr" rtl="0">
              <a:lnSpc>
                <a:spcPct val="100000"/>
              </a:lnSpc>
              <a:spcBef>
                <a:spcPts val="0"/>
              </a:spcBef>
              <a:spcAft>
                <a:spcPts val="0"/>
              </a:spcAft>
              <a:buSzPts val="2400"/>
              <a:buFont typeface="Red Hat Display Black"/>
              <a:buNone/>
              <a:defRPr sz="2400">
                <a:latin typeface="Red Hat Display Black"/>
                <a:ea typeface="Red Hat Display Black"/>
                <a:cs typeface="Red Hat Display Black"/>
                <a:sym typeface="Red Hat Display Black"/>
              </a:defRPr>
            </a:lvl6pPr>
            <a:lvl7pPr lvl="6" algn="ctr" rtl="0">
              <a:lnSpc>
                <a:spcPct val="100000"/>
              </a:lnSpc>
              <a:spcBef>
                <a:spcPts val="0"/>
              </a:spcBef>
              <a:spcAft>
                <a:spcPts val="0"/>
              </a:spcAft>
              <a:buSzPts val="2400"/>
              <a:buFont typeface="Red Hat Display Black"/>
              <a:buNone/>
              <a:defRPr sz="2400">
                <a:latin typeface="Red Hat Display Black"/>
                <a:ea typeface="Red Hat Display Black"/>
                <a:cs typeface="Red Hat Display Black"/>
                <a:sym typeface="Red Hat Display Black"/>
              </a:defRPr>
            </a:lvl7pPr>
            <a:lvl8pPr lvl="7" algn="ctr" rtl="0">
              <a:lnSpc>
                <a:spcPct val="100000"/>
              </a:lnSpc>
              <a:spcBef>
                <a:spcPts val="0"/>
              </a:spcBef>
              <a:spcAft>
                <a:spcPts val="0"/>
              </a:spcAft>
              <a:buSzPts val="2400"/>
              <a:buFont typeface="Red Hat Display Black"/>
              <a:buNone/>
              <a:defRPr sz="2400">
                <a:latin typeface="Red Hat Display Black"/>
                <a:ea typeface="Red Hat Display Black"/>
                <a:cs typeface="Red Hat Display Black"/>
                <a:sym typeface="Red Hat Display Black"/>
              </a:defRPr>
            </a:lvl8pPr>
            <a:lvl9pPr lvl="8" algn="ctr" rtl="0">
              <a:lnSpc>
                <a:spcPct val="100000"/>
              </a:lnSpc>
              <a:spcBef>
                <a:spcPts val="0"/>
              </a:spcBef>
              <a:spcAft>
                <a:spcPts val="0"/>
              </a:spcAft>
              <a:buSzPts val="2400"/>
              <a:buFont typeface="Red Hat Display Black"/>
              <a:buNone/>
              <a:defRPr sz="2400">
                <a:latin typeface="Red Hat Display Black"/>
                <a:ea typeface="Red Hat Display Black"/>
                <a:cs typeface="Red Hat Display Black"/>
                <a:sym typeface="Red Hat Display Black"/>
              </a:defRPr>
            </a:lvl9pPr>
          </a:lstStyle>
          <a:p>
            <a:endParaRPr/>
          </a:p>
        </p:txBody>
      </p:sp>
      <p:sp>
        <p:nvSpPr>
          <p:cNvPr id="1005" name="Google Shape;1005;p23"/>
          <p:cNvSpPr/>
          <p:nvPr/>
        </p:nvSpPr>
        <p:spPr>
          <a:xfrm flipH="1">
            <a:off x="-276740" y="4617203"/>
            <a:ext cx="9697465" cy="527901"/>
          </a:xfrm>
          <a:custGeom>
            <a:avLst/>
            <a:gdLst/>
            <a:ahLst/>
            <a:cxnLst/>
            <a:rect l="l" t="t" r="r" b="b"/>
            <a:pathLst>
              <a:path w="308689" h="50833" extrusionOk="0">
                <a:moveTo>
                  <a:pt x="10839" y="0"/>
                </a:moveTo>
                <a:cubicBezTo>
                  <a:pt x="4790" y="0"/>
                  <a:pt x="1" y="4201"/>
                  <a:pt x="1" y="9411"/>
                </a:cubicBezTo>
                <a:lnTo>
                  <a:pt x="1" y="41506"/>
                </a:lnTo>
                <a:cubicBezTo>
                  <a:pt x="1" y="46631"/>
                  <a:pt x="4874" y="50832"/>
                  <a:pt x="10839" y="50832"/>
                </a:cubicBezTo>
                <a:lnTo>
                  <a:pt x="297850" y="50832"/>
                </a:lnTo>
                <a:cubicBezTo>
                  <a:pt x="303815" y="50832"/>
                  <a:pt x="308688" y="46631"/>
                  <a:pt x="308688" y="41506"/>
                </a:cubicBezTo>
                <a:lnTo>
                  <a:pt x="308688" y="9411"/>
                </a:lnTo>
                <a:cubicBezTo>
                  <a:pt x="308688" y="4201"/>
                  <a:pt x="303815" y="0"/>
                  <a:pt x="297850" y="0"/>
                </a:cubicBezTo>
                <a:close/>
              </a:path>
            </a:pathLst>
          </a:custGeom>
          <a:solidFill>
            <a:srgbClr val="97B8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1006;p23"/>
          <p:cNvSpPr/>
          <p:nvPr/>
        </p:nvSpPr>
        <p:spPr>
          <a:xfrm flipH="1">
            <a:off x="1066475" y="4695074"/>
            <a:ext cx="2082563" cy="372147"/>
          </a:xfrm>
          <a:custGeom>
            <a:avLst/>
            <a:gdLst/>
            <a:ahLst/>
            <a:cxnLst/>
            <a:rect l="l" t="t" r="r" b="b"/>
            <a:pathLst>
              <a:path w="66292" h="16805" extrusionOk="0">
                <a:moveTo>
                  <a:pt x="4117" y="0"/>
                </a:moveTo>
                <a:cubicBezTo>
                  <a:pt x="1849" y="0"/>
                  <a:pt x="1" y="1765"/>
                  <a:pt x="1" y="3949"/>
                </a:cubicBezTo>
                <a:cubicBezTo>
                  <a:pt x="1" y="6218"/>
                  <a:pt x="1933" y="7982"/>
                  <a:pt x="4117" y="7982"/>
                </a:cubicBezTo>
                <a:lnTo>
                  <a:pt x="4454" y="7982"/>
                </a:lnTo>
                <a:cubicBezTo>
                  <a:pt x="4370" y="8318"/>
                  <a:pt x="4370" y="8738"/>
                  <a:pt x="4370" y="8990"/>
                </a:cubicBezTo>
                <a:cubicBezTo>
                  <a:pt x="4370" y="11763"/>
                  <a:pt x="6554" y="13863"/>
                  <a:pt x="9327" y="13863"/>
                </a:cubicBezTo>
                <a:lnTo>
                  <a:pt x="23358" y="13863"/>
                </a:lnTo>
                <a:lnTo>
                  <a:pt x="23358" y="14283"/>
                </a:lnTo>
                <a:cubicBezTo>
                  <a:pt x="23358" y="15628"/>
                  <a:pt x="24534" y="16804"/>
                  <a:pt x="25963" y="16804"/>
                </a:cubicBezTo>
                <a:lnTo>
                  <a:pt x="63687" y="16804"/>
                </a:lnTo>
                <a:cubicBezTo>
                  <a:pt x="65200" y="16804"/>
                  <a:pt x="66292" y="15628"/>
                  <a:pt x="66292" y="14283"/>
                </a:cubicBezTo>
                <a:cubicBezTo>
                  <a:pt x="66292" y="12939"/>
                  <a:pt x="65200" y="11763"/>
                  <a:pt x="63687" y="11763"/>
                </a:cubicBezTo>
                <a:lnTo>
                  <a:pt x="49404" y="11763"/>
                </a:lnTo>
                <a:cubicBezTo>
                  <a:pt x="49908" y="11007"/>
                  <a:pt x="50244" y="10082"/>
                  <a:pt x="50244" y="8990"/>
                </a:cubicBezTo>
                <a:cubicBezTo>
                  <a:pt x="50244" y="8738"/>
                  <a:pt x="50244" y="8318"/>
                  <a:pt x="50160" y="7982"/>
                </a:cubicBezTo>
                <a:lnTo>
                  <a:pt x="59990" y="7982"/>
                </a:lnTo>
                <a:cubicBezTo>
                  <a:pt x="62343" y="7982"/>
                  <a:pt x="64107" y="6218"/>
                  <a:pt x="64107" y="3949"/>
                </a:cubicBezTo>
                <a:cubicBezTo>
                  <a:pt x="64107" y="1765"/>
                  <a:pt x="62259" y="0"/>
                  <a:pt x="5999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1007;p23"/>
          <p:cNvSpPr/>
          <p:nvPr/>
        </p:nvSpPr>
        <p:spPr>
          <a:xfrm flipH="1">
            <a:off x="7921279" y="342492"/>
            <a:ext cx="733766" cy="394001"/>
          </a:xfrm>
          <a:custGeom>
            <a:avLst/>
            <a:gdLst/>
            <a:ahLst/>
            <a:cxnLst/>
            <a:rect l="l" t="t" r="r" b="b"/>
            <a:pathLst>
              <a:path w="12520" h="6723" extrusionOk="0">
                <a:moveTo>
                  <a:pt x="11259" y="2774"/>
                </a:moveTo>
                <a:lnTo>
                  <a:pt x="10251" y="2774"/>
                </a:lnTo>
                <a:cubicBezTo>
                  <a:pt x="10251" y="2606"/>
                  <a:pt x="10335" y="2522"/>
                  <a:pt x="10335" y="2438"/>
                </a:cubicBezTo>
                <a:cubicBezTo>
                  <a:pt x="10335" y="1765"/>
                  <a:pt x="9831" y="1261"/>
                  <a:pt x="9159" y="1261"/>
                </a:cubicBezTo>
                <a:lnTo>
                  <a:pt x="8235" y="1261"/>
                </a:lnTo>
                <a:lnTo>
                  <a:pt x="8235" y="1009"/>
                </a:lnTo>
                <a:cubicBezTo>
                  <a:pt x="8235" y="505"/>
                  <a:pt x="7815" y="1"/>
                  <a:pt x="7142" y="1"/>
                </a:cubicBezTo>
                <a:lnTo>
                  <a:pt x="5126" y="1"/>
                </a:lnTo>
                <a:cubicBezTo>
                  <a:pt x="4622" y="1"/>
                  <a:pt x="4202" y="337"/>
                  <a:pt x="4118" y="841"/>
                </a:cubicBezTo>
                <a:lnTo>
                  <a:pt x="3530" y="841"/>
                </a:lnTo>
                <a:cubicBezTo>
                  <a:pt x="2857" y="841"/>
                  <a:pt x="2269" y="1345"/>
                  <a:pt x="2269" y="2017"/>
                </a:cubicBezTo>
                <a:lnTo>
                  <a:pt x="1429" y="2017"/>
                </a:lnTo>
                <a:cubicBezTo>
                  <a:pt x="673" y="2017"/>
                  <a:pt x="1" y="2606"/>
                  <a:pt x="1" y="3362"/>
                </a:cubicBezTo>
                <a:cubicBezTo>
                  <a:pt x="1" y="4118"/>
                  <a:pt x="673" y="4706"/>
                  <a:pt x="1429" y="4706"/>
                </a:cubicBezTo>
                <a:lnTo>
                  <a:pt x="2101" y="4706"/>
                </a:lnTo>
                <a:cubicBezTo>
                  <a:pt x="2353" y="5210"/>
                  <a:pt x="2857" y="5630"/>
                  <a:pt x="3530" y="5630"/>
                </a:cubicBezTo>
                <a:lnTo>
                  <a:pt x="3614" y="5630"/>
                </a:lnTo>
                <a:cubicBezTo>
                  <a:pt x="3698" y="6302"/>
                  <a:pt x="4118" y="6723"/>
                  <a:pt x="4874" y="6723"/>
                </a:cubicBezTo>
                <a:lnTo>
                  <a:pt x="6722" y="6723"/>
                </a:lnTo>
                <a:cubicBezTo>
                  <a:pt x="7394" y="6723"/>
                  <a:pt x="7899" y="6302"/>
                  <a:pt x="7983" y="5630"/>
                </a:cubicBezTo>
                <a:lnTo>
                  <a:pt x="8235" y="5630"/>
                </a:lnTo>
                <a:cubicBezTo>
                  <a:pt x="8655" y="5630"/>
                  <a:pt x="9075" y="5462"/>
                  <a:pt x="9327" y="5126"/>
                </a:cubicBezTo>
                <a:lnTo>
                  <a:pt x="11259" y="5126"/>
                </a:lnTo>
                <a:cubicBezTo>
                  <a:pt x="11847" y="5126"/>
                  <a:pt x="12520" y="4622"/>
                  <a:pt x="12520" y="3950"/>
                </a:cubicBezTo>
                <a:cubicBezTo>
                  <a:pt x="12436" y="3278"/>
                  <a:pt x="11931" y="2774"/>
                  <a:pt x="11259" y="277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 name="Google Shape;1008;p23"/>
          <p:cNvSpPr/>
          <p:nvPr/>
        </p:nvSpPr>
        <p:spPr>
          <a:xfrm>
            <a:off x="8191629" y="851154"/>
            <a:ext cx="733766" cy="394001"/>
          </a:xfrm>
          <a:custGeom>
            <a:avLst/>
            <a:gdLst/>
            <a:ahLst/>
            <a:cxnLst/>
            <a:rect l="l" t="t" r="r" b="b"/>
            <a:pathLst>
              <a:path w="12520" h="6723" extrusionOk="0">
                <a:moveTo>
                  <a:pt x="11259" y="2774"/>
                </a:moveTo>
                <a:lnTo>
                  <a:pt x="10251" y="2774"/>
                </a:lnTo>
                <a:cubicBezTo>
                  <a:pt x="10251" y="2606"/>
                  <a:pt x="10335" y="2522"/>
                  <a:pt x="10335" y="2438"/>
                </a:cubicBezTo>
                <a:cubicBezTo>
                  <a:pt x="10335" y="1765"/>
                  <a:pt x="9831" y="1261"/>
                  <a:pt x="9159" y="1261"/>
                </a:cubicBezTo>
                <a:lnTo>
                  <a:pt x="8235" y="1261"/>
                </a:lnTo>
                <a:lnTo>
                  <a:pt x="8235" y="1009"/>
                </a:lnTo>
                <a:cubicBezTo>
                  <a:pt x="8235" y="505"/>
                  <a:pt x="7815" y="1"/>
                  <a:pt x="7142" y="1"/>
                </a:cubicBezTo>
                <a:lnTo>
                  <a:pt x="5126" y="1"/>
                </a:lnTo>
                <a:cubicBezTo>
                  <a:pt x="4622" y="1"/>
                  <a:pt x="4202" y="337"/>
                  <a:pt x="4118" y="841"/>
                </a:cubicBezTo>
                <a:lnTo>
                  <a:pt x="3530" y="841"/>
                </a:lnTo>
                <a:cubicBezTo>
                  <a:pt x="2857" y="841"/>
                  <a:pt x="2269" y="1345"/>
                  <a:pt x="2269" y="2017"/>
                </a:cubicBezTo>
                <a:lnTo>
                  <a:pt x="1429" y="2017"/>
                </a:lnTo>
                <a:cubicBezTo>
                  <a:pt x="673" y="2017"/>
                  <a:pt x="1" y="2606"/>
                  <a:pt x="1" y="3362"/>
                </a:cubicBezTo>
                <a:cubicBezTo>
                  <a:pt x="1" y="4118"/>
                  <a:pt x="673" y="4706"/>
                  <a:pt x="1429" y="4706"/>
                </a:cubicBezTo>
                <a:lnTo>
                  <a:pt x="2101" y="4706"/>
                </a:lnTo>
                <a:cubicBezTo>
                  <a:pt x="2353" y="5210"/>
                  <a:pt x="2857" y="5630"/>
                  <a:pt x="3530" y="5630"/>
                </a:cubicBezTo>
                <a:lnTo>
                  <a:pt x="3614" y="5630"/>
                </a:lnTo>
                <a:cubicBezTo>
                  <a:pt x="3698" y="6302"/>
                  <a:pt x="4118" y="6723"/>
                  <a:pt x="4874" y="6723"/>
                </a:cubicBezTo>
                <a:lnTo>
                  <a:pt x="6722" y="6723"/>
                </a:lnTo>
                <a:cubicBezTo>
                  <a:pt x="7394" y="6723"/>
                  <a:pt x="7899" y="6302"/>
                  <a:pt x="7983" y="5630"/>
                </a:cubicBezTo>
                <a:lnTo>
                  <a:pt x="8235" y="5630"/>
                </a:lnTo>
                <a:cubicBezTo>
                  <a:pt x="8655" y="5630"/>
                  <a:pt x="9075" y="5462"/>
                  <a:pt x="9327" y="5126"/>
                </a:cubicBezTo>
                <a:lnTo>
                  <a:pt x="11259" y="5126"/>
                </a:lnTo>
                <a:cubicBezTo>
                  <a:pt x="11847" y="5126"/>
                  <a:pt x="12520" y="4622"/>
                  <a:pt x="12520" y="3950"/>
                </a:cubicBezTo>
                <a:cubicBezTo>
                  <a:pt x="12436" y="3278"/>
                  <a:pt x="11931" y="2774"/>
                  <a:pt x="11259" y="277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 name="Google Shape;1009;p23"/>
          <p:cNvSpPr/>
          <p:nvPr/>
        </p:nvSpPr>
        <p:spPr>
          <a:xfrm>
            <a:off x="498059" y="519006"/>
            <a:ext cx="430344" cy="424734"/>
          </a:xfrm>
          <a:custGeom>
            <a:avLst/>
            <a:gdLst/>
            <a:ahLst/>
            <a:cxnLst/>
            <a:rect l="l" t="t" r="r" b="b"/>
            <a:pathLst>
              <a:path w="12352" h="12191" extrusionOk="0">
                <a:moveTo>
                  <a:pt x="6416" y="1"/>
                </a:moveTo>
                <a:cubicBezTo>
                  <a:pt x="6322" y="1"/>
                  <a:pt x="6228" y="3"/>
                  <a:pt x="6134" y="8"/>
                </a:cubicBezTo>
                <a:cubicBezTo>
                  <a:pt x="2773" y="8"/>
                  <a:pt x="0" y="2696"/>
                  <a:pt x="0" y="6057"/>
                </a:cubicBezTo>
                <a:cubicBezTo>
                  <a:pt x="0" y="9418"/>
                  <a:pt x="2689" y="12191"/>
                  <a:pt x="6134" y="12191"/>
                </a:cubicBezTo>
                <a:cubicBezTo>
                  <a:pt x="9494" y="12191"/>
                  <a:pt x="12351" y="9418"/>
                  <a:pt x="12351" y="6057"/>
                </a:cubicBezTo>
                <a:cubicBezTo>
                  <a:pt x="12351" y="2791"/>
                  <a:pt x="9653" y="1"/>
                  <a:pt x="6416" y="1"/>
                </a:cubicBezTo>
                <a:close/>
              </a:path>
            </a:pathLst>
          </a:custGeom>
          <a:solidFill>
            <a:srgbClr val="FFEB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10" name="Google Shape;1010;p23"/>
          <p:cNvGrpSpPr/>
          <p:nvPr/>
        </p:nvGrpSpPr>
        <p:grpSpPr>
          <a:xfrm>
            <a:off x="8523369" y="4276041"/>
            <a:ext cx="488574" cy="340977"/>
            <a:chOff x="1487550" y="3330075"/>
            <a:chExt cx="292000" cy="203775"/>
          </a:xfrm>
        </p:grpSpPr>
        <p:sp>
          <p:nvSpPr>
            <p:cNvPr id="1011" name="Google Shape;1011;p23"/>
            <p:cNvSpPr/>
            <p:nvPr/>
          </p:nvSpPr>
          <p:spPr>
            <a:xfrm>
              <a:off x="1502250" y="3330075"/>
              <a:ext cx="277300" cy="203775"/>
            </a:xfrm>
            <a:custGeom>
              <a:avLst/>
              <a:gdLst/>
              <a:ahLst/>
              <a:cxnLst/>
              <a:rect l="l" t="t" r="r" b="b"/>
              <a:pathLst>
                <a:path w="11092" h="8151" extrusionOk="0">
                  <a:moveTo>
                    <a:pt x="3865" y="1"/>
                  </a:moveTo>
                  <a:cubicBezTo>
                    <a:pt x="3445" y="1"/>
                    <a:pt x="3025" y="337"/>
                    <a:pt x="3025" y="841"/>
                  </a:cubicBezTo>
                  <a:cubicBezTo>
                    <a:pt x="3025" y="925"/>
                    <a:pt x="3025" y="1177"/>
                    <a:pt x="3109" y="1261"/>
                  </a:cubicBezTo>
                  <a:lnTo>
                    <a:pt x="2269" y="1261"/>
                  </a:lnTo>
                  <a:cubicBezTo>
                    <a:pt x="1765" y="1261"/>
                    <a:pt x="1345" y="1681"/>
                    <a:pt x="1345" y="2185"/>
                  </a:cubicBezTo>
                  <a:lnTo>
                    <a:pt x="1345" y="2437"/>
                  </a:lnTo>
                  <a:cubicBezTo>
                    <a:pt x="841" y="2605"/>
                    <a:pt x="505" y="3194"/>
                    <a:pt x="505" y="3782"/>
                  </a:cubicBezTo>
                  <a:cubicBezTo>
                    <a:pt x="505" y="4202"/>
                    <a:pt x="673" y="4538"/>
                    <a:pt x="925" y="4874"/>
                  </a:cubicBezTo>
                  <a:lnTo>
                    <a:pt x="841" y="4874"/>
                  </a:lnTo>
                  <a:cubicBezTo>
                    <a:pt x="421" y="4874"/>
                    <a:pt x="85" y="5126"/>
                    <a:pt x="85" y="5546"/>
                  </a:cubicBezTo>
                  <a:cubicBezTo>
                    <a:pt x="1" y="6134"/>
                    <a:pt x="337" y="6386"/>
                    <a:pt x="673" y="6386"/>
                  </a:cubicBezTo>
                  <a:lnTo>
                    <a:pt x="925" y="6386"/>
                  </a:lnTo>
                  <a:cubicBezTo>
                    <a:pt x="841" y="6470"/>
                    <a:pt x="673" y="6722"/>
                    <a:pt x="673" y="6974"/>
                  </a:cubicBezTo>
                  <a:cubicBezTo>
                    <a:pt x="673" y="7395"/>
                    <a:pt x="1009" y="7815"/>
                    <a:pt x="1429" y="7815"/>
                  </a:cubicBezTo>
                  <a:lnTo>
                    <a:pt x="1429" y="7899"/>
                  </a:lnTo>
                  <a:cubicBezTo>
                    <a:pt x="1429" y="7983"/>
                    <a:pt x="1429" y="8067"/>
                    <a:pt x="1513" y="8151"/>
                  </a:cubicBezTo>
                  <a:lnTo>
                    <a:pt x="9831" y="8151"/>
                  </a:lnTo>
                  <a:lnTo>
                    <a:pt x="9831" y="7983"/>
                  </a:lnTo>
                  <a:cubicBezTo>
                    <a:pt x="9831" y="7731"/>
                    <a:pt x="9747" y="7563"/>
                    <a:pt x="9495" y="7479"/>
                  </a:cubicBezTo>
                  <a:lnTo>
                    <a:pt x="9831" y="7479"/>
                  </a:lnTo>
                  <a:cubicBezTo>
                    <a:pt x="10167" y="7479"/>
                    <a:pt x="10335" y="7227"/>
                    <a:pt x="10335" y="6890"/>
                  </a:cubicBezTo>
                  <a:cubicBezTo>
                    <a:pt x="10335" y="6806"/>
                    <a:pt x="10335" y="6722"/>
                    <a:pt x="10251" y="6638"/>
                  </a:cubicBezTo>
                  <a:cubicBezTo>
                    <a:pt x="10755" y="6386"/>
                    <a:pt x="11091" y="5966"/>
                    <a:pt x="11091" y="5462"/>
                  </a:cubicBezTo>
                  <a:cubicBezTo>
                    <a:pt x="11091" y="4958"/>
                    <a:pt x="10755" y="4370"/>
                    <a:pt x="10251" y="4286"/>
                  </a:cubicBezTo>
                  <a:cubicBezTo>
                    <a:pt x="10335" y="4202"/>
                    <a:pt x="10335" y="4034"/>
                    <a:pt x="10335" y="3782"/>
                  </a:cubicBezTo>
                  <a:cubicBezTo>
                    <a:pt x="10335" y="3194"/>
                    <a:pt x="9915" y="2521"/>
                    <a:pt x="9327" y="2269"/>
                  </a:cubicBezTo>
                  <a:lnTo>
                    <a:pt x="9327" y="2185"/>
                  </a:lnTo>
                  <a:cubicBezTo>
                    <a:pt x="9327" y="1681"/>
                    <a:pt x="8907" y="1261"/>
                    <a:pt x="8403" y="1261"/>
                  </a:cubicBezTo>
                  <a:lnTo>
                    <a:pt x="8234" y="1261"/>
                  </a:lnTo>
                  <a:cubicBezTo>
                    <a:pt x="8403" y="1177"/>
                    <a:pt x="8403" y="925"/>
                    <a:pt x="8403" y="841"/>
                  </a:cubicBezTo>
                  <a:cubicBezTo>
                    <a:pt x="8403" y="421"/>
                    <a:pt x="7982" y="1"/>
                    <a:pt x="756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1012;p23"/>
            <p:cNvSpPr/>
            <p:nvPr/>
          </p:nvSpPr>
          <p:spPr>
            <a:xfrm>
              <a:off x="1487550" y="3330075"/>
              <a:ext cx="231075" cy="203775"/>
            </a:xfrm>
            <a:custGeom>
              <a:avLst/>
              <a:gdLst/>
              <a:ahLst/>
              <a:cxnLst/>
              <a:rect l="l" t="t" r="r" b="b"/>
              <a:pathLst>
                <a:path w="9243" h="8151" extrusionOk="0">
                  <a:moveTo>
                    <a:pt x="3949" y="1"/>
                  </a:moveTo>
                  <a:cubicBezTo>
                    <a:pt x="3529" y="1"/>
                    <a:pt x="3109" y="337"/>
                    <a:pt x="3109" y="841"/>
                  </a:cubicBezTo>
                  <a:cubicBezTo>
                    <a:pt x="3109" y="925"/>
                    <a:pt x="3109" y="1177"/>
                    <a:pt x="3193" y="1261"/>
                  </a:cubicBezTo>
                  <a:lnTo>
                    <a:pt x="2269" y="1261"/>
                  </a:lnTo>
                  <a:cubicBezTo>
                    <a:pt x="1681" y="1261"/>
                    <a:pt x="1261" y="1681"/>
                    <a:pt x="1261" y="2185"/>
                  </a:cubicBezTo>
                  <a:lnTo>
                    <a:pt x="1261" y="2437"/>
                  </a:lnTo>
                  <a:cubicBezTo>
                    <a:pt x="757" y="2605"/>
                    <a:pt x="421" y="3194"/>
                    <a:pt x="421" y="3782"/>
                  </a:cubicBezTo>
                  <a:cubicBezTo>
                    <a:pt x="421" y="4202"/>
                    <a:pt x="673" y="4538"/>
                    <a:pt x="841" y="4874"/>
                  </a:cubicBezTo>
                  <a:lnTo>
                    <a:pt x="757" y="4874"/>
                  </a:lnTo>
                  <a:cubicBezTo>
                    <a:pt x="337" y="4874"/>
                    <a:pt x="0" y="5126"/>
                    <a:pt x="0" y="5546"/>
                  </a:cubicBezTo>
                  <a:cubicBezTo>
                    <a:pt x="0" y="6134"/>
                    <a:pt x="337" y="6386"/>
                    <a:pt x="757" y="6386"/>
                  </a:cubicBezTo>
                  <a:lnTo>
                    <a:pt x="1009" y="6386"/>
                  </a:lnTo>
                  <a:cubicBezTo>
                    <a:pt x="841" y="6470"/>
                    <a:pt x="757" y="6722"/>
                    <a:pt x="757" y="6974"/>
                  </a:cubicBezTo>
                  <a:cubicBezTo>
                    <a:pt x="757" y="7395"/>
                    <a:pt x="1093" y="7815"/>
                    <a:pt x="1513" y="7815"/>
                  </a:cubicBezTo>
                  <a:lnTo>
                    <a:pt x="1513" y="7899"/>
                  </a:lnTo>
                  <a:cubicBezTo>
                    <a:pt x="1513" y="7983"/>
                    <a:pt x="1513" y="8067"/>
                    <a:pt x="1597" y="8151"/>
                  </a:cubicBezTo>
                  <a:lnTo>
                    <a:pt x="7982" y="8151"/>
                  </a:lnTo>
                  <a:lnTo>
                    <a:pt x="7982" y="7983"/>
                  </a:lnTo>
                  <a:cubicBezTo>
                    <a:pt x="7982" y="7731"/>
                    <a:pt x="7898" y="7563"/>
                    <a:pt x="7730" y="7479"/>
                  </a:cubicBezTo>
                  <a:lnTo>
                    <a:pt x="7982" y="7479"/>
                  </a:lnTo>
                  <a:cubicBezTo>
                    <a:pt x="8318" y="7479"/>
                    <a:pt x="8570" y="7227"/>
                    <a:pt x="8570" y="6890"/>
                  </a:cubicBezTo>
                  <a:cubicBezTo>
                    <a:pt x="8570" y="6806"/>
                    <a:pt x="8570" y="6722"/>
                    <a:pt x="8402" y="6638"/>
                  </a:cubicBezTo>
                  <a:cubicBezTo>
                    <a:pt x="8991" y="6386"/>
                    <a:pt x="9243" y="5966"/>
                    <a:pt x="9243" y="5462"/>
                  </a:cubicBezTo>
                  <a:cubicBezTo>
                    <a:pt x="9243" y="4958"/>
                    <a:pt x="8991" y="4370"/>
                    <a:pt x="8402" y="4286"/>
                  </a:cubicBezTo>
                  <a:cubicBezTo>
                    <a:pt x="8570" y="4202"/>
                    <a:pt x="8570" y="4034"/>
                    <a:pt x="8570" y="3782"/>
                  </a:cubicBezTo>
                  <a:cubicBezTo>
                    <a:pt x="8570" y="3194"/>
                    <a:pt x="8150" y="2521"/>
                    <a:pt x="7478" y="2269"/>
                  </a:cubicBezTo>
                  <a:lnTo>
                    <a:pt x="7478" y="2185"/>
                  </a:lnTo>
                  <a:cubicBezTo>
                    <a:pt x="7478" y="1681"/>
                    <a:pt x="7058" y="1261"/>
                    <a:pt x="6554" y="1261"/>
                  </a:cubicBezTo>
                  <a:lnTo>
                    <a:pt x="6470" y="1261"/>
                  </a:lnTo>
                  <a:cubicBezTo>
                    <a:pt x="6554" y="1177"/>
                    <a:pt x="6554" y="925"/>
                    <a:pt x="6554" y="841"/>
                  </a:cubicBezTo>
                  <a:cubicBezTo>
                    <a:pt x="6554" y="421"/>
                    <a:pt x="6134" y="1"/>
                    <a:pt x="57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 name="Google Shape;1013;p23"/>
            <p:cNvSpPr/>
            <p:nvPr/>
          </p:nvSpPr>
          <p:spPr>
            <a:xfrm>
              <a:off x="1487550" y="3456125"/>
              <a:ext cx="182775" cy="77725"/>
            </a:xfrm>
            <a:custGeom>
              <a:avLst/>
              <a:gdLst/>
              <a:ahLst/>
              <a:cxnLst/>
              <a:rect l="l" t="t" r="r" b="b"/>
              <a:pathLst>
                <a:path w="7311" h="3109" extrusionOk="0">
                  <a:moveTo>
                    <a:pt x="841" y="0"/>
                  </a:moveTo>
                  <a:cubicBezTo>
                    <a:pt x="421" y="0"/>
                    <a:pt x="168" y="336"/>
                    <a:pt x="168" y="756"/>
                  </a:cubicBezTo>
                  <a:cubicBezTo>
                    <a:pt x="0" y="1092"/>
                    <a:pt x="337" y="1344"/>
                    <a:pt x="757" y="1344"/>
                  </a:cubicBezTo>
                  <a:lnTo>
                    <a:pt x="1009" y="1344"/>
                  </a:lnTo>
                  <a:cubicBezTo>
                    <a:pt x="841" y="1428"/>
                    <a:pt x="757" y="1680"/>
                    <a:pt x="757" y="1932"/>
                  </a:cubicBezTo>
                  <a:cubicBezTo>
                    <a:pt x="757" y="2353"/>
                    <a:pt x="1093" y="2773"/>
                    <a:pt x="1513" y="2773"/>
                  </a:cubicBezTo>
                  <a:lnTo>
                    <a:pt x="1513" y="2857"/>
                  </a:lnTo>
                  <a:cubicBezTo>
                    <a:pt x="1513" y="2941"/>
                    <a:pt x="1513" y="3025"/>
                    <a:pt x="1597" y="3109"/>
                  </a:cubicBezTo>
                  <a:lnTo>
                    <a:pt x="5294" y="3109"/>
                  </a:lnTo>
                  <a:cubicBezTo>
                    <a:pt x="5210" y="2941"/>
                    <a:pt x="5042" y="2857"/>
                    <a:pt x="4874" y="2857"/>
                  </a:cubicBezTo>
                  <a:cubicBezTo>
                    <a:pt x="5042" y="2773"/>
                    <a:pt x="5210" y="2605"/>
                    <a:pt x="5294" y="2437"/>
                  </a:cubicBezTo>
                  <a:lnTo>
                    <a:pt x="6470" y="2437"/>
                  </a:lnTo>
                  <a:cubicBezTo>
                    <a:pt x="6890" y="2437"/>
                    <a:pt x="7310" y="2101"/>
                    <a:pt x="7310" y="1680"/>
                  </a:cubicBezTo>
                  <a:cubicBezTo>
                    <a:pt x="7310" y="1260"/>
                    <a:pt x="6974" y="924"/>
                    <a:pt x="6470" y="924"/>
                  </a:cubicBezTo>
                  <a:lnTo>
                    <a:pt x="5042" y="924"/>
                  </a:lnTo>
                  <a:lnTo>
                    <a:pt x="5042" y="756"/>
                  </a:lnTo>
                  <a:cubicBezTo>
                    <a:pt x="5042" y="336"/>
                    <a:pt x="4790" y="0"/>
                    <a:pt x="420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1014;p23"/>
            <p:cNvSpPr/>
            <p:nvPr/>
          </p:nvSpPr>
          <p:spPr>
            <a:xfrm>
              <a:off x="1575775" y="3336375"/>
              <a:ext cx="126050" cy="77750"/>
            </a:xfrm>
            <a:custGeom>
              <a:avLst/>
              <a:gdLst/>
              <a:ahLst/>
              <a:cxnLst/>
              <a:rect l="l" t="t" r="r" b="b"/>
              <a:pathLst>
                <a:path w="5042" h="3110" extrusionOk="0">
                  <a:moveTo>
                    <a:pt x="1345" y="1"/>
                  </a:moveTo>
                  <a:lnTo>
                    <a:pt x="1345" y="169"/>
                  </a:lnTo>
                  <a:cubicBezTo>
                    <a:pt x="1345" y="505"/>
                    <a:pt x="1513" y="673"/>
                    <a:pt x="1849" y="841"/>
                  </a:cubicBezTo>
                  <a:cubicBezTo>
                    <a:pt x="1681" y="841"/>
                    <a:pt x="1513" y="1009"/>
                    <a:pt x="1513" y="1093"/>
                  </a:cubicBezTo>
                  <a:lnTo>
                    <a:pt x="588" y="1093"/>
                  </a:lnTo>
                  <a:cubicBezTo>
                    <a:pt x="168" y="1093"/>
                    <a:pt x="0" y="1429"/>
                    <a:pt x="0" y="1765"/>
                  </a:cubicBezTo>
                  <a:cubicBezTo>
                    <a:pt x="0" y="2017"/>
                    <a:pt x="252" y="2353"/>
                    <a:pt x="588" y="2353"/>
                  </a:cubicBezTo>
                  <a:lnTo>
                    <a:pt x="1765" y="2353"/>
                  </a:lnTo>
                  <a:lnTo>
                    <a:pt x="1765" y="2437"/>
                  </a:lnTo>
                  <a:cubicBezTo>
                    <a:pt x="1765" y="2774"/>
                    <a:pt x="2101" y="3110"/>
                    <a:pt x="2353" y="3110"/>
                  </a:cubicBezTo>
                  <a:lnTo>
                    <a:pt x="5041" y="3110"/>
                  </a:lnTo>
                  <a:cubicBezTo>
                    <a:pt x="4705" y="2774"/>
                    <a:pt x="4369" y="2353"/>
                    <a:pt x="3949" y="2269"/>
                  </a:cubicBezTo>
                  <a:lnTo>
                    <a:pt x="3949" y="2185"/>
                  </a:lnTo>
                  <a:cubicBezTo>
                    <a:pt x="3949" y="1681"/>
                    <a:pt x="3529" y="1261"/>
                    <a:pt x="3025" y="1261"/>
                  </a:cubicBezTo>
                  <a:lnTo>
                    <a:pt x="2941" y="1261"/>
                  </a:lnTo>
                  <a:cubicBezTo>
                    <a:pt x="3025" y="1093"/>
                    <a:pt x="3025" y="925"/>
                    <a:pt x="3025" y="841"/>
                  </a:cubicBezTo>
                  <a:cubicBezTo>
                    <a:pt x="3025" y="421"/>
                    <a:pt x="2605" y="1"/>
                    <a:pt x="218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ext 3">
  <p:cSld name="ONE_COLUMN_TEXT_1">
    <p:spTree>
      <p:nvGrpSpPr>
        <p:cNvPr id="1" name="Shape 1015"/>
        <p:cNvGrpSpPr/>
        <p:nvPr/>
      </p:nvGrpSpPr>
      <p:grpSpPr>
        <a:xfrm>
          <a:off x="0" y="0"/>
          <a:ext cx="0" cy="0"/>
          <a:chOff x="0" y="0"/>
          <a:chExt cx="0" cy="0"/>
        </a:xfrm>
      </p:grpSpPr>
      <p:pic>
        <p:nvPicPr>
          <p:cNvPr id="1016" name="Google Shape;1016;p24"/>
          <p:cNvPicPr preferRelativeResize="0"/>
          <p:nvPr/>
        </p:nvPicPr>
        <p:blipFill rotWithShape="1">
          <a:blip r:embed="rId2">
            <a:alphaModFix/>
          </a:blip>
          <a:srcRect l="23389"/>
          <a:stretch/>
        </p:blipFill>
        <p:spPr>
          <a:xfrm rot="5400000">
            <a:off x="-816400" y="816402"/>
            <a:ext cx="3565876" cy="1933075"/>
          </a:xfrm>
          <a:prstGeom prst="rect">
            <a:avLst/>
          </a:prstGeom>
          <a:noFill/>
          <a:ln>
            <a:noFill/>
          </a:ln>
        </p:spPr>
      </p:pic>
      <p:sp>
        <p:nvSpPr>
          <p:cNvPr id="1017" name="Google Shape;1017;p24"/>
          <p:cNvSpPr txBox="1">
            <a:spLocks noGrp="1"/>
          </p:cNvSpPr>
          <p:nvPr>
            <p:ph type="title"/>
          </p:nvPr>
        </p:nvSpPr>
        <p:spPr>
          <a:xfrm>
            <a:off x="720000" y="1730750"/>
            <a:ext cx="2985300" cy="1255500"/>
          </a:xfrm>
          <a:prstGeom prst="rect">
            <a:avLst/>
          </a:prstGeom>
        </p:spPr>
        <p:txBody>
          <a:bodyPr spcFirstLastPara="1" wrap="square" lIns="91425" tIns="91425" rIns="91425" bIns="91425" anchor="b" anchorCtr="0">
            <a:noAutofit/>
          </a:bodyPr>
          <a:lstStyle>
            <a:lvl1pPr lvl="0" rtl="0">
              <a:spcBef>
                <a:spcPts val="0"/>
              </a:spcBef>
              <a:spcAft>
                <a:spcPts val="0"/>
              </a:spcAft>
              <a:buSzPts val="26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018" name="Google Shape;1018;p24"/>
          <p:cNvSpPr txBox="1">
            <a:spLocks noGrp="1"/>
          </p:cNvSpPr>
          <p:nvPr>
            <p:ph type="subTitle" idx="1"/>
          </p:nvPr>
        </p:nvSpPr>
        <p:spPr>
          <a:xfrm>
            <a:off x="720000" y="2986350"/>
            <a:ext cx="2985300" cy="1116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160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019" name="Google Shape;1019;p24"/>
          <p:cNvSpPr/>
          <p:nvPr/>
        </p:nvSpPr>
        <p:spPr>
          <a:xfrm flipH="1">
            <a:off x="-276740" y="4617203"/>
            <a:ext cx="9697465" cy="527901"/>
          </a:xfrm>
          <a:custGeom>
            <a:avLst/>
            <a:gdLst/>
            <a:ahLst/>
            <a:cxnLst/>
            <a:rect l="l" t="t" r="r" b="b"/>
            <a:pathLst>
              <a:path w="308689" h="50833" extrusionOk="0">
                <a:moveTo>
                  <a:pt x="10839" y="0"/>
                </a:moveTo>
                <a:cubicBezTo>
                  <a:pt x="4790" y="0"/>
                  <a:pt x="1" y="4201"/>
                  <a:pt x="1" y="9411"/>
                </a:cubicBezTo>
                <a:lnTo>
                  <a:pt x="1" y="41506"/>
                </a:lnTo>
                <a:cubicBezTo>
                  <a:pt x="1" y="46631"/>
                  <a:pt x="4874" y="50832"/>
                  <a:pt x="10839" y="50832"/>
                </a:cubicBezTo>
                <a:lnTo>
                  <a:pt x="297850" y="50832"/>
                </a:lnTo>
                <a:cubicBezTo>
                  <a:pt x="303815" y="50832"/>
                  <a:pt x="308688" y="46631"/>
                  <a:pt x="308688" y="41506"/>
                </a:cubicBezTo>
                <a:lnTo>
                  <a:pt x="308688" y="9411"/>
                </a:lnTo>
                <a:cubicBezTo>
                  <a:pt x="308688" y="4201"/>
                  <a:pt x="303815" y="0"/>
                  <a:pt x="297850" y="0"/>
                </a:cubicBezTo>
                <a:close/>
              </a:path>
            </a:pathLst>
          </a:custGeom>
          <a:solidFill>
            <a:srgbClr val="97B8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 name="Google Shape;1020;p24"/>
          <p:cNvSpPr/>
          <p:nvPr/>
        </p:nvSpPr>
        <p:spPr>
          <a:xfrm>
            <a:off x="3208745" y="319930"/>
            <a:ext cx="793307" cy="439123"/>
          </a:xfrm>
          <a:custGeom>
            <a:avLst/>
            <a:gdLst/>
            <a:ahLst/>
            <a:cxnLst/>
            <a:rect l="l" t="t" r="r" b="b"/>
            <a:pathLst>
              <a:path w="22770" h="12604" extrusionOk="0">
                <a:moveTo>
                  <a:pt x="20585" y="5042"/>
                </a:moveTo>
                <a:lnTo>
                  <a:pt x="18821" y="5042"/>
                </a:lnTo>
                <a:cubicBezTo>
                  <a:pt x="18905" y="4874"/>
                  <a:pt x="18905" y="4622"/>
                  <a:pt x="18905" y="4454"/>
                </a:cubicBezTo>
                <a:cubicBezTo>
                  <a:pt x="18905" y="3277"/>
                  <a:pt x="17981" y="2353"/>
                  <a:pt x="16720" y="2353"/>
                </a:cubicBezTo>
                <a:lnTo>
                  <a:pt x="15040" y="2353"/>
                </a:lnTo>
                <a:lnTo>
                  <a:pt x="15040" y="1933"/>
                </a:lnTo>
                <a:cubicBezTo>
                  <a:pt x="15040" y="841"/>
                  <a:pt x="14200" y="1"/>
                  <a:pt x="13023" y="1"/>
                </a:cubicBezTo>
                <a:lnTo>
                  <a:pt x="9327" y="1"/>
                </a:lnTo>
                <a:cubicBezTo>
                  <a:pt x="8402" y="1"/>
                  <a:pt x="7562" y="589"/>
                  <a:pt x="7478" y="1597"/>
                </a:cubicBezTo>
                <a:lnTo>
                  <a:pt x="6302" y="1597"/>
                </a:lnTo>
                <a:cubicBezTo>
                  <a:pt x="5042" y="1597"/>
                  <a:pt x="4117" y="2521"/>
                  <a:pt x="3949" y="3781"/>
                </a:cubicBezTo>
                <a:lnTo>
                  <a:pt x="2521" y="3781"/>
                </a:lnTo>
                <a:cubicBezTo>
                  <a:pt x="1177" y="3781"/>
                  <a:pt x="0" y="4958"/>
                  <a:pt x="0" y="6302"/>
                </a:cubicBezTo>
                <a:cubicBezTo>
                  <a:pt x="0" y="7646"/>
                  <a:pt x="1177" y="8823"/>
                  <a:pt x="2521" y="8823"/>
                </a:cubicBezTo>
                <a:lnTo>
                  <a:pt x="3865" y="8823"/>
                </a:lnTo>
                <a:cubicBezTo>
                  <a:pt x="4201" y="9831"/>
                  <a:pt x="5210" y="10587"/>
                  <a:pt x="6386" y="10587"/>
                </a:cubicBezTo>
                <a:lnTo>
                  <a:pt x="6638" y="10587"/>
                </a:lnTo>
                <a:cubicBezTo>
                  <a:pt x="6722" y="11763"/>
                  <a:pt x="7646" y="12604"/>
                  <a:pt x="8822" y="12604"/>
                </a:cubicBezTo>
                <a:lnTo>
                  <a:pt x="12267" y="12604"/>
                </a:lnTo>
                <a:cubicBezTo>
                  <a:pt x="13444" y="12604"/>
                  <a:pt x="14368" y="11763"/>
                  <a:pt x="14452" y="10587"/>
                </a:cubicBezTo>
                <a:lnTo>
                  <a:pt x="14872" y="10587"/>
                </a:lnTo>
                <a:cubicBezTo>
                  <a:pt x="15712" y="10587"/>
                  <a:pt x="16468" y="10167"/>
                  <a:pt x="16972" y="9663"/>
                </a:cubicBezTo>
                <a:lnTo>
                  <a:pt x="20585" y="9663"/>
                </a:lnTo>
                <a:cubicBezTo>
                  <a:pt x="21846" y="9663"/>
                  <a:pt x="22770" y="8739"/>
                  <a:pt x="22770" y="7478"/>
                </a:cubicBezTo>
                <a:cubicBezTo>
                  <a:pt x="22770" y="5966"/>
                  <a:pt x="21846" y="5042"/>
                  <a:pt x="20585" y="504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21" name="Google Shape;1021;p24"/>
          <p:cNvGrpSpPr/>
          <p:nvPr/>
        </p:nvGrpSpPr>
        <p:grpSpPr>
          <a:xfrm>
            <a:off x="54369" y="3392223"/>
            <a:ext cx="331740" cy="1224973"/>
            <a:chOff x="8678270" y="2267841"/>
            <a:chExt cx="341929" cy="1262338"/>
          </a:xfrm>
        </p:grpSpPr>
        <p:sp>
          <p:nvSpPr>
            <p:cNvPr id="1022" name="Google Shape;1022;p24"/>
            <p:cNvSpPr/>
            <p:nvPr/>
          </p:nvSpPr>
          <p:spPr>
            <a:xfrm>
              <a:off x="8879564" y="3351210"/>
              <a:ext cx="38410" cy="178969"/>
            </a:xfrm>
            <a:custGeom>
              <a:avLst/>
              <a:gdLst/>
              <a:ahLst/>
              <a:cxnLst/>
              <a:rect l="l" t="t" r="r" b="b"/>
              <a:pathLst>
                <a:path w="1010" h="4706" extrusionOk="0">
                  <a:moveTo>
                    <a:pt x="1" y="0"/>
                  </a:moveTo>
                  <a:lnTo>
                    <a:pt x="1" y="4705"/>
                  </a:lnTo>
                  <a:lnTo>
                    <a:pt x="1009" y="4705"/>
                  </a:lnTo>
                  <a:lnTo>
                    <a:pt x="1009" y="0"/>
                  </a:lnTo>
                  <a:close/>
                </a:path>
              </a:pathLst>
            </a:custGeom>
            <a:solidFill>
              <a:srgbClr val="4054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 name="Google Shape;1023;p24"/>
            <p:cNvSpPr/>
            <p:nvPr/>
          </p:nvSpPr>
          <p:spPr>
            <a:xfrm>
              <a:off x="8885953" y="2462898"/>
              <a:ext cx="25594" cy="888343"/>
            </a:xfrm>
            <a:custGeom>
              <a:avLst/>
              <a:gdLst/>
              <a:ahLst/>
              <a:cxnLst/>
              <a:rect l="l" t="t" r="r" b="b"/>
              <a:pathLst>
                <a:path w="673" h="23359" extrusionOk="0">
                  <a:moveTo>
                    <a:pt x="253" y="1"/>
                  </a:moveTo>
                  <a:cubicBezTo>
                    <a:pt x="253" y="1009"/>
                    <a:pt x="1" y="22602"/>
                    <a:pt x="1" y="23358"/>
                  </a:cubicBezTo>
                  <a:lnTo>
                    <a:pt x="673" y="23358"/>
                  </a:lnTo>
                  <a:cubicBezTo>
                    <a:pt x="673" y="22602"/>
                    <a:pt x="421" y="925"/>
                    <a:pt x="421" y="1"/>
                  </a:cubicBezTo>
                  <a:close/>
                </a:path>
              </a:pathLst>
            </a:custGeom>
            <a:solidFill>
              <a:srgbClr val="F5F9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 name="Google Shape;1024;p24"/>
            <p:cNvSpPr/>
            <p:nvPr/>
          </p:nvSpPr>
          <p:spPr>
            <a:xfrm>
              <a:off x="8901926" y="2462898"/>
              <a:ext cx="9622" cy="888343"/>
            </a:xfrm>
            <a:custGeom>
              <a:avLst/>
              <a:gdLst/>
              <a:ahLst/>
              <a:cxnLst/>
              <a:rect l="l" t="t" r="r" b="b"/>
              <a:pathLst>
                <a:path w="253" h="23359" extrusionOk="0">
                  <a:moveTo>
                    <a:pt x="1" y="1"/>
                  </a:moveTo>
                  <a:lnTo>
                    <a:pt x="1" y="23358"/>
                  </a:lnTo>
                  <a:lnTo>
                    <a:pt x="169" y="23358"/>
                  </a:lnTo>
                  <a:cubicBezTo>
                    <a:pt x="253" y="22602"/>
                    <a:pt x="1" y="925"/>
                    <a:pt x="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 name="Google Shape;1025;p24"/>
            <p:cNvSpPr/>
            <p:nvPr/>
          </p:nvSpPr>
          <p:spPr>
            <a:xfrm>
              <a:off x="8678270" y="2446013"/>
              <a:ext cx="214109" cy="37383"/>
            </a:xfrm>
            <a:custGeom>
              <a:avLst/>
              <a:gdLst/>
              <a:ahLst/>
              <a:cxnLst/>
              <a:rect l="l" t="t" r="r" b="b"/>
              <a:pathLst>
                <a:path w="5630" h="983" extrusionOk="0">
                  <a:moveTo>
                    <a:pt x="4414" y="1"/>
                  </a:moveTo>
                  <a:cubicBezTo>
                    <a:pt x="3480" y="1"/>
                    <a:pt x="1" y="630"/>
                    <a:pt x="1" y="781"/>
                  </a:cubicBezTo>
                  <a:cubicBezTo>
                    <a:pt x="1" y="920"/>
                    <a:pt x="408" y="982"/>
                    <a:pt x="1055" y="982"/>
                  </a:cubicBezTo>
                  <a:cubicBezTo>
                    <a:pt x="1583" y="982"/>
                    <a:pt x="2270" y="941"/>
                    <a:pt x="3025" y="865"/>
                  </a:cubicBezTo>
                  <a:cubicBezTo>
                    <a:pt x="4706" y="781"/>
                    <a:pt x="5630" y="781"/>
                    <a:pt x="5630" y="613"/>
                  </a:cubicBezTo>
                  <a:cubicBezTo>
                    <a:pt x="5630" y="361"/>
                    <a:pt x="5210" y="277"/>
                    <a:pt x="4622" y="25"/>
                  </a:cubicBezTo>
                  <a:cubicBezTo>
                    <a:pt x="4588" y="8"/>
                    <a:pt x="4517" y="1"/>
                    <a:pt x="441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 name="Google Shape;1026;p24"/>
            <p:cNvSpPr/>
            <p:nvPr/>
          </p:nvSpPr>
          <p:spPr>
            <a:xfrm>
              <a:off x="8694242" y="2446583"/>
              <a:ext cx="185358" cy="25936"/>
            </a:xfrm>
            <a:custGeom>
              <a:avLst/>
              <a:gdLst/>
              <a:ahLst/>
              <a:cxnLst/>
              <a:rect l="l" t="t" r="r" b="b"/>
              <a:pathLst>
                <a:path w="4874" h="682" extrusionOk="0">
                  <a:moveTo>
                    <a:pt x="4083" y="1"/>
                  </a:moveTo>
                  <a:cubicBezTo>
                    <a:pt x="3433" y="1"/>
                    <a:pt x="855" y="449"/>
                    <a:pt x="1" y="682"/>
                  </a:cubicBezTo>
                  <a:lnTo>
                    <a:pt x="4874" y="346"/>
                  </a:lnTo>
                  <a:cubicBezTo>
                    <a:pt x="4706" y="262"/>
                    <a:pt x="4454" y="262"/>
                    <a:pt x="4370" y="178"/>
                  </a:cubicBezTo>
                  <a:cubicBezTo>
                    <a:pt x="4286" y="178"/>
                    <a:pt x="4286" y="178"/>
                    <a:pt x="4202" y="10"/>
                  </a:cubicBezTo>
                  <a:cubicBezTo>
                    <a:pt x="4176" y="4"/>
                    <a:pt x="4136" y="1"/>
                    <a:pt x="4083" y="1"/>
                  </a:cubicBez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 name="Google Shape;1027;p24"/>
            <p:cNvSpPr/>
            <p:nvPr/>
          </p:nvSpPr>
          <p:spPr>
            <a:xfrm>
              <a:off x="8895537" y="2468489"/>
              <a:ext cx="124662" cy="179806"/>
            </a:xfrm>
            <a:custGeom>
              <a:avLst/>
              <a:gdLst/>
              <a:ahLst/>
              <a:cxnLst/>
              <a:rect l="l" t="t" r="r" b="b"/>
              <a:pathLst>
                <a:path w="3278" h="4728" extrusionOk="0">
                  <a:moveTo>
                    <a:pt x="199" y="1"/>
                  </a:moveTo>
                  <a:cubicBezTo>
                    <a:pt x="186" y="1"/>
                    <a:pt x="176" y="8"/>
                    <a:pt x="169" y="22"/>
                  </a:cubicBezTo>
                  <a:cubicBezTo>
                    <a:pt x="1" y="22"/>
                    <a:pt x="169" y="526"/>
                    <a:pt x="253" y="1114"/>
                  </a:cubicBezTo>
                  <a:cubicBezTo>
                    <a:pt x="337" y="1450"/>
                    <a:pt x="3110" y="4727"/>
                    <a:pt x="3194" y="4727"/>
                  </a:cubicBezTo>
                  <a:cubicBezTo>
                    <a:pt x="3278" y="4643"/>
                    <a:pt x="2690" y="3467"/>
                    <a:pt x="1681" y="2122"/>
                  </a:cubicBezTo>
                  <a:cubicBezTo>
                    <a:pt x="835" y="815"/>
                    <a:pt x="341" y="1"/>
                    <a:pt x="19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 name="Google Shape;1028;p24"/>
            <p:cNvSpPr/>
            <p:nvPr/>
          </p:nvSpPr>
          <p:spPr>
            <a:xfrm>
              <a:off x="8905120" y="2478909"/>
              <a:ext cx="102301" cy="156570"/>
            </a:xfrm>
            <a:custGeom>
              <a:avLst/>
              <a:gdLst/>
              <a:ahLst/>
              <a:cxnLst/>
              <a:rect l="l" t="t" r="r" b="b"/>
              <a:pathLst>
                <a:path w="2690" h="4117" extrusionOk="0">
                  <a:moveTo>
                    <a:pt x="1" y="0"/>
                  </a:moveTo>
                  <a:cubicBezTo>
                    <a:pt x="1" y="252"/>
                    <a:pt x="85" y="420"/>
                    <a:pt x="85" y="672"/>
                  </a:cubicBezTo>
                  <a:lnTo>
                    <a:pt x="85" y="840"/>
                  </a:lnTo>
                  <a:cubicBezTo>
                    <a:pt x="85" y="1092"/>
                    <a:pt x="2017" y="3361"/>
                    <a:pt x="2690" y="4117"/>
                  </a:cubicBezTo>
                  <a:lnTo>
                    <a:pt x="1" y="0"/>
                  </a:ln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 name="Google Shape;1029;p24"/>
            <p:cNvSpPr/>
            <p:nvPr/>
          </p:nvSpPr>
          <p:spPr>
            <a:xfrm>
              <a:off x="8892342" y="2267841"/>
              <a:ext cx="111884" cy="190644"/>
            </a:xfrm>
            <a:custGeom>
              <a:avLst/>
              <a:gdLst/>
              <a:ahLst/>
              <a:cxnLst/>
              <a:rect l="l" t="t" r="r" b="b"/>
              <a:pathLst>
                <a:path w="2942" h="5013" extrusionOk="0">
                  <a:moveTo>
                    <a:pt x="2847" y="1"/>
                  </a:moveTo>
                  <a:cubicBezTo>
                    <a:pt x="2722" y="1"/>
                    <a:pt x="1992" y="1145"/>
                    <a:pt x="1261" y="2525"/>
                  </a:cubicBezTo>
                  <a:cubicBezTo>
                    <a:pt x="505" y="4038"/>
                    <a:pt x="1" y="4878"/>
                    <a:pt x="253" y="4962"/>
                  </a:cubicBezTo>
                  <a:cubicBezTo>
                    <a:pt x="270" y="4996"/>
                    <a:pt x="298" y="5013"/>
                    <a:pt x="335" y="5013"/>
                  </a:cubicBezTo>
                  <a:cubicBezTo>
                    <a:pt x="481" y="5013"/>
                    <a:pt x="776" y="4758"/>
                    <a:pt x="1177" y="4290"/>
                  </a:cubicBezTo>
                  <a:cubicBezTo>
                    <a:pt x="1429" y="4122"/>
                    <a:pt x="2942" y="89"/>
                    <a:pt x="2858" y="5"/>
                  </a:cubicBezTo>
                  <a:cubicBezTo>
                    <a:pt x="2855" y="2"/>
                    <a:pt x="2851" y="1"/>
                    <a:pt x="284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 name="Google Shape;1030;p24"/>
            <p:cNvSpPr/>
            <p:nvPr/>
          </p:nvSpPr>
          <p:spPr>
            <a:xfrm>
              <a:off x="8911509" y="2283966"/>
              <a:ext cx="86328" cy="169386"/>
            </a:xfrm>
            <a:custGeom>
              <a:avLst/>
              <a:gdLst/>
              <a:ahLst/>
              <a:cxnLst/>
              <a:rect l="l" t="t" r="r" b="b"/>
              <a:pathLst>
                <a:path w="2270" h="4454" extrusionOk="0">
                  <a:moveTo>
                    <a:pt x="2270" y="1"/>
                  </a:moveTo>
                  <a:lnTo>
                    <a:pt x="1" y="4454"/>
                  </a:lnTo>
                  <a:cubicBezTo>
                    <a:pt x="169" y="4286"/>
                    <a:pt x="337" y="4202"/>
                    <a:pt x="421" y="4034"/>
                  </a:cubicBezTo>
                  <a:cubicBezTo>
                    <a:pt x="589" y="4034"/>
                    <a:pt x="589" y="3866"/>
                    <a:pt x="673" y="3866"/>
                  </a:cubicBezTo>
                  <a:cubicBezTo>
                    <a:pt x="841" y="3698"/>
                    <a:pt x="1933" y="925"/>
                    <a:pt x="2270" y="1"/>
                  </a:cubicBez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 name="Google Shape;1031;p24"/>
            <p:cNvSpPr/>
            <p:nvPr/>
          </p:nvSpPr>
          <p:spPr>
            <a:xfrm>
              <a:off x="8885953" y="2453315"/>
              <a:ext cx="22400" cy="22438"/>
            </a:xfrm>
            <a:custGeom>
              <a:avLst/>
              <a:gdLst/>
              <a:ahLst/>
              <a:cxnLst/>
              <a:rect l="l" t="t" r="r" b="b"/>
              <a:pathLst>
                <a:path w="589" h="590" extrusionOk="0">
                  <a:moveTo>
                    <a:pt x="253" y="1"/>
                  </a:moveTo>
                  <a:cubicBezTo>
                    <a:pt x="85" y="1"/>
                    <a:pt x="1" y="85"/>
                    <a:pt x="1" y="253"/>
                  </a:cubicBezTo>
                  <a:cubicBezTo>
                    <a:pt x="1" y="505"/>
                    <a:pt x="85" y="589"/>
                    <a:pt x="253" y="589"/>
                  </a:cubicBezTo>
                  <a:cubicBezTo>
                    <a:pt x="505" y="589"/>
                    <a:pt x="589" y="505"/>
                    <a:pt x="589" y="253"/>
                  </a:cubicBezTo>
                  <a:cubicBezTo>
                    <a:pt x="589" y="85"/>
                    <a:pt x="505" y="1"/>
                    <a:pt x="25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 name="Google Shape;1032;p24"/>
            <p:cNvSpPr/>
            <p:nvPr/>
          </p:nvSpPr>
          <p:spPr>
            <a:xfrm>
              <a:off x="8889148" y="2456509"/>
              <a:ext cx="16011" cy="16011"/>
            </a:xfrm>
            <a:custGeom>
              <a:avLst/>
              <a:gdLst/>
              <a:ahLst/>
              <a:cxnLst/>
              <a:rect l="l" t="t" r="r" b="b"/>
              <a:pathLst>
                <a:path w="421" h="421" extrusionOk="0">
                  <a:moveTo>
                    <a:pt x="169" y="1"/>
                  </a:moveTo>
                  <a:cubicBezTo>
                    <a:pt x="85" y="1"/>
                    <a:pt x="1" y="85"/>
                    <a:pt x="1" y="169"/>
                  </a:cubicBezTo>
                  <a:cubicBezTo>
                    <a:pt x="1" y="337"/>
                    <a:pt x="85" y="421"/>
                    <a:pt x="169" y="421"/>
                  </a:cubicBezTo>
                  <a:cubicBezTo>
                    <a:pt x="337" y="421"/>
                    <a:pt x="421" y="337"/>
                    <a:pt x="421" y="169"/>
                  </a:cubicBezTo>
                  <a:cubicBezTo>
                    <a:pt x="421" y="85"/>
                    <a:pt x="337" y="1"/>
                    <a:pt x="169" y="1"/>
                  </a:cubicBezTo>
                  <a:close/>
                </a:path>
              </a:pathLst>
            </a:custGeom>
            <a:solidFill>
              <a:srgbClr val="5068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33" name="Google Shape;1033;p24"/>
          <p:cNvGrpSpPr/>
          <p:nvPr/>
        </p:nvGrpSpPr>
        <p:grpSpPr>
          <a:xfrm>
            <a:off x="8610194" y="3392223"/>
            <a:ext cx="331740" cy="1224973"/>
            <a:chOff x="8678270" y="2267841"/>
            <a:chExt cx="341929" cy="1262338"/>
          </a:xfrm>
        </p:grpSpPr>
        <p:sp>
          <p:nvSpPr>
            <p:cNvPr id="1034" name="Google Shape;1034;p24"/>
            <p:cNvSpPr/>
            <p:nvPr/>
          </p:nvSpPr>
          <p:spPr>
            <a:xfrm>
              <a:off x="8879564" y="3351210"/>
              <a:ext cx="38410" cy="178969"/>
            </a:xfrm>
            <a:custGeom>
              <a:avLst/>
              <a:gdLst/>
              <a:ahLst/>
              <a:cxnLst/>
              <a:rect l="l" t="t" r="r" b="b"/>
              <a:pathLst>
                <a:path w="1010" h="4706" extrusionOk="0">
                  <a:moveTo>
                    <a:pt x="1" y="0"/>
                  </a:moveTo>
                  <a:lnTo>
                    <a:pt x="1" y="4705"/>
                  </a:lnTo>
                  <a:lnTo>
                    <a:pt x="1009" y="4705"/>
                  </a:lnTo>
                  <a:lnTo>
                    <a:pt x="1009" y="0"/>
                  </a:lnTo>
                  <a:close/>
                </a:path>
              </a:pathLst>
            </a:custGeom>
            <a:solidFill>
              <a:srgbClr val="4054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 name="Google Shape;1035;p24"/>
            <p:cNvSpPr/>
            <p:nvPr/>
          </p:nvSpPr>
          <p:spPr>
            <a:xfrm>
              <a:off x="8885953" y="2462898"/>
              <a:ext cx="25594" cy="888343"/>
            </a:xfrm>
            <a:custGeom>
              <a:avLst/>
              <a:gdLst/>
              <a:ahLst/>
              <a:cxnLst/>
              <a:rect l="l" t="t" r="r" b="b"/>
              <a:pathLst>
                <a:path w="673" h="23359" extrusionOk="0">
                  <a:moveTo>
                    <a:pt x="253" y="1"/>
                  </a:moveTo>
                  <a:cubicBezTo>
                    <a:pt x="253" y="1009"/>
                    <a:pt x="1" y="22602"/>
                    <a:pt x="1" y="23358"/>
                  </a:cubicBezTo>
                  <a:lnTo>
                    <a:pt x="673" y="23358"/>
                  </a:lnTo>
                  <a:cubicBezTo>
                    <a:pt x="673" y="22602"/>
                    <a:pt x="421" y="925"/>
                    <a:pt x="421" y="1"/>
                  </a:cubicBezTo>
                  <a:close/>
                </a:path>
              </a:pathLst>
            </a:custGeom>
            <a:solidFill>
              <a:srgbClr val="F5F9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 name="Google Shape;1036;p24"/>
            <p:cNvSpPr/>
            <p:nvPr/>
          </p:nvSpPr>
          <p:spPr>
            <a:xfrm>
              <a:off x="8901926" y="2462898"/>
              <a:ext cx="9622" cy="888343"/>
            </a:xfrm>
            <a:custGeom>
              <a:avLst/>
              <a:gdLst/>
              <a:ahLst/>
              <a:cxnLst/>
              <a:rect l="l" t="t" r="r" b="b"/>
              <a:pathLst>
                <a:path w="253" h="23359" extrusionOk="0">
                  <a:moveTo>
                    <a:pt x="1" y="1"/>
                  </a:moveTo>
                  <a:lnTo>
                    <a:pt x="1" y="23358"/>
                  </a:lnTo>
                  <a:lnTo>
                    <a:pt x="169" y="23358"/>
                  </a:lnTo>
                  <a:cubicBezTo>
                    <a:pt x="253" y="22602"/>
                    <a:pt x="1" y="925"/>
                    <a:pt x="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 name="Google Shape;1037;p24"/>
            <p:cNvSpPr/>
            <p:nvPr/>
          </p:nvSpPr>
          <p:spPr>
            <a:xfrm>
              <a:off x="8678270" y="2446013"/>
              <a:ext cx="214109" cy="37383"/>
            </a:xfrm>
            <a:custGeom>
              <a:avLst/>
              <a:gdLst/>
              <a:ahLst/>
              <a:cxnLst/>
              <a:rect l="l" t="t" r="r" b="b"/>
              <a:pathLst>
                <a:path w="5630" h="983" extrusionOk="0">
                  <a:moveTo>
                    <a:pt x="4414" y="1"/>
                  </a:moveTo>
                  <a:cubicBezTo>
                    <a:pt x="3480" y="1"/>
                    <a:pt x="1" y="630"/>
                    <a:pt x="1" y="781"/>
                  </a:cubicBezTo>
                  <a:cubicBezTo>
                    <a:pt x="1" y="920"/>
                    <a:pt x="408" y="982"/>
                    <a:pt x="1055" y="982"/>
                  </a:cubicBezTo>
                  <a:cubicBezTo>
                    <a:pt x="1583" y="982"/>
                    <a:pt x="2270" y="941"/>
                    <a:pt x="3025" y="865"/>
                  </a:cubicBezTo>
                  <a:cubicBezTo>
                    <a:pt x="4706" y="781"/>
                    <a:pt x="5630" y="781"/>
                    <a:pt x="5630" y="613"/>
                  </a:cubicBezTo>
                  <a:cubicBezTo>
                    <a:pt x="5630" y="361"/>
                    <a:pt x="5210" y="277"/>
                    <a:pt x="4622" y="25"/>
                  </a:cubicBezTo>
                  <a:cubicBezTo>
                    <a:pt x="4588" y="8"/>
                    <a:pt x="4517" y="1"/>
                    <a:pt x="441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 name="Google Shape;1038;p24"/>
            <p:cNvSpPr/>
            <p:nvPr/>
          </p:nvSpPr>
          <p:spPr>
            <a:xfrm>
              <a:off x="8694242" y="2446583"/>
              <a:ext cx="185358" cy="25936"/>
            </a:xfrm>
            <a:custGeom>
              <a:avLst/>
              <a:gdLst/>
              <a:ahLst/>
              <a:cxnLst/>
              <a:rect l="l" t="t" r="r" b="b"/>
              <a:pathLst>
                <a:path w="4874" h="682" extrusionOk="0">
                  <a:moveTo>
                    <a:pt x="4083" y="1"/>
                  </a:moveTo>
                  <a:cubicBezTo>
                    <a:pt x="3433" y="1"/>
                    <a:pt x="855" y="449"/>
                    <a:pt x="1" y="682"/>
                  </a:cubicBezTo>
                  <a:lnTo>
                    <a:pt x="4874" y="346"/>
                  </a:lnTo>
                  <a:cubicBezTo>
                    <a:pt x="4706" y="262"/>
                    <a:pt x="4454" y="262"/>
                    <a:pt x="4370" y="178"/>
                  </a:cubicBezTo>
                  <a:cubicBezTo>
                    <a:pt x="4286" y="178"/>
                    <a:pt x="4286" y="178"/>
                    <a:pt x="4202" y="10"/>
                  </a:cubicBezTo>
                  <a:cubicBezTo>
                    <a:pt x="4176" y="4"/>
                    <a:pt x="4136" y="1"/>
                    <a:pt x="4083" y="1"/>
                  </a:cubicBez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 name="Google Shape;1039;p24"/>
            <p:cNvSpPr/>
            <p:nvPr/>
          </p:nvSpPr>
          <p:spPr>
            <a:xfrm>
              <a:off x="8895537" y="2468489"/>
              <a:ext cx="124662" cy="179806"/>
            </a:xfrm>
            <a:custGeom>
              <a:avLst/>
              <a:gdLst/>
              <a:ahLst/>
              <a:cxnLst/>
              <a:rect l="l" t="t" r="r" b="b"/>
              <a:pathLst>
                <a:path w="3278" h="4728" extrusionOk="0">
                  <a:moveTo>
                    <a:pt x="199" y="1"/>
                  </a:moveTo>
                  <a:cubicBezTo>
                    <a:pt x="186" y="1"/>
                    <a:pt x="176" y="8"/>
                    <a:pt x="169" y="22"/>
                  </a:cubicBezTo>
                  <a:cubicBezTo>
                    <a:pt x="1" y="22"/>
                    <a:pt x="169" y="526"/>
                    <a:pt x="253" y="1114"/>
                  </a:cubicBezTo>
                  <a:cubicBezTo>
                    <a:pt x="337" y="1450"/>
                    <a:pt x="3110" y="4727"/>
                    <a:pt x="3194" y="4727"/>
                  </a:cubicBezTo>
                  <a:cubicBezTo>
                    <a:pt x="3278" y="4643"/>
                    <a:pt x="2690" y="3467"/>
                    <a:pt x="1681" y="2122"/>
                  </a:cubicBezTo>
                  <a:cubicBezTo>
                    <a:pt x="835" y="815"/>
                    <a:pt x="341" y="1"/>
                    <a:pt x="19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 name="Google Shape;1040;p24"/>
            <p:cNvSpPr/>
            <p:nvPr/>
          </p:nvSpPr>
          <p:spPr>
            <a:xfrm>
              <a:off x="8905120" y="2478909"/>
              <a:ext cx="102301" cy="156570"/>
            </a:xfrm>
            <a:custGeom>
              <a:avLst/>
              <a:gdLst/>
              <a:ahLst/>
              <a:cxnLst/>
              <a:rect l="l" t="t" r="r" b="b"/>
              <a:pathLst>
                <a:path w="2690" h="4117" extrusionOk="0">
                  <a:moveTo>
                    <a:pt x="1" y="0"/>
                  </a:moveTo>
                  <a:cubicBezTo>
                    <a:pt x="1" y="252"/>
                    <a:pt x="85" y="420"/>
                    <a:pt x="85" y="672"/>
                  </a:cubicBezTo>
                  <a:lnTo>
                    <a:pt x="85" y="840"/>
                  </a:lnTo>
                  <a:cubicBezTo>
                    <a:pt x="85" y="1092"/>
                    <a:pt x="2017" y="3361"/>
                    <a:pt x="2690" y="4117"/>
                  </a:cubicBezTo>
                  <a:lnTo>
                    <a:pt x="1" y="0"/>
                  </a:ln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 name="Google Shape;1041;p24"/>
            <p:cNvSpPr/>
            <p:nvPr/>
          </p:nvSpPr>
          <p:spPr>
            <a:xfrm>
              <a:off x="8892342" y="2267841"/>
              <a:ext cx="111884" cy="190644"/>
            </a:xfrm>
            <a:custGeom>
              <a:avLst/>
              <a:gdLst/>
              <a:ahLst/>
              <a:cxnLst/>
              <a:rect l="l" t="t" r="r" b="b"/>
              <a:pathLst>
                <a:path w="2942" h="5013" extrusionOk="0">
                  <a:moveTo>
                    <a:pt x="2847" y="1"/>
                  </a:moveTo>
                  <a:cubicBezTo>
                    <a:pt x="2722" y="1"/>
                    <a:pt x="1992" y="1145"/>
                    <a:pt x="1261" y="2525"/>
                  </a:cubicBezTo>
                  <a:cubicBezTo>
                    <a:pt x="505" y="4038"/>
                    <a:pt x="1" y="4878"/>
                    <a:pt x="253" y="4962"/>
                  </a:cubicBezTo>
                  <a:cubicBezTo>
                    <a:pt x="270" y="4996"/>
                    <a:pt x="298" y="5013"/>
                    <a:pt x="335" y="5013"/>
                  </a:cubicBezTo>
                  <a:cubicBezTo>
                    <a:pt x="481" y="5013"/>
                    <a:pt x="776" y="4758"/>
                    <a:pt x="1177" y="4290"/>
                  </a:cubicBezTo>
                  <a:cubicBezTo>
                    <a:pt x="1429" y="4122"/>
                    <a:pt x="2942" y="89"/>
                    <a:pt x="2858" y="5"/>
                  </a:cubicBezTo>
                  <a:cubicBezTo>
                    <a:pt x="2855" y="2"/>
                    <a:pt x="2851" y="1"/>
                    <a:pt x="284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 name="Google Shape;1042;p24"/>
            <p:cNvSpPr/>
            <p:nvPr/>
          </p:nvSpPr>
          <p:spPr>
            <a:xfrm>
              <a:off x="8911509" y="2283966"/>
              <a:ext cx="86328" cy="169386"/>
            </a:xfrm>
            <a:custGeom>
              <a:avLst/>
              <a:gdLst/>
              <a:ahLst/>
              <a:cxnLst/>
              <a:rect l="l" t="t" r="r" b="b"/>
              <a:pathLst>
                <a:path w="2270" h="4454" extrusionOk="0">
                  <a:moveTo>
                    <a:pt x="2270" y="1"/>
                  </a:moveTo>
                  <a:lnTo>
                    <a:pt x="1" y="4454"/>
                  </a:lnTo>
                  <a:cubicBezTo>
                    <a:pt x="169" y="4286"/>
                    <a:pt x="337" y="4202"/>
                    <a:pt x="421" y="4034"/>
                  </a:cubicBezTo>
                  <a:cubicBezTo>
                    <a:pt x="589" y="4034"/>
                    <a:pt x="589" y="3866"/>
                    <a:pt x="673" y="3866"/>
                  </a:cubicBezTo>
                  <a:cubicBezTo>
                    <a:pt x="841" y="3698"/>
                    <a:pt x="1933" y="925"/>
                    <a:pt x="2270" y="1"/>
                  </a:cubicBez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 name="Google Shape;1043;p24"/>
            <p:cNvSpPr/>
            <p:nvPr/>
          </p:nvSpPr>
          <p:spPr>
            <a:xfrm>
              <a:off x="8885953" y="2453315"/>
              <a:ext cx="22400" cy="22438"/>
            </a:xfrm>
            <a:custGeom>
              <a:avLst/>
              <a:gdLst/>
              <a:ahLst/>
              <a:cxnLst/>
              <a:rect l="l" t="t" r="r" b="b"/>
              <a:pathLst>
                <a:path w="589" h="590" extrusionOk="0">
                  <a:moveTo>
                    <a:pt x="253" y="1"/>
                  </a:moveTo>
                  <a:cubicBezTo>
                    <a:pt x="85" y="1"/>
                    <a:pt x="1" y="85"/>
                    <a:pt x="1" y="253"/>
                  </a:cubicBezTo>
                  <a:cubicBezTo>
                    <a:pt x="1" y="505"/>
                    <a:pt x="85" y="589"/>
                    <a:pt x="253" y="589"/>
                  </a:cubicBezTo>
                  <a:cubicBezTo>
                    <a:pt x="505" y="589"/>
                    <a:pt x="589" y="505"/>
                    <a:pt x="589" y="253"/>
                  </a:cubicBezTo>
                  <a:cubicBezTo>
                    <a:pt x="589" y="85"/>
                    <a:pt x="505" y="1"/>
                    <a:pt x="25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 name="Google Shape;1044;p24"/>
            <p:cNvSpPr/>
            <p:nvPr/>
          </p:nvSpPr>
          <p:spPr>
            <a:xfrm>
              <a:off x="8889148" y="2456509"/>
              <a:ext cx="16011" cy="16011"/>
            </a:xfrm>
            <a:custGeom>
              <a:avLst/>
              <a:gdLst/>
              <a:ahLst/>
              <a:cxnLst/>
              <a:rect l="l" t="t" r="r" b="b"/>
              <a:pathLst>
                <a:path w="421" h="421" extrusionOk="0">
                  <a:moveTo>
                    <a:pt x="169" y="1"/>
                  </a:moveTo>
                  <a:cubicBezTo>
                    <a:pt x="85" y="1"/>
                    <a:pt x="1" y="85"/>
                    <a:pt x="1" y="169"/>
                  </a:cubicBezTo>
                  <a:cubicBezTo>
                    <a:pt x="1" y="337"/>
                    <a:pt x="85" y="421"/>
                    <a:pt x="169" y="421"/>
                  </a:cubicBezTo>
                  <a:cubicBezTo>
                    <a:pt x="337" y="421"/>
                    <a:pt x="421" y="337"/>
                    <a:pt x="421" y="169"/>
                  </a:cubicBezTo>
                  <a:cubicBezTo>
                    <a:pt x="421" y="85"/>
                    <a:pt x="337" y="1"/>
                    <a:pt x="169" y="1"/>
                  </a:cubicBezTo>
                  <a:close/>
                </a:path>
              </a:pathLst>
            </a:custGeom>
            <a:solidFill>
              <a:srgbClr val="5068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45" name="Google Shape;1045;p24"/>
          <p:cNvGrpSpPr/>
          <p:nvPr/>
        </p:nvGrpSpPr>
        <p:grpSpPr>
          <a:xfrm flipH="1">
            <a:off x="506794" y="3392223"/>
            <a:ext cx="331740" cy="1224973"/>
            <a:chOff x="8678270" y="2267841"/>
            <a:chExt cx="341929" cy="1262338"/>
          </a:xfrm>
        </p:grpSpPr>
        <p:sp>
          <p:nvSpPr>
            <p:cNvPr id="1046" name="Google Shape;1046;p24"/>
            <p:cNvSpPr/>
            <p:nvPr/>
          </p:nvSpPr>
          <p:spPr>
            <a:xfrm>
              <a:off x="8879564" y="3351210"/>
              <a:ext cx="38410" cy="178969"/>
            </a:xfrm>
            <a:custGeom>
              <a:avLst/>
              <a:gdLst/>
              <a:ahLst/>
              <a:cxnLst/>
              <a:rect l="l" t="t" r="r" b="b"/>
              <a:pathLst>
                <a:path w="1010" h="4706" extrusionOk="0">
                  <a:moveTo>
                    <a:pt x="1" y="0"/>
                  </a:moveTo>
                  <a:lnTo>
                    <a:pt x="1" y="4705"/>
                  </a:lnTo>
                  <a:lnTo>
                    <a:pt x="1009" y="4705"/>
                  </a:lnTo>
                  <a:lnTo>
                    <a:pt x="1009" y="0"/>
                  </a:lnTo>
                  <a:close/>
                </a:path>
              </a:pathLst>
            </a:custGeom>
            <a:solidFill>
              <a:srgbClr val="4054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 name="Google Shape;1047;p24"/>
            <p:cNvSpPr/>
            <p:nvPr/>
          </p:nvSpPr>
          <p:spPr>
            <a:xfrm>
              <a:off x="8885953" y="2462898"/>
              <a:ext cx="25594" cy="888343"/>
            </a:xfrm>
            <a:custGeom>
              <a:avLst/>
              <a:gdLst/>
              <a:ahLst/>
              <a:cxnLst/>
              <a:rect l="l" t="t" r="r" b="b"/>
              <a:pathLst>
                <a:path w="673" h="23359" extrusionOk="0">
                  <a:moveTo>
                    <a:pt x="253" y="1"/>
                  </a:moveTo>
                  <a:cubicBezTo>
                    <a:pt x="253" y="1009"/>
                    <a:pt x="1" y="22602"/>
                    <a:pt x="1" y="23358"/>
                  </a:cubicBezTo>
                  <a:lnTo>
                    <a:pt x="673" y="23358"/>
                  </a:lnTo>
                  <a:cubicBezTo>
                    <a:pt x="673" y="22602"/>
                    <a:pt x="421" y="925"/>
                    <a:pt x="421" y="1"/>
                  </a:cubicBezTo>
                  <a:close/>
                </a:path>
              </a:pathLst>
            </a:custGeom>
            <a:solidFill>
              <a:srgbClr val="F5F9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 name="Google Shape;1048;p24"/>
            <p:cNvSpPr/>
            <p:nvPr/>
          </p:nvSpPr>
          <p:spPr>
            <a:xfrm>
              <a:off x="8901926" y="2462898"/>
              <a:ext cx="9622" cy="888343"/>
            </a:xfrm>
            <a:custGeom>
              <a:avLst/>
              <a:gdLst/>
              <a:ahLst/>
              <a:cxnLst/>
              <a:rect l="l" t="t" r="r" b="b"/>
              <a:pathLst>
                <a:path w="253" h="23359" extrusionOk="0">
                  <a:moveTo>
                    <a:pt x="1" y="1"/>
                  </a:moveTo>
                  <a:lnTo>
                    <a:pt x="1" y="23358"/>
                  </a:lnTo>
                  <a:lnTo>
                    <a:pt x="169" y="23358"/>
                  </a:lnTo>
                  <a:cubicBezTo>
                    <a:pt x="253" y="22602"/>
                    <a:pt x="1" y="925"/>
                    <a:pt x="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 name="Google Shape;1049;p24"/>
            <p:cNvSpPr/>
            <p:nvPr/>
          </p:nvSpPr>
          <p:spPr>
            <a:xfrm>
              <a:off x="8678270" y="2446013"/>
              <a:ext cx="214109" cy="37383"/>
            </a:xfrm>
            <a:custGeom>
              <a:avLst/>
              <a:gdLst/>
              <a:ahLst/>
              <a:cxnLst/>
              <a:rect l="l" t="t" r="r" b="b"/>
              <a:pathLst>
                <a:path w="5630" h="983" extrusionOk="0">
                  <a:moveTo>
                    <a:pt x="4414" y="1"/>
                  </a:moveTo>
                  <a:cubicBezTo>
                    <a:pt x="3480" y="1"/>
                    <a:pt x="1" y="630"/>
                    <a:pt x="1" y="781"/>
                  </a:cubicBezTo>
                  <a:cubicBezTo>
                    <a:pt x="1" y="920"/>
                    <a:pt x="408" y="982"/>
                    <a:pt x="1055" y="982"/>
                  </a:cubicBezTo>
                  <a:cubicBezTo>
                    <a:pt x="1583" y="982"/>
                    <a:pt x="2270" y="941"/>
                    <a:pt x="3025" y="865"/>
                  </a:cubicBezTo>
                  <a:cubicBezTo>
                    <a:pt x="4706" y="781"/>
                    <a:pt x="5630" y="781"/>
                    <a:pt x="5630" y="613"/>
                  </a:cubicBezTo>
                  <a:cubicBezTo>
                    <a:pt x="5630" y="361"/>
                    <a:pt x="5210" y="277"/>
                    <a:pt x="4622" y="25"/>
                  </a:cubicBezTo>
                  <a:cubicBezTo>
                    <a:pt x="4588" y="8"/>
                    <a:pt x="4517" y="1"/>
                    <a:pt x="441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 name="Google Shape;1050;p24"/>
            <p:cNvSpPr/>
            <p:nvPr/>
          </p:nvSpPr>
          <p:spPr>
            <a:xfrm>
              <a:off x="8694242" y="2446583"/>
              <a:ext cx="185358" cy="25936"/>
            </a:xfrm>
            <a:custGeom>
              <a:avLst/>
              <a:gdLst/>
              <a:ahLst/>
              <a:cxnLst/>
              <a:rect l="l" t="t" r="r" b="b"/>
              <a:pathLst>
                <a:path w="4874" h="682" extrusionOk="0">
                  <a:moveTo>
                    <a:pt x="4083" y="1"/>
                  </a:moveTo>
                  <a:cubicBezTo>
                    <a:pt x="3433" y="1"/>
                    <a:pt x="855" y="449"/>
                    <a:pt x="1" y="682"/>
                  </a:cubicBezTo>
                  <a:lnTo>
                    <a:pt x="4874" y="346"/>
                  </a:lnTo>
                  <a:cubicBezTo>
                    <a:pt x="4706" y="262"/>
                    <a:pt x="4454" y="262"/>
                    <a:pt x="4370" y="178"/>
                  </a:cubicBezTo>
                  <a:cubicBezTo>
                    <a:pt x="4286" y="178"/>
                    <a:pt x="4286" y="178"/>
                    <a:pt x="4202" y="10"/>
                  </a:cubicBezTo>
                  <a:cubicBezTo>
                    <a:pt x="4176" y="4"/>
                    <a:pt x="4136" y="1"/>
                    <a:pt x="4083" y="1"/>
                  </a:cubicBez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 name="Google Shape;1051;p24"/>
            <p:cNvSpPr/>
            <p:nvPr/>
          </p:nvSpPr>
          <p:spPr>
            <a:xfrm>
              <a:off x="8895537" y="2468489"/>
              <a:ext cx="124662" cy="179806"/>
            </a:xfrm>
            <a:custGeom>
              <a:avLst/>
              <a:gdLst/>
              <a:ahLst/>
              <a:cxnLst/>
              <a:rect l="l" t="t" r="r" b="b"/>
              <a:pathLst>
                <a:path w="3278" h="4728" extrusionOk="0">
                  <a:moveTo>
                    <a:pt x="199" y="1"/>
                  </a:moveTo>
                  <a:cubicBezTo>
                    <a:pt x="186" y="1"/>
                    <a:pt x="176" y="8"/>
                    <a:pt x="169" y="22"/>
                  </a:cubicBezTo>
                  <a:cubicBezTo>
                    <a:pt x="1" y="22"/>
                    <a:pt x="169" y="526"/>
                    <a:pt x="253" y="1114"/>
                  </a:cubicBezTo>
                  <a:cubicBezTo>
                    <a:pt x="337" y="1450"/>
                    <a:pt x="3110" y="4727"/>
                    <a:pt x="3194" y="4727"/>
                  </a:cubicBezTo>
                  <a:cubicBezTo>
                    <a:pt x="3278" y="4643"/>
                    <a:pt x="2690" y="3467"/>
                    <a:pt x="1681" y="2122"/>
                  </a:cubicBezTo>
                  <a:cubicBezTo>
                    <a:pt x="835" y="815"/>
                    <a:pt x="341" y="1"/>
                    <a:pt x="19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 name="Google Shape;1052;p24"/>
            <p:cNvSpPr/>
            <p:nvPr/>
          </p:nvSpPr>
          <p:spPr>
            <a:xfrm>
              <a:off x="8905120" y="2478909"/>
              <a:ext cx="102301" cy="156570"/>
            </a:xfrm>
            <a:custGeom>
              <a:avLst/>
              <a:gdLst/>
              <a:ahLst/>
              <a:cxnLst/>
              <a:rect l="l" t="t" r="r" b="b"/>
              <a:pathLst>
                <a:path w="2690" h="4117" extrusionOk="0">
                  <a:moveTo>
                    <a:pt x="1" y="0"/>
                  </a:moveTo>
                  <a:cubicBezTo>
                    <a:pt x="1" y="252"/>
                    <a:pt x="85" y="420"/>
                    <a:pt x="85" y="672"/>
                  </a:cubicBezTo>
                  <a:lnTo>
                    <a:pt x="85" y="840"/>
                  </a:lnTo>
                  <a:cubicBezTo>
                    <a:pt x="85" y="1092"/>
                    <a:pt x="2017" y="3361"/>
                    <a:pt x="2690" y="4117"/>
                  </a:cubicBezTo>
                  <a:lnTo>
                    <a:pt x="1" y="0"/>
                  </a:ln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 name="Google Shape;1053;p24"/>
            <p:cNvSpPr/>
            <p:nvPr/>
          </p:nvSpPr>
          <p:spPr>
            <a:xfrm>
              <a:off x="8892342" y="2267841"/>
              <a:ext cx="111884" cy="190644"/>
            </a:xfrm>
            <a:custGeom>
              <a:avLst/>
              <a:gdLst/>
              <a:ahLst/>
              <a:cxnLst/>
              <a:rect l="l" t="t" r="r" b="b"/>
              <a:pathLst>
                <a:path w="2942" h="5013" extrusionOk="0">
                  <a:moveTo>
                    <a:pt x="2847" y="1"/>
                  </a:moveTo>
                  <a:cubicBezTo>
                    <a:pt x="2722" y="1"/>
                    <a:pt x="1992" y="1145"/>
                    <a:pt x="1261" y="2525"/>
                  </a:cubicBezTo>
                  <a:cubicBezTo>
                    <a:pt x="505" y="4038"/>
                    <a:pt x="1" y="4878"/>
                    <a:pt x="253" y="4962"/>
                  </a:cubicBezTo>
                  <a:cubicBezTo>
                    <a:pt x="270" y="4996"/>
                    <a:pt x="298" y="5013"/>
                    <a:pt x="335" y="5013"/>
                  </a:cubicBezTo>
                  <a:cubicBezTo>
                    <a:pt x="481" y="5013"/>
                    <a:pt x="776" y="4758"/>
                    <a:pt x="1177" y="4290"/>
                  </a:cubicBezTo>
                  <a:cubicBezTo>
                    <a:pt x="1429" y="4122"/>
                    <a:pt x="2942" y="89"/>
                    <a:pt x="2858" y="5"/>
                  </a:cubicBezTo>
                  <a:cubicBezTo>
                    <a:pt x="2855" y="2"/>
                    <a:pt x="2851" y="1"/>
                    <a:pt x="284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 name="Google Shape;1054;p24"/>
            <p:cNvSpPr/>
            <p:nvPr/>
          </p:nvSpPr>
          <p:spPr>
            <a:xfrm>
              <a:off x="8911509" y="2283966"/>
              <a:ext cx="86328" cy="169386"/>
            </a:xfrm>
            <a:custGeom>
              <a:avLst/>
              <a:gdLst/>
              <a:ahLst/>
              <a:cxnLst/>
              <a:rect l="l" t="t" r="r" b="b"/>
              <a:pathLst>
                <a:path w="2270" h="4454" extrusionOk="0">
                  <a:moveTo>
                    <a:pt x="2270" y="1"/>
                  </a:moveTo>
                  <a:lnTo>
                    <a:pt x="1" y="4454"/>
                  </a:lnTo>
                  <a:cubicBezTo>
                    <a:pt x="169" y="4286"/>
                    <a:pt x="337" y="4202"/>
                    <a:pt x="421" y="4034"/>
                  </a:cubicBezTo>
                  <a:cubicBezTo>
                    <a:pt x="589" y="4034"/>
                    <a:pt x="589" y="3866"/>
                    <a:pt x="673" y="3866"/>
                  </a:cubicBezTo>
                  <a:cubicBezTo>
                    <a:pt x="841" y="3698"/>
                    <a:pt x="1933" y="925"/>
                    <a:pt x="2270" y="1"/>
                  </a:cubicBez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 name="Google Shape;1055;p24"/>
            <p:cNvSpPr/>
            <p:nvPr/>
          </p:nvSpPr>
          <p:spPr>
            <a:xfrm>
              <a:off x="8885953" y="2453315"/>
              <a:ext cx="22400" cy="22438"/>
            </a:xfrm>
            <a:custGeom>
              <a:avLst/>
              <a:gdLst/>
              <a:ahLst/>
              <a:cxnLst/>
              <a:rect l="l" t="t" r="r" b="b"/>
              <a:pathLst>
                <a:path w="589" h="590" extrusionOk="0">
                  <a:moveTo>
                    <a:pt x="253" y="1"/>
                  </a:moveTo>
                  <a:cubicBezTo>
                    <a:pt x="85" y="1"/>
                    <a:pt x="1" y="85"/>
                    <a:pt x="1" y="253"/>
                  </a:cubicBezTo>
                  <a:cubicBezTo>
                    <a:pt x="1" y="505"/>
                    <a:pt x="85" y="589"/>
                    <a:pt x="253" y="589"/>
                  </a:cubicBezTo>
                  <a:cubicBezTo>
                    <a:pt x="505" y="589"/>
                    <a:pt x="589" y="505"/>
                    <a:pt x="589" y="253"/>
                  </a:cubicBezTo>
                  <a:cubicBezTo>
                    <a:pt x="589" y="85"/>
                    <a:pt x="505" y="1"/>
                    <a:pt x="25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 name="Google Shape;1056;p24"/>
            <p:cNvSpPr/>
            <p:nvPr/>
          </p:nvSpPr>
          <p:spPr>
            <a:xfrm>
              <a:off x="8889148" y="2456509"/>
              <a:ext cx="16011" cy="16011"/>
            </a:xfrm>
            <a:custGeom>
              <a:avLst/>
              <a:gdLst/>
              <a:ahLst/>
              <a:cxnLst/>
              <a:rect l="l" t="t" r="r" b="b"/>
              <a:pathLst>
                <a:path w="421" h="421" extrusionOk="0">
                  <a:moveTo>
                    <a:pt x="169" y="1"/>
                  </a:moveTo>
                  <a:cubicBezTo>
                    <a:pt x="85" y="1"/>
                    <a:pt x="1" y="85"/>
                    <a:pt x="1" y="169"/>
                  </a:cubicBezTo>
                  <a:cubicBezTo>
                    <a:pt x="1" y="337"/>
                    <a:pt x="85" y="421"/>
                    <a:pt x="169" y="421"/>
                  </a:cubicBezTo>
                  <a:cubicBezTo>
                    <a:pt x="337" y="421"/>
                    <a:pt x="421" y="337"/>
                    <a:pt x="421" y="169"/>
                  </a:cubicBezTo>
                  <a:cubicBezTo>
                    <a:pt x="421" y="85"/>
                    <a:pt x="337" y="1"/>
                    <a:pt x="169" y="1"/>
                  </a:cubicBezTo>
                  <a:close/>
                </a:path>
              </a:pathLst>
            </a:custGeom>
            <a:solidFill>
              <a:srgbClr val="5068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57" name="Google Shape;1057;p24"/>
          <p:cNvSpPr/>
          <p:nvPr/>
        </p:nvSpPr>
        <p:spPr>
          <a:xfrm rot="10800000">
            <a:off x="386111" y="4730570"/>
            <a:ext cx="4479214" cy="472608"/>
          </a:xfrm>
          <a:custGeom>
            <a:avLst/>
            <a:gdLst/>
            <a:ahLst/>
            <a:cxnLst/>
            <a:rect l="l" t="t" r="r" b="b"/>
            <a:pathLst>
              <a:path w="142582" h="19493" extrusionOk="0">
                <a:moveTo>
                  <a:pt x="7730" y="0"/>
                </a:moveTo>
                <a:cubicBezTo>
                  <a:pt x="3445" y="0"/>
                  <a:pt x="0" y="3445"/>
                  <a:pt x="0" y="7646"/>
                </a:cubicBezTo>
                <a:cubicBezTo>
                  <a:pt x="0" y="11847"/>
                  <a:pt x="3445" y="15292"/>
                  <a:pt x="7730" y="15292"/>
                </a:cubicBezTo>
                <a:lnTo>
                  <a:pt x="13023" y="15292"/>
                </a:lnTo>
                <a:cubicBezTo>
                  <a:pt x="12687" y="15712"/>
                  <a:pt x="12603" y="16300"/>
                  <a:pt x="12603" y="16804"/>
                </a:cubicBezTo>
                <a:cubicBezTo>
                  <a:pt x="12603" y="18401"/>
                  <a:pt x="13864" y="19493"/>
                  <a:pt x="15376" y="19493"/>
                </a:cubicBezTo>
                <a:lnTo>
                  <a:pt x="108554" y="19493"/>
                </a:lnTo>
                <a:cubicBezTo>
                  <a:pt x="110150" y="19493"/>
                  <a:pt x="111410" y="18233"/>
                  <a:pt x="111410" y="16804"/>
                </a:cubicBezTo>
                <a:cubicBezTo>
                  <a:pt x="111410" y="16300"/>
                  <a:pt x="111158" y="15712"/>
                  <a:pt x="110990" y="15292"/>
                </a:cubicBezTo>
                <a:lnTo>
                  <a:pt x="134768" y="15292"/>
                </a:lnTo>
                <a:cubicBezTo>
                  <a:pt x="139137" y="15292"/>
                  <a:pt x="142581" y="11847"/>
                  <a:pt x="142581" y="7646"/>
                </a:cubicBezTo>
                <a:cubicBezTo>
                  <a:pt x="142497" y="3445"/>
                  <a:pt x="139053" y="0"/>
                  <a:pt x="13468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 name="Google Shape;1058;p24"/>
          <p:cNvSpPr/>
          <p:nvPr/>
        </p:nvSpPr>
        <p:spPr>
          <a:xfrm>
            <a:off x="2778409" y="637906"/>
            <a:ext cx="430344" cy="424734"/>
          </a:xfrm>
          <a:custGeom>
            <a:avLst/>
            <a:gdLst/>
            <a:ahLst/>
            <a:cxnLst/>
            <a:rect l="l" t="t" r="r" b="b"/>
            <a:pathLst>
              <a:path w="12352" h="12191" extrusionOk="0">
                <a:moveTo>
                  <a:pt x="6416" y="1"/>
                </a:moveTo>
                <a:cubicBezTo>
                  <a:pt x="6322" y="1"/>
                  <a:pt x="6228" y="3"/>
                  <a:pt x="6134" y="8"/>
                </a:cubicBezTo>
                <a:cubicBezTo>
                  <a:pt x="2773" y="8"/>
                  <a:pt x="0" y="2696"/>
                  <a:pt x="0" y="6057"/>
                </a:cubicBezTo>
                <a:cubicBezTo>
                  <a:pt x="0" y="9418"/>
                  <a:pt x="2689" y="12191"/>
                  <a:pt x="6134" y="12191"/>
                </a:cubicBezTo>
                <a:cubicBezTo>
                  <a:pt x="9494" y="12191"/>
                  <a:pt x="12351" y="9418"/>
                  <a:pt x="12351" y="6057"/>
                </a:cubicBezTo>
                <a:cubicBezTo>
                  <a:pt x="12351" y="2791"/>
                  <a:pt x="9653" y="1"/>
                  <a:pt x="6416" y="1"/>
                </a:cubicBezTo>
                <a:close/>
              </a:path>
            </a:pathLst>
          </a:custGeom>
          <a:solidFill>
            <a:srgbClr val="FFEB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 name="Google Shape;1059;p24"/>
          <p:cNvSpPr>
            <a:spLocks noGrp="1"/>
          </p:cNvSpPr>
          <p:nvPr>
            <p:ph type="pic" idx="2"/>
          </p:nvPr>
        </p:nvSpPr>
        <p:spPr>
          <a:xfrm>
            <a:off x="4106300" y="612119"/>
            <a:ext cx="4446300" cy="3991800"/>
          </a:xfrm>
          <a:prstGeom prst="rect">
            <a:avLst/>
          </a:prstGeom>
          <a:noFill/>
          <a:ln w="19050" cap="flat" cmpd="sng">
            <a:solidFill>
              <a:schemeClr val="dk1"/>
            </a:solidFill>
            <a:prstDash val="solid"/>
            <a:round/>
            <a:headEnd type="none" w="sm" len="sm"/>
            <a:tailEnd type="none" w="sm" len="sm"/>
          </a:ln>
        </p:spPr>
        <p:txBody>
          <a:bodyPr/>
          <a:lstStyle/>
          <a:p>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1">
  <p:cSld name="CUSTOM_10">
    <p:spTree>
      <p:nvGrpSpPr>
        <p:cNvPr id="1" name="Shape 1139"/>
        <p:cNvGrpSpPr/>
        <p:nvPr/>
      </p:nvGrpSpPr>
      <p:grpSpPr>
        <a:xfrm>
          <a:off x="0" y="0"/>
          <a:ext cx="0" cy="0"/>
          <a:chOff x="0" y="0"/>
          <a:chExt cx="0" cy="0"/>
        </a:xfrm>
      </p:grpSpPr>
      <p:sp>
        <p:nvSpPr>
          <p:cNvPr id="1140" name="Google Shape;1140;p2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6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141" name="Google Shape;1141;p26"/>
          <p:cNvSpPr/>
          <p:nvPr/>
        </p:nvSpPr>
        <p:spPr>
          <a:xfrm flipH="1">
            <a:off x="-276740" y="4617203"/>
            <a:ext cx="9697465" cy="527901"/>
          </a:xfrm>
          <a:custGeom>
            <a:avLst/>
            <a:gdLst/>
            <a:ahLst/>
            <a:cxnLst/>
            <a:rect l="l" t="t" r="r" b="b"/>
            <a:pathLst>
              <a:path w="308689" h="50833" extrusionOk="0">
                <a:moveTo>
                  <a:pt x="10839" y="0"/>
                </a:moveTo>
                <a:cubicBezTo>
                  <a:pt x="4790" y="0"/>
                  <a:pt x="1" y="4201"/>
                  <a:pt x="1" y="9411"/>
                </a:cubicBezTo>
                <a:lnTo>
                  <a:pt x="1" y="41506"/>
                </a:lnTo>
                <a:cubicBezTo>
                  <a:pt x="1" y="46631"/>
                  <a:pt x="4874" y="50832"/>
                  <a:pt x="10839" y="50832"/>
                </a:cubicBezTo>
                <a:lnTo>
                  <a:pt x="297850" y="50832"/>
                </a:lnTo>
                <a:cubicBezTo>
                  <a:pt x="303815" y="50832"/>
                  <a:pt x="308688" y="46631"/>
                  <a:pt x="308688" y="41506"/>
                </a:cubicBezTo>
                <a:lnTo>
                  <a:pt x="308688" y="9411"/>
                </a:lnTo>
                <a:cubicBezTo>
                  <a:pt x="308688" y="4201"/>
                  <a:pt x="303815" y="0"/>
                  <a:pt x="297850" y="0"/>
                </a:cubicBezTo>
                <a:close/>
              </a:path>
            </a:pathLst>
          </a:custGeom>
          <a:solidFill>
            <a:srgbClr val="97B8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142" name="Google Shape;1142;p26"/>
          <p:cNvPicPr preferRelativeResize="0"/>
          <p:nvPr/>
        </p:nvPicPr>
        <p:blipFill rotWithShape="1">
          <a:blip r:embed="rId2">
            <a:alphaModFix amt="81000"/>
          </a:blip>
          <a:srcRect t="-21812" b="24"/>
          <a:stretch/>
        </p:blipFill>
        <p:spPr>
          <a:xfrm rot="-5400000" flipH="1">
            <a:off x="6860999" y="345037"/>
            <a:ext cx="2628050" cy="1937976"/>
          </a:xfrm>
          <a:prstGeom prst="rect">
            <a:avLst/>
          </a:prstGeom>
          <a:noFill/>
          <a:ln>
            <a:noFill/>
          </a:ln>
        </p:spPr>
      </p:pic>
      <p:pic>
        <p:nvPicPr>
          <p:cNvPr id="1143" name="Google Shape;1143;p26"/>
          <p:cNvPicPr preferRelativeResize="0"/>
          <p:nvPr/>
        </p:nvPicPr>
        <p:blipFill rotWithShape="1">
          <a:blip r:embed="rId2">
            <a:alphaModFix amt="81000"/>
          </a:blip>
          <a:srcRect t="-21812" b="24"/>
          <a:stretch/>
        </p:blipFill>
        <p:spPr>
          <a:xfrm rot="10800000" flipH="1">
            <a:off x="2424" y="12"/>
            <a:ext cx="2628050" cy="1937976"/>
          </a:xfrm>
          <a:prstGeom prst="rect">
            <a:avLst/>
          </a:prstGeom>
          <a:noFill/>
          <a:ln>
            <a:noFill/>
          </a:ln>
        </p:spPr>
      </p:pic>
      <p:grpSp>
        <p:nvGrpSpPr>
          <p:cNvPr id="1144" name="Google Shape;1144;p26"/>
          <p:cNvGrpSpPr/>
          <p:nvPr/>
        </p:nvGrpSpPr>
        <p:grpSpPr>
          <a:xfrm>
            <a:off x="46783" y="3576334"/>
            <a:ext cx="530333" cy="1431250"/>
            <a:chOff x="231800" y="1194350"/>
            <a:chExt cx="943150" cy="2545350"/>
          </a:xfrm>
        </p:grpSpPr>
        <p:sp>
          <p:nvSpPr>
            <p:cNvPr id="1145" name="Google Shape;1145;p26"/>
            <p:cNvSpPr/>
            <p:nvPr/>
          </p:nvSpPr>
          <p:spPr>
            <a:xfrm>
              <a:off x="484495" y="3697404"/>
              <a:ext cx="416790" cy="42296"/>
            </a:xfrm>
            <a:custGeom>
              <a:avLst/>
              <a:gdLst/>
              <a:ahLst/>
              <a:cxnLst/>
              <a:rect l="l" t="t" r="r" b="b"/>
              <a:pathLst>
                <a:path w="70493" h="1692" extrusionOk="0">
                  <a:moveTo>
                    <a:pt x="68838" y="1"/>
                  </a:moveTo>
                  <a:cubicBezTo>
                    <a:pt x="68747" y="1"/>
                    <a:pt x="68655" y="4"/>
                    <a:pt x="68561" y="11"/>
                  </a:cubicBezTo>
                  <a:lnTo>
                    <a:pt x="1849" y="11"/>
                  </a:lnTo>
                  <a:cubicBezTo>
                    <a:pt x="841" y="11"/>
                    <a:pt x="1" y="347"/>
                    <a:pt x="1" y="851"/>
                  </a:cubicBezTo>
                  <a:cubicBezTo>
                    <a:pt x="1" y="1272"/>
                    <a:pt x="841" y="1692"/>
                    <a:pt x="1849" y="1692"/>
                  </a:cubicBezTo>
                  <a:lnTo>
                    <a:pt x="68561" y="1692"/>
                  </a:lnTo>
                  <a:cubicBezTo>
                    <a:pt x="69653" y="1692"/>
                    <a:pt x="70493" y="1356"/>
                    <a:pt x="70493" y="851"/>
                  </a:cubicBezTo>
                  <a:cubicBezTo>
                    <a:pt x="70493" y="391"/>
                    <a:pt x="69792" y="1"/>
                    <a:pt x="68838" y="1"/>
                  </a:cubicBezTo>
                  <a:close/>
                </a:path>
              </a:pathLst>
            </a:custGeom>
            <a:solidFill>
              <a:srgbClr val="6A84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6" name="Google Shape;1146;p26"/>
            <p:cNvSpPr/>
            <p:nvPr/>
          </p:nvSpPr>
          <p:spPr>
            <a:xfrm>
              <a:off x="645600" y="3370000"/>
              <a:ext cx="71450" cy="355000"/>
            </a:xfrm>
            <a:custGeom>
              <a:avLst/>
              <a:gdLst/>
              <a:ahLst/>
              <a:cxnLst/>
              <a:rect l="l" t="t" r="r" b="b"/>
              <a:pathLst>
                <a:path w="2858" h="14200" extrusionOk="0">
                  <a:moveTo>
                    <a:pt x="85" y="0"/>
                  </a:moveTo>
                  <a:cubicBezTo>
                    <a:pt x="85" y="3865"/>
                    <a:pt x="85" y="13107"/>
                    <a:pt x="1" y="14200"/>
                  </a:cubicBezTo>
                  <a:lnTo>
                    <a:pt x="2857" y="14200"/>
                  </a:lnTo>
                  <a:cubicBezTo>
                    <a:pt x="2857" y="13107"/>
                    <a:pt x="2857" y="3865"/>
                    <a:pt x="2689" y="0"/>
                  </a:cubicBezTo>
                  <a:close/>
                </a:path>
              </a:pathLst>
            </a:custGeom>
            <a:solidFill>
              <a:srgbClr val="4054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1147;p26"/>
            <p:cNvSpPr/>
            <p:nvPr/>
          </p:nvSpPr>
          <p:spPr>
            <a:xfrm>
              <a:off x="685525" y="3370000"/>
              <a:ext cx="31525" cy="355000"/>
            </a:xfrm>
            <a:custGeom>
              <a:avLst/>
              <a:gdLst/>
              <a:ahLst/>
              <a:cxnLst/>
              <a:rect l="l" t="t" r="r" b="b"/>
              <a:pathLst>
                <a:path w="1261" h="14200" extrusionOk="0">
                  <a:moveTo>
                    <a:pt x="0" y="0"/>
                  </a:moveTo>
                  <a:lnTo>
                    <a:pt x="0" y="14200"/>
                  </a:lnTo>
                  <a:lnTo>
                    <a:pt x="1260" y="14200"/>
                  </a:lnTo>
                  <a:cubicBezTo>
                    <a:pt x="1260" y="13107"/>
                    <a:pt x="1260" y="3865"/>
                    <a:pt x="1092" y="0"/>
                  </a:cubicBezTo>
                  <a:close/>
                </a:path>
              </a:pathLst>
            </a:custGeom>
            <a:solidFill>
              <a:srgbClr val="6C8C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26"/>
            <p:cNvSpPr/>
            <p:nvPr/>
          </p:nvSpPr>
          <p:spPr>
            <a:xfrm>
              <a:off x="654000" y="1624500"/>
              <a:ext cx="56750" cy="1745525"/>
            </a:xfrm>
            <a:custGeom>
              <a:avLst/>
              <a:gdLst/>
              <a:ahLst/>
              <a:cxnLst/>
              <a:rect l="l" t="t" r="r" b="b"/>
              <a:pathLst>
                <a:path w="2270" h="69821" extrusionOk="0">
                  <a:moveTo>
                    <a:pt x="925" y="0"/>
                  </a:moveTo>
                  <a:cubicBezTo>
                    <a:pt x="841" y="2773"/>
                    <a:pt x="85" y="67720"/>
                    <a:pt x="1" y="69820"/>
                  </a:cubicBezTo>
                  <a:lnTo>
                    <a:pt x="2269" y="69820"/>
                  </a:lnTo>
                  <a:cubicBezTo>
                    <a:pt x="2185" y="67720"/>
                    <a:pt x="1429" y="2773"/>
                    <a:pt x="1345" y="0"/>
                  </a:cubicBezTo>
                  <a:close/>
                </a:path>
              </a:pathLst>
            </a:custGeom>
            <a:solidFill>
              <a:srgbClr val="F5F9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9" name="Google Shape;1149;p26"/>
            <p:cNvSpPr/>
            <p:nvPr/>
          </p:nvSpPr>
          <p:spPr>
            <a:xfrm>
              <a:off x="681325" y="1624500"/>
              <a:ext cx="25225" cy="1745525"/>
            </a:xfrm>
            <a:custGeom>
              <a:avLst/>
              <a:gdLst/>
              <a:ahLst/>
              <a:cxnLst/>
              <a:rect l="l" t="t" r="r" b="b"/>
              <a:pathLst>
                <a:path w="1009" h="69821" extrusionOk="0">
                  <a:moveTo>
                    <a:pt x="168" y="0"/>
                  </a:moveTo>
                  <a:cubicBezTo>
                    <a:pt x="0" y="0"/>
                    <a:pt x="252" y="69820"/>
                    <a:pt x="252" y="69820"/>
                  </a:cubicBezTo>
                  <a:lnTo>
                    <a:pt x="1008" y="69820"/>
                  </a:lnTo>
                  <a:cubicBezTo>
                    <a:pt x="1008" y="67720"/>
                    <a:pt x="252" y="2773"/>
                    <a:pt x="16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0" name="Google Shape;1150;p26"/>
            <p:cNvSpPr/>
            <p:nvPr/>
          </p:nvSpPr>
          <p:spPr>
            <a:xfrm>
              <a:off x="244425" y="1585750"/>
              <a:ext cx="430625" cy="68875"/>
            </a:xfrm>
            <a:custGeom>
              <a:avLst/>
              <a:gdLst/>
              <a:ahLst/>
              <a:cxnLst/>
              <a:rect l="l" t="t" r="r" b="b"/>
              <a:pathLst>
                <a:path w="17225" h="2755" extrusionOk="0">
                  <a:moveTo>
                    <a:pt x="13288" y="0"/>
                  </a:moveTo>
                  <a:cubicBezTo>
                    <a:pt x="10899" y="0"/>
                    <a:pt x="0" y="1757"/>
                    <a:pt x="0" y="2222"/>
                  </a:cubicBezTo>
                  <a:cubicBezTo>
                    <a:pt x="0" y="2584"/>
                    <a:pt x="1525" y="2755"/>
                    <a:pt x="3871" y="2755"/>
                  </a:cubicBezTo>
                  <a:cubicBezTo>
                    <a:pt x="5340" y="2755"/>
                    <a:pt x="7132" y="2688"/>
                    <a:pt x="9074" y="2558"/>
                  </a:cubicBezTo>
                  <a:cubicBezTo>
                    <a:pt x="14115" y="2222"/>
                    <a:pt x="17056" y="2138"/>
                    <a:pt x="17056" y="1634"/>
                  </a:cubicBezTo>
                  <a:cubicBezTo>
                    <a:pt x="17224" y="1214"/>
                    <a:pt x="15712" y="794"/>
                    <a:pt x="13695" y="38"/>
                  </a:cubicBezTo>
                  <a:cubicBezTo>
                    <a:pt x="13625" y="12"/>
                    <a:pt x="13486" y="0"/>
                    <a:pt x="1328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1" name="Google Shape;1151;p26"/>
            <p:cNvSpPr/>
            <p:nvPr/>
          </p:nvSpPr>
          <p:spPr>
            <a:xfrm>
              <a:off x="271725" y="1591650"/>
              <a:ext cx="373900" cy="45475"/>
            </a:xfrm>
            <a:custGeom>
              <a:avLst/>
              <a:gdLst/>
              <a:ahLst/>
              <a:cxnLst/>
              <a:rect l="l" t="t" r="r" b="b"/>
              <a:pathLst>
                <a:path w="14956" h="1819" extrusionOk="0">
                  <a:moveTo>
                    <a:pt x="12119" y="1"/>
                  </a:moveTo>
                  <a:cubicBezTo>
                    <a:pt x="10095" y="1"/>
                    <a:pt x="2774" y="1144"/>
                    <a:pt x="0" y="1818"/>
                  </a:cubicBezTo>
                  <a:lnTo>
                    <a:pt x="14956" y="894"/>
                  </a:lnTo>
                  <a:cubicBezTo>
                    <a:pt x="14452" y="642"/>
                    <a:pt x="13779" y="474"/>
                    <a:pt x="13275" y="222"/>
                  </a:cubicBezTo>
                  <a:cubicBezTo>
                    <a:pt x="13023" y="138"/>
                    <a:pt x="12855" y="138"/>
                    <a:pt x="12603" y="54"/>
                  </a:cubicBezTo>
                  <a:cubicBezTo>
                    <a:pt x="12531" y="18"/>
                    <a:pt x="12363" y="1"/>
                    <a:pt x="12119" y="1"/>
                  </a:cubicBez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2" name="Google Shape;1152;p26"/>
            <p:cNvSpPr/>
            <p:nvPr/>
          </p:nvSpPr>
          <p:spPr>
            <a:xfrm>
              <a:off x="677125" y="1625850"/>
              <a:ext cx="247875" cy="357900"/>
            </a:xfrm>
            <a:custGeom>
              <a:avLst/>
              <a:gdLst/>
              <a:ahLst/>
              <a:cxnLst/>
              <a:rect l="l" t="t" r="r" b="b"/>
              <a:pathLst>
                <a:path w="9915" h="14316" extrusionOk="0">
                  <a:moveTo>
                    <a:pt x="507" y="0"/>
                  </a:moveTo>
                  <a:cubicBezTo>
                    <a:pt x="474" y="0"/>
                    <a:pt x="445" y="10"/>
                    <a:pt x="420" y="30"/>
                  </a:cubicBezTo>
                  <a:cubicBezTo>
                    <a:pt x="0" y="366"/>
                    <a:pt x="420" y="1711"/>
                    <a:pt x="672" y="3727"/>
                  </a:cubicBezTo>
                  <a:cubicBezTo>
                    <a:pt x="922" y="4727"/>
                    <a:pt x="9018" y="14316"/>
                    <a:pt x="9484" y="14316"/>
                  </a:cubicBezTo>
                  <a:cubicBezTo>
                    <a:pt x="9488" y="14316"/>
                    <a:pt x="9491" y="14315"/>
                    <a:pt x="9494" y="14313"/>
                  </a:cubicBezTo>
                  <a:cubicBezTo>
                    <a:pt x="9914" y="13977"/>
                    <a:pt x="8066" y="10533"/>
                    <a:pt x="5209" y="6332"/>
                  </a:cubicBezTo>
                  <a:cubicBezTo>
                    <a:pt x="2523" y="2460"/>
                    <a:pt x="1025" y="0"/>
                    <a:pt x="50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1153;p26"/>
            <p:cNvSpPr/>
            <p:nvPr/>
          </p:nvSpPr>
          <p:spPr>
            <a:xfrm>
              <a:off x="689725" y="1658100"/>
              <a:ext cx="207975" cy="304600"/>
            </a:xfrm>
            <a:custGeom>
              <a:avLst/>
              <a:gdLst/>
              <a:ahLst/>
              <a:cxnLst/>
              <a:rect l="l" t="t" r="r" b="b"/>
              <a:pathLst>
                <a:path w="8319" h="12184" extrusionOk="0">
                  <a:moveTo>
                    <a:pt x="0" y="0"/>
                  </a:moveTo>
                  <a:lnTo>
                    <a:pt x="0" y="0"/>
                  </a:lnTo>
                  <a:cubicBezTo>
                    <a:pt x="84" y="505"/>
                    <a:pt x="252" y="1177"/>
                    <a:pt x="336" y="1765"/>
                  </a:cubicBezTo>
                  <a:cubicBezTo>
                    <a:pt x="336" y="1933"/>
                    <a:pt x="420" y="2185"/>
                    <a:pt x="420" y="2521"/>
                  </a:cubicBezTo>
                  <a:cubicBezTo>
                    <a:pt x="504" y="3109"/>
                    <a:pt x="6218" y="9999"/>
                    <a:pt x="8318" y="12183"/>
                  </a:cubicBezTo>
                  <a:lnTo>
                    <a:pt x="0" y="0"/>
                  </a:ln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26"/>
            <p:cNvSpPr/>
            <p:nvPr/>
          </p:nvSpPr>
          <p:spPr>
            <a:xfrm>
              <a:off x="668700" y="1242050"/>
              <a:ext cx="222700" cy="374525"/>
            </a:xfrm>
            <a:custGeom>
              <a:avLst/>
              <a:gdLst/>
              <a:ahLst/>
              <a:cxnLst/>
              <a:rect l="l" t="t" r="r" b="b"/>
              <a:pathLst>
                <a:path w="8908" h="14981" extrusionOk="0">
                  <a:moveTo>
                    <a:pt x="8454" y="1"/>
                  </a:moveTo>
                  <a:cubicBezTo>
                    <a:pt x="7962" y="1"/>
                    <a:pt x="5830" y="3308"/>
                    <a:pt x="3698" y="7736"/>
                  </a:cubicBezTo>
                  <a:cubicBezTo>
                    <a:pt x="1429" y="12105"/>
                    <a:pt x="1" y="14710"/>
                    <a:pt x="505" y="14962"/>
                  </a:cubicBezTo>
                  <a:cubicBezTo>
                    <a:pt x="530" y="14974"/>
                    <a:pt x="559" y="14980"/>
                    <a:pt x="593" y="14980"/>
                  </a:cubicBezTo>
                  <a:cubicBezTo>
                    <a:pt x="1016" y="14980"/>
                    <a:pt x="2135" y="14029"/>
                    <a:pt x="3614" y="12862"/>
                  </a:cubicBezTo>
                  <a:cubicBezTo>
                    <a:pt x="4454" y="12189"/>
                    <a:pt x="8907" y="259"/>
                    <a:pt x="8487" y="7"/>
                  </a:cubicBezTo>
                  <a:cubicBezTo>
                    <a:pt x="8477" y="3"/>
                    <a:pt x="8466" y="1"/>
                    <a:pt x="845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 name="Google Shape;1155;p26"/>
            <p:cNvSpPr/>
            <p:nvPr/>
          </p:nvSpPr>
          <p:spPr>
            <a:xfrm>
              <a:off x="706525" y="1269500"/>
              <a:ext cx="163850" cy="327700"/>
            </a:xfrm>
            <a:custGeom>
              <a:avLst/>
              <a:gdLst/>
              <a:ahLst/>
              <a:cxnLst/>
              <a:rect l="l" t="t" r="r" b="b"/>
              <a:pathLst>
                <a:path w="6554" h="13108" extrusionOk="0">
                  <a:moveTo>
                    <a:pt x="6554" y="1"/>
                  </a:moveTo>
                  <a:lnTo>
                    <a:pt x="0" y="13108"/>
                  </a:lnTo>
                  <a:cubicBezTo>
                    <a:pt x="420" y="12772"/>
                    <a:pt x="925" y="12352"/>
                    <a:pt x="1345" y="11932"/>
                  </a:cubicBezTo>
                  <a:cubicBezTo>
                    <a:pt x="1513" y="11848"/>
                    <a:pt x="1681" y="11596"/>
                    <a:pt x="1849" y="11511"/>
                  </a:cubicBezTo>
                  <a:cubicBezTo>
                    <a:pt x="2521" y="11091"/>
                    <a:pt x="5714" y="2942"/>
                    <a:pt x="6554" y="1"/>
                  </a:cubicBez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6" name="Google Shape;1156;p26"/>
            <p:cNvSpPr/>
            <p:nvPr/>
          </p:nvSpPr>
          <p:spPr>
            <a:xfrm>
              <a:off x="658200" y="1599275"/>
              <a:ext cx="44150" cy="46250"/>
            </a:xfrm>
            <a:custGeom>
              <a:avLst/>
              <a:gdLst/>
              <a:ahLst/>
              <a:cxnLst/>
              <a:rect l="l" t="t" r="r" b="b"/>
              <a:pathLst>
                <a:path w="1766" h="1850" extrusionOk="0">
                  <a:moveTo>
                    <a:pt x="841" y="1"/>
                  </a:moveTo>
                  <a:cubicBezTo>
                    <a:pt x="337" y="1"/>
                    <a:pt x="1" y="421"/>
                    <a:pt x="1" y="1009"/>
                  </a:cubicBezTo>
                  <a:cubicBezTo>
                    <a:pt x="1" y="1513"/>
                    <a:pt x="421" y="1849"/>
                    <a:pt x="925" y="1849"/>
                  </a:cubicBezTo>
                  <a:cubicBezTo>
                    <a:pt x="1429" y="1849"/>
                    <a:pt x="1765" y="1429"/>
                    <a:pt x="1765" y="841"/>
                  </a:cubicBezTo>
                  <a:cubicBezTo>
                    <a:pt x="1765" y="421"/>
                    <a:pt x="1345" y="1"/>
                    <a:pt x="84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1157;p26"/>
            <p:cNvSpPr/>
            <p:nvPr/>
          </p:nvSpPr>
          <p:spPr>
            <a:xfrm>
              <a:off x="666600" y="1607675"/>
              <a:ext cx="29450" cy="29450"/>
            </a:xfrm>
            <a:custGeom>
              <a:avLst/>
              <a:gdLst/>
              <a:ahLst/>
              <a:cxnLst/>
              <a:rect l="l" t="t" r="r" b="b"/>
              <a:pathLst>
                <a:path w="1178" h="1178" extrusionOk="0">
                  <a:moveTo>
                    <a:pt x="505" y="1"/>
                  </a:moveTo>
                  <a:cubicBezTo>
                    <a:pt x="169" y="1"/>
                    <a:pt x="1" y="337"/>
                    <a:pt x="1" y="673"/>
                  </a:cubicBezTo>
                  <a:cubicBezTo>
                    <a:pt x="1" y="925"/>
                    <a:pt x="337" y="1177"/>
                    <a:pt x="589" y="1177"/>
                  </a:cubicBezTo>
                  <a:cubicBezTo>
                    <a:pt x="925" y="1177"/>
                    <a:pt x="1177" y="841"/>
                    <a:pt x="1177" y="505"/>
                  </a:cubicBezTo>
                  <a:cubicBezTo>
                    <a:pt x="1093" y="253"/>
                    <a:pt x="841" y="1"/>
                    <a:pt x="505" y="1"/>
                  </a:cubicBezTo>
                  <a:close/>
                </a:path>
              </a:pathLst>
            </a:custGeom>
            <a:solidFill>
              <a:srgbClr val="5068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 name="Google Shape;1158;p26"/>
            <p:cNvSpPr/>
            <p:nvPr/>
          </p:nvSpPr>
          <p:spPr>
            <a:xfrm>
              <a:off x="231800" y="1194350"/>
              <a:ext cx="943150" cy="854375"/>
            </a:xfrm>
            <a:custGeom>
              <a:avLst/>
              <a:gdLst/>
              <a:ahLst/>
              <a:cxnLst/>
              <a:rect l="l" t="t" r="r" b="b"/>
              <a:pathLst>
                <a:path w="37726" h="34175" extrusionOk="0">
                  <a:moveTo>
                    <a:pt x="18052" y="0"/>
                  </a:moveTo>
                  <a:cubicBezTo>
                    <a:pt x="17660" y="0"/>
                    <a:pt x="17272" y="21"/>
                    <a:pt x="16889" y="66"/>
                  </a:cubicBezTo>
                  <a:cubicBezTo>
                    <a:pt x="7311" y="654"/>
                    <a:pt x="1" y="8636"/>
                    <a:pt x="505" y="18130"/>
                  </a:cubicBezTo>
                  <a:lnTo>
                    <a:pt x="1345" y="18130"/>
                  </a:lnTo>
                  <a:cubicBezTo>
                    <a:pt x="841" y="8804"/>
                    <a:pt x="8151" y="906"/>
                    <a:pt x="17561" y="234"/>
                  </a:cubicBezTo>
                  <a:cubicBezTo>
                    <a:pt x="18022" y="203"/>
                    <a:pt x="18484" y="184"/>
                    <a:pt x="18941" y="184"/>
                  </a:cubicBezTo>
                  <a:cubicBezTo>
                    <a:pt x="19733" y="184"/>
                    <a:pt x="20512" y="242"/>
                    <a:pt x="21258" y="402"/>
                  </a:cubicBezTo>
                  <a:cubicBezTo>
                    <a:pt x="20212" y="156"/>
                    <a:pt x="19122" y="0"/>
                    <a:pt x="18052" y="0"/>
                  </a:cubicBezTo>
                  <a:close/>
                  <a:moveTo>
                    <a:pt x="25879" y="1915"/>
                  </a:moveTo>
                  <a:lnTo>
                    <a:pt x="25543" y="2587"/>
                  </a:lnTo>
                  <a:cubicBezTo>
                    <a:pt x="33945" y="6872"/>
                    <a:pt x="37306" y="16954"/>
                    <a:pt x="33105" y="25356"/>
                  </a:cubicBezTo>
                  <a:cubicBezTo>
                    <a:pt x="32600" y="26532"/>
                    <a:pt x="31844" y="27456"/>
                    <a:pt x="31172" y="28381"/>
                  </a:cubicBezTo>
                  <a:cubicBezTo>
                    <a:pt x="32096" y="27372"/>
                    <a:pt x="32937" y="26112"/>
                    <a:pt x="33525" y="24768"/>
                  </a:cubicBezTo>
                  <a:cubicBezTo>
                    <a:pt x="37726" y="16366"/>
                    <a:pt x="34365" y="6116"/>
                    <a:pt x="25879" y="1915"/>
                  </a:cubicBezTo>
                  <a:close/>
                  <a:moveTo>
                    <a:pt x="1513" y="22415"/>
                  </a:moveTo>
                  <a:cubicBezTo>
                    <a:pt x="1933" y="23928"/>
                    <a:pt x="2606" y="25188"/>
                    <a:pt x="3446" y="26448"/>
                  </a:cubicBezTo>
                  <a:cubicBezTo>
                    <a:pt x="6777" y="31445"/>
                    <a:pt x="12307" y="34174"/>
                    <a:pt x="17993" y="34174"/>
                  </a:cubicBezTo>
                  <a:cubicBezTo>
                    <a:pt x="21198" y="34174"/>
                    <a:pt x="24453" y="33307"/>
                    <a:pt x="27391" y="31489"/>
                  </a:cubicBezTo>
                  <a:lnTo>
                    <a:pt x="27055" y="30817"/>
                  </a:lnTo>
                  <a:cubicBezTo>
                    <a:pt x="24185" y="32581"/>
                    <a:pt x="20986" y="33419"/>
                    <a:pt x="17823" y="33419"/>
                  </a:cubicBezTo>
                  <a:cubicBezTo>
                    <a:pt x="12098" y="33419"/>
                    <a:pt x="6495" y="30671"/>
                    <a:pt x="3194" y="25692"/>
                  </a:cubicBezTo>
                  <a:cubicBezTo>
                    <a:pt x="2438" y="24600"/>
                    <a:pt x="1933" y="23592"/>
                    <a:pt x="1513" y="22415"/>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9" name="Google Shape;1159;p26"/>
            <p:cNvSpPr/>
            <p:nvPr/>
          </p:nvSpPr>
          <p:spPr>
            <a:xfrm>
              <a:off x="345225" y="1304400"/>
              <a:ext cx="703700" cy="634325"/>
            </a:xfrm>
            <a:custGeom>
              <a:avLst/>
              <a:gdLst/>
              <a:ahLst/>
              <a:cxnLst/>
              <a:rect l="l" t="t" r="r" b="b"/>
              <a:pathLst>
                <a:path w="28148" h="25373" extrusionOk="0">
                  <a:moveTo>
                    <a:pt x="13887" y="0"/>
                  </a:moveTo>
                  <a:cubicBezTo>
                    <a:pt x="13825" y="0"/>
                    <a:pt x="13762" y="1"/>
                    <a:pt x="13698" y="2"/>
                  </a:cubicBezTo>
                  <a:lnTo>
                    <a:pt x="13698" y="2"/>
                  </a:lnTo>
                  <a:cubicBezTo>
                    <a:pt x="14467" y="15"/>
                    <a:pt x="15211" y="90"/>
                    <a:pt x="15881" y="201"/>
                  </a:cubicBezTo>
                  <a:cubicBezTo>
                    <a:pt x="15204" y="78"/>
                    <a:pt x="14573" y="0"/>
                    <a:pt x="13887" y="0"/>
                  </a:cubicBezTo>
                  <a:close/>
                  <a:moveTo>
                    <a:pt x="13462" y="0"/>
                  </a:moveTo>
                  <a:cubicBezTo>
                    <a:pt x="13150" y="0"/>
                    <a:pt x="12835" y="11"/>
                    <a:pt x="12520" y="33"/>
                  </a:cubicBezTo>
                  <a:cubicBezTo>
                    <a:pt x="5462" y="453"/>
                    <a:pt x="1" y="6503"/>
                    <a:pt x="421" y="13392"/>
                  </a:cubicBezTo>
                  <a:lnTo>
                    <a:pt x="1009" y="13392"/>
                  </a:lnTo>
                  <a:cubicBezTo>
                    <a:pt x="673" y="6503"/>
                    <a:pt x="6050" y="621"/>
                    <a:pt x="13108" y="33"/>
                  </a:cubicBezTo>
                  <a:cubicBezTo>
                    <a:pt x="13311" y="16"/>
                    <a:pt x="13507" y="6"/>
                    <a:pt x="13698" y="2"/>
                  </a:cubicBezTo>
                  <a:lnTo>
                    <a:pt x="13698" y="2"/>
                  </a:lnTo>
                  <a:cubicBezTo>
                    <a:pt x="13620" y="1"/>
                    <a:pt x="13541" y="0"/>
                    <a:pt x="13462" y="0"/>
                  </a:cubicBezTo>
                  <a:close/>
                  <a:moveTo>
                    <a:pt x="19325" y="1377"/>
                  </a:moveTo>
                  <a:lnTo>
                    <a:pt x="19073" y="1882"/>
                  </a:lnTo>
                  <a:cubicBezTo>
                    <a:pt x="25207" y="5074"/>
                    <a:pt x="27727" y="12552"/>
                    <a:pt x="24619" y="18769"/>
                  </a:cubicBezTo>
                  <a:cubicBezTo>
                    <a:pt x="24199" y="19610"/>
                    <a:pt x="23694" y="20366"/>
                    <a:pt x="23106" y="21038"/>
                  </a:cubicBezTo>
                  <a:cubicBezTo>
                    <a:pt x="23947" y="20366"/>
                    <a:pt x="24619" y="19358"/>
                    <a:pt x="25039" y="18433"/>
                  </a:cubicBezTo>
                  <a:cubicBezTo>
                    <a:pt x="28147" y="12216"/>
                    <a:pt x="25627" y="4654"/>
                    <a:pt x="19325" y="1377"/>
                  </a:cubicBezTo>
                  <a:close/>
                  <a:moveTo>
                    <a:pt x="1261" y="16753"/>
                  </a:moveTo>
                  <a:cubicBezTo>
                    <a:pt x="1513" y="17677"/>
                    <a:pt x="2017" y="18769"/>
                    <a:pt x="2690" y="19610"/>
                  </a:cubicBezTo>
                  <a:cubicBezTo>
                    <a:pt x="5157" y="23364"/>
                    <a:pt x="9301" y="25372"/>
                    <a:pt x="13528" y="25372"/>
                  </a:cubicBezTo>
                  <a:cubicBezTo>
                    <a:pt x="15923" y="25372"/>
                    <a:pt x="18344" y="24728"/>
                    <a:pt x="20502" y="23391"/>
                  </a:cubicBezTo>
                  <a:lnTo>
                    <a:pt x="20334" y="22970"/>
                  </a:lnTo>
                  <a:cubicBezTo>
                    <a:pt x="18163" y="24297"/>
                    <a:pt x="15765" y="24931"/>
                    <a:pt x="13400" y="24931"/>
                  </a:cubicBezTo>
                  <a:cubicBezTo>
                    <a:pt x="9174" y="24931"/>
                    <a:pt x="5053" y="22907"/>
                    <a:pt x="2522" y="19190"/>
                  </a:cubicBezTo>
                  <a:cubicBezTo>
                    <a:pt x="2017" y="18433"/>
                    <a:pt x="1597" y="17593"/>
                    <a:pt x="1261" y="16753"/>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0" name="Google Shape;1160;p26"/>
            <p:cNvSpPr/>
            <p:nvPr/>
          </p:nvSpPr>
          <p:spPr>
            <a:xfrm>
              <a:off x="456575" y="1406050"/>
              <a:ext cx="472625" cy="429750"/>
            </a:xfrm>
            <a:custGeom>
              <a:avLst/>
              <a:gdLst/>
              <a:ahLst/>
              <a:cxnLst/>
              <a:rect l="l" t="t" r="r" b="b"/>
              <a:pathLst>
                <a:path w="18905" h="17190" extrusionOk="0">
                  <a:moveTo>
                    <a:pt x="10344" y="141"/>
                  </a:moveTo>
                  <a:cubicBezTo>
                    <a:pt x="10424" y="150"/>
                    <a:pt x="10505" y="159"/>
                    <a:pt x="10586" y="168"/>
                  </a:cubicBezTo>
                  <a:cubicBezTo>
                    <a:pt x="10504" y="158"/>
                    <a:pt x="10424" y="149"/>
                    <a:pt x="10344" y="141"/>
                  </a:cubicBezTo>
                  <a:close/>
                  <a:moveTo>
                    <a:pt x="8402" y="0"/>
                  </a:moveTo>
                  <a:cubicBezTo>
                    <a:pt x="3529" y="336"/>
                    <a:pt x="0" y="4285"/>
                    <a:pt x="168" y="8990"/>
                  </a:cubicBezTo>
                  <a:lnTo>
                    <a:pt x="504" y="8990"/>
                  </a:lnTo>
                  <a:cubicBezTo>
                    <a:pt x="252" y="4369"/>
                    <a:pt x="3949" y="420"/>
                    <a:pt x="8654" y="84"/>
                  </a:cubicBezTo>
                  <a:cubicBezTo>
                    <a:pt x="9244" y="84"/>
                    <a:pt x="9769" y="84"/>
                    <a:pt x="10344" y="141"/>
                  </a:cubicBezTo>
                  <a:lnTo>
                    <a:pt x="10344" y="141"/>
                  </a:lnTo>
                  <a:cubicBezTo>
                    <a:pt x="9684" y="67"/>
                    <a:pt x="9076" y="0"/>
                    <a:pt x="8402" y="0"/>
                  </a:cubicBezTo>
                  <a:close/>
                  <a:moveTo>
                    <a:pt x="12939" y="1008"/>
                  </a:moveTo>
                  <a:lnTo>
                    <a:pt x="12771" y="1344"/>
                  </a:lnTo>
                  <a:cubicBezTo>
                    <a:pt x="16972" y="3529"/>
                    <a:pt x="18652" y="8570"/>
                    <a:pt x="16552" y="12771"/>
                  </a:cubicBezTo>
                  <a:cubicBezTo>
                    <a:pt x="16300" y="13359"/>
                    <a:pt x="15964" y="13863"/>
                    <a:pt x="15544" y="14367"/>
                  </a:cubicBezTo>
                  <a:cubicBezTo>
                    <a:pt x="16048" y="13779"/>
                    <a:pt x="16468" y="13107"/>
                    <a:pt x="16804" y="12519"/>
                  </a:cubicBezTo>
                  <a:cubicBezTo>
                    <a:pt x="18904" y="8318"/>
                    <a:pt x="17224" y="3109"/>
                    <a:pt x="12939" y="1008"/>
                  </a:cubicBezTo>
                  <a:close/>
                  <a:moveTo>
                    <a:pt x="672" y="11175"/>
                  </a:moveTo>
                  <a:cubicBezTo>
                    <a:pt x="924" y="12099"/>
                    <a:pt x="1260" y="12687"/>
                    <a:pt x="1680" y="13359"/>
                  </a:cubicBezTo>
                  <a:cubicBezTo>
                    <a:pt x="3338" y="15819"/>
                    <a:pt x="6119" y="17190"/>
                    <a:pt x="8983" y="17190"/>
                  </a:cubicBezTo>
                  <a:cubicBezTo>
                    <a:pt x="10619" y="17190"/>
                    <a:pt x="12283" y="16743"/>
                    <a:pt x="13779" y="15796"/>
                  </a:cubicBezTo>
                  <a:lnTo>
                    <a:pt x="13527" y="15544"/>
                  </a:lnTo>
                  <a:cubicBezTo>
                    <a:pt x="12094" y="16439"/>
                    <a:pt x="10503" y="16868"/>
                    <a:pt x="8925" y="16868"/>
                  </a:cubicBezTo>
                  <a:cubicBezTo>
                    <a:pt x="6062" y="16868"/>
                    <a:pt x="3246" y="15455"/>
                    <a:pt x="1512" y="12855"/>
                  </a:cubicBezTo>
                  <a:cubicBezTo>
                    <a:pt x="1260" y="12351"/>
                    <a:pt x="924" y="11847"/>
                    <a:pt x="672" y="11175"/>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61" name="Google Shape;1161;p26"/>
          <p:cNvSpPr/>
          <p:nvPr/>
        </p:nvSpPr>
        <p:spPr>
          <a:xfrm>
            <a:off x="8046703" y="150570"/>
            <a:ext cx="724313" cy="388942"/>
          </a:xfrm>
          <a:custGeom>
            <a:avLst/>
            <a:gdLst/>
            <a:ahLst/>
            <a:cxnLst/>
            <a:rect l="l" t="t" r="r" b="b"/>
            <a:pathLst>
              <a:path w="12520" h="6723" extrusionOk="0">
                <a:moveTo>
                  <a:pt x="11259" y="2774"/>
                </a:moveTo>
                <a:lnTo>
                  <a:pt x="10251" y="2774"/>
                </a:lnTo>
                <a:cubicBezTo>
                  <a:pt x="10251" y="2606"/>
                  <a:pt x="10335" y="2522"/>
                  <a:pt x="10335" y="2438"/>
                </a:cubicBezTo>
                <a:cubicBezTo>
                  <a:pt x="10335" y="1765"/>
                  <a:pt x="9831" y="1261"/>
                  <a:pt x="9159" y="1261"/>
                </a:cubicBezTo>
                <a:lnTo>
                  <a:pt x="8235" y="1261"/>
                </a:lnTo>
                <a:lnTo>
                  <a:pt x="8235" y="1009"/>
                </a:lnTo>
                <a:cubicBezTo>
                  <a:pt x="8235" y="505"/>
                  <a:pt x="7815" y="1"/>
                  <a:pt x="7142" y="1"/>
                </a:cubicBezTo>
                <a:lnTo>
                  <a:pt x="5126" y="1"/>
                </a:lnTo>
                <a:cubicBezTo>
                  <a:pt x="4622" y="1"/>
                  <a:pt x="4202" y="337"/>
                  <a:pt x="4118" y="841"/>
                </a:cubicBezTo>
                <a:lnTo>
                  <a:pt x="3530" y="841"/>
                </a:lnTo>
                <a:cubicBezTo>
                  <a:pt x="2857" y="841"/>
                  <a:pt x="2269" y="1345"/>
                  <a:pt x="2269" y="2017"/>
                </a:cubicBezTo>
                <a:lnTo>
                  <a:pt x="1429" y="2017"/>
                </a:lnTo>
                <a:cubicBezTo>
                  <a:pt x="673" y="2017"/>
                  <a:pt x="1" y="2606"/>
                  <a:pt x="1" y="3362"/>
                </a:cubicBezTo>
                <a:cubicBezTo>
                  <a:pt x="1" y="4118"/>
                  <a:pt x="673" y="4706"/>
                  <a:pt x="1429" y="4706"/>
                </a:cubicBezTo>
                <a:lnTo>
                  <a:pt x="2101" y="4706"/>
                </a:lnTo>
                <a:cubicBezTo>
                  <a:pt x="2353" y="5210"/>
                  <a:pt x="2857" y="5630"/>
                  <a:pt x="3530" y="5630"/>
                </a:cubicBezTo>
                <a:lnTo>
                  <a:pt x="3614" y="5630"/>
                </a:lnTo>
                <a:cubicBezTo>
                  <a:pt x="3698" y="6302"/>
                  <a:pt x="4118" y="6723"/>
                  <a:pt x="4874" y="6723"/>
                </a:cubicBezTo>
                <a:lnTo>
                  <a:pt x="6722" y="6723"/>
                </a:lnTo>
                <a:cubicBezTo>
                  <a:pt x="7394" y="6723"/>
                  <a:pt x="7899" y="6302"/>
                  <a:pt x="7983" y="5630"/>
                </a:cubicBezTo>
                <a:lnTo>
                  <a:pt x="8235" y="5630"/>
                </a:lnTo>
                <a:cubicBezTo>
                  <a:pt x="8655" y="5630"/>
                  <a:pt x="9075" y="5462"/>
                  <a:pt x="9327" y="5126"/>
                </a:cubicBezTo>
                <a:lnTo>
                  <a:pt x="11259" y="5126"/>
                </a:lnTo>
                <a:cubicBezTo>
                  <a:pt x="11847" y="5126"/>
                  <a:pt x="12520" y="4622"/>
                  <a:pt x="12520" y="3950"/>
                </a:cubicBezTo>
                <a:cubicBezTo>
                  <a:pt x="12436" y="3278"/>
                  <a:pt x="11931" y="2774"/>
                  <a:pt x="11259" y="277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2" name="Google Shape;1162;p26"/>
          <p:cNvSpPr/>
          <p:nvPr/>
        </p:nvSpPr>
        <p:spPr>
          <a:xfrm>
            <a:off x="8563421" y="539508"/>
            <a:ext cx="436197" cy="234229"/>
          </a:xfrm>
          <a:custGeom>
            <a:avLst/>
            <a:gdLst/>
            <a:ahLst/>
            <a:cxnLst/>
            <a:rect l="l" t="t" r="r" b="b"/>
            <a:pathLst>
              <a:path w="12520" h="6723" extrusionOk="0">
                <a:moveTo>
                  <a:pt x="11259" y="2774"/>
                </a:moveTo>
                <a:lnTo>
                  <a:pt x="10251" y="2774"/>
                </a:lnTo>
                <a:cubicBezTo>
                  <a:pt x="10251" y="2606"/>
                  <a:pt x="10335" y="2522"/>
                  <a:pt x="10335" y="2438"/>
                </a:cubicBezTo>
                <a:cubicBezTo>
                  <a:pt x="10335" y="1765"/>
                  <a:pt x="9831" y="1261"/>
                  <a:pt x="9159" y="1261"/>
                </a:cubicBezTo>
                <a:lnTo>
                  <a:pt x="8235" y="1261"/>
                </a:lnTo>
                <a:lnTo>
                  <a:pt x="8235" y="1009"/>
                </a:lnTo>
                <a:cubicBezTo>
                  <a:pt x="8235" y="505"/>
                  <a:pt x="7815" y="1"/>
                  <a:pt x="7142" y="1"/>
                </a:cubicBezTo>
                <a:lnTo>
                  <a:pt x="5126" y="1"/>
                </a:lnTo>
                <a:cubicBezTo>
                  <a:pt x="4622" y="1"/>
                  <a:pt x="4202" y="337"/>
                  <a:pt x="4118" y="841"/>
                </a:cubicBezTo>
                <a:lnTo>
                  <a:pt x="3530" y="841"/>
                </a:lnTo>
                <a:cubicBezTo>
                  <a:pt x="2857" y="841"/>
                  <a:pt x="2269" y="1345"/>
                  <a:pt x="2269" y="2017"/>
                </a:cubicBezTo>
                <a:lnTo>
                  <a:pt x="1429" y="2017"/>
                </a:lnTo>
                <a:cubicBezTo>
                  <a:pt x="673" y="2017"/>
                  <a:pt x="1" y="2606"/>
                  <a:pt x="1" y="3362"/>
                </a:cubicBezTo>
                <a:cubicBezTo>
                  <a:pt x="1" y="4118"/>
                  <a:pt x="673" y="4706"/>
                  <a:pt x="1429" y="4706"/>
                </a:cubicBezTo>
                <a:lnTo>
                  <a:pt x="2101" y="4706"/>
                </a:lnTo>
                <a:cubicBezTo>
                  <a:pt x="2353" y="5210"/>
                  <a:pt x="2857" y="5630"/>
                  <a:pt x="3530" y="5630"/>
                </a:cubicBezTo>
                <a:lnTo>
                  <a:pt x="3614" y="5630"/>
                </a:lnTo>
                <a:cubicBezTo>
                  <a:pt x="3698" y="6302"/>
                  <a:pt x="4118" y="6723"/>
                  <a:pt x="4874" y="6723"/>
                </a:cubicBezTo>
                <a:lnTo>
                  <a:pt x="6722" y="6723"/>
                </a:lnTo>
                <a:cubicBezTo>
                  <a:pt x="7394" y="6723"/>
                  <a:pt x="7899" y="6302"/>
                  <a:pt x="7983" y="5630"/>
                </a:cubicBezTo>
                <a:lnTo>
                  <a:pt x="8235" y="5630"/>
                </a:lnTo>
                <a:cubicBezTo>
                  <a:pt x="8655" y="5630"/>
                  <a:pt x="9075" y="5462"/>
                  <a:pt x="9327" y="5126"/>
                </a:cubicBezTo>
                <a:lnTo>
                  <a:pt x="11259" y="5126"/>
                </a:lnTo>
                <a:cubicBezTo>
                  <a:pt x="11847" y="5126"/>
                  <a:pt x="12520" y="4622"/>
                  <a:pt x="12520" y="3950"/>
                </a:cubicBezTo>
                <a:cubicBezTo>
                  <a:pt x="12436" y="3278"/>
                  <a:pt x="11931" y="2774"/>
                  <a:pt x="11259" y="277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63" name="Google Shape;1163;p26"/>
          <p:cNvGrpSpPr/>
          <p:nvPr/>
        </p:nvGrpSpPr>
        <p:grpSpPr>
          <a:xfrm>
            <a:off x="8457567" y="2543841"/>
            <a:ext cx="644632" cy="2068027"/>
            <a:chOff x="-3510333" y="2445141"/>
            <a:chExt cx="644632" cy="2068027"/>
          </a:xfrm>
        </p:grpSpPr>
        <p:sp>
          <p:nvSpPr>
            <p:cNvPr id="1164" name="Google Shape;1164;p26"/>
            <p:cNvSpPr/>
            <p:nvPr/>
          </p:nvSpPr>
          <p:spPr>
            <a:xfrm>
              <a:off x="-3466089" y="2445141"/>
              <a:ext cx="557509" cy="178473"/>
            </a:xfrm>
            <a:custGeom>
              <a:avLst/>
              <a:gdLst/>
              <a:ahLst/>
              <a:cxnLst/>
              <a:rect l="l" t="t" r="r" b="b"/>
              <a:pathLst>
                <a:path w="17540" h="5615" extrusionOk="0">
                  <a:moveTo>
                    <a:pt x="8792" y="1"/>
                  </a:moveTo>
                  <a:cubicBezTo>
                    <a:pt x="4919" y="1"/>
                    <a:pt x="1524" y="2307"/>
                    <a:pt x="1" y="5615"/>
                  </a:cubicBezTo>
                  <a:lnTo>
                    <a:pt x="17539" y="5615"/>
                  </a:lnTo>
                  <a:cubicBezTo>
                    <a:pt x="16016" y="2307"/>
                    <a:pt x="12621" y="1"/>
                    <a:pt x="8792" y="1"/>
                  </a:cubicBezTo>
                  <a:close/>
                </a:path>
              </a:pathLst>
            </a:custGeom>
            <a:solidFill>
              <a:srgbClr val="D9B8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5" name="Google Shape;1165;p26"/>
            <p:cNvSpPr/>
            <p:nvPr/>
          </p:nvSpPr>
          <p:spPr>
            <a:xfrm>
              <a:off x="-3150686" y="2446539"/>
              <a:ext cx="242106" cy="177074"/>
            </a:xfrm>
            <a:custGeom>
              <a:avLst/>
              <a:gdLst/>
              <a:ahLst/>
              <a:cxnLst/>
              <a:rect l="l" t="t" r="r" b="b"/>
              <a:pathLst>
                <a:path w="7617" h="5571" extrusionOk="0">
                  <a:moveTo>
                    <a:pt x="0" y="0"/>
                  </a:moveTo>
                  <a:lnTo>
                    <a:pt x="0" y="0"/>
                  </a:lnTo>
                  <a:cubicBezTo>
                    <a:pt x="1262" y="827"/>
                    <a:pt x="2263" y="2829"/>
                    <a:pt x="2829" y="5571"/>
                  </a:cubicBezTo>
                  <a:lnTo>
                    <a:pt x="7616" y="5571"/>
                  </a:lnTo>
                  <a:cubicBezTo>
                    <a:pt x="6267" y="2568"/>
                    <a:pt x="3351" y="435"/>
                    <a:pt x="0" y="0"/>
                  </a:cubicBezTo>
                  <a:close/>
                </a:path>
              </a:pathLst>
            </a:custGeom>
            <a:solidFill>
              <a:srgbClr val="C293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6" name="Google Shape;1166;p26"/>
            <p:cNvSpPr/>
            <p:nvPr/>
          </p:nvSpPr>
          <p:spPr>
            <a:xfrm>
              <a:off x="-3056634" y="2652633"/>
              <a:ext cx="172942" cy="1860535"/>
            </a:xfrm>
            <a:custGeom>
              <a:avLst/>
              <a:gdLst/>
              <a:ahLst/>
              <a:cxnLst/>
              <a:rect l="l" t="t" r="r" b="b"/>
              <a:pathLst>
                <a:path w="5441" h="58535" extrusionOk="0">
                  <a:moveTo>
                    <a:pt x="1" y="0"/>
                  </a:moveTo>
                  <a:lnTo>
                    <a:pt x="1" y="58534"/>
                  </a:lnTo>
                  <a:lnTo>
                    <a:pt x="5441" y="58534"/>
                  </a:lnTo>
                  <a:lnTo>
                    <a:pt x="5441" y="0"/>
                  </a:lnTo>
                  <a:close/>
                </a:path>
              </a:pathLst>
            </a:custGeom>
            <a:solidFill>
              <a:srgbClr val="C293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7" name="Google Shape;1167;p26"/>
            <p:cNvSpPr/>
            <p:nvPr/>
          </p:nvSpPr>
          <p:spPr>
            <a:xfrm>
              <a:off x="-3486812" y="2652633"/>
              <a:ext cx="432975" cy="1860535"/>
            </a:xfrm>
            <a:custGeom>
              <a:avLst/>
              <a:gdLst/>
              <a:ahLst/>
              <a:cxnLst/>
              <a:rect l="l" t="t" r="r" b="b"/>
              <a:pathLst>
                <a:path w="13622" h="58535" extrusionOk="0">
                  <a:moveTo>
                    <a:pt x="0" y="0"/>
                  </a:moveTo>
                  <a:lnTo>
                    <a:pt x="0" y="58534"/>
                  </a:lnTo>
                  <a:lnTo>
                    <a:pt x="13622" y="58534"/>
                  </a:lnTo>
                  <a:lnTo>
                    <a:pt x="13622" y="0"/>
                  </a:lnTo>
                  <a:close/>
                </a:path>
              </a:pathLst>
            </a:custGeom>
            <a:solidFill>
              <a:srgbClr val="D9B8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8" name="Google Shape;1168;p26"/>
            <p:cNvSpPr/>
            <p:nvPr/>
          </p:nvSpPr>
          <p:spPr>
            <a:xfrm>
              <a:off x="-3056634" y="2609755"/>
              <a:ext cx="190932" cy="56736"/>
            </a:xfrm>
            <a:custGeom>
              <a:avLst/>
              <a:gdLst/>
              <a:ahLst/>
              <a:cxnLst/>
              <a:rect l="l" t="t" r="r" b="b"/>
              <a:pathLst>
                <a:path w="6007" h="1785" extrusionOk="0">
                  <a:moveTo>
                    <a:pt x="1" y="0"/>
                  </a:moveTo>
                  <a:lnTo>
                    <a:pt x="1" y="1785"/>
                  </a:lnTo>
                  <a:lnTo>
                    <a:pt x="6006" y="1785"/>
                  </a:lnTo>
                  <a:lnTo>
                    <a:pt x="6006" y="0"/>
                  </a:lnTo>
                  <a:close/>
                </a:path>
              </a:pathLst>
            </a:custGeom>
            <a:solidFill>
              <a:srgbClr val="C2DA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9" name="Google Shape;1169;p26"/>
            <p:cNvSpPr/>
            <p:nvPr/>
          </p:nvSpPr>
          <p:spPr>
            <a:xfrm>
              <a:off x="-3510333" y="2609755"/>
              <a:ext cx="456496" cy="56736"/>
            </a:xfrm>
            <a:custGeom>
              <a:avLst/>
              <a:gdLst/>
              <a:ahLst/>
              <a:cxnLst/>
              <a:rect l="l" t="t" r="r" b="b"/>
              <a:pathLst>
                <a:path w="14362" h="1785" extrusionOk="0">
                  <a:moveTo>
                    <a:pt x="0" y="0"/>
                  </a:moveTo>
                  <a:lnTo>
                    <a:pt x="0" y="1785"/>
                  </a:lnTo>
                  <a:lnTo>
                    <a:pt x="14362" y="1785"/>
                  </a:lnTo>
                  <a:lnTo>
                    <a:pt x="14362" y="0"/>
                  </a:lnTo>
                  <a:close/>
                </a:path>
              </a:pathLst>
            </a:custGeom>
            <a:solidFill>
              <a:srgbClr val="F4F8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0" name="Google Shape;1170;p26"/>
            <p:cNvSpPr/>
            <p:nvPr/>
          </p:nvSpPr>
          <p:spPr>
            <a:xfrm>
              <a:off x="-3030348" y="2694144"/>
              <a:ext cx="135595" cy="870083"/>
            </a:xfrm>
            <a:custGeom>
              <a:avLst/>
              <a:gdLst/>
              <a:ahLst/>
              <a:cxnLst/>
              <a:rect l="l" t="t" r="r" b="b"/>
              <a:pathLst>
                <a:path w="4266" h="27374" extrusionOk="0">
                  <a:moveTo>
                    <a:pt x="0" y="0"/>
                  </a:moveTo>
                  <a:lnTo>
                    <a:pt x="0" y="2524"/>
                  </a:lnTo>
                  <a:lnTo>
                    <a:pt x="653" y="2524"/>
                  </a:lnTo>
                  <a:lnTo>
                    <a:pt x="653" y="0"/>
                  </a:lnTo>
                  <a:close/>
                  <a:moveTo>
                    <a:pt x="1219" y="0"/>
                  </a:moveTo>
                  <a:lnTo>
                    <a:pt x="1219" y="2524"/>
                  </a:lnTo>
                  <a:lnTo>
                    <a:pt x="1872" y="2524"/>
                  </a:lnTo>
                  <a:lnTo>
                    <a:pt x="1872" y="0"/>
                  </a:lnTo>
                  <a:close/>
                  <a:moveTo>
                    <a:pt x="2394" y="0"/>
                  </a:moveTo>
                  <a:lnTo>
                    <a:pt x="2394" y="2524"/>
                  </a:lnTo>
                  <a:lnTo>
                    <a:pt x="3047" y="2524"/>
                  </a:lnTo>
                  <a:lnTo>
                    <a:pt x="3047" y="0"/>
                  </a:lnTo>
                  <a:close/>
                  <a:moveTo>
                    <a:pt x="3613" y="0"/>
                  </a:moveTo>
                  <a:lnTo>
                    <a:pt x="3613" y="2524"/>
                  </a:lnTo>
                  <a:lnTo>
                    <a:pt x="4265" y="2524"/>
                  </a:lnTo>
                  <a:lnTo>
                    <a:pt x="4265" y="0"/>
                  </a:lnTo>
                  <a:close/>
                  <a:moveTo>
                    <a:pt x="0" y="3525"/>
                  </a:moveTo>
                  <a:lnTo>
                    <a:pt x="0" y="6049"/>
                  </a:lnTo>
                  <a:lnTo>
                    <a:pt x="653" y="6049"/>
                  </a:lnTo>
                  <a:lnTo>
                    <a:pt x="653" y="3525"/>
                  </a:lnTo>
                  <a:close/>
                  <a:moveTo>
                    <a:pt x="1219" y="3525"/>
                  </a:moveTo>
                  <a:lnTo>
                    <a:pt x="1219" y="6049"/>
                  </a:lnTo>
                  <a:lnTo>
                    <a:pt x="1872" y="6049"/>
                  </a:lnTo>
                  <a:lnTo>
                    <a:pt x="1872" y="3525"/>
                  </a:lnTo>
                  <a:close/>
                  <a:moveTo>
                    <a:pt x="2394" y="3525"/>
                  </a:moveTo>
                  <a:lnTo>
                    <a:pt x="2394" y="6049"/>
                  </a:lnTo>
                  <a:lnTo>
                    <a:pt x="3047" y="6049"/>
                  </a:lnTo>
                  <a:lnTo>
                    <a:pt x="3047" y="3525"/>
                  </a:lnTo>
                  <a:close/>
                  <a:moveTo>
                    <a:pt x="3613" y="3525"/>
                  </a:moveTo>
                  <a:lnTo>
                    <a:pt x="3613" y="6049"/>
                  </a:lnTo>
                  <a:lnTo>
                    <a:pt x="4265" y="6049"/>
                  </a:lnTo>
                  <a:lnTo>
                    <a:pt x="4265" y="3525"/>
                  </a:lnTo>
                  <a:close/>
                  <a:moveTo>
                    <a:pt x="0" y="7137"/>
                  </a:moveTo>
                  <a:lnTo>
                    <a:pt x="0" y="9618"/>
                  </a:lnTo>
                  <a:lnTo>
                    <a:pt x="653" y="9618"/>
                  </a:lnTo>
                  <a:lnTo>
                    <a:pt x="653" y="7137"/>
                  </a:lnTo>
                  <a:close/>
                  <a:moveTo>
                    <a:pt x="1219" y="7137"/>
                  </a:moveTo>
                  <a:lnTo>
                    <a:pt x="1219" y="9618"/>
                  </a:lnTo>
                  <a:lnTo>
                    <a:pt x="1872" y="9618"/>
                  </a:lnTo>
                  <a:lnTo>
                    <a:pt x="1872" y="7137"/>
                  </a:lnTo>
                  <a:close/>
                  <a:moveTo>
                    <a:pt x="2394" y="7137"/>
                  </a:moveTo>
                  <a:lnTo>
                    <a:pt x="2394" y="9618"/>
                  </a:lnTo>
                  <a:lnTo>
                    <a:pt x="3047" y="9618"/>
                  </a:lnTo>
                  <a:lnTo>
                    <a:pt x="3047" y="7137"/>
                  </a:lnTo>
                  <a:close/>
                  <a:moveTo>
                    <a:pt x="3613" y="7137"/>
                  </a:moveTo>
                  <a:lnTo>
                    <a:pt x="3613" y="9618"/>
                  </a:lnTo>
                  <a:lnTo>
                    <a:pt x="4265" y="9618"/>
                  </a:lnTo>
                  <a:lnTo>
                    <a:pt x="4265" y="7137"/>
                  </a:lnTo>
                  <a:close/>
                  <a:moveTo>
                    <a:pt x="0" y="10662"/>
                  </a:moveTo>
                  <a:lnTo>
                    <a:pt x="0" y="13143"/>
                  </a:lnTo>
                  <a:lnTo>
                    <a:pt x="653" y="13143"/>
                  </a:lnTo>
                  <a:lnTo>
                    <a:pt x="653" y="10662"/>
                  </a:lnTo>
                  <a:close/>
                  <a:moveTo>
                    <a:pt x="1219" y="10662"/>
                  </a:moveTo>
                  <a:lnTo>
                    <a:pt x="1219" y="13143"/>
                  </a:lnTo>
                  <a:lnTo>
                    <a:pt x="1872" y="13143"/>
                  </a:lnTo>
                  <a:lnTo>
                    <a:pt x="1872" y="10662"/>
                  </a:lnTo>
                  <a:close/>
                  <a:moveTo>
                    <a:pt x="2394" y="10662"/>
                  </a:moveTo>
                  <a:lnTo>
                    <a:pt x="2394" y="13143"/>
                  </a:lnTo>
                  <a:lnTo>
                    <a:pt x="3047" y="13143"/>
                  </a:lnTo>
                  <a:lnTo>
                    <a:pt x="3047" y="10662"/>
                  </a:lnTo>
                  <a:close/>
                  <a:moveTo>
                    <a:pt x="3613" y="10662"/>
                  </a:moveTo>
                  <a:lnTo>
                    <a:pt x="3613" y="13143"/>
                  </a:lnTo>
                  <a:lnTo>
                    <a:pt x="4265" y="13143"/>
                  </a:lnTo>
                  <a:lnTo>
                    <a:pt x="4265" y="10662"/>
                  </a:lnTo>
                  <a:close/>
                  <a:moveTo>
                    <a:pt x="0" y="14187"/>
                  </a:moveTo>
                  <a:lnTo>
                    <a:pt x="0" y="16712"/>
                  </a:lnTo>
                  <a:lnTo>
                    <a:pt x="653" y="16712"/>
                  </a:lnTo>
                  <a:lnTo>
                    <a:pt x="653" y="14187"/>
                  </a:lnTo>
                  <a:close/>
                  <a:moveTo>
                    <a:pt x="1219" y="14187"/>
                  </a:moveTo>
                  <a:lnTo>
                    <a:pt x="1219" y="16712"/>
                  </a:lnTo>
                  <a:lnTo>
                    <a:pt x="1872" y="16712"/>
                  </a:lnTo>
                  <a:lnTo>
                    <a:pt x="1872" y="14187"/>
                  </a:lnTo>
                  <a:close/>
                  <a:moveTo>
                    <a:pt x="2394" y="14187"/>
                  </a:moveTo>
                  <a:lnTo>
                    <a:pt x="2394" y="16712"/>
                  </a:lnTo>
                  <a:lnTo>
                    <a:pt x="3047" y="16712"/>
                  </a:lnTo>
                  <a:lnTo>
                    <a:pt x="3047" y="14187"/>
                  </a:lnTo>
                  <a:close/>
                  <a:moveTo>
                    <a:pt x="3613" y="14187"/>
                  </a:moveTo>
                  <a:lnTo>
                    <a:pt x="3613" y="16712"/>
                  </a:lnTo>
                  <a:lnTo>
                    <a:pt x="4265" y="16712"/>
                  </a:lnTo>
                  <a:lnTo>
                    <a:pt x="4265" y="14187"/>
                  </a:lnTo>
                  <a:close/>
                  <a:moveTo>
                    <a:pt x="0" y="17756"/>
                  </a:moveTo>
                  <a:lnTo>
                    <a:pt x="0" y="20237"/>
                  </a:lnTo>
                  <a:lnTo>
                    <a:pt x="653" y="20237"/>
                  </a:lnTo>
                  <a:lnTo>
                    <a:pt x="653" y="17756"/>
                  </a:lnTo>
                  <a:close/>
                  <a:moveTo>
                    <a:pt x="1219" y="17756"/>
                  </a:moveTo>
                  <a:lnTo>
                    <a:pt x="1219" y="20237"/>
                  </a:lnTo>
                  <a:lnTo>
                    <a:pt x="1872" y="20237"/>
                  </a:lnTo>
                  <a:lnTo>
                    <a:pt x="1872" y="17756"/>
                  </a:lnTo>
                  <a:close/>
                  <a:moveTo>
                    <a:pt x="2394" y="17756"/>
                  </a:moveTo>
                  <a:lnTo>
                    <a:pt x="2394" y="20237"/>
                  </a:lnTo>
                  <a:lnTo>
                    <a:pt x="3047" y="20237"/>
                  </a:lnTo>
                  <a:lnTo>
                    <a:pt x="3047" y="17756"/>
                  </a:lnTo>
                  <a:close/>
                  <a:moveTo>
                    <a:pt x="3613" y="17756"/>
                  </a:moveTo>
                  <a:lnTo>
                    <a:pt x="3613" y="20237"/>
                  </a:lnTo>
                  <a:lnTo>
                    <a:pt x="4265" y="20237"/>
                  </a:lnTo>
                  <a:lnTo>
                    <a:pt x="4265" y="17756"/>
                  </a:lnTo>
                  <a:close/>
                  <a:moveTo>
                    <a:pt x="0" y="21325"/>
                  </a:moveTo>
                  <a:lnTo>
                    <a:pt x="0" y="23849"/>
                  </a:lnTo>
                  <a:lnTo>
                    <a:pt x="653" y="23849"/>
                  </a:lnTo>
                  <a:lnTo>
                    <a:pt x="653" y="21325"/>
                  </a:lnTo>
                  <a:close/>
                  <a:moveTo>
                    <a:pt x="1219" y="21325"/>
                  </a:moveTo>
                  <a:lnTo>
                    <a:pt x="1219" y="23849"/>
                  </a:lnTo>
                  <a:lnTo>
                    <a:pt x="1872" y="23849"/>
                  </a:lnTo>
                  <a:lnTo>
                    <a:pt x="1872" y="21325"/>
                  </a:lnTo>
                  <a:close/>
                  <a:moveTo>
                    <a:pt x="2394" y="21325"/>
                  </a:moveTo>
                  <a:lnTo>
                    <a:pt x="2394" y="23849"/>
                  </a:lnTo>
                  <a:lnTo>
                    <a:pt x="3047" y="23849"/>
                  </a:lnTo>
                  <a:lnTo>
                    <a:pt x="3047" y="21325"/>
                  </a:lnTo>
                  <a:close/>
                  <a:moveTo>
                    <a:pt x="3613" y="21325"/>
                  </a:moveTo>
                  <a:lnTo>
                    <a:pt x="3613" y="23849"/>
                  </a:lnTo>
                  <a:lnTo>
                    <a:pt x="4265" y="23849"/>
                  </a:lnTo>
                  <a:lnTo>
                    <a:pt x="4265" y="21325"/>
                  </a:lnTo>
                  <a:close/>
                  <a:moveTo>
                    <a:pt x="0" y="24850"/>
                  </a:moveTo>
                  <a:lnTo>
                    <a:pt x="0" y="27374"/>
                  </a:lnTo>
                  <a:lnTo>
                    <a:pt x="653" y="27374"/>
                  </a:lnTo>
                  <a:lnTo>
                    <a:pt x="653" y="24850"/>
                  </a:lnTo>
                  <a:close/>
                  <a:moveTo>
                    <a:pt x="1219" y="24850"/>
                  </a:moveTo>
                  <a:lnTo>
                    <a:pt x="1219" y="27374"/>
                  </a:lnTo>
                  <a:lnTo>
                    <a:pt x="1872" y="27374"/>
                  </a:lnTo>
                  <a:lnTo>
                    <a:pt x="1872" y="24850"/>
                  </a:lnTo>
                  <a:close/>
                  <a:moveTo>
                    <a:pt x="2394" y="24850"/>
                  </a:moveTo>
                  <a:lnTo>
                    <a:pt x="2394" y="27374"/>
                  </a:lnTo>
                  <a:lnTo>
                    <a:pt x="3047" y="27374"/>
                  </a:lnTo>
                  <a:lnTo>
                    <a:pt x="3047" y="24850"/>
                  </a:lnTo>
                  <a:close/>
                  <a:moveTo>
                    <a:pt x="3613" y="24850"/>
                  </a:moveTo>
                  <a:lnTo>
                    <a:pt x="3613" y="27374"/>
                  </a:lnTo>
                  <a:lnTo>
                    <a:pt x="4265" y="27374"/>
                  </a:lnTo>
                  <a:lnTo>
                    <a:pt x="4265" y="24850"/>
                  </a:lnTo>
                  <a:close/>
                </a:path>
              </a:pathLst>
            </a:custGeom>
            <a:solidFill>
              <a:srgbClr val="0087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1" name="Google Shape;1171;p26"/>
            <p:cNvSpPr/>
            <p:nvPr/>
          </p:nvSpPr>
          <p:spPr>
            <a:xfrm>
              <a:off x="-3464690" y="2694144"/>
              <a:ext cx="365210" cy="1776146"/>
            </a:xfrm>
            <a:custGeom>
              <a:avLst/>
              <a:gdLst/>
              <a:ahLst/>
              <a:cxnLst/>
              <a:rect l="l" t="t" r="r" b="b"/>
              <a:pathLst>
                <a:path w="11490" h="55880" extrusionOk="0">
                  <a:moveTo>
                    <a:pt x="3874" y="2524"/>
                  </a:moveTo>
                  <a:lnTo>
                    <a:pt x="2524" y="2524"/>
                  </a:lnTo>
                  <a:lnTo>
                    <a:pt x="2524" y="0"/>
                  </a:lnTo>
                  <a:lnTo>
                    <a:pt x="3874" y="0"/>
                  </a:lnTo>
                  <a:close/>
                  <a:moveTo>
                    <a:pt x="6441" y="0"/>
                  </a:moveTo>
                  <a:lnTo>
                    <a:pt x="5092" y="0"/>
                  </a:lnTo>
                  <a:lnTo>
                    <a:pt x="5092" y="2524"/>
                  </a:lnTo>
                  <a:lnTo>
                    <a:pt x="6441" y="2524"/>
                  </a:lnTo>
                  <a:close/>
                  <a:moveTo>
                    <a:pt x="8965" y="0"/>
                  </a:moveTo>
                  <a:lnTo>
                    <a:pt x="7573" y="0"/>
                  </a:lnTo>
                  <a:lnTo>
                    <a:pt x="7573" y="2524"/>
                  </a:lnTo>
                  <a:lnTo>
                    <a:pt x="8965" y="2524"/>
                  </a:lnTo>
                  <a:close/>
                  <a:moveTo>
                    <a:pt x="11490" y="0"/>
                  </a:moveTo>
                  <a:lnTo>
                    <a:pt x="10140" y="0"/>
                  </a:lnTo>
                  <a:lnTo>
                    <a:pt x="10140" y="2524"/>
                  </a:lnTo>
                  <a:lnTo>
                    <a:pt x="11490" y="2524"/>
                  </a:lnTo>
                  <a:close/>
                  <a:moveTo>
                    <a:pt x="3874" y="3525"/>
                  </a:moveTo>
                  <a:lnTo>
                    <a:pt x="2524" y="3525"/>
                  </a:lnTo>
                  <a:lnTo>
                    <a:pt x="2524" y="6049"/>
                  </a:lnTo>
                  <a:lnTo>
                    <a:pt x="3874" y="6049"/>
                  </a:lnTo>
                  <a:close/>
                  <a:moveTo>
                    <a:pt x="6441" y="3525"/>
                  </a:moveTo>
                  <a:lnTo>
                    <a:pt x="5092" y="3525"/>
                  </a:lnTo>
                  <a:lnTo>
                    <a:pt x="5092" y="6049"/>
                  </a:lnTo>
                  <a:lnTo>
                    <a:pt x="6441" y="6049"/>
                  </a:lnTo>
                  <a:close/>
                  <a:moveTo>
                    <a:pt x="8965" y="3525"/>
                  </a:moveTo>
                  <a:lnTo>
                    <a:pt x="7573" y="3525"/>
                  </a:lnTo>
                  <a:lnTo>
                    <a:pt x="7573" y="6049"/>
                  </a:lnTo>
                  <a:lnTo>
                    <a:pt x="8965" y="6049"/>
                  </a:lnTo>
                  <a:close/>
                  <a:moveTo>
                    <a:pt x="11490" y="3525"/>
                  </a:moveTo>
                  <a:lnTo>
                    <a:pt x="10140" y="3525"/>
                  </a:lnTo>
                  <a:lnTo>
                    <a:pt x="10140" y="6049"/>
                  </a:lnTo>
                  <a:lnTo>
                    <a:pt x="11490" y="6049"/>
                  </a:lnTo>
                  <a:close/>
                  <a:moveTo>
                    <a:pt x="3874" y="7137"/>
                  </a:moveTo>
                  <a:lnTo>
                    <a:pt x="2524" y="7137"/>
                  </a:lnTo>
                  <a:lnTo>
                    <a:pt x="2524" y="9618"/>
                  </a:lnTo>
                  <a:lnTo>
                    <a:pt x="3874" y="9618"/>
                  </a:lnTo>
                  <a:close/>
                  <a:moveTo>
                    <a:pt x="6441" y="7137"/>
                  </a:moveTo>
                  <a:lnTo>
                    <a:pt x="5092" y="7137"/>
                  </a:lnTo>
                  <a:lnTo>
                    <a:pt x="5092" y="9618"/>
                  </a:lnTo>
                  <a:lnTo>
                    <a:pt x="6441" y="9618"/>
                  </a:lnTo>
                  <a:close/>
                  <a:moveTo>
                    <a:pt x="8965" y="7137"/>
                  </a:moveTo>
                  <a:lnTo>
                    <a:pt x="7573" y="7137"/>
                  </a:lnTo>
                  <a:lnTo>
                    <a:pt x="7573" y="9618"/>
                  </a:lnTo>
                  <a:lnTo>
                    <a:pt x="8965" y="9618"/>
                  </a:lnTo>
                  <a:close/>
                  <a:moveTo>
                    <a:pt x="11490" y="7137"/>
                  </a:moveTo>
                  <a:lnTo>
                    <a:pt x="10140" y="7137"/>
                  </a:lnTo>
                  <a:lnTo>
                    <a:pt x="10140" y="9618"/>
                  </a:lnTo>
                  <a:lnTo>
                    <a:pt x="11490" y="9618"/>
                  </a:lnTo>
                  <a:close/>
                  <a:moveTo>
                    <a:pt x="3874" y="10662"/>
                  </a:moveTo>
                  <a:lnTo>
                    <a:pt x="2524" y="10662"/>
                  </a:lnTo>
                  <a:lnTo>
                    <a:pt x="2524" y="13143"/>
                  </a:lnTo>
                  <a:lnTo>
                    <a:pt x="3874" y="13143"/>
                  </a:lnTo>
                  <a:close/>
                  <a:moveTo>
                    <a:pt x="6441" y="10662"/>
                  </a:moveTo>
                  <a:lnTo>
                    <a:pt x="5092" y="10662"/>
                  </a:lnTo>
                  <a:lnTo>
                    <a:pt x="5092" y="13143"/>
                  </a:lnTo>
                  <a:lnTo>
                    <a:pt x="6441" y="13143"/>
                  </a:lnTo>
                  <a:close/>
                  <a:moveTo>
                    <a:pt x="8965" y="10662"/>
                  </a:moveTo>
                  <a:lnTo>
                    <a:pt x="7573" y="10662"/>
                  </a:lnTo>
                  <a:lnTo>
                    <a:pt x="7573" y="13143"/>
                  </a:lnTo>
                  <a:lnTo>
                    <a:pt x="8965" y="13143"/>
                  </a:lnTo>
                  <a:close/>
                  <a:moveTo>
                    <a:pt x="11490" y="10662"/>
                  </a:moveTo>
                  <a:lnTo>
                    <a:pt x="10140" y="10662"/>
                  </a:lnTo>
                  <a:lnTo>
                    <a:pt x="10140" y="13143"/>
                  </a:lnTo>
                  <a:lnTo>
                    <a:pt x="11490" y="13143"/>
                  </a:lnTo>
                  <a:close/>
                  <a:moveTo>
                    <a:pt x="3874" y="14187"/>
                  </a:moveTo>
                  <a:lnTo>
                    <a:pt x="2524" y="14187"/>
                  </a:lnTo>
                  <a:lnTo>
                    <a:pt x="2524" y="16712"/>
                  </a:lnTo>
                  <a:lnTo>
                    <a:pt x="3874" y="16712"/>
                  </a:lnTo>
                  <a:close/>
                  <a:moveTo>
                    <a:pt x="6441" y="14187"/>
                  </a:moveTo>
                  <a:lnTo>
                    <a:pt x="5092" y="14187"/>
                  </a:lnTo>
                  <a:lnTo>
                    <a:pt x="5092" y="16712"/>
                  </a:lnTo>
                  <a:lnTo>
                    <a:pt x="6441" y="16712"/>
                  </a:lnTo>
                  <a:close/>
                  <a:moveTo>
                    <a:pt x="8965" y="14187"/>
                  </a:moveTo>
                  <a:lnTo>
                    <a:pt x="7573" y="14187"/>
                  </a:lnTo>
                  <a:lnTo>
                    <a:pt x="7573" y="16712"/>
                  </a:lnTo>
                  <a:lnTo>
                    <a:pt x="8965" y="16712"/>
                  </a:lnTo>
                  <a:close/>
                  <a:moveTo>
                    <a:pt x="11490" y="14187"/>
                  </a:moveTo>
                  <a:lnTo>
                    <a:pt x="10140" y="14187"/>
                  </a:lnTo>
                  <a:lnTo>
                    <a:pt x="10140" y="16712"/>
                  </a:lnTo>
                  <a:lnTo>
                    <a:pt x="11490" y="16712"/>
                  </a:lnTo>
                  <a:close/>
                  <a:moveTo>
                    <a:pt x="3874" y="17756"/>
                  </a:moveTo>
                  <a:lnTo>
                    <a:pt x="2524" y="17756"/>
                  </a:lnTo>
                  <a:lnTo>
                    <a:pt x="2524" y="20237"/>
                  </a:lnTo>
                  <a:lnTo>
                    <a:pt x="3874" y="20237"/>
                  </a:lnTo>
                  <a:close/>
                  <a:moveTo>
                    <a:pt x="6441" y="17756"/>
                  </a:moveTo>
                  <a:lnTo>
                    <a:pt x="5092" y="17756"/>
                  </a:lnTo>
                  <a:lnTo>
                    <a:pt x="5092" y="20237"/>
                  </a:lnTo>
                  <a:lnTo>
                    <a:pt x="6441" y="20237"/>
                  </a:lnTo>
                  <a:close/>
                  <a:moveTo>
                    <a:pt x="8965" y="17756"/>
                  </a:moveTo>
                  <a:lnTo>
                    <a:pt x="7573" y="17756"/>
                  </a:lnTo>
                  <a:lnTo>
                    <a:pt x="7573" y="20237"/>
                  </a:lnTo>
                  <a:lnTo>
                    <a:pt x="8965" y="20237"/>
                  </a:lnTo>
                  <a:close/>
                  <a:moveTo>
                    <a:pt x="11490" y="17756"/>
                  </a:moveTo>
                  <a:lnTo>
                    <a:pt x="10140" y="17756"/>
                  </a:lnTo>
                  <a:lnTo>
                    <a:pt x="10140" y="20237"/>
                  </a:lnTo>
                  <a:lnTo>
                    <a:pt x="11490" y="20237"/>
                  </a:lnTo>
                  <a:close/>
                  <a:moveTo>
                    <a:pt x="3874" y="21325"/>
                  </a:moveTo>
                  <a:lnTo>
                    <a:pt x="2524" y="21325"/>
                  </a:lnTo>
                  <a:lnTo>
                    <a:pt x="2524" y="23849"/>
                  </a:lnTo>
                  <a:lnTo>
                    <a:pt x="3874" y="23849"/>
                  </a:lnTo>
                  <a:close/>
                  <a:moveTo>
                    <a:pt x="6441" y="21325"/>
                  </a:moveTo>
                  <a:lnTo>
                    <a:pt x="5092" y="21325"/>
                  </a:lnTo>
                  <a:lnTo>
                    <a:pt x="5092" y="23849"/>
                  </a:lnTo>
                  <a:lnTo>
                    <a:pt x="6441" y="23849"/>
                  </a:lnTo>
                  <a:close/>
                  <a:moveTo>
                    <a:pt x="8965" y="21325"/>
                  </a:moveTo>
                  <a:lnTo>
                    <a:pt x="7573" y="21325"/>
                  </a:lnTo>
                  <a:lnTo>
                    <a:pt x="7573" y="23849"/>
                  </a:lnTo>
                  <a:lnTo>
                    <a:pt x="8965" y="23849"/>
                  </a:lnTo>
                  <a:close/>
                  <a:moveTo>
                    <a:pt x="11490" y="21325"/>
                  </a:moveTo>
                  <a:lnTo>
                    <a:pt x="10140" y="21325"/>
                  </a:lnTo>
                  <a:lnTo>
                    <a:pt x="10140" y="23849"/>
                  </a:lnTo>
                  <a:lnTo>
                    <a:pt x="11490" y="23849"/>
                  </a:lnTo>
                  <a:close/>
                  <a:moveTo>
                    <a:pt x="3874" y="24850"/>
                  </a:moveTo>
                  <a:lnTo>
                    <a:pt x="2524" y="24850"/>
                  </a:lnTo>
                  <a:lnTo>
                    <a:pt x="2524" y="27374"/>
                  </a:lnTo>
                  <a:lnTo>
                    <a:pt x="3874" y="27374"/>
                  </a:lnTo>
                  <a:close/>
                  <a:moveTo>
                    <a:pt x="6441" y="24850"/>
                  </a:moveTo>
                  <a:lnTo>
                    <a:pt x="5092" y="24850"/>
                  </a:lnTo>
                  <a:lnTo>
                    <a:pt x="5092" y="27374"/>
                  </a:lnTo>
                  <a:lnTo>
                    <a:pt x="6441" y="27374"/>
                  </a:lnTo>
                  <a:close/>
                  <a:moveTo>
                    <a:pt x="8965" y="24850"/>
                  </a:moveTo>
                  <a:lnTo>
                    <a:pt x="7573" y="24850"/>
                  </a:lnTo>
                  <a:lnTo>
                    <a:pt x="7573" y="27374"/>
                  </a:lnTo>
                  <a:lnTo>
                    <a:pt x="8965" y="27374"/>
                  </a:lnTo>
                  <a:close/>
                  <a:moveTo>
                    <a:pt x="11490" y="24850"/>
                  </a:moveTo>
                  <a:lnTo>
                    <a:pt x="10140" y="24850"/>
                  </a:lnTo>
                  <a:lnTo>
                    <a:pt x="10140" y="27374"/>
                  </a:lnTo>
                  <a:lnTo>
                    <a:pt x="11490" y="27374"/>
                  </a:lnTo>
                  <a:close/>
                  <a:moveTo>
                    <a:pt x="3874" y="30942"/>
                  </a:moveTo>
                  <a:lnTo>
                    <a:pt x="2524" y="30942"/>
                  </a:lnTo>
                  <a:lnTo>
                    <a:pt x="2524" y="28462"/>
                  </a:lnTo>
                  <a:lnTo>
                    <a:pt x="3874" y="28462"/>
                  </a:lnTo>
                  <a:close/>
                  <a:moveTo>
                    <a:pt x="6441" y="28505"/>
                  </a:moveTo>
                  <a:lnTo>
                    <a:pt x="5092" y="28505"/>
                  </a:lnTo>
                  <a:lnTo>
                    <a:pt x="5092" y="31029"/>
                  </a:lnTo>
                  <a:lnTo>
                    <a:pt x="6441" y="31029"/>
                  </a:lnTo>
                  <a:close/>
                  <a:moveTo>
                    <a:pt x="8965" y="28505"/>
                  </a:moveTo>
                  <a:lnTo>
                    <a:pt x="7573" y="28505"/>
                  </a:lnTo>
                  <a:lnTo>
                    <a:pt x="7573" y="31029"/>
                  </a:lnTo>
                  <a:lnTo>
                    <a:pt x="8965" y="31029"/>
                  </a:lnTo>
                  <a:close/>
                  <a:moveTo>
                    <a:pt x="11490" y="28505"/>
                  </a:moveTo>
                  <a:lnTo>
                    <a:pt x="10140" y="28505"/>
                  </a:lnTo>
                  <a:lnTo>
                    <a:pt x="10140" y="31029"/>
                  </a:lnTo>
                  <a:lnTo>
                    <a:pt x="11490" y="31029"/>
                  </a:lnTo>
                  <a:close/>
                  <a:moveTo>
                    <a:pt x="3874" y="32030"/>
                  </a:moveTo>
                  <a:lnTo>
                    <a:pt x="2524" y="32030"/>
                  </a:lnTo>
                  <a:lnTo>
                    <a:pt x="2524" y="34555"/>
                  </a:lnTo>
                  <a:lnTo>
                    <a:pt x="3874" y="34555"/>
                  </a:lnTo>
                  <a:close/>
                  <a:moveTo>
                    <a:pt x="6441" y="32030"/>
                  </a:moveTo>
                  <a:lnTo>
                    <a:pt x="5092" y="32030"/>
                  </a:lnTo>
                  <a:lnTo>
                    <a:pt x="5092" y="34555"/>
                  </a:lnTo>
                  <a:lnTo>
                    <a:pt x="6441" y="34555"/>
                  </a:lnTo>
                  <a:close/>
                  <a:moveTo>
                    <a:pt x="8965" y="32030"/>
                  </a:moveTo>
                  <a:lnTo>
                    <a:pt x="7573" y="32030"/>
                  </a:lnTo>
                  <a:lnTo>
                    <a:pt x="7573" y="34555"/>
                  </a:lnTo>
                  <a:lnTo>
                    <a:pt x="8965" y="34555"/>
                  </a:lnTo>
                  <a:close/>
                  <a:moveTo>
                    <a:pt x="11490" y="32030"/>
                  </a:moveTo>
                  <a:lnTo>
                    <a:pt x="10140" y="32030"/>
                  </a:lnTo>
                  <a:lnTo>
                    <a:pt x="10140" y="34555"/>
                  </a:lnTo>
                  <a:lnTo>
                    <a:pt x="11490" y="34555"/>
                  </a:lnTo>
                  <a:close/>
                  <a:moveTo>
                    <a:pt x="3874" y="35599"/>
                  </a:moveTo>
                  <a:lnTo>
                    <a:pt x="2524" y="35599"/>
                  </a:lnTo>
                  <a:lnTo>
                    <a:pt x="2524" y="38080"/>
                  </a:lnTo>
                  <a:lnTo>
                    <a:pt x="3874" y="38080"/>
                  </a:lnTo>
                  <a:close/>
                  <a:moveTo>
                    <a:pt x="6441" y="35599"/>
                  </a:moveTo>
                  <a:lnTo>
                    <a:pt x="5092" y="35599"/>
                  </a:lnTo>
                  <a:lnTo>
                    <a:pt x="5092" y="38080"/>
                  </a:lnTo>
                  <a:lnTo>
                    <a:pt x="6441" y="38080"/>
                  </a:lnTo>
                  <a:close/>
                  <a:moveTo>
                    <a:pt x="8965" y="35599"/>
                  </a:moveTo>
                  <a:lnTo>
                    <a:pt x="7573" y="35599"/>
                  </a:lnTo>
                  <a:lnTo>
                    <a:pt x="7573" y="38080"/>
                  </a:lnTo>
                  <a:lnTo>
                    <a:pt x="8965" y="38080"/>
                  </a:lnTo>
                  <a:close/>
                  <a:moveTo>
                    <a:pt x="11490" y="35599"/>
                  </a:moveTo>
                  <a:lnTo>
                    <a:pt x="10140" y="35599"/>
                  </a:lnTo>
                  <a:lnTo>
                    <a:pt x="10140" y="38080"/>
                  </a:lnTo>
                  <a:lnTo>
                    <a:pt x="11490" y="38080"/>
                  </a:lnTo>
                  <a:close/>
                  <a:moveTo>
                    <a:pt x="3874" y="39168"/>
                  </a:moveTo>
                  <a:lnTo>
                    <a:pt x="2524" y="39168"/>
                  </a:lnTo>
                  <a:lnTo>
                    <a:pt x="2524" y="41692"/>
                  </a:lnTo>
                  <a:lnTo>
                    <a:pt x="3874" y="41692"/>
                  </a:lnTo>
                  <a:close/>
                  <a:moveTo>
                    <a:pt x="6441" y="39168"/>
                  </a:moveTo>
                  <a:lnTo>
                    <a:pt x="5092" y="39168"/>
                  </a:lnTo>
                  <a:lnTo>
                    <a:pt x="5092" y="41692"/>
                  </a:lnTo>
                  <a:lnTo>
                    <a:pt x="6441" y="41692"/>
                  </a:lnTo>
                  <a:close/>
                  <a:moveTo>
                    <a:pt x="8965" y="39168"/>
                  </a:moveTo>
                  <a:lnTo>
                    <a:pt x="7573" y="39168"/>
                  </a:lnTo>
                  <a:lnTo>
                    <a:pt x="7573" y="41692"/>
                  </a:lnTo>
                  <a:lnTo>
                    <a:pt x="8965" y="41692"/>
                  </a:lnTo>
                  <a:close/>
                  <a:moveTo>
                    <a:pt x="11490" y="39168"/>
                  </a:moveTo>
                  <a:lnTo>
                    <a:pt x="10140" y="39168"/>
                  </a:lnTo>
                  <a:lnTo>
                    <a:pt x="10140" y="41692"/>
                  </a:lnTo>
                  <a:lnTo>
                    <a:pt x="11490" y="41692"/>
                  </a:lnTo>
                  <a:close/>
                  <a:moveTo>
                    <a:pt x="3874" y="42693"/>
                  </a:moveTo>
                  <a:lnTo>
                    <a:pt x="2524" y="42693"/>
                  </a:lnTo>
                  <a:lnTo>
                    <a:pt x="2524" y="45217"/>
                  </a:lnTo>
                  <a:lnTo>
                    <a:pt x="3874" y="45217"/>
                  </a:lnTo>
                  <a:close/>
                  <a:moveTo>
                    <a:pt x="6441" y="42693"/>
                  </a:moveTo>
                  <a:lnTo>
                    <a:pt x="5092" y="42693"/>
                  </a:lnTo>
                  <a:lnTo>
                    <a:pt x="5092" y="45217"/>
                  </a:lnTo>
                  <a:lnTo>
                    <a:pt x="6441" y="45217"/>
                  </a:lnTo>
                  <a:close/>
                  <a:moveTo>
                    <a:pt x="8965" y="42693"/>
                  </a:moveTo>
                  <a:lnTo>
                    <a:pt x="7573" y="42693"/>
                  </a:lnTo>
                  <a:lnTo>
                    <a:pt x="7573" y="45217"/>
                  </a:lnTo>
                  <a:lnTo>
                    <a:pt x="8965" y="45217"/>
                  </a:lnTo>
                  <a:close/>
                  <a:moveTo>
                    <a:pt x="11490" y="42693"/>
                  </a:moveTo>
                  <a:lnTo>
                    <a:pt x="10140" y="42693"/>
                  </a:lnTo>
                  <a:lnTo>
                    <a:pt x="10140" y="45217"/>
                  </a:lnTo>
                  <a:lnTo>
                    <a:pt x="11490" y="45217"/>
                  </a:lnTo>
                  <a:close/>
                  <a:moveTo>
                    <a:pt x="3874" y="46261"/>
                  </a:moveTo>
                  <a:lnTo>
                    <a:pt x="2524" y="46261"/>
                  </a:lnTo>
                  <a:lnTo>
                    <a:pt x="2524" y="48742"/>
                  </a:lnTo>
                  <a:lnTo>
                    <a:pt x="3874" y="48742"/>
                  </a:lnTo>
                  <a:close/>
                  <a:moveTo>
                    <a:pt x="6441" y="46261"/>
                  </a:moveTo>
                  <a:lnTo>
                    <a:pt x="5092" y="46261"/>
                  </a:lnTo>
                  <a:lnTo>
                    <a:pt x="5092" y="48742"/>
                  </a:lnTo>
                  <a:lnTo>
                    <a:pt x="6441" y="48742"/>
                  </a:lnTo>
                  <a:close/>
                  <a:moveTo>
                    <a:pt x="8965" y="46261"/>
                  </a:moveTo>
                  <a:lnTo>
                    <a:pt x="7573" y="46261"/>
                  </a:lnTo>
                  <a:lnTo>
                    <a:pt x="7573" y="48742"/>
                  </a:lnTo>
                  <a:lnTo>
                    <a:pt x="8965" y="48742"/>
                  </a:lnTo>
                  <a:close/>
                  <a:moveTo>
                    <a:pt x="11490" y="46261"/>
                  </a:moveTo>
                  <a:lnTo>
                    <a:pt x="10140" y="46261"/>
                  </a:lnTo>
                  <a:lnTo>
                    <a:pt x="10140" y="48742"/>
                  </a:lnTo>
                  <a:lnTo>
                    <a:pt x="11490" y="48742"/>
                  </a:lnTo>
                  <a:close/>
                  <a:moveTo>
                    <a:pt x="3874" y="49786"/>
                  </a:moveTo>
                  <a:lnTo>
                    <a:pt x="2524" y="49786"/>
                  </a:lnTo>
                  <a:lnTo>
                    <a:pt x="2524" y="52267"/>
                  </a:lnTo>
                  <a:lnTo>
                    <a:pt x="3874" y="52267"/>
                  </a:lnTo>
                  <a:close/>
                  <a:moveTo>
                    <a:pt x="6441" y="49786"/>
                  </a:moveTo>
                  <a:lnTo>
                    <a:pt x="5092" y="49786"/>
                  </a:lnTo>
                  <a:lnTo>
                    <a:pt x="5092" y="52267"/>
                  </a:lnTo>
                  <a:lnTo>
                    <a:pt x="6441" y="52267"/>
                  </a:lnTo>
                  <a:close/>
                  <a:moveTo>
                    <a:pt x="8965" y="49786"/>
                  </a:moveTo>
                  <a:lnTo>
                    <a:pt x="7573" y="49786"/>
                  </a:lnTo>
                  <a:lnTo>
                    <a:pt x="7573" y="52267"/>
                  </a:lnTo>
                  <a:lnTo>
                    <a:pt x="8965" y="52267"/>
                  </a:lnTo>
                  <a:close/>
                  <a:moveTo>
                    <a:pt x="11490" y="49786"/>
                  </a:moveTo>
                  <a:lnTo>
                    <a:pt x="10140" y="49786"/>
                  </a:lnTo>
                  <a:lnTo>
                    <a:pt x="10140" y="52267"/>
                  </a:lnTo>
                  <a:lnTo>
                    <a:pt x="11490" y="52267"/>
                  </a:lnTo>
                  <a:close/>
                  <a:moveTo>
                    <a:pt x="3874" y="53355"/>
                  </a:moveTo>
                  <a:lnTo>
                    <a:pt x="2524" y="53355"/>
                  </a:lnTo>
                  <a:lnTo>
                    <a:pt x="2524" y="55879"/>
                  </a:lnTo>
                  <a:lnTo>
                    <a:pt x="3874" y="55879"/>
                  </a:lnTo>
                  <a:close/>
                  <a:moveTo>
                    <a:pt x="6441" y="53355"/>
                  </a:moveTo>
                  <a:lnTo>
                    <a:pt x="5092" y="53355"/>
                  </a:lnTo>
                  <a:lnTo>
                    <a:pt x="5092" y="55879"/>
                  </a:lnTo>
                  <a:lnTo>
                    <a:pt x="6441" y="55879"/>
                  </a:lnTo>
                  <a:close/>
                  <a:moveTo>
                    <a:pt x="8965" y="53355"/>
                  </a:moveTo>
                  <a:lnTo>
                    <a:pt x="7573" y="53355"/>
                  </a:lnTo>
                  <a:lnTo>
                    <a:pt x="7573" y="55879"/>
                  </a:lnTo>
                  <a:lnTo>
                    <a:pt x="8965" y="55879"/>
                  </a:lnTo>
                  <a:close/>
                  <a:moveTo>
                    <a:pt x="11490" y="53355"/>
                  </a:moveTo>
                  <a:lnTo>
                    <a:pt x="10140" y="53355"/>
                  </a:lnTo>
                  <a:lnTo>
                    <a:pt x="10140" y="55879"/>
                  </a:lnTo>
                  <a:lnTo>
                    <a:pt x="11490" y="55879"/>
                  </a:lnTo>
                  <a:close/>
                  <a:moveTo>
                    <a:pt x="0" y="27374"/>
                  </a:moveTo>
                  <a:lnTo>
                    <a:pt x="1393" y="27374"/>
                  </a:lnTo>
                  <a:lnTo>
                    <a:pt x="1393" y="24850"/>
                  </a:lnTo>
                  <a:lnTo>
                    <a:pt x="0" y="24850"/>
                  </a:lnTo>
                  <a:close/>
                  <a:moveTo>
                    <a:pt x="0" y="20237"/>
                  </a:moveTo>
                  <a:lnTo>
                    <a:pt x="1393" y="20237"/>
                  </a:lnTo>
                  <a:lnTo>
                    <a:pt x="1393" y="17756"/>
                  </a:lnTo>
                  <a:lnTo>
                    <a:pt x="0" y="17756"/>
                  </a:lnTo>
                  <a:close/>
                  <a:moveTo>
                    <a:pt x="0" y="23762"/>
                  </a:moveTo>
                  <a:lnTo>
                    <a:pt x="1393" y="23762"/>
                  </a:lnTo>
                  <a:lnTo>
                    <a:pt x="1393" y="21281"/>
                  </a:lnTo>
                  <a:lnTo>
                    <a:pt x="0" y="21281"/>
                  </a:lnTo>
                  <a:close/>
                  <a:moveTo>
                    <a:pt x="0" y="16712"/>
                  </a:moveTo>
                  <a:lnTo>
                    <a:pt x="1393" y="16712"/>
                  </a:lnTo>
                  <a:lnTo>
                    <a:pt x="1393" y="14187"/>
                  </a:lnTo>
                  <a:lnTo>
                    <a:pt x="0" y="14187"/>
                  </a:lnTo>
                  <a:close/>
                  <a:moveTo>
                    <a:pt x="0" y="6049"/>
                  </a:moveTo>
                  <a:lnTo>
                    <a:pt x="1393" y="6049"/>
                  </a:lnTo>
                  <a:lnTo>
                    <a:pt x="1393" y="3525"/>
                  </a:lnTo>
                  <a:lnTo>
                    <a:pt x="0" y="3525"/>
                  </a:lnTo>
                  <a:close/>
                  <a:moveTo>
                    <a:pt x="0" y="13143"/>
                  </a:moveTo>
                  <a:lnTo>
                    <a:pt x="1393" y="13143"/>
                  </a:lnTo>
                  <a:lnTo>
                    <a:pt x="1393" y="10662"/>
                  </a:lnTo>
                  <a:lnTo>
                    <a:pt x="0" y="10662"/>
                  </a:lnTo>
                  <a:close/>
                  <a:moveTo>
                    <a:pt x="0" y="9574"/>
                  </a:moveTo>
                  <a:lnTo>
                    <a:pt x="1393" y="9574"/>
                  </a:lnTo>
                  <a:lnTo>
                    <a:pt x="1393" y="7094"/>
                  </a:lnTo>
                  <a:lnTo>
                    <a:pt x="0" y="7094"/>
                  </a:lnTo>
                  <a:close/>
                  <a:moveTo>
                    <a:pt x="0" y="52267"/>
                  </a:moveTo>
                  <a:lnTo>
                    <a:pt x="1393" y="52267"/>
                  </a:lnTo>
                  <a:lnTo>
                    <a:pt x="1393" y="49786"/>
                  </a:lnTo>
                  <a:lnTo>
                    <a:pt x="0" y="49786"/>
                  </a:lnTo>
                  <a:close/>
                  <a:moveTo>
                    <a:pt x="0" y="48742"/>
                  </a:moveTo>
                  <a:lnTo>
                    <a:pt x="1393" y="48742"/>
                  </a:lnTo>
                  <a:lnTo>
                    <a:pt x="1393" y="46261"/>
                  </a:lnTo>
                  <a:lnTo>
                    <a:pt x="0" y="46261"/>
                  </a:lnTo>
                  <a:close/>
                  <a:moveTo>
                    <a:pt x="0" y="2524"/>
                  </a:moveTo>
                  <a:lnTo>
                    <a:pt x="1393" y="2524"/>
                  </a:lnTo>
                  <a:lnTo>
                    <a:pt x="1393" y="0"/>
                  </a:lnTo>
                  <a:lnTo>
                    <a:pt x="0" y="0"/>
                  </a:lnTo>
                  <a:close/>
                  <a:moveTo>
                    <a:pt x="0" y="45173"/>
                  </a:moveTo>
                  <a:lnTo>
                    <a:pt x="1393" y="45173"/>
                  </a:lnTo>
                  <a:lnTo>
                    <a:pt x="1393" y="42649"/>
                  </a:lnTo>
                  <a:lnTo>
                    <a:pt x="0" y="42649"/>
                  </a:lnTo>
                  <a:close/>
                  <a:moveTo>
                    <a:pt x="0" y="30942"/>
                  </a:moveTo>
                  <a:lnTo>
                    <a:pt x="1393" y="30942"/>
                  </a:lnTo>
                  <a:lnTo>
                    <a:pt x="1393" y="28462"/>
                  </a:lnTo>
                  <a:lnTo>
                    <a:pt x="0" y="28462"/>
                  </a:lnTo>
                  <a:close/>
                  <a:moveTo>
                    <a:pt x="0" y="34555"/>
                  </a:moveTo>
                  <a:lnTo>
                    <a:pt x="1393" y="34555"/>
                  </a:lnTo>
                  <a:lnTo>
                    <a:pt x="1393" y="32030"/>
                  </a:lnTo>
                  <a:lnTo>
                    <a:pt x="0" y="32030"/>
                  </a:lnTo>
                  <a:close/>
                  <a:moveTo>
                    <a:pt x="0" y="38080"/>
                  </a:moveTo>
                  <a:lnTo>
                    <a:pt x="1393" y="38080"/>
                  </a:lnTo>
                  <a:lnTo>
                    <a:pt x="1393" y="35599"/>
                  </a:lnTo>
                  <a:lnTo>
                    <a:pt x="0" y="35599"/>
                  </a:lnTo>
                  <a:close/>
                  <a:moveTo>
                    <a:pt x="0" y="41605"/>
                  </a:moveTo>
                  <a:lnTo>
                    <a:pt x="1393" y="41605"/>
                  </a:lnTo>
                  <a:lnTo>
                    <a:pt x="1393" y="39168"/>
                  </a:lnTo>
                  <a:lnTo>
                    <a:pt x="0" y="39168"/>
                  </a:lnTo>
                  <a:close/>
                  <a:moveTo>
                    <a:pt x="0" y="55836"/>
                  </a:moveTo>
                  <a:lnTo>
                    <a:pt x="1393" y="55836"/>
                  </a:lnTo>
                  <a:lnTo>
                    <a:pt x="1393" y="53311"/>
                  </a:lnTo>
                  <a:lnTo>
                    <a:pt x="0" y="53311"/>
                  </a:lnTo>
                  <a:close/>
                </a:path>
              </a:pathLst>
            </a:custGeom>
            <a:solidFill>
              <a:srgbClr val="38A6D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2" name="Google Shape;1172;p26"/>
            <p:cNvSpPr/>
            <p:nvPr/>
          </p:nvSpPr>
          <p:spPr>
            <a:xfrm>
              <a:off x="-3030348" y="3598777"/>
              <a:ext cx="135595" cy="871513"/>
            </a:xfrm>
            <a:custGeom>
              <a:avLst/>
              <a:gdLst/>
              <a:ahLst/>
              <a:cxnLst/>
              <a:rect l="l" t="t" r="r" b="b"/>
              <a:pathLst>
                <a:path w="4266" h="27419" extrusionOk="0">
                  <a:moveTo>
                    <a:pt x="0" y="1"/>
                  </a:moveTo>
                  <a:lnTo>
                    <a:pt x="0" y="2481"/>
                  </a:lnTo>
                  <a:lnTo>
                    <a:pt x="653" y="2481"/>
                  </a:lnTo>
                  <a:lnTo>
                    <a:pt x="653" y="1"/>
                  </a:lnTo>
                  <a:close/>
                  <a:moveTo>
                    <a:pt x="1219" y="44"/>
                  </a:moveTo>
                  <a:lnTo>
                    <a:pt x="1219" y="2568"/>
                  </a:lnTo>
                  <a:lnTo>
                    <a:pt x="1872" y="2568"/>
                  </a:lnTo>
                  <a:lnTo>
                    <a:pt x="1872" y="44"/>
                  </a:lnTo>
                  <a:close/>
                  <a:moveTo>
                    <a:pt x="2394" y="44"/>
                  </a:moveTo>
                  <a:lnTo>
                    <a:pt x="2394" y="2568"/>
                  </a:lnTo>
                  <a:lnTo>
                    <a:pt x="3047" y="2568"/>
                  </a:lnTo>
                  <a:lnTo>
                    <a:pt x="3047" y="44"/>
                  </a:lnTo>
                  <a:close/>
                  <a:moveTo>
                    <a:pt x="3613" y="44"/>
                  </a:moveTo>
                  <a:lnTo>
                    <a:pt x="3613" y="2568"/>
                  </a:lnTo>
                  <a:lnTo>
                    <a:pt x="4265" y="2568"/>
                  </a:lnTo>
                  <a:lnTo>
                    <a:pt x="4265" y="44"/>
                  </a:lnTo>
                  <a:close/>
                  <a:moveTo>
                    <a:pt x="0" y="3569"/>
                  </a:moveTo>
                  <a:lnTo>
                    <a:pt x="0" y="6094"/>
                  </a:lnTo>
                  <a:lnTo>
                    <a:pt x="653" y="6094"/>
                  </a:lnTo>
                  <a:lnTo>
                    <a:pt x="653" y="3569"/>
                  </a:lnTo>
                  <a:close/>
                  <a:moveTo>
                    <a:pt x="1219" y="3569"/>
                  </a:moveTo>
                  <a:lnTo>
                    <a:pt x="1219" y="6094"/>
                  </a:lnTo>
                  <a:lnTo>
                    <a:pt x="1872" y="6094"/>
                  </a:lnTo>
                  <a:lnTo>
                    <a:pt x="1872" y="3569"/>
                  </a:lnTo>
                  <a:close/>
                  <a:moveTo>
                    <a:pt x="2394" y="3569"/>
                  </a:moveTo>
                  <a:lnTo>
                    <a:pt x="2394" y="6094"/>
                  </a:lnTo>
                  <a:lnTo>
                    <a:pt x="3047" y="6094"/>
                  </a:lnTo>
                  <a:lnTo>
                    <a:pt x="3047" y="3569"/>
                  </a:lnTo>
                  <a:close/>
                  <a:moveTo>
                    <a:pt x="3613" y="3569"/>
                  </a:moveTo>
                  <a:lnTo>
                    <a:pt x="3613" y="6094"/>
                  </a:lnTo>
                  <a:lnTo>
                    <a:pt x="4265" y="6094"/>
                  </a:lnTo>
                  <a:lnTo>
                    <a:pt x="4265" y="3569"/>
                  </a:lnTo>
                  <a:close/>
                  <a:moveTo>
                    <a:pt x="0" y="7138"/>
                  </a:moveTo>
                  <a:lnTo>
                    <a:pt x="0" y="9619"/>
                  </a:lnTo>
                  <a:lnTo>
                    <a:pt x="653" y="9619"/>
                  </a:lnTo>
                  <a:lnTo>
                    <a:pt x="653" y="7138"/>
                  </a:lnTo>
                  <a:close/>
                  <a:moveTo>
                    <a:pt x="1219" y="7138"/>
                  </a:moveTo>
                  <a:lnTo>
                    <a:pt x="1219" y="9619"/>
                  </a:lnTo>
                  <a:lnTo>
                    <a:pt x="1872" y="9619"/>
                  </a:lnTo>
                  <a:lnTo>
                    <a:pt x="1872" y="7138"/>
                  </a:lnTo>
                  <a:close/>
                  <a:moveTo>
                    <a:pt x="2394" y="7138"/>
                  </a:moveTo>
                  <a:lnTo>
                    <a:pt x="2394" y="9619"/>
                  </a:lnTo>
                  <a:lnTo>
                    <a:pt x="3047" y="9619"/>
                  </a:lnTo>
                  <a:lnTo>
                    <a:pt x="3047" y="7138"/>
                  </a:lnTo>
                  <a:close/>
                  <a:moveTo>
                    <a:pt x="3613" y="7138"/>
                  </a:moveTo>
                  <a:lnTo>
                    <a:pt x="3613" y="9619"/>
                  </a:lnTo>
                  <a:lnTo>
                    <a:pt x="4265" y="9619"/>
                  </a:lnTo>
                  <a:lnTo>
                    <a:pt x="4265" y="7138"/>
                  </a:lnTo>
                  <a:close/>
                  <a:moveTo>
                    <a:pt x="0" y="10707"/>
                  </a:moveTo>
                  <a:lnTo>
                    <a:pt x="0" y="13231"/>
                  </a:lnTo>
                  <a:lnTo>
                    <a:pt x="653" y="13231"/>
                  </a:lnTo>
                  <a:lnTo>
                    <a:pt x="653" y="10707"/>
                  </a:lnTo>
                  <a:close/>
                  <a:moveTo>
                    <a:pt x="1219" y="10707"/>
                  </a:moveTo>
                  <a:lnTo>
                    <a:pt x="1219" y="13231"/>
                  </a:lnTo>
                  <a:lnTo>
                    <a:pt x="1872" y="13231"/>
                  </a:lnTo>
                  <a:lnTo>
                    <a:pt x="1872" y="10707"/>
                  </a:lnTo>
                  <a:close/>
                  <a:moveTo>
                    <a:pt x="2394" y="10707"/>
                  </a:moveTo>
                  <a:lnTo>
                    <a:pt x="2394" y="13231"/>
                  </a:lnTo>
                  <a:lnTo>
                    <a:pt x="3047" y="13231"/>
                  </a:lnTo>
                  <a:lnTo>
                    <a:pt x="3047" y="10707"/>
                  </a:lnTo>
                  <a:close/>
                  <a:moveTo>
                    <a:pt x="3613" y="10707"/>
                  </a:moveTo>
                  <a:lnTo>
                    <a:pt x="3613" y="13231"/>
                  </a:lnTo>
                  <a:lnTo>
                    <a:pt x="4265" y="13231"/>
                  </a:lnTo>
                  <a:lnTo>
                    <a:pt x="4265" y="10707"/>
                  </a:lnTo>
                  <a:close/>
                  <a:moveTo>
                    <a:pt x="0" y="14232"/>
                  </a:moveTo>
                  <a:lnTo>
                    <a:pt x="0" y="16756"/>
                  </a:lnTo>
                  <a:lnTo>
                    <a:pt x="653" y="16756"/>
                  </a:lnTo>
                  <a:lnTo>
                    <a:pt x="653" y="14232"/>
                  </a:lnTo>
                  <a:close/>
                  <a:moveTo>
                    <a:pt x="1219" y="14232"/>
                  </a:moveTo>
                  <a:lnTo>
                    <a:pt x="1219" y="16756"/>
                  </a:lnTo>
                  <a:lnTo>
                    <a:pt x="1872" y="16756"/>
                  </a:lnTo>
                  <a:lnTo>
                    <a:pt x="1872" y="14232"/>
                  </a:lnTo>
                  <a:close/>
                  <a:moveTo>
                    <a:pt x="2394" y="14232"/>
                  </a:moveTo>
                  <a:lnTo>
                    <a:pt x="2394" y="16756"/>
                  </a:lnTo>
                  <a:lnTo>
                    <a:pt x="3047" y="16756"/>
                  </a:lnTo>
                  <a:lnTo>
                    <a:pt x="3047" y="14232"/>
                  </a:lnTo>
                  <a:close/>
                  <a:moveTo>
                    <a:pt x="3613" y="14232"/>
                  </a:moveTo>
                  <a:lnTo>
                    <a:pt x="3613" y="16756"/>
                  </a:lnTo>
                  <a:lnTo>
                    <a:pt x="4265" y="16756"/>
                  </a:lnTo>
                  <a:lnTo>
                    <a:pt x="4265" y="14232"/>
                  </a:lnTo>
                  <a:close/>
                  <a:moveTo>
                    <a:pt x="0" y="17800"/>
                  </a:moveTo>
                  <a:lnTo>
                    <a:pt x="0" y="20281"/>
                  </a:lnTo>
                  <a:lnTo>
                    <a:pt x="653" y="20281"/>
                  </a:lnTo>
                  <a:lnTo>
                    <a:pt x="653" y="17800"/>
                  </a:lnTo>
                  <a:close/>
                  <a:moveTo>
                    <a:pt x="1219" y="17800"/>
                  </a:moveTo>
                  <a:lnTo>
                    <a:pt x="1219" y="20281"/>
                  </a:lnTo>
                  <a:lnTo>
                    <a:pt x="1872" y="20281"/>
                  </a:lnTo>
                  <a:lnTo>
                    <a:pt x="1872" y="17800"/>
                  </a:lnTo>
                  <a:close/>
                  <a:moveTo>
                    <a:pt x="2394" y="17800"/>
                  </a:moveTo>
                  <a:lnTo>
                    <a:pt x="2394" y="20281"/>
                  </a:lnTo>
                  <a:lnTo>
                    <a:pt x="3047" y="20281"/>
                  </a:lnTo>
                  <a:lnTo>
                    <a:pt x="3047" y="17800"/>
                  </a:lnTo>
                  <a:close/>
                  <a:moveTo>
                    <a:pt x="3613" y="17800"/>
                  </a:moveTo>
                  <a:lnTo>
                    <a:pt x="3613" y="20281"/>
                  </a:lnTo>
                  <a:lnTo>
                    <a:pt x="4265" y="20281"/>
                  </a:lnTo>
                  <a:lnTo>
                    <a:pt x="4265" y="17800"/>
                  </a:lnTo>
                  <a:close/>
                  <a:moveTo>
                    <a:pt x="0" y="21325"/>
                  </a:moveTo>
                  <a:lnTo>
                    <a:pt x="0" y="23806"/>
                  </a:lnTo>
                  <a:lnTo>
                    <a:pt x="653" y="23806"/>
                  </a:lnTo>
                  <a:lnTo>
                    <a:pt x="653" y="21325"/>
                  </a:lnTo>
                  <a:close/>
                  <a:moveTo>
                    <a:pt x="1219" y="21325"/>
                  </a:moveTo>
                  <a:lnTo>
                    <a:pt x="1219" y="23806"/>
                  </a:lnTo>
                  <a:lnTo>
                    <a:pt x="1872" y="23806"/>
                  </a:lnTo>
                  <a:lnTo>
                    <a:pt x="1872" y="21325"/>
                  </a:lnTo>
                  <a:close/>
                  <a:moveTo>
                    <a:pt x="2394" y="21325"/>
                  </a:moveTo>
                  <a:lnTo>
                    <a:pt x="2394" y="23806"/>
                  </a:lnTo>
                  <a:lnTo>
                    <a:pt x="3047" y="23806"/>
                  </a:lnTo>
                  <a:lnTo>
                    <a:pt x="3047" y="21325"/>
                  </a:lnTo>
                  <a:close/>
                  <a:moveTo>
                    <a:pt x="3613" y="21325"/>
                  </a:moveTo>
                  <a:lnTo>
                    <a:pt x="3613" y="23806"/>
                  </a:lnTo>
                  <a:lnTo>
                    <a:pt x="4265" y="23806"/>
                  </a:lnTo>
                  <a:lnTo>
                    <a:pt x="4265" y="21325"/>
                  </a:lnTo>
                  <a:close/>
                  <a:moveTo>
                    <a:pt x="0" y="24894"/>
                  </a:moveTo>
                  <a:lnTo>
                    <a:pt x="0" y="27418"/>
                  </a:lnTo>
                  <a:lnTo>
                    <a:pt x="653" y="27418"/>
                  </a:lnTo>
                  <a:lnTo>
                    <a:pt x="653" y="24894"/>
                  </a:lnTo>
                  <a:close/>
                  <a:moveTo>
                    <a:pt x="1219" y="24894"/>
                  </a:moveTo>
                  <a:lnTo>
                    <a:pt x="1219" y="27418"/>
                  </a:lnTo>
                  <a:lnTo>
                    <a:pt x="1872" y="27418"/>
                  </a:lnTo>
                  <a:lnTo>
                    <a:pt x="1872" y="24894"/>
                  </a:lnTo>
                  <a:close/>
                  <a:moveTo>
                    <a:pt x="2394" y="24894"/>
                  </a:moveTo>
                  <a:lnTo>
                    <a:pt x="2394" y="27418"/>
                  </a:lnTo>
                  <a:lnTo>
                    <a:pt x="3047" y="27418"/>
                  </a:lnTo>
                  <a:lnTo>
                    <a:pt x="3047" y="24894"/>
                  </a:lnTo>
                  <a:close/>
                  <a:moveTo>
                    <a:pt x="3613" y="24894"/>
                  </a:moveTo>
                  <a:lnTo>
                    <a:pt x="3613" y="27418"/>
                  </a:lnTo>
                  <a:lnTo>
                    <a:pt x="4265" y="27418"/>
                  </a:lnTo>
                  <a:lnTo>
                    <a:pt x="4265" y="24894"/>
                  </a:lnTo>
                  <a:close/>
                </a:path>
              </a:pathLst>
            </a:custGeom>
            <a:solidFill>
              <a:srgbClr val="0087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73" name="Google Shape;1173;p26"/>
          <p:cNvSpPr/>
          <p:nvPr/>
        </p:nvSpPr>
        <p:spPr>
          <a:xfrm>
            <a:off x="966150" y="4704575"/>
            <a:ext cx="4694066" cy="303012"/>
          </a:xfrm>
          <a:custGeom>
            <a:avLst/>
            <a:gdLst/>
            <a:ahLst/>
            <a:cxnLst/>
            <a:rect l="l" t="t" r="r" b="b"/>
            <a:pathLst>
              <a:path w="277961" h="21456" extrusionOk="0">
                <a:moveTo>
                  <a:pt x="8139" y="0"/>
                </a:moveTo>
                <a:cubicBezTo>
                  <a:pt x="3657" y="0"/>
                  <a:pt x="1" y="3612"/>
                  <a:pt x="1" y="8138"/>
                </a:cubicBezTo>
                <a:cubicBezTo>
                  <a:pt x="1" y="12664"/>
                  <a:pt x="3657" y="16320"/>
                  <a:pt x="8139" y="16320"/>
                </a:cubicBezTo>
                <a:lnTo>
                  <a:pt x="12883" y="16320"/>
                </a:lnTo>
                <a:cubicBezTo>
                  <a:pt x="12839" y="16581"/>
                  <a:pt x="12796" y="16842"/>
                  <a:pt x="12796" y="17190"/>
                </a:cubicBezTo>
                <a:cubicBezTo>
                  <a:pt x="12796" y="19584"/>
                  <a:pt x="14754" y="21455"/>
                  <a:pt x="17061" y="21455"/>
                </a:cubicBezTo>
                <a:lnTo>
                  <a:pt x="87780" y="21455"/>
                </a:lnTo>
                <a:cubicBezTo>
                  <a:pt x="90174" y="21455"/>
                  <a:pt x="92088" y="19497"/>
                  <a:pt x="92088" y="17190"/>
                </a:cubicBezTo>
                <a:cubicBezTo>
                  <a:pt x="92088" y="16886"/>
                  <a:pt x="92045" y="16581"/>
                  <a:pt x="92001" y="16320"/>
                </a:cubicBezTo>
                <a:lnTo>
                  <a:pt x="269692" y="16320"/>
                </a:lnTo>
                <a:cubicBezTo>
                  <a:pt x="274218" y="16320"/>
                  <a:pt x="277874" y="12664"/>
                  <a:pt x="277874" y="8138"/>
                </a:cubicBezTo>
                <a:cubicBezTo>
                  <a:pt x="277961" y="3612"/>
                  <a:pt x="274349" y="0"/>
                  <a:pt x="269823" y="0"/>
                </a:cubicBezTo>
                <a:close/>
              </a:path>
            </a:pathLst>
          </a:custGeom>
          <a:solidFill>
            <a:srgbClr val="B9DD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2">
  <p:cSld name="CUSTOM_10_1">
    <p:spTree>
      <p:nvGrpSpPr>
        <p:cNvPr id="1" name="Shape 1174"/>
        <p:cNvGrpSpPr/>
        <p:nvPr/>
      </p:nvGrpSpPr>
      <p:grpSpPr>
        <a:xfrm>
          <a:off x="0" y="0"/>
          <a:ext cx="0" cy="0"/>
          <a:chOff x="0" y="0"/>
          <a:chExt cx="0" cy="0"/>
        </a:xfrm>
      </p:grpSpPr>
      <p:pic>
        <p:nvPicPr>
          <p:cNvPr id="1175" name="Google Shape;1175;p27"/>
          <p:cNvPicPr preferRelativeResize="0"/>
          <p:nvPr/>
        </p:nvPicPr>
        <p:blipFill rotWithShape="1">
          <a:blip r:embed="rId2">
            <a:alphaModFix/>
          </a:blip>
          <a:srcRect r="13599"/>
          <a:stretch/>
        </p:blipFill>
        <p:spPr>
          <a:xfrm flipH="1">
            <a:off x="1" y="-23675"/>
            <a:ext cx="2082575" cy="2053636"/>
          </a:xfrm>
          <a:prstGeom prst="rect">
            <a:avLst/>
          </a:prstGeom>
          <a:noFill/>
          <a:ln>
            <a:noFill/>
          </a:ln>
        </p:spPr>
      </p:pic>
      <p:sp>
        <p:nvSpPr>
          <p:cNvPr id="1176" name="Google Shape;1176;p2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6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177" name="Google Shape;1177;p27"/>
          <p:cNvSpPr/>
          <p:nvPr/>
        </p:nvSpPr>
        <p:spPr>
          <a:xfrm flipH="1">
            <a:off x="-276740" y="4617203"/>
            <a:ext cx="9697465" cy="527901"/>
          </a:xfrm>
          <a:custGeom>
            <a:avLst/>
            <a:gdLst/>
            <a:ahLst/>
            <a:cxnLst/>
            <a:rect l="l" t="t" r="r" b="b"/>
            <a:pathLst>
              <a:path w="308689" h="50833" extrusionOk="0">
                <a:moveTo>
                  <a:pt x="10839" y="0"/>
                </a:moveTo>
                <a:cubicBezTo>
                  <a:pt x="4790" y="0"/>
                  <a:pt x="1" y="4201"/>
                  <a:pt x="1" y="9411"/>
                </a:cubicBezTo>
                <a:lnTo>
                  <a:pt x="1" y="41506"/>
                </a:lnTo>
                <a:cubicBezTo>
                  <a:pt x="1" y="46631"/>
                  <a:pt x="4874" y="50832"/>
                  <a:pt x="10839" y="50832"/>
                </a:cubicBezTo>
                <a:lnTo>
                  <a:pt x="297850" y="50832"/>
                </a:lnTo>
                <a:cubicBezTo>
                  <a:pt x="303815" y="50832"/>
                  <a:pt x="308688" y="46631"/>
                  <a:pt x="308688" y="41506"/>
                </a:cubicBezTo>
                <a:lnTo>
                  <a:pt x="308688" y="9411"/>
                </a:lnTo>
                <a:cubicBezTo>
                  <a:pt x="308688" y="4201"/>
                  <a:pt x="303815" y="0"/>
                  <a:pt x="297850" y="0"/>
                </a:cubicBezTo>
                <a:close/>
              </a:path>
            </a:pathLst>
          </a:custGeom>
          <a:solidFill>
            <a:srgbClr val="97B8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78" name="Google Shape;1178;p27"/>
          <p:cNvGrpSpPr/>
          <p:nvPr/>
        </p:nvGrpSpPr>
        <p:grpSpPr>
          <a:xfrm>
            <a:off x="8326238" y="4412100"/>
            <a:ext cx="968350" cy="207975"/>
            <a:chOff x="582600" y="3330075"/>
            <a:chExt cx="968350" cy="207975"/>
          </a:xfrm>
        </p:grpSpPr>
        <p:sp>
          <p:nvSpPr>
            <p:cNvPr id="1179" name="Google Shape;1179;p27"/>
            <p:cNvSpPr/>
            <p:nvPr/>
          </p:nvSpPr>
          <p:spPr>
            <a:xfrm>
              <a:off x="1036300" y="3355300"/>
              <a:ext cx="252075" cy="180650"/>
            </a:xfrm>
            <a:custGeom>
              <a:avLst/>
              <a:gdLst/>
              <a:ahLst/>
              <a:cxnLst/>
              <a:rect l="l" t="t" r="r" b="b"/>
              <a:pathLst>
                <a:path w="10083" h="7226" extrusionOk="0">
                  <a:moveTo>
                    <a:pt x="3529" y="0"/>
                  </a:moveTo>
                  <a:cubicBezTo>
                    <a:pt x="3193" y="0"/>
                    <a:pt x="2857" y="336"/>
                    <a:pt x="2857" y="756"/>
                  </a:cubicBezTo>
                  <a:cubicBezTo>
                    <a:pt x="2857" y="840"/>
                    <a:pt x="2857" y="1092"/>
                    <a:pt x="2941" y="1176"/>
                  </a:cubicBezTo>
                  <a:lnTo>
                    <a:pt x="2101" y="1176"/>
                  </a:lnTo>
                  <a:cubicBezTo>
                    <a:pt x="1597" y="1176"/>
                    <a:pt x="1261" y="1596"/>
                    <a:pt x="1261" y="2017"/>
                  </a:cubicBezTo>
                  <a:lnTo>
                    <a:pt x="1261" y="2269"/>
                  </a:lnTo>
                  <a:cubicBezTo>
                    <a:pt x="757" y="2437"/>
                    <a:pt x="420" y="2941"/>
                    <a:pt x="420" y="3529"/>
                  </a:cubicBezTo>
                  <a:cubicBezTo>
                    <a:pt x="420" y="3949"/>
                    <a:pt x="504" y="4201"/>
                    <a:pt x="841" y="4453"/>
                  </a:cubicBezTo>
                  <a:lnTo>
                    <a:pt x="757" y="4453"/>
                  </a:lnTo>
                  <a:cubicBezTo>
                    <a:pt x="420" y="4453"/>
                    <a:pt x="84" y="4789"/>
                    <a:pt x="84" y="5041"/>
                  </a:cubicBezTo>
                  <a:cubicBezTo>
                    <a:pt x="0" y="5293"/>
                    <a:pt x="336" y="5629"/>
                    <a:pt x="757" y="5629"/>
                  </a:cubicBezTo>
                  <a:lnTo>
                    <a:pt x="925" y="5629"/>
                  </a:lnTo>
                  <a:cubicBezTo>
                    <a:pt x="841" y="5713"/>
                    <a:pt x="757" y="5965"/>
                    <a:pt x="757" y="6050"/>
                  </a:cubicBezTo>
                  <a:cubicBezTo>
                    <a:pt x="757" y="6470"/>
                    <a:pt x="1093" y="6806"/>
                    <a:pt x="1513" y="6806"/>
                  </a:cubicBezTo>
                  <a:lnTo>
                    <a:pt x="1513" y="6890"/>
                  </a:lnTo>
                  <a:cubicBezTo>
                    <a:pt x="1513" y="6974"/>
                    <a:pt x="1513" y="7058"/>
                    <a:pt x="1597" y="7226"/>
                  </a:cubicBezTo>
                  <a:lnTo>
                    <a:pt x="9074" y="7226"/>
                  </a:lnTo>
                  <a:lnTo>
                    <a:pt x="9074" y="6974"/>
                  </a:lnTo>
                  <a:cubicBezTo>
                    <a:pt x="9074" y="6806"/>
                    <a:pt x="8906" y="6638"/>
                    <a:pt x="8822" y="6554"/>
                  </a:cubicBezTo>
                  <a:lnTo>
                    <a:pt x="9074" y="6554"/>
                  </a:lnTo>
                  <a:cubicBezTo>
                    <a:pt x="9243" y="6554"/>
                    <a:pt x="9495" y="6302"/>
                    <a:pt x="9495" y="6134"/>
                  </a:cubicBezTo>
                  <a:cubicBezTo>
                    <a:pt x="9495" y="6050"/>
                    <a:pt x="9495" y="5881"/>
                    <a:pt x="9327" y="5881"/>
                  </a:cubicBezTo>
                  <a:cubicBezTo>
                    <a:pt x="9747" y="5797"/>
                    <a:pt x="10083" y="5377"/>
                    <a:pt x="10083" y="4873"/>
                  </a:cubicBezTo>
                  <a:cubicBezTo>
                    <a:pt x="10083" y="4369"/>
                    <a:pt x="9747" y="3949"/>
                    <a:pt x="9327" y="3781"/>
                  </a:cubicBezTo>
                  <a:cubicBezTo>
                    <a:pt x="9327" y="3697"/>
                    <a:pt x="9495" y="3529"/>
                    <a:pt x="9495" y="3361"/>
                  </a:cubicBezTo>
                  <a:cubicBezTo>
                    <a:pt x="9495" y="2773"/>
                    <a:pt x="9074" y="2269"/>
                    <a:pt x="8486" y="2101"/>
                  </a:cubicBezTo>
                  <a:lnTo>
                    <a:pt x="8486" y="2017"/>
                  </a:lnTo>
                  <a:cubicBezTo>
                    <a:pt x="8486" y="1512"/>
                    <a:pt x="8066" y="1176"/>
                    <a:pt x="7646" y="1176"/>
                  </a:cubicBezTo>
                  <a:lnTo>
                    <a:pt x="7562" y="1176"/>
                  </a:lnTo>
                  <a:cubicBezTo>
                    <a:pt x="7646" y="1092"/>
                    <a:pt x="7646" y="1008"/>
                    <a:pt x="7646" y="756"/>
                  </a:cubicBezTo>
                  <a:cubicBezTo>
                    <a:pt x="7646" y="336"/>
                    <a:pt x="7394" y="0"/>
                    <a:pt x="697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0" name="Google Shape;1180;p27"/>
            <p:cNvSpPr/>
            <p:nvPr/>
          </p:nvSpPr>
          <p:spPr>
            <a:xfrm>
              <a:off x="1023700" y="3355300"/>
              <a:ext cx="210075" cy="180650"/>
            </a:xfrm>
            <a:custGeom>
              <a:avLst/>
              <a:gdLst/>
              <a:ahLst/>
              <a:cxnLst/>
              <a:rect l="l" t="t" r="r" b="b"/>
              <a:pathLst>
                <a:path w="8403" h="7226" extrusionOk="0">
                  <a:moveTo>
                    <a:pt x="3613" y="0"/>
                  </a:moveTo>
                  <a:cubicBezTo>
                    <a:pt x="3193" y="0"/>
                    <a:pt x="2941" y="336"/>
                    <a:pt x="2941" y="756"/>
                  </a:cubicBezTo>
                  <a:cubicBezTo>
                    <a:pt x="2941" y="840"/>
                    <a:pt x="2941" y="1092"/>
                    <a:pt x="3025" y="1176"/>
                  </a:cubicBezTo>
                  <a:lnTo>
                    <a:pt x="2185" y="1176"/>
                  </a:lnTo>
                  <a:cubicBezTo>
                    <a:pt x="1681" y="1176"/>
                    <a:pt x="1345" y="1596"/>
                    <a:pt x="1345" y="2017"/>
                  </a:cubicBezTo>
                  <a:lnTo>
                    <a:pt x="1345" y="2269"/>
                  </a:lnTo>
                  <a:cubicBezTo>
                    <a:pt x="840" y="2437"/>
                    <a:pt x="504" y="2941"/>
                    <a:pt x="504" y="3529"/>
                  </a:cubicBezTo>
                  <a:cubicBezTo>
                    <a:pt x="504" y="3949"/>
                    <a:pt x="588" y="4201"/>
                    <a:pt x="924" y="4453"/>
                  </a:cubicBezTo>
                  <a:lnTo>
                    <a:pt x="840" y="4453"/>
                  </a:lnTo>
                  <a:cubicBezTo>
                    <a:pt x="504" y="4453"/>
                    <a:pt x="168" y="4789"/>
                    <a:pt x="168" y="5041"/>
                  </a:cubicBezTo>
                  <a:cubicBezTo>
                    <a:pt x="0" y="5293"/>
                    <a:pt x="336" y="5629"/>
                    <a:pt x="588" y="5629"/>
                  </a:cubicBezTo>
                  <a:lnTo>
                    <a:pt x="840" y="5629"/>
                  </a:lnTo>
                  <a:cubicBezTo>
                    <a:pt x="756" y="5713"/>
                    <a:pt x="588" y="5965"/>
                    <a:pt x="588" y="6050"/>
                  </a:cubicBezTo>
                  <a:cubicBezTo>
                    <a:pt x="588" y="6470"/>
                    <a:pt x="924" y="6806"/>
                    <a:pt x="1345" y="6806"/>
                  </a:cubicBezTo>
                  <a:lnTo>
                    <a:pt x="1345" y="6890"/>
                  </a:lnTo>
                  <a:cubicBezTo>
                    <a:pt x="1345" y="6974"/>
                    <a:pt x="1345" y="7058"/>
                    <a:pt x="1429" y="7226"/>
                  </a:cubicBezTo>
                  <a:lnTo>
                    <a:pt x="7226" y="7226"/>
                  </a:lnTo>
                  <a:lnTo>
                    <a:pt x="7226" y="6974"/>
                  </a:lnTo>
                  <a:cubicBezTo>
                    <a:pt x="7226" y="6806"/>
                    <a:pt x="7142" y="6638"/>
                    <a:pt x="6974" y="6554"/>
                  </a:cubicBezTo>
                  <a:lnTo>
                    <a:pt x="7310" y="6554"/>
                  </a:lnTo>
                  <a:cubicBezTo>
                    <a:pt x="7562" y="6554"/>
                    <a:pt x="7730" y="6302"/>
                    <a:pt x="7730" y="6134"/>
                  </a:cubicBezTo>
                  <a:cubicBezTo>
                    <a:pt x="7730" y="6050"/>
                    <a:pt x="7730" y="5881"/>
                    <a:pt x="7646" y="5881"/>
                  </a:cubicBezTo>
                  <a:cubicBezTo>
                    <a:pt x="8066" y="5797"/>
                    <a:pt x="8402" y="5377"/>
                    <a:pt x="8402" y="4873"/>
                  </a:cubicBezTo>
                  <a:cubicBezTo>
                    <a:pt x="8402" y="4369"/>
                    <a:pt x="8066" y="3949"/>
                    <a:pt x="7646" y="3781"/>
                  </a:cubicBezTo>
                  <a:cubicBezTo>
                    <a:pt x="7646" y="3697"/>
                    <a:pt x="7730" y="3529"/>
                    <a:pt x="7730" y="3361"/>
                  </a:cubicBezTo>
                  <a:cubicBezTo>
                    <a:pt x="7730" y="2773"/>
                    <a:pt x="7310" y="2269"/>
                    <a:pt x="6806" y="2101"/>
                  </a:cubicBezTo>
                  <a:lnTo>
                    <a:pt x="6806" y="2017"/>
                  </a:lnTo>
                  <a:cubicBezTo>
                    <a:pt x="6806" y="1512"/>
                    <a:pt x="6386" y="1176"/>
                    <a:pt x="5966" y="1176"/>
                  </a:cubicBezTo>
                  <a:lnTo>
                    <a:pt x="5882" y="1176"/>
                  </a:lnTo>
                  <a:cubicBezTo>
                    <a:pt x="5966" y="1092"/>
                    <a:pt x="5966" y="1008"/>
                    <a:pt x="5966" y="756"/>
                  </a:cubicBezTo>
                  <a:cubicBezTo>
                    <a:pt x="5966" y="336"/>
                    <a:pt x="5630" y="0"/>
                    <a:pt x="520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1" name="Google Shape;1181;p27"/>
            <p:cNvSpPr/>
            <p:nvPr/>
          </p:nvSpPr>
          <p:spPr>
            <a:xfrm>
              <a:off x="1023700" y="3462425"/>
              <a:ext cx="159650" cy="73525"/>
            </a:xfrm>
            <a:custGeom>
              <a:avLst/>
              <a:gdLst/>
              <a:ahLst/>
              <a:cxnLst/>
              <a:rect l="l" t="t" r="r" b="b"/>
              <a:pathLst>
                <a:path w="6386" h="2941" extrusionOk="0">
                  <a:moveTo>
                    <a:pt x="588" y="0"/>
                  </a:moveTo>
                  <a:cubicBezTo>
                    <a:pt x="252" y="0"/>
                    <a:pt x="0" y="252"/>
                    <a:pt x="0" y="588"/>
                  </a:cubicBezTo>
                  <a:cubicBezTo>
                    <a:pt x="0" y="1008"/>
                    <a:pt x="336" y="1344"/>
                    <a:pt x="588" y="1344"/>
                  </a:cubicBezTo>
                  <a:lnTo>
                    <a:pt x="840" y="1344"/>
                  </a:lnTo>
                  <a:cubicBezTo>
                    <a:pt x="756" y="1428"/>
                    <a:pt x="588" y="1680"/>
                    <a:pt x="588" y="1765"/>
                  </a:cubicBezTo>
                  <a:cubicBezTo>
                    <a:pt x="588" y="2185"/>
                    <a:pt x="924" y="2521"/>
                    <a:pt x="1345" y="2521"/>
                  </a:cubicBezTo>
                  <a:lnTo>
                    <a:pt x="1345" y="2605"/>
                  </a:lnTo>
                  <a:cubicBezTo>
                    <a:pt x="1345" y="2689"/>
                    <a:pt x="1345" y="2773"/>
                    <a:pt x="1429" y="2941"/>
                  </a:cubicBezTo>
                  <a:lnTo>
                    <a:pt x="4705" y="2941"/>
                  </a:lnTo>
                  <a:cubicBezTo>
                    <a:pt x="4621" y="2773"/>
                    <a:pt x="4453" y="2605"/>
                    <a:pt x="4285" y="2605"/>
                  </a:cubicBezTo>
                  <a:cubicBezTo>
                    <a:pt x="4537" y="2521"/>
                    <a:pt x="4621" y="2353"/>
                    <a:pt x="4621" y="2269"/>
                  </a:cubicBezTo>
                  <a:lnTo>
                    <a:pt x="5630" y="2269"/>
                  </a:lnTo>
                  <a:cubicBezTo>
                    <a:pt x="6050" y="2269"/>
                    <a:pt x="6386" y="1933"/>
                    <a:pt x="6386" y="1512"/>
                  </a:cubicBezTo>
                  <a:cubicBezTo>
                    <a:pt x="6386" y="1092"/>
                    <a:pt x="6050" y="840"/>
                    <a:pt x="5630" y="840"/>
                  </a:cubicBezTo>
                  <a:lnTo>
                    <a:pt x="4369" y="840"/>
                  </a:lnTo>
                  <a:lnTo>
                    <a:pt x="4369" y="672"/>
                  </a:lnTo>
                  <a:cubicBezTo>
                    <a:pt x="4369" y="252"/>
                    <a:pt x="4033" y="0"/>
                    <a:pt x="36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2" name="Google Shape;1182;p27"/>
            <p:cNvSpPr/>
            <p:nvPr/>
          </p:nvSpPr>
          <p:spPr>
            <a:xfrm>
              <a:off x="1097200" y="3353200"/>
              <a:ext cx="117675" cy="75625"/>
            </a:xfrm>
            <a:custGeom>
              <a:avLst/>
              <a:gdLst/>
              <a:ahLst/>
              <a:cxnLst/>
              <a:rect l="l" t="t" r="r" b="b"/>
              <a:pathLst>
                <a:path w="4707" h="3025" extrusionOk="0">
                  <a:moveTo>
                    <a:pt x="1345" y="0"/>
                  </a:moveTo>
                  <a:lnTo>
                    <a:pt x="1345" y="252"/>
                  </a:lnTo>
                  <a:cubicBezTo>
                    <a:pt x="1345" y="588"/>
                    <a:pt x="1597" y="756"/>
                    <a:pt x="1765" y="756"/>
                  </a:cubicBezTo>
                  <a:cubicBezTo>
                    <a:pt x="1681" y="756"/>
                    <a:pt x="1513" y="840"/>
                    <a:pt x="1429" y="1092"/>
                  </a:cubicBezTo>
                  <a:lnTo>
                    <a:pt x="589" y="1092"/>
                  </a:lnTo>
                  <a:cubicBezTo>
                    <a:pt x="337" y="1092"/>
                    <a:pt x="1" y="1428"/>
                    <a:pt x="1" y="1680"/>
                  </a:cubicBezTo>
                  <a:cubicBezTo>
                    <a:pt x="1" y="2017"/>
                    <a:pt x="337" y="2353"/>
                    <a:pt x="589" y="2353"/>
                  </a:cubicBezTo>
                  <a:lnTo>
                    <a:pt x="1681" y="2353"/>
                  </a:lnTo>
                  <a:lnTo>
                    <a:pt x="1681" y="2437"/>
                  </a:lnTo>
                  <a:cubicBezTo>
                    <a:pt x="1681" y="2773"/>
                    <a:pt x="2017" y="3025"/>
                    <a:pt x="2269" y="3025"/>
                  </a:cubicBezTo>
                  <a:lnTo>
                    <a:pt x="4706" y="3025"/>
                  </a:lnTo>
                  <a:cubicBezTo>
                    <a:pt x="4538" y="2689"/>
                    <a:pt x="4202" y="2353"/>
                    <a:pt x="3782" y="2101"/>
                  </a:cubicBezTo>
                  <a:lnTo>
                    <a:pt x="3782" y="2017"/>
                  </a:lnTo>
                  <a:cubicBezTo>
                    <a:pt x="3782" y="1512"/>
                    <a:pt x="3362" y="1176"/>
                    <a:pt x="2942" y="1176"/>
                  </a:cubicBezTo>
                  <a:lnTo>
                    <a:pt x="2858" y="1176"/>
                  </a:lnTo>
                  <a:cubicBezTo>
                    <a:pt x="2942" y="1092"/>
                    <a:pt x="2942" y="1008"/>
                    <a:pt x="2942" y="756"/>
                  </a:cubicBezTo>
                  <a:cubicBezTo>
                    <a:pt x="2942" y="336"/>
                    <a:pt x="2606" y="0"/>
                    <a:pt x="218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3" name="Google Shape;1183;p27"/>
            <p:cNvSpPr/>
            <p:nvPr/>
          </p:nvSpPr>
          <p:spPr>
            <a:xfrm>
              <a:off x="593100" y="3405700"/>
              <a:ext cx="172250" cy="130250"/>
            </a:xfrm>
            <a:custGeom>
              <a:avLst/>
              <a:gdLst/>
              <a:ahLst/>
              <a:cxnLst/>
              <a:rect l="l" t="t" r="r" b="b"/>
              <a:pathLst>
                <a:path w="6890" h="5210" extrusionOk="0">
                  <a:moveTo>
                    <a:pt x="2353" y="1"/>
                  </a:moveTo>
                  <a:cubicBezTo>
                    <a:pt x="2101" y="1"/>
                    <a:pt x="1849" y="253"/>
                    <a:pt x="1849" y="589"/>
                  </a:cubicBezTo>
                  <a:cubicBezTo>
                    <a:pt x="1849" y="673"/>
                    <a:pt x="1849" y="757"/>
                    <a:pt x="1933" y="841"/>
                  </a:cubicBezTo>
                  <a:lnTo>
                    <a:pt x="1429" y="841"/>
                  </a:lnTo>
                  <a:cubicBezTo>
                    <a:pt x="1093" y="841"/>
                    <a:pt x="840" y="1177"/>
                    <a:pt x="840" y="1513"/>
                  </a:cubicBezTo>
                  <a:lnTo>
                    <a:pt x="840" y="1597"/>
                  </a:lnTo>
                  <a:cubicBezTo>
                    <a:pt x="504" y="1681"/>
                    <a:pt x="252" y="2017"/>
                    <a:pt x="252" y="2437"/>
                  </a:cubicBezTo>
                  <a:cubicBezTo>
                    <a:pt x="252" y="2689"/>
                    <a:pt x="420" y="2941"/>
                    <a:pt x="588" y="3109"/>
                  </a:cubicBezTo>
                  <a:cubicBezTo>
                    <a:pt x="252" y="3109"/>
                    <a:pt x="84" y="3277"/>
                    <a:pt x="84" y="3529"/>
                  </a:cubicBezTo>
                  <a:cubicBezTo>
                    <a:pt x="0" y="3781"/>
                    <a:pt x="168" y="4034"/>
                    <a:pt x="504" y="4034"/>
                  </a:cubicBezTo>
                  <a:lnTo>
                    <a:pt x="588" y="4034"/>
                  </a:lnTo>
                  <a:cubicBezTo>
                    <a:pt x="504" y="4118"/>
                    <a:pt x="504" y="4202"/>
                    <a:pt x="504" y="4370"/>
                  </a:cubicBezTo>
                  <a:cubicBezTo>
                    <a:pt x="504" y="4622"/>
                    <a:pt x="756" y="4874"/>
                    <a:pt x="1009" y="4874"/>
                  </a:cubicBezTo>
                  <a:lnTo>
                    <a:pt x="1009" y="5210"/>
                  </a:lnTo>
                  <a:lnTo>
                    <a:pt x="6134" y="5210"/>
                  </a:lnTo>
                  <a:lnTo>
                    <a:pt x="6134" y="5042"/>
                  </a:lnTo>
                  <a:cubicBezTo>
                    <a:pt x="6134" y="4958"/>
                    <a:pt x="6050" y="4874"/>
                    <a:pt x="5966" y="4790"/>
                  </a:cubicBezTo>
                  <a:lnTo>
                    <a:pt x="6134" y="4790"/>
                  </a:lnTo>
                  <a:cubicBezTo>
                    <a:pt x="6386" y="4790"/>
                    <a:pt x="6470" y="4622"/>
                    <a:pt x="6470" y="4454"/>
                  </a:cubicBezTo>
                  <a:cubicBezTo>
                    <a:pt x="6470" y="4370"/>
                    <a:pt x="6470" y="4370"/>
                    <a:pt x="6386" y="4202"/>
                  </a:cubicBezTo>
                  <a:cubicBezTo>
                    <a:pt x="6722" y="4118"/>
                    <a:pt x="6890" y="3781"/>
                    <a:pt x="6890" y="3529"/>
                  </a:cubicBezTo>
                  <a:cubicBezTo>
                    <a:pt x="6890" y="3193"/>
                    <a:pt x="6722" y="2857"/>
                    <a:pt x="6386" y="2773"/>
                  </a:cubicBezTo>
                  <a:cubicBezTo>
                    <a:pt x="6386" y="2689"/>
                    <a:pt x="6470" y="2521"/>
                    <a:pt x="6470" y="2437"/>
                  </a:cubicBezTo>
                  <a:cubicBezTo>
                    <a:pt x="6470" y="2017"/>
                    <a:pt x="6134" y="1681"/>
                    <a:pt x="5882" y="1597"/>
                  </a:cubicBezTo>
                  <a:lnTo>
                    <a:pt x="5882" y="1513"/>
                  </a:lnTo>
                  <a:cubicBezTo>
                    <a:pt x="5882" y="1177"/>
                    <a:pt x="5546" y="841"/>
                    <a:pt x="5209" y="841"/>
                  </a:cubicBezTo>
                  <a:lnTo>
                    <a:pt x="5209" y="589"/>
                  </a:lnTo>
                  <a:cubicBezTo>
                    <a:pt x="5209" y="253"/>
                    <a:pt x="5041" y="1"/>
                    <a:pt x="470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4" name="Google Shape;1184;p27"/>
            <p:cNvSpPr/>
            <p:nvPr/>
          </p:nvSpPr>
          <p:spPr>
            <a:xfrm>
              <a:off x="582600" y="3483425"/>
              <a:ext cx="111350" cy="52525"/>
            </a:xfrm>
            <a:custGeom>
              <a:avLst/>
              <a:gdLst/>
              <a:ahLst/>
              <a:cxnLst/>
              <a:rect l="l" t="t" r="r" b="b"/>
              <a:pathLst>
                <a:path w="4454" h="2101" extrusionOk="0">
                  <a:moveTo>
                    <a:pt x="504" y="0"/>
                  </a:moveTo>
                  <a:cubicBezTo>
                    <a:pt x="168" y="0"/>
                    <a:pt x="0" y="168"/>
                    <a:pt x="0" y="420"/>
                  </a:cubicBezTo>
                  <a:cubicBezTo>
                    <a:pt x="84" y="672"/>
                    <a:pt x="336" y="925"/>
                    <a:pt x="504" y="925"/>
                  </a:cubicBezTo>
                  <a:lnTo>
                    <a:pt x="588" y="925"/>
                  </a:lnTo>
                  <a:cubicBezTo>
                    <a:pt x="504" y="1009"/>
                    <a:pt x="504" y="1093"/>
                    <a:pt x="504" y="1261"/>
                  </a:cubicBezTo>
                  <a:cubicBezTo>
                    <a:pt x="504" y="1513"/>
                    <a:pt x="756" y="1765"/>
                    <a:pt x="1008" y="1765"/>
                  </a:cubicBezTo>
                  <a:lnTo>
                    <a:pt x="1008" y="2101"/>
                  </a:lnTo>
                  <a:lnTo>
                    <a:pt x="3361" y="2101"/>
                  </a:lnTo>
                  <a:cubicBezTo>
                    <a:pt x="3277" y="1933"/>
                    <a:pt x="3277" y="1849"/>
                    <a:pt x="3025" y="1849"/>
                  </a:cubicBezTo>
                  <a:cubicBezTo>
                    <a:pt x="3109" y="1849"/>
                    <a:pt x="3277" y="1765"/>
                    <a:pt x="3277" y="1681"/>
                  </a:cubicBezTo>
                  <a:lnTo>
                    <a:pt x="3949" y="1681"/>
                  </a:lnTo>
                  <a:cubicBezTo>
                    <a:pt x="4285" y="1681"/>
                    <a:pt x="4453" y="1429"/>
                    <a:pt x="4453" y="1093"/>
                  </a:cubicBezTo>
                  <a:cubicBezTo>
                    <a:pt x="4453" y="840"/>
                    <a:pt x="4285" y="588"/>
                    <a:pt x="3949" y="588"/>
                  </a:cubicBezTo>
                  <a:lnTo>
                    <a:pt x="3109" y="588"/>
                  </a:lnTo>
                  <a:lnTo>
                    <a:pt x="3109" y="504"/>
                  </a:lnTo>
                  <a:cubicBezTo>
                    <a:pt x="3109" y="168"/>
                    <a:pt x="2941" y="0"/>
                    <a:pt x="260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5" name="Google Shape;1185;p27"/>
            <p:cNvSpPr/>
            <p:nvPr/>
          </p:nvSpPr>
          <p:spPr>
            <a:xfrm>
              <a:off x="635100" y="3409900"/>
              <a:ext cx="81950" cy="52550"/>
            </a:xfrm>
            <a:custGeom>
              <a:avLst/>
              <a:gdLst/>
              <a:ahLst/>
              <a:cxnLst/>
              <a:rect l="l" t="t" r="r" b="b"/>
              <a:pathLst>
                <a:path w="3278" h="2102" extrusionOk="0">
                  <a:moveTo>
                    <a:pt x="925" y="1"/>
                  </a:moveTo>
                  <a:lnTo>
                    <a:pt x="925" y="85"/>
                  </a:lnTo>
                  <a:cubicBezTo>
                    <a:pt x="925" y="253"/>
                    <a:pt x="1009" y="421"/>
                    <a:pt x="1261" y="505"/>
                  </a:cubicBezTo>
                  <a:cubicBezTo>
                    <a:pt x="1177" y="505"/>
                    <a:pt x="1009" y="589"/>
                    <a:pt x="1009" y="673"/>
                  </a:cubicBezTo>
                  <a:lnTo>
                    <a:pt x="421" y="673"/>
                  </a:lnTo>
                  <a:cubicBezTo>
                    <a:pt x="169" y="673"/>
                    <a:pt x="1" y="925"/>
                    <a:pt x="1" y="1093"/>
                  </a:cubicBezTo>
                  <a:cubicBezTo>
                    <a:pt x="1" y="1345"/>
                    <a:pt x="169" y="1513"/>
                    <a:pt x="421" y="1513"/>
                  </a:cubicBezTo>
                  <a:lnTo>
                    <a:pt x="1177" y="1513"/>
                  </a:lnTo>
                  <a:lnTo>
                    <a:pt x="1177" y="1681"/>
                  </a:lnTo>
                  <a:cubicBezTo>
                    <a:pt x="1177" y="1849"/>
                    <a:pt x="1345" y="2101"/>
                    <a:pt x="1597" y="2101"/>
                  </a:cubicBezTo>
                  <a:lnTo>
                    <a:pt x="3277" y="2101"/>
                  </a:lnTo>
                  <a:cubicBezTo>
                    <a:pt x="3109" y="1765"/>
                    <a:pt x="2941" y="1513"/>
                    <a:pt x="2605" y="1429"/>
                  </a:cubicBezTo>
                  <a:cubicBezTo>
                    <a:pt x="2605" y="1009"/>
                    <a:pt x="2269" y="841"/>
                    <a:pt x="2017" y="841"/>
                  </a:cubicBezTo>
                  <a:lnTo>
                    <a:pt x="2017" y="505"/>
                  </a:lnTo>
                  <a:cubicBezTo>
                    <a:pt x="2017" y="169"/>
                    <a:pt x="1765" y="1"/>
                    <a:pt x="142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6" name="Google Shape;1186;p27"/>
            <p:cNvSpPr/>
            <p:nvPr/>
          </p:nvSpPr>
          <p:spPr>
            <a:xfrm>
              <a:off x="744325" y="3374200"/>
              <a:ext cx="239475" cy="163850"/>
            </a:xfrm>
            <a:custGeom>
              <a:avLst/>
              <a:gdLst/>
              <a:ahLst/>
              <a:cxnLst/>
              <a:rect l="l" t="t" r="r" b="b"/>
              <a:pathLst>
                <a:path w="9579" h="6554" extrusionOk="0">
                  <a:moveTo>
                    <a:pt x="3361" y="0"/>
                  </a:moveTo>
                  <a:cubicBezTo>
                    <a:pt x="2941" y="0"/>
                    <a:pt x="2689" y="336"/>
                    <a:pt x="2689" y="672"/>
                  </a:cubicBezTo>
                  <a:cubicBezTo>
                    <a:pt x="2689" y="756"/>
                    <a:pt x="2689" y="840"/>
                    <a:pt x="2773" y="924"/>
                  </a:cubicBezTo>
                  <a:lnTo>
                    <a:pt x="2017" y="924"/>
                  </a:lnTo>
                  <a:cubicBezTo>
                    <a:pt x="1597" y="924"/>
                    <a:pt x="1177" y="1261"/>
                    <a:pt x="1177" y="1681"/>
                  </a:cubicBezTo>
                  <a:lnTo>
                    <a:pt x="1177" y="1933"/>
                  </a:lnTo>
                  <a:cubicBezTo>
                    <a:pt x="757" y="2101"/>
                    <a:pt x="421" y="2521"/>
                    <a:pt x="421" y="3025"/>
                  </a:cubicBezTo>
                  <a:cubicBezTo>
                    <a:pt x="421" y="3361"/>
                    <a:pt x="589" y="3697"/>
                    <a:pt x="757" y="3865"/>
                  </a:cubicBezTo>
                  <a:lnTo>
                    <a:pt x="673" y="3865"/>
                  </a:lnTo>
                  <a:cubicBezTo>
                    <a:pt x="337" y="3865"/>
                    <a:pt x="1" y="4117"/>
                    <a:pt x="1" y="4537"/>
                  </a:cubicBezTo>
                  <a:cubicBezTo>
                    <a:pt x="337" y="4789"/>
                    <a:pt x="673" y="4957"/>
                    <a:pt x="1009" y="4957"/>
                  </a:cubicBezTo>
                  <a:lnTo>
                    <a:pt x="1177" y="4957"/>
                  </a:lnTo>
                  <a:cubicBezTo>
                    <a:pt x="1093" y="5041"/>
                    <a:pt x="1093" y="5209"/>
                    <a:pt x="1093" y="5378"/>
                  </a:cubicBezTo>
                  <a:cubicBezTo>
                    <a:pt x="1093" y="5714"/>
                    <a:pt x="1429" y="6050"/>
                    <a:pt x="1681" y="6134"/>
                  </a:cubicBezTo>
                  <a:lnTo>
                    <a:pt x="1681" y="6218"/>
                  </a:lnTo>
                  <a:cubicBezTo>
                    <a:pt x="1681" y="6302"/>
                    <a:pt x="1681" y="6470"/>
                    <a:pt x="1849" y="6554"/>
                  </a:cubicBezTo>
                  <a:lnTo>
                    <a:pt x="8571" y="6554"/>
                  </a:lnTo>
                  <a:lnTo>
                    <a:pt x="8571" y="6302"/>
                  </a:lnTo>
                  <a:cubicBezTo>
                    <a:pt x="8571" y="6134"/>
                    <a:pt x="8403" y="6050"/>
                    <a:pt x="8319" y="5882"/>
                  </a:cubicBezTo>
                  <a:lnTo>
                    <a:pt x="8571" y="5882"/>
                  </a:lnTo>
                  <a:cubicBezTo>
                    <a:pt x="8739" y="5882"/>
                    <a:pt x="8907" y="5714"/>
                    <a:pt x="8907" y="5462"/>
                  </a:cubicBezTo>
                  <a:cubicBezTo>
                    <a:pt x="8907" y="5378"/>
                    <a:pt x="8907" y="5378"/>
                    <a:pt x="8823" y="5294"/>
                  </a:cubicBezTo>
                  <a:cubicBezTo>
                    <a:pt x="9243" y="5209"/>
                    <a:pt x="9579" y="4705"/>
                    <a:pt x="9579" y="4285"/>
                  </a:cubicBezTo>
                  <a:cubicBezTo>
                    <a:pt x="9579" y="3865"/>
                    <a:pt x="9243" y="3445"/>
                    <a:pt x="8823" y="3361"/>
                  </a:cubicBezTo>
                  <a:cubicBezTo>
                    <a:pt x="8823" y="3277"/>
                    <a:pt x="8907" y="3025"/>
                    <a:pt x="8907" y="2941"/>
                  </a:cubicBezTo>
                  <a:cubicBezTo>
                    <a:pt x="8907" y="2437"/>
                    <a:pt x="8655" y="1933"/>
                    <a:pt x="8067" y="1765"/>
                  </a:cubicBezTo>
                  <a:lnTo>
                    <a:pt x="8067" y="1681"/>
                  </a:lnTo>
                  <a:cubicBezTo>
                    <a:pt x="8067" y="1261"/>
                    <a:pt x="7814" y="924"/>
                    <a:pt x="7226" y="924"/>
                  </a:cubicBezTo>
                  <a:lnTo>
                    <a:pt x="7058" y="924"/>
                  </a:lnTo>
                  <a:cubicBezTo>
                    <a:pt x="7142" y="840"/>
                    <a:pt x="7142" y="756"/>
                    <a:pt x="7142" y="672"/>
                  </a:cubicBezTo>
                  <a:cubicBezTo>
                    <a:pt x="7142" y="252"/>
                    <a:pt x="6890" y="0"/>
                    <a:pt x="647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7" name="Google Shape;1187;p27"/>
            <p:cNvSpPr/>
            <p:nvPr/>
          </p:nvSpPr>
          <p:spPr>
            <a:xfrm>
              <a:off x="738025" y="3374200"/>
              <a:ext cx="195375" cy="163850"/>
            </a:xfrm>
            <a:custGeom>
              <a:avLst/>
              <a:gdLst/>
              <a:ahLst/>
              <a:cxnLst/>
              <a:rect l="l" t="t" r="r" b="b"/>
              <a:pathLst>
                <a:path w="7815" h="6554" extrusionOk="0">
                  <a:moveTo>
                    <a:pt x="3361" y="0"/>
                  </a:moveTo>
                  <a:cubicBezTo>
                    <a:pt x="2941" y="0"/>
                    <a:pt x="2605" y="336"/>
                    <a:pt x="2605" y="672"/>
                  </a:cubicBezTo>
                  <a:cubicBezTo>
                    <a:pt x="2605" y="756"/>
                    <a:pt x="2605" y="840"/>
                    <a:pt x="2689" y="924"/>
                  </a:cubicBezTo>
                  <a:lnTo>
                    <a:pt x="1933" y="924"/>
                  </a:lnTo>
                  <a:cubicBezTo>
                    <a:pt x="1513" y="924"/>
                    <a:pt x="1093" y="1261"/>
                    <a:pt x="1093" y="1681"/>
                  </a:cubicBezTo>
                  <a:lnTo>
                    <a:pt x="1093" y="1933"/>
                  </a:lnTo>
                  <a:cubicBezTo>
                    <a:pt x="673" y="2101"/>
                    <a:pt x="421" y="2521"/>
                    <a:pt x="421" y="3025"/>
                  </a:cubicBezTo>
                  <a:cubicBezTo>
                    <a:pt x="421" y="3361"/>
                    <a:pt x="505" y="3697"/>
                    <a:pt x="673" y="3865"/>
                  </a:cubicBezTo>
                  <a:lnTo>
                    <a:pt x="589" y="3865"/>
                  </a:lnTo>
                  <a:cubicBezTo>
                    <a:pt x="253" y="3865"/>
                    <a:pt x="1" y="4117"/>
                    <a:pt x="1" y="4537"/>
                  </a:cubicBezTo>
                  <a:cubicBezTo>
                    <a:pt x="85" y="4789"/>
                    <a:pt x="337" y="4957"/>
                    <a:pt x="673" y="4957"/>
                  </a:cubicBezTo>
                  <a:lnTo>
                    <a:pt x="925" y="4957"/>
                  </a:lnTo>
                  <a:cubicBezTo>
                    <a:pt x="757" y="5041"/>
                    <a:pt x="757" y="5209"/>
                    <a:pt x="757" y="5378"/>
                  </a:cubicBezTo>
                  <a:cubicBezTo>
                    <a:pt x="757" y="5714"/>
                    <a:pt x="1093" y="6050"/>
                    <a:pt x="1429" y="6134"/>
                  </a:cubicBezTo>
                  <a:lnTo>
                    <a:pt x="1429" y="6218"/>
                  </a:lnTo>
                  <a:cubicBezTo>
                    <a:pt x="1429" y="6302"/>
                    <a:pt x="1429" y="6470"/>
                    <a:pt x="1513" y="6554"/>
                  </a:cubicBezTo>
                  <a:lnTo>
                    <a:pt x="6806" y="6554"/>
                  </a:lnTo>
                  <a:lnTo>
                    <a:pt x="6806" y="6302"/>
                  </a:lnTo>
                  <a:cubicBezTo>
                    <a:pt x="6806" y="6134"/>
                    <a:pt x="6722" y="6050"/>
                    <a:pt x="6554" y="5882"/>
                  </a:cubicBezTo>
                  <a:lnTo>
                    <a:pt x="6806" y="5882"/>
                  </a:lnTo>
                  <a:cubicBezTo>
                    <a:pt x="6974" y="5882"/>
                    <a:pt x="7226" y="5714"/>
                    <a:pt x="7226" y="5462"/>
                  </a:cubicBezTo>
                  <a:cubicBezTo>
                    <a:pt x="7226" y="5378"/>
                    <a:pt x="7226" y="5378"/>
                    <a:pt x="7058" y="5294"/>
                  </a:cubicBezTo>
                  <a:cubicBezTo>
                    <a:pt x="7478" y="5209"/>
                    <a:pt x="7814" y="4705"/>
                    <a:pt x="7814" y="4285"/>
                  </a:cubicBezTo>
                  <a:cubicBezTo>
                    <a:pt x="7814" y="3865"/>
                    <a:pt x="7478" y="3445"/>
                    <a:pt x="7058" y="3361"/>
                  </a:cubicBezTo>
                  <a:cubicBezTo>
                    <a:pt x="7058" y="3277"/>
                    <a:pt x="7226" y="3025"/>
                    <a:pt x="7226" y="2941"/>
                  </a:cubicBezTo>
                  <a:cubicBezTo>
                    <a:pt x="7226" y="2437"/>
                    <a:pt x="6890" y="1933"/>
                    <a:pt x="6386" y="1765"/>
                  </a:cubicBezTo>
                  <a:lnTo>
                    <a:pt x="6386" y="1681"/>
                  </a:lnTo>
                  <a:cubicBezTo>
                    <a:pt x="6386" y="1261"/>
                    <a:pt x="6050" y="924"/>
                    <a:pt x="5546" y="924"/>
                  </a:cubicBezTo>
                  <a:lnTo>
                    <a:pt x="5378" y="924"/>
                  </a:lnTo>
                  <a:cubicBezTo>
                    <a:pt x="5546" y="840"/>
                    <a:pt x="5546" y="756"/>
                    <a:pt x="5546" y="672"/>
                  </a:cubicBezTo>
                  <a:cubicBezTo>
                    <a:pt x="5546" y="252"/>
                    <a:pt x="5210" y="0"/>
                    <a:pt x="479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8" name="Google Shape;1188;p27"/>
            <p:cNvSpPr/>
            <p:nvPr/>
          </p:nvSpPr>
          <p:spPr>
            <a:xfrm>
              <a:off x="735925" y="3468725"/>
              <a:ext cx="149150" cy="69325"/>
            </a:xfrm>
            <a:custGeom>
              <a:avLst/>
              <a:gdLst/>
              <a:ahLst/>
              <a:cxnLst/>
              <a:rect l="l" t="t" r="r" b="b"/>
              <a:pathLst>
                <a:path w="5966" h="2773" extrusionOk="0">
                  <a:moveTo>
                    <a:pt x="673" y="0"/>
                  </a:moveTo>
                  <a:cubicBezTo>
                    <a:pt x="337" y="0"/>
                    <a:pt x="1" y="252"/>
                    <a:pt x="1" y="672"/>
                  </a:cubicBezTo>
                  <a:cubicBezTo>
                    <a:pt x="169" y="1008"/>
                    <a:pt x="421" y="1176"/>
                    <a:pt x="757" y="1176"/>
                  </a:cubicBezTo>
                  <a:lnTo>
                    <a:pt x="1009" y="1176"/>
                  </a:lnTo>
                  <a:cubicBezTo>
                    <a:pt x="841" y="1260"/>
                    <a:pt x="841" y="1428"/>
                    <a:pt x="841" y="1597"/>
                  </a:cubicBezTo>
                  <a:cubicBezTo>
                    <a:pt x="841" y="1933"/>
                    <a:pt x="1177" y="2269"/>
                    <a:pt x="1513" y="2353"/>
                  </a:cubicBezTo>
                  <a:lnTo>
                    <a:pt x="1513" y="2437"/>
                  </a:lnTo>
                  <a:cubicBezTo>
                    <a:pt x="1513" y="2521"/>
                    <a:pt x="1513" y="2689"/>
                    <a:pt x="1597" y="2773"/>
                  </a:cubicBezTo>
                  <a:lnTo>
                    <a:pt x="4538" y="2773"/>
                  </a:lnTo>
                  <a:lnTo>
                    <a:pt x="4286" y="2437"/>
                  </a:lnTo>
                  <a:cubicBezTo>
                    <a:pt x="4454" y="2437"/>
                    <a:pt x="4538" y="2269"/>
                    <a:pt x="4538" y="2101"/>
                  </a:cubicBezTo>
                  <a:lnTo>
                    <a:pt x="5294" y="2101"/>
                  </a:lnTo>
                  <a:cubicBezTo>
                    <a:pt x="5630" y="2101"/>
                    <a:pt x="5966" y="1849"/>
                    <a:pt x="5966" y="1513"/>
                  </a:cubicBezTo>
                  <a:cubicBezTo>
                    <a:pt x="5966" y="1176"/>
                    <a:pt x="5714" y="756"/>
                    <a:pt x="5294" y="756"/>
                  </a:cubicBezTo>
                  <a:lnTo>
                    <a:pt x="4118" y="756"/>
                  </a:lnTo>
                  <a:lnTo>
                    <a:pt x="4118" y="672"/>
                  </a:lnTo>
                  <a:cubicBezTo>
                    <a:pt x="4118" y="336"/>
                    <a:pt x="3865" y="0"/>
                    <a:pt x="352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9" name="Google Shape;1189;p27"/>
            <p:cNvSpPr/>
            <p:nvPr/>
          </p:nvSpPr>
          <p:spPr>
            <a:xfrm>
              <a:off x="807350" y="3374200"/>
              <a:ext cx="105050" cy="69325"/>
            </a:xfrm>
            <a:custGeom>
              <a:avLst/>
              <a:gdLst/>
              <a:ahLst/>
              <a:cxnLst/>
              <a:rect l="l" t="t" r="r" b="b"/>
              <a:pathLst>
                <a:path w="4202" h="2773" extrusionOk="0">
                  <a:moveTo>
                    <a:pt x="1093" y="0"/>
                  </a:moveTo>
                  <a:lnTo>
                    <a:pt x="1093" y="252"/>
                  </a:lnTo>
                  <a:cubicBezTo>
                    <a:pt x="1093" y="420"/>
                    <a:pt x="1261" y="672"/>
                    <a:pt x="1513" y="756"/>
                  </a:cubicBezTo>
                  <a:cubicBezTo>
                    <a:pt x="1345" y="756"/>
                    <a:pt x="1261" y="840"/>
                    <a:pt x="1261" y="1093"/>
                  </a:cubicBezTo>
                  <a:lnTo>
                    <a:pt x="588" y="1093"/>
                  </a:lnTo>
                  <a:cubicBezTo>
                    <a:pt x="252" y="1093"/>
                    <a:pt x="0" y="1261"/>
                    <a:pt x="0" y="1597"/>
                  </a:cubicBezTo>
                  <a:cubicBezTo>
                    <a:pt x="0" y="1933"/>
                    <a:pt x="252" y="2101"/>
                    <a:pt x="588" y="2101"/>
                  </a:cubicBezTo>
                  <a:lnTo>
                    <a:pt x="1513" y="2101"/>
                  </a:lnTo>
                  <a:lnTo>
                    <a:pt x="1513" y="2269"/>
                  </a:lnTo>
                  <a:cubicBezTo>
                    <a:pt x="1513" y="2521"/>
                    <a:pt x="1681" y="2773"/>
                    <a:pt x="2017" y="2773"/>
                  </a:cubicBezTo>
                  <a:lnTo>
                    <a:pt x="4201" y="2773"/>
                  </a:lnTo>
                  <a:cubicBezTo>
                    <a:pt x="4117" y="2269"/>
                    <a:pt x="3781" y="1933"/>
                    <a:pt x="3361" y="1849"/>
                  </a:cubicBezTo>
                  <a:lnTo>
                    <a:pt x="3361" y="1681"/>
                  </a:lnTo>
                  <a:cubicBezTo>
                    <a:pt x="3361" y="1261"/>
                    <a:pt x="3109" y="1009"/>
                    <a:pt x="2521" y="1009"/>
                  </a:cubicBezTo>
                  <a:lnTo>
                    <a:pt x="2437" y="1009"/>
                  </a:lnTo>
                  <a:cubicBezTo>
                    <a:pt x="2521" y="840"/>
                    <a:pt x="2521" y="756"/>
                    <a:pt x="2521" y="672"/>
                  </a:cubicBezTo>
                  <a:cubicBezTo>
                    <a:pt x="2521" y="252"/>
                    <a:pt x="2185" y="0"/>
                    <a:pt x="18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0" name="Google Shape;1190;p27"/>
            <p:cNvSpPr/>
            <p:nvPr/>
          </p:nvSpPr>
          <p:spPr>
            <a:xfrm>
              <a:off x="1273650" y="3330075"/>
              <a:ext cx="277300" cy="203775"/>
            </a:xfrm>
            <a:custGeom>
              <a:avLst/>
              <a:gdLst/>
              <a:ahLst/>
              <a:cxnLst/>
              <a:rect l="l" t="t" r="r" b="b"/>
              <a:pathLst>
                <a:path w="11092" h="8151" extrusionOk="0">
                  <a:moveTo>
                    <a:pt x="3865" y="1"/>
                  </a:moveTo>
                  <a:cubicBezTo>
                    <a:pt x="3445" y="1"/>
                    <a:pt x="3025" y="337"/>
                    <a:pt x="3025" y="841"/>
                  </a:cubicBezTo>
                  <a:cubicBezTo>
                    <a:pt x="3025" y="925"/>
                    <a:pt x="3025" y="1177"/>
                    <a:pt x="3109" y="1261"/>
                  </a:cubicBezTo>
                  <a:lnTo>
                    <a:pt x="2269" y="1261"/>
                  </a:lnTo>
                  <a:cubicBezTo>
                    <a:pt x="1765" y="1261"/>
                    <a:pt x="1345" y="1681"/>
                    <a:pt x="1345" y="2185"/>
                  </a:cubicBezTo>
                  <a:lnTo>
                    <a:pt x="1345" y="2437"/>
                  </a:lnTo>
                  <a:cubicBezTo>
                    <a:pt x="841" y="2605"/>
                    <a:pt x="505" y="3194"/>
                    <a:pt x="505" y="3782"/>
                  </a:cubicBezTo>
                  <a:cubicBezTo>
                    <a:pt x="505" y="4202"/>
                    <a:pt x="673" y="4538"/>
                    <a:pt x="925" y="4874"/>
                  </a:cubicBezTo>
                  <a:lnTo>
                    <a:pt x="841" y="4874"/>
                  </a:lnTo>
                  <a:cubicBezTo>
                    <a:pt x="421" y="4874"/>
                    <a:pt x="85" y="5126"/>
                    <a:pt x="85" y="5546"/>
                  </a:cubicBezTo>
                  <a:cubicBezTo>
                    <a:pt x="1" y="6134"/>
                    <a:pt x="337" y="6386"/>
                    <a:pt x="673" y="6386"/>
                  </a:cubicBezTo>
                  <a:lnTo>
                    <a:pt x="925" y="6386"/>
                  </a:lnTo>
                  <a:cubicBezTo>
                    <a:pt x="841" y="6470"/>
                    <a:pt x="673" y="6722"/>
                    <a:pt x="673" y="6974"/>
                  </a:cubicBezTo>
                  <a:cubicBezTo>
                    <a:pt x="673" y="7395"/>
                    <a:pt x="1009" y="7815"/>
                    <a:pt x="1429" y="7815"/>
                  </a:cubicBezTo>
                  <a:lnTo>
                    <a:pt x="1429" y="7899"/>
                  </a:lnTo>
                  <a:cubicBezTo>
                    <a:pt x="1429" y="7983"/>
                    <a:pt x="1429" y="8067"/>
                    <a:pt x="1513" y="8151"/>
                  </a:cubicBezTo>
                  <a:lnTo>
                    <a:pt x="9831" y="8151"/>
                  </a:lnTo>
                  <a:lnTo>
                    <a:pt x="9831" y="7983"/>
                  </a:lnTo>
                  <a:cubicBezTo>
                    <a:pt x="9831" y="7731"/>
                    <a:pt x="9747" y="7563"/>
                    <a:pt x="9495" y="7479"/>
                  </a:cubicBezTo>
                  <a:lnTo>
                    <a:pt x="9831" y="7479"/>
                  </a:lnTo>
                  <a:cubicBezTo>
                    <a:pt x="10167" y="7479"/>
                    <a:pt x="10335" y="7227"/>
                    <a:pt x="10335" y="6890"/>
                  </a:cubicBezTo>
                  <a:cubicBezTo>
                    <a:pt x="10335" y="6806"/>
                    <a:pt x="10335" y="6722"/>
                    <a:pt x="10251" y="6638"/>
                  </a:cubicBezTo>
                  <a:cubicBezTo>
                    <a:pt x="10755" y="6386"/>
                    <a:pt x="11091" y="5966"/>
                    <a:pt x="11091" y="5462"/>
                  </a:cubicBezTo>
                  <a:cubicBezTo>
                    <a:pt x="11091" y="4958"/>
                    <a:pt x="10755" y="4370"/>
                    <a:pt x="10251" y="4286"/>
                  </a:cubicBezTo>
                  <a:cubicBezTo>
                    <a:pt x="10335" y="4202"/>
                    <a:pt x="10335" y="4034"/>
                    <a:pt x="10335" y="3782"/>
                  </a:cubicBezTo>
                  <a:cubicBezTo>
                    <a:pt x="10335" y="3194"/>
                    <a:pt x="9915" y="2521"/>
                    <a:pt x="9327" y="2269"/>
                  </a:cubicBezTo>
                  <a:lnTo>
                    <a:pt x="9327" y="2185"/>
                  </a:lnTo>
                  <a:cubicBezTo>
                    <a:pt x="9327" y="1681"/>
                    <a:pt x="8907" y="1261"/>
                    <a:pt x="8403" y="1261"/>
                  </a:cubicBezTo>
                  <a:lnTo>
                    <a:pt x="8234" y="1261"/>
                  </a:lnTo>
                  <a:cubicBezTo>
                    <a:pt x="8403" y="1177"/>
                    <a:pt x="8403" y="925"/>
                    <a:pt x="8403" y="841"/>
                  </a:cubicBezTo>
                  <a:cubicBezTo>
                    <a:pt x="8403" y="421"/>
                    <a:pt x="7982" y="1"/>
                    <a:pt x="756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1" name="Google Shape;1191;p27"/>
            <p:cNvSpPr/>
            <p:nvPr/>
          </p:nvSpPr>
          <p:spPr>
            <a:xfrm>
              <a:off x="1258950" y="3330075"/>
              <a:ext cx="231075" cy="203775"/>
            </a:xfrm>
            <a:custGeom>
              <a:avLst/>
              <a:gdLst/>
              <a:ahLst/>
              <a:cxnLst/>
              <a:rect l="l" t="t" r="r" b="b"/>
              <a:pathLst>
                <a:path w="9243" h="8151" extrusionOk="0">
                  <a:moveTo>
                    <a:pt x="3949" y="1"/>
                  </a:moveTo>
                  <a:cubicBezTo>
                    <a:pt x="3529" y="1"/>
                    <a:pt x="3109" y="337"/>
                    <a:pt x="3109" y="841"/>
                  </a:cubicBezTo>
                  <a:cubicBezTo>
                    <a:pt x="3109" y="925"/>
                    <a:pt x="3109" y="1177"/>
                    <a:pt x="3193" y="1261"/>
                  </a:cubicBezTo>
                  <a:lnTo>
                    <a:pt x="2269" y="1261"/>
                  </a:lnTo>
                  <a:cubicBezTo>
                    <a:pt x="1681" y="1261"/>
                    <a:pt x="1261" y="1681"/>
                    <a:pt x="1261" y="2185"/>
                  </a:cubicBezTo>
                  <a:lnTo>
                    <a:pt x="1261" y="2437"/>
                  </a:lnTo>
                  <a:cubicBezTo>
                    <a:pt x="757" y="2605"/>
                    <a:pt x="421" y="3194"/>
                    <a:pt x="421" y="3782"/>
                  </a:cubicBezTo>
                  <a:cubicBezTo>
                    <a:pt x="421" y="4202"/>
                    <a:pt x="673" y="4538"/>
                    <a:pt x="841" y="4874"/>
                  </a:cubicBezTo>
                  <a:lnTo>
                    <a:pt x="757" y="4874"/>
                  </a:lnTo>
                  <a:cubicBezTo>
                    <a:pt x="337" y="4874"/>
                    <a:pt x="0" y="5126"/>
                    <a:pt x="0" y="5546"/>
                  </a:cubicBezTo>
                  <a:cubicBezTo>
                    <a:pt x="0" y="6134"/>
                    <a:pt x="337" y="6386"/>
                    <a:pt x="757" y="6386"/>
                  </a:cubicBezTo>
                  <a:lnTo>
                    <a:pt x="1009" y="6386"/>
                  </a:lnTo>
                  <a:cubicBezTo>
                    <a:pt x="841" y="6470"/>
                    <a:pt x="757" y="6722"/>
                    <a:pt x="757" y="6974"/>
                  </a:cubicBezTo>
                  <a:cubicBezTo>
                    <a:pt x="757" y="7395"/>
                    <a:pt x="1093" y="7815"/>
                    <a:pt x="1513" y="7815"/>
                  </a:cubicBezTo>
                  <a:lnTo>
                    <a:pt x="1513" y="7899"/>
                  </a:lnTo>
                  <a:cubicBezTo>
                    <a:pt x="1513" y="7983"/>
                    <a:pt x="1513" y="8067"/>
                    <a:pt x="1597" y="8151"/>
                  </a:cubicBezTo>
                  <a:lnTo>
                    <a:pt x="7982" y="8151"/>
                  </a:lnTo>
                  <a:lnTo>
                    <a:pt x="7982" y="7983"/>
                  </a:lnTo>
                  <a:cubicBezTo>
                    <a:pt x="7982" y="7731"/>
                    <a:pt x="7898" y="7563"/>
                    <a:pt x="7730" y="7479"/>
                  </a:cubicBezTo>
                  <a:lnTo>
                    <a:pt x="7982" y="7479"/>
                  </a:lnTo>
                  <a:cubicBezTo>
                    <a:pt x="8318" y="7479"/>
                    <a:pt x="8570" y="7227"/>
                    <a:pt x="8570" y="6890"/>
                  </a:cubicBezTo>
                  <a:cubicBezTo>
                    <a:pt x="8570" y="6806"/>
                    <a:pt x="8570" y="6722"/>
                    <a:pt x="8402" y="6638"/>
                  </a:cubicBezTo>
                  <a:cubicBezTo>
                    <a:pt x="8991" y="6386"/>
                    <a:pt x="9243" y="5966"/>
                    <a:pt x="9243" y="5462"/>
                  </a:cubicBezTo>
                  <a:cubicBezTo>
                    <a:pt x="9243" y="4958"/>
                    <a:pt x="8991" y="4370"/>
                    <a:pt x="8402" y="4286"/>
                  </a:cubicBezTo>
                  <a:cubicBezTo>
                    <a:pt x="8570" y="4202"/>
                    <a:pt x="8570" y="4034"/>
                    <a:pt x="8570" y="3782"/>
                  </a:cubicBezTo>
                  <a:cubicBezTo>
                    <a:pt x="8570" y="3194"/>
                    <a:pt x="8150" y="2521"/>
                    <a:pt x="7478" y="2269"/>
                  </a:cubicBezTo>
                  <a:lnTo>
                    <a:pt x="7478" y="2185"/>
                  </a:lnTo>
                  <a:cubicBezTo>
                    <a:pt x="7478" y="1681"/>
                    <a:pt x="7058" y="1261"/>
                    <a:pt x="6554" y="1261"/>
                  </a:cubicBezTo>
                  <a:lnTo>
                    <a:pt x="6470" y="1261"/>
                  </a:lnTo>
                  <a:cubicBezTo>
                    <a:pt x="6554" y="1177"/>
                    <a:pt x="6554" y="925"/>
                    <a:pt x="6554" y="841"/>
                  </a:cubicBezTo>
                  <a:cubicBezTo>
                    <a:pt x="6554" y="421"/>
                    <a:pt x="6134" y="1"/>
                    <a:pt x="57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2" name="Google Shape;1192;p27"/>
            <p:cNvSpPr/>
            <p:nvPr/>
          </p:nvSpPr>
          <p:spPr>
            <a:xfrm>
              <a:off x="1258950" y="3456125"/>
              <a:ext cx="182775" cy="77725"/>
            </a:xfrm>
            <a:custGeom>
              <a:avLst/>
              <a:gdLst/>
              <a:ahLst/>
              <a:cxnLst/>
              <a:rect l="l" t="t" r="r" b="b"/>
              <a:pathLst>
                <a:path w="7311" h="3109" extrusionOk="0">
                  <a:moveTo>
                    <a:pt x="841" y="0"/>
                  </a:moveTo>
                  <a:cubicBezTo>
                    <a:pt x="421" y="0"/>
                    <a:pt x="168" y="336"/>
                    <a:pt x="168" y="756"/>
                  </a:cubicBezTo>
                  <a:cubicBezTo>
                    <a:pt x="0" y="1092"/>
                    <a:pt x="337" y="1344"/>
                    <a:pt x="757" y="1344"/>
                  </a:cubicBezTo>
                  <a:lnTo>
                    <a:pt x="1009" y="1344"/>
                  </a:lnTo>
                  <a:cubicBezTo>
                    <a:pt x="841" y="1428"/>
                    <a:pt x="757" y="1680"/>
                    <a:pt x="757" y="1932"/>
                  </a:cubicBezTo>
                  <a:cubicBezTo>
                    <a:pt x="757" y="2353"/>
                    <a:pt x="1093" y="2773"/>
                    <a:pt x="1513" y="2773"/>
                  </a:cubicBezTo>
                  <a:lnTo>
                    <a:pt x="1513" y="2857"/>
                  </a:lnTo>
                  <a:cubicBezTo>
                    <a:pt x="1513" y="2941"/>
                    <a:pt x="1513" y="3025"/>
                    <a:pt x="1597" y="3109"/>
                  </a:cubicBezTo>
                  <a:lnTo>
                    <a:pt x="5294" y="3109"/>
                  </a:lnTo>
                  <a:cubicBezTo>
                    <a:pt x="5210" y="2941"/>
                    <a:pt x="5042" y="2857"/>
                    <a:pt x="4874" y="2857"/>
                  </a:cubicBezTo>
                  <a:cubicBezTo>
                    <a:pt x="5042" y="2773"/>
                    <a:pt x="5210" y="2605"/>
                    <a:pt x="5294" y="2437"/>
                  </a:cubicBezTo>
                  <a:lnTo>
                    <a:pt x="6470" y="2437"/>
                  </a:lnTo>
                  <a:cubicBezTo>
                    <a:pt x="6890" y="2437"/>
                    <a:pt x="7310" y="2101"/>
                    <a:pt x="7310" y="1680"/>
                  </a:cubicBezTo>
                  <a:cubicBezTo>
                    <a:pt x="7310" y="1260"/>
                    <a:pt x="6974" y="924"/>
                    <a:pt x="6470" y="924"/>
                  </a:cubicBezTo>
                  <a:lnTo>
                    <a:pt x="5042" y="924"/>
                  </a:lnTo>
                  <a:lnTo>
                    <a:pt x="5042" y="756"/>
                  </a:lnTo>
                  <a:cubicBezTo>
                    <a:pt x="5042" y="336"/>
                    <a:pt x="4790" y="0"/>
                    <a:pt x="420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3" name="Google Shape;1193;p27"/>
            <p:cNvSpPr/>
            <p:nvPr/>
          </p:nvSpPr>
          <p:spPr>
            <a:xfrm>
              <a:off x="1347175" y="3336375"/>
              <a:ext cx="126050" cy="77750"/>
            </a:xfrm>
            <a:custGeom>
              <a:avLst/>
              <a:gdLst/>
              <a:ahLst/>
              <a:cxnLst/>
              <a:rect l="l" t="t" r="r" b="b"/>
              <a:pathLst>
                <a:path w="5042" h="3110" extrusionOk="0">
                  <a:moveTo>
                    <a:pt x="1345" y="1"/>
                  </a:moveTo>
                  <a:lnTo>
                    <a:pt x="1345" y="169"/>
                  </a:lnTo>
                  <a:cubicBezTo>
                    <a:pt x="1345" y="505"/>
                    <a:pt x="1513" y="673"/>
                    <a:pt x="1849" y="841"/>
                  </a:cubicBezTo>
                  <a:cubicBezTo>
                    <a:pt x="1681" y="841"/>
                    <a:pt x="1513" y="1009"/>
                    <a:pt x="1513" y="1093"/>
                  </a:cubicBezTo>
                  <a:lnTo>
                    <a:pt x="588" y="1093"/>
                  </a:lnTo>
                  <a:cubicBezTo>
                    <a:pt x="168" y="1093"/>
                    <a:pt x="0" y="1429"/>
                    <a:pt x="0" y="1765"/>
                  </a:cubicBezTo>
                  <a:cubicBezTo>
                    <a:pt x="0" y="2017"/>
                    <a:pt x="252" y="2353"/>
                    <a:pt x="588" y="2353"/>
                  </a:cubicBezTo>
                  <a:lnTo>
                    <a:pt x="1765" y="2353"/>
                  </a:lnTo>
                  <a:lnTo>
                    <a:pt x="1765" y="2437"/>
                  </a:lnTo>
                  <a:cubicBezTo>
                    <a:pt x="1765" y="2774"/>
                    <a:pt x="2101" y="3110"/>
                    <a:pt x="2353" y="3110"/>
                  </a:cubicBezTo>
                  <a:lnTo>
                    <a:pt x="5041" y="3110"/>
                  </a:lnTo>
                  <a:cubicBezTo>
                    <a:pt x="4705" y="2774"/>
                    <a:pt x="4369" y="2353"/>
                    <a:pt x="3949" y="2269"/>
                  </a:cubicBezTo>
                  <a:lnTo>
                    <a:pt x="3949" y="2185"/>
                  </a:lnTo>
                  <a:cubicBezTo>
                    <a:pt x="3949" y="1681"/>
                    <a:pt x="3529" y="1261"/>
                    <a:pt x="3025" y="1261"/>
                  </a:cubicBezTo>
                  <a:lnTo>
                    <a:pt x="2941" y="1261"/>
                  </a:lnTo>
                  <a:cubicBezTo>
                    <a:pt x="3025" y="1093"/>
                    <a:pt x="3025" y="925"/>
                    <a:pt x="3025" y="841"/>
                  </a:cubicBezTo>
                  <a:cubicBezTo>
                    <a:pt x="3025" y="421"/>
                    <a:pt x="2605" y="1"/>
                    <a:pt x="218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94" name="Google Shape;1194;p27"/>
          <p:cNvGrpSpPr/>
          <p:nvPr/>
        </p:nvGrpSpPr>
        <p:grpSpPr>
          <a:xfrm>
            <a:off x="-1178875" y="2819414"/>
            <a:ext cx="1898871" cy="1800650"/>
            <a:chOff x="-4889250" y="2850689"/>
            <a:chExt cx="1898871" cy="1800650"/>
          </a:xfrm>
        </p:grpSpPr>
        <p:sp>
          <p:nvSpPr>
            <p:cNvPr id="1195" name="Google Shape;1195;p27"/>
            <p:cNvSpPr/>
            <p:nvPr/>
          </p:nvSpPr>
          <p:spPr>
            <a:xfrm>
              <a:off x="-3872353" y="3697533"/>
              <a:ext cx="173639" cy="880161"/>
            </a:xfrm>
            <a:custGeom>
              <a:avLst/>
              <a:gdLst/>
              <a:ahLst/>
              <a:cxnLst/>
              <a:rect l="l" t="t" r="r" b="b"/>
              <a:pathLst>
                <a:path w="4310" h="21847" extrusionOk="0">
                  <a:moveTo>
                    <a:pt x="132" y="0"/>
                  </a:moveTo>
                  <a:cubicBezTo>
                    <a:pt x="44" y="6006"/>
                    <a:pt x="44" y="20237"/>
                    <a:pt x="1" y="21847"/>
                  </a:cubicBezTo>
                  <a:lnTo>
                    <a:pt x="4309" y="21847"/>
                  </a:lnTo>
                  <a:cubicBezTo>
                    <a:pt x="4309" y="20237"/>
                    <a:pt x="4222" y="6006"/>
                    <a:pt x="4179" y="0"/>
                  </a:cubicBezTo>
                  <a:close/>
                </a:path>
              </a:pathLst>
            </a:custGeom>
            <a:solidFill>
              <a:srgbClr val="4053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6" name="Google Shape;1196;p27"/>
            <p:cNvSpPr/>
            <p:nvPr/>
          </p:nvSpPr>
          <p:spPr>
            <a:xfrm>
              <a:off x="-3768894" y="3697533"/>
              <a:ext cx="71913" cy="880161"/>
            </a:xfrm>
            <a:custGeom>
              <a:avLst/>
              <a:gdLst/>
              <a:ahLst/>
              <a:cxnLst/>
              <a:rect l="l" t="t" r="r" b="b"/>
              <a:pathLst>
                <a:path w="1785" h="21847" extrusionOk="0">
                  <a:moveTo>
                    <a:pt x="1" y="0"/>
                  </a:moveTo>
                  <a:lnTo>
                    <a:pt x="1" y="21847"/>
                  </a:lnTo>
                  <a:lnTo>
                    <a:pt x="1785" y="21847"/>
                  </a:lnTo>
                  <a:cubicBezTo>
                    <a:pt x="1785" y="20237"/>
                    <a:pt x="1741" y="6006"/>
                    <a:pt x="1698" y="0"/>
                  </a:cubicBezTo>
                  <a:close/>
                </a:path>
              </a:pathLst>
            </a:custGeom>
            <a:solidFill>
              <a:srgbClr val="6C8C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7" name="Google Shape;1197;p27"/>
            <p:cNvSpPr/>
            <p:nvPr/>
          </p:nvSpPr>
          <p:spPr>
            <a:xfrm>
              <a:off x="-4736721" y="3373178"/>
              <a:ext cx="1341332" cy="1274656"/>
            </a:xfrm>
            <a:custGeom>
              <a:avLst/>
              <a:gdLst/>
              <a:ahLst/>
              <a:cxnLst/>
              <a:rect l="l" t="t" r="r" b="b"/>
              <a:pathLst>
                <a:path w="33294" h="31639" extrusionOk="0">
                  <a:moveTo>
                    <a:pt x="1" y="0"/>
                  </a:moveTo>
                  <a:lnTo>
                    <a:pt x="1" y="31639"/>
                  </a:lnTo>
                  <a:lnTo>
                    <a:pt x="33293" y="31639"/>
                  </a:lnTo>
                  <a:lnTo>
                    <a:pt x="3329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8" name="Google Shape;1198;p27"/>
            <p:cNvSpPr/>
            <p:nvPr/>
          </p:nvSpPr>
          <p:spPr>
            <a:xfrm>
              <a:off x="-4789296" y="4612744"/>
              <a:ext cx="1393907" cy="38595"/>
            </a:xfrm>
            <a:custGeom>
              <a:avLst/>
              <a:gdLst/>
              <a:ahLst/>
              <a:cxnLst/>
              <a:rect l="l" t="t" r="r" b="b"/>
              <a:pathLst>
                <a:path w="34599" h="958" extrusionOk="0">
                  <a:moveTo>
                    <a:pt x="0" y="0"/>
                  </a:moveTo>
                  <a:lnTo>
                    <a:pt x="0" y="958"/>
                  </a:lnTo>
                  <a:lnTo>
                    <a:pt x="34598" y="958"/>
                  </a:lnTo>
                  <a:lnTo>
                    <a:pt x="3459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9" name="Google Shape;1199;p27"/>
            <p:cNvSpPr/>
            <p:nvPr/>
          </p:nvSpPr>
          <p:spPr>
            <a:xfrm>
              <a:off x="-4808594" y="3061071"/>
              <a:ext cx="1341292" cy="345425"/>
            </a:xfrm>
            <a:custGeom>
              <a:avLst/>
              <a:gdLst/>
              <a:ahLst/>
              <a:cxnLst/>
              <a:rect l="l" t="t" r="r" b="b"/>
              <a:pathLst>
                <a:path w="33293" h="8574" extrusionOk="0">
                  <a:moveTo>
                    <a:pt x="11533" y="1"/>
                  </a:moveTo>
                  <a:lnTo>
                    <a:pt x="0" y="8574"/>
                  </a:lnTo>
                  <a:lnTo>
                    <a:pt x="33293" y="8574"/>
                  </a:lnTo>
                  <a:lnTo>
                    <a:pt x="3329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0" name="Google Shape;1200;p27"/>
            <p:cNvSpPr/>
            <p:nvPr/>
          </p:nvSpPr>
          <p:spPr>
            <a:xfrm>
              <a:off x="-3977543" y="3518696"/>
              <a:ext cx="361218" cy="355940"/>
            </a:xfrm>
            <a:custGeom>
              <a:avLst/>
              <a:gdLst/>
              <a:ahLst/>
              <a:cxnLst/>
              <a:rect l="l" t="t" r="r" b="b"/>
              <a:pathLst>
                <a:path w="8966" h="8835" extrusionOk="0">
                  <a:moveTo>
                    <a:pt x="1" y="0"/>
                  </a:moveTo>
                  <a:lnTo>
                    <a:pt x="1" y="8835"/>
                  </a:lnTo>
                  <a:lnTo>
                    <a:pt x="8966" y="8835"/>
                  </a:lnTo>
                  <a:lnTo>
                    <a:pt x="896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1" name="Google Shape;1201;p27"/>
            <p:cNvSpPr/>
            <p:nvPr/>
          </p:nvSpPr>
          <p:spPr>
            <a:xfrm>
              <a:off x="-4654293" y="3518696"/>
              <a:ext cx="361218" cy="355940"/>
            </a:xfrm>
            <a:custGeom>
              <a:avLst/>
              <a:gdLst/>
              <a:ahLst/>
              <a:cxnLst/>
              <a:rect l="l" t="t" r="r" b="b"/>
              <a:pathLst>
                <a:path w="8966" h="8835" extrusionOk="0">
                  <a:moveTo>
                    <a:pt x="0" y="0"/>
                  </a:moveTo>
                  <a:lnTo>
                    <a:pt x="0" y="8835"/>
                  </a:lnTo>
                  <a:lnTo>
                    <a:pt x="8965" y="8835"/>
                  </a:lnTo>
                  <a:lnTo>
                    <a:pt x="896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2" name="Google Shape;1202;p27"/>
            <p:cNvSpPr/>
            <p:nvPr/>
          </p:nvSpPr>
          <p:spPr>
            <a:xfrm>
              <a:off x="-4642045" y="3530944"/>
              <a:ext cx="333178" cy="329673"/>
            </a:xfrm>
            <a:custGeom>
              <a:avLst/>
              <a:gdLst/>
              <a:ahLst/>
              <a:cxnLst/>
              <a:rect l="l" t="t" r="r" b="b"/>
              <a:pathLst>
                <a:path w="8270" h="8183" extrusionOk="0">
                  <a:moveTo>
                    <a:pt x="1" y="1"/>
                  </a:moveTo>
                  <a:lnTo>
                    <a:pt x="1" y="8182"/>
                  </a:lnTo>
                  <a:lnTo>
                    <a:pt x="8270" y="8182"/>
                  </a:lnTo>
                  <a:lnTo>
                    <a:pt x="827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3" name="Google Shape;1203;p27"/>
            <p:cNvSpPr/>
            <p:nvPr/>
          </p:nvSpPr>
          <p:spPr>
            <a:xfrm>
              <a:off x="-4642045" y="3530944"/>
              <a:ext cx="336683" cy="329673"/>
            </a:xfrm>
            <a:custGeom>
              <a:avLst/>
              <a:gdLst/>
              <a:ahLst/>
              <a:cxnLst/>
              <a:rect l="l" t="t" r="r" b="b"/>
              <a:pathLst>
                <a:path w="8357" h="8183" extrusionOk="0">
                  <a:moveTo>
                    <a:pt x="1" y="1"/>
                  </a:moveTo>
                  <a:lnTo>
                    <a:pt x="1" y="8182"/>
                  </a:lnTo>
                  <a:lnTo>
                    <a:pt x="393" y="8182"/>
                  </a:lnTo>
                  <a:lnTo>
                    <a:pt x="393" y="436"/>
                  </a:lnTo>
                  <a:lnTo>
                    <a:pt x="8357" y="436"/>
                  </a:lnTo>
                  <a:lnTo>
                    <a:pt x="8357" y="1"/>
                  </a:lnTo>
                  <a:close/>
                </a:path>
              </a:pathLst>
            </a:custGeom>
            <a:solidFill>
              <a:srgbClr val="258E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4" name="Google Shape;1204;p27"/>
            <p:cNvSpPr/>
            <p:nvPr/>
          </p:nvSpPr>
          <p:spPr>
            <a:xfrm>
              <a:off x="-4484239" y="3522201"/>
              <a:ext cx="15833" cy="345425"/>
            </a:xfrm>
            <a:custGeom>
              <a:avLst/>
              <a:gdLst/>
              <a:ahLst/>
              <a:cxnLst/>
              <a:rect l="l" t="t" r="r" b="b"/>
              <a:pathLst>
                <a:path w="393" h="8574" extrusionOk="0">
                  <a:moveTo>
                    <a:pt x="1" y="0"/>
                  </a:moveTo>
                  <a:lnTo>
                    <a:pt x="1" y="8574"/>
                  </a:lnTo>
                  <a:lnTo>
                    <a:pt x="392" y="8574"/>
                  </a:lnTo>
                  <a:lnTo>
                    <a:pt x="39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5" name="Google Shape;1205;p27"/>
            <p:cNvSpPr/>
            <p:nvPr/>
          </p:nvSpPr>
          <p:spPr>
            <a:xfrm>
              <a:off x="-4649055" y="3608094"/>
              <a:ext cx="355980" cy="15833"/>
            </a:xfrm>
            <a:custGeom>
              <a:avLst/>
              <a:gdLst/>
              <a:ahLst/>
              <a:cxnLst/>
              <a:rect l="l" t="t" r="r" b="b"/>
              <a:pathLst>
                <a:path w="8836" h="393" extrusionOk="0">
                  <a:moveTo>
                    <a:pt x="1" y="1"/>
                  </a:moveTo>
                  <a:lnTo>
                    <a:pt x="1" y="392"/>
                  </a:lnTo>
                  <a:lnTo>
                    <a:pt x="8835" y="392"/>
                  </a:lnTo>
                  <a:lnTo>
                    <a:pt x="883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 name="Google Shape;1206;p27"/>
            <p:cNvSpPr/>
            <p:nvPr/>
          </p:nvSpPr>
          <p:spPr>
            <a:xfrm>
              <a:off x="-3681229" y="3064576"/>
              <a:ext cx="222709" cy="240234"/>
            </a:xfrm>
            <a:custGeom>
              <a:avLst/>
              <a:gdLst/>
              <a:ahLst/>
              <a:cxnLst/>
              <a:rect l="l" t="t" r="r" b="b"/>
              <a:pathLst>
                <a:path w="5528" h="5963" extrusionOk="0">
                  <a:moveTo>
                    <a:pt x="1" y="1"/>
                  </a:moveTo>
                  <a:lnTo>
                    <a:pt x="1" y="5963"/>
                  </a:lnTo>
                  <a:lnTo>
                    <a:pt x="5528" y="5963"/>
                  </a:lnTo>
                  <a:lnTo>
                    <a:pt x="552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7" name="Google Shape;1207;p27"/>
            <p:cNvSpPr/>
            <p:nvPr/>
          </p:nvSpPr>
          <p:spPr>
            <a:xfrm>
              <a:off x="-4636768" y="4090255"/>
              <a:ext cx="107004" cy="412061"/>
            </a:xfrm>
            <a:custGeom>
              <a:avLst/>
              <a:gdLst/>
              <a:ahLst/>
              <a:cxnLst/>
              <a:rect l="l" t="t" r="r" b="b"/>
              <a:pathLst>
                <a:path w="2656" h="10228" extrusionOk="0">
                  <a:moveTo>
                    <a:pt x="0" y="1"/>
                  </a:moveTo>
                  <a:lnTo>
                    <a:pt x="0" y="10228"/>
                  </a:lnTo>
                  <a:lnTo>
                    <a:pt x="2655" y="10228"/>
                  </a:lnTo>
                  <a:lnTo>
                    <a:pt x="265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8" name="Google Shape;1208;p27"/>
            <p:cNvSpPr/>
            <p:nvPr/>
          </p:nvSpPr>
          <p:spPr>
            <a:xfrm>
              <a:off x="-4624480" y="4104275"/>
              <a:ext cx="84161" cy="387525"/>
            </a:xfrm>
            <a:custGeom>
              <a:avLst/>
              <a:gdLst/>
              <a:ahLst/>
              <a:cxnLst/>
              <a:rect l="l" t="t" r="r" b="b"/>
              <a:pathLst>
                <a:path w="2089" h="9619" extrusionOk="0">
                  <a:moveTo>
                    <a:pt x="0" y="1"/>
                  </a:moveTo>
                  <a:lnTo>
                    <a:pt x="0" y="9618"/>
                  </a:lnTo>
                  <a:lnTo>
                    <a:pt x="2089" y="9618"/>
                  </a:lnTo>
                  <a:lnTo>
                    <a:pt x="208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9" name="Google Shape;1209;p27"/>
            <p:cNvSpPr/>
            <p:nvPr/>
          </p:nvSpPr>
          <p:spPr>
            <a:xfrm>
              <a:off x="-4624480" y="4104275"/>
              <a:ext cx="84161" cy="385753"/>
            </a:xfrm>
            <a:custGeom>
              <a:avLst/>
              <a:gdLst/>
              <a:ahLst/>
              <a:cxnLst/>
              <a:rect l="l" t="t" r="r" b="b"/>
              <a:pathLst>
                <a:path w="2089" h="9575" extrusionOk="0">
                  <a:moveTo>
                    <a:pt x="0" y="1"/>
                  </a:moveTo>
                  <a:lnTo>
                    <a:pt x="0" y="9575"/>
                  </a:lnTo>
                  <a:lnTo>
                    <a:pt x="348" y="9575"/>
                  </a:lnTo>
                  <a:lnTo>
                    <a:pt x="348" y="305"/>
                  </a:lnTo>
                  <a:lnTo>
                    <a:pt x="2089" y="305"/>
                  </a:lnTo>
                  <a:lnTo>
                    <a:pt x="2089"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0" name="Google Shape;1210;p27"/>
            <p:cNvSpPr/>
            <p:nvPr/>
          </p:nvSpPr>
          <p:spPr>
            <a:xfrm>
              <a:off x="-4251055" y="4090255"/>
              <a:ext cx="107004" cy="412061"/>
            </a:xfrm>
            <a:custGeom>
              <a:avLst/>
              <a:gdLst/>
              <a:ahLst/>
              <a:cxnLst/>
              <a:rect l="l" t="t" r="r" b="b"/>
              <a:pathLst>
                <a:path w="2656" h="10228" extrusionOk="0">
                  <a:moveTo>
                    <a:pt x="1" y="1"/>
                  </a:moveTo>
                  <a:lnTo>
                    <a:pt x="1" y="10228"/>
                  </a:lnTo>
                  <a:lnTo>
                    <a:pt x="2655" y="10228"/>
                  </a:lnTo>
                  <a:lnTo>
                    <a:pt x="265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 name="Google Shape;1211;p27"/>
            <p:cNvSpPr/>
            <p:nvPr/>
          </p:nvSpPr>
          <p:spPr>
            <a:xfrm>
              <a:off x="-4238768" y="4104275"/>
              <a:ext cx="84201" cy="387525"/>
            </a:xfrm>
            <a:custGeom>
              <a:avLst/>
              <a:gdLst/>
              <a:ahLst/>
              <a:cxnLst/>
              <a:rect l="l" t="t" r="r" b="b"/>
              <a:pathLst>
                <a:path w="2090" h="9619" extrusionOk="0">
                  <a:moveTo>
                    <a:pt x="0" y="1"/>
                  </a:moveTo>
                  <a:lnTo>
                    <a:pt x="0" y="9618"/>
                  </a:lnTo>
                  <a:lnTo>
                    <a:pt x="2089" y="9618"/>
                  </a:lnTo>
                  <a:lnTo>
                    <a:pt x="208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2" name="Google Shape;1212;p27"/>
            <p:cNvSpPr/>
            <p:nvPr/>
          </p:nvSpPr>
          <p:spPr>
            <a:xfrm>
              <a:off x="-4238768" y="4104275"/>
              <a:ext cx="84201" cy="385753"/>
            </a:xfrm>
            <a:custGeom>
              <a:avLst/>
              <a:gdLst/>
              <a:ahLst/>
              <a:cxnLst/>
              <a:rect l="l" t="t" r="r" b="b"/>
              <a:pathLst>
                <a:path w="2090" h="9575" extrusionOk="0">
                  <a:moveTo>
                    <a:pt x="0" y="1"/>
                  </a:moveTo>
                  <a:lnTo>
                    <a:pt x="0" y="9575"/>
                  </a:lnTo>
                  <a:lnTo>
                    <a:pt x="349" y="9575"/>
                  </a:lnTo>
                  <a:lnTo>
                    <a:pt x="349" y="305"/>
                  </a:lnTo>
                  <a:lnTo>
                    <a:pt x="2089" y="305"/>
                  </a:lnTo>
                  <a:lnTo>
                    <a:pt x="2089"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3" name="Google Shape;1213;p27"/>
            <p:cNvSpPr/>
            <p:nvPr/>
          </p:nvSpPr>
          <p:spPr>
            <a:xfrm>
              <a:off x="-3502393" y="3518696"/>
              <a:ext cx="362990" cy="355940"/>
            </a:xfrm>
            <a:custGeom>
              <a:avLst/>
              <a:gdLst/>
              <a:ahLst/>
              <a:cxnLst/>
              <a:rect l="l" t="t" r="r" b="b"/>
              <a:pathLst>
                <a:path w="9010" h="8835" extrusionOk="0">
                  <a:moveTo>
                    <a:pt x="1" y="0"/>
                  </a:moveTo>
                  <a:lnTo>
                    <a:pt x="1" y="8835"/>
                  </a:lnTo>
                  <a:lnTo>
                    <a:pt x="9009" y="8835"/>
                  </a:lnTo>
                  <a:lnTo>
                    <a:pt x="900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4" name="Google Shape;1214;p27"/>
            <p:cNvSpPr/>
            <p:nvPr/>
          </p:nvSpPr>
          <p:spPr>
            <a:xfrm>
              <a:off x="-3977543" y="4081473"/>
              <a:ext cx="361218" cy="357713"/>
            </a:xfrm>
            <a:custGeom>
              <a:avLst/>
              <a:gdLst/>
              <a:ahLst/>
              <a:cxnLst/>
              <a:rect l="l" t="t" r="r" b="b"/>
              <a:pathLst>
                <a:path w="8966" h="8879" extrusionOk="0">
                  <a:moveTo>
                    <a:pt x="1" y="1"/>
                  </a:moveTo>
                  <a:lnTo>
                    <a:pt x="1" y="8879"/>
                  </a:lnTo>
                  <a:lnTo>
                    <a:pt x="8966" y="8879"/>
                  </a:lnTo>
                  <a:lnTo>
                    <a:pt x="896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5" name="Google Shape;1215;p27"/>
            <p:cNvSpPr/>
            <p:nvPr/>
          </p:nvSpPr>
          <p:spPr>
            <a:xfrm>
              <a:off x="-3502393" y="4081473"/>
              <a:ext cx="362990" cy="357713"/>
            </a:xfrm>
            <a:custGeom>
              <a:avLst/>
              <a:gdLst/>
              <a:ahLst/>
              <a:cxnLst/>
              <a:rect l="l" t="t" r="r" b="b"/>
              <a:pathLst>
                <a:path w="9010" h="8879" extrusionOk="0">
                  <a:moveTo>
                    <a:pt x="1" y="1"/>
                  </a:moveTo>
                  <a:lnTo>
                    <a:pt x="1" y="8879"/>
                  </a:lnTo>
                  <a:lnTo>
                    <a:pt x="9009" y="8879"/>
                  </a:lnTo>
                  <a:lnTo>
                    <a:pt x="900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6" name="Google Shape;1216;p27"/>
            <p:cNvSpPr/>
            <p:nvPr/>
          </p:nvSpPr>
          <p:spPr>
            <a:xfrm>
              <a:off x="-4810367" y="3406456"/>
              <a:ext cx="708375" cy="24616"/>
            </a:xfrm>
            <a:custGeom>
              <a:avLst/>
              <a:gdLst/>
              <a:ahLst/>
              <a:cxnLst/>
              <a:rect l="l" t="t" r="r" b="b"/>
              <a:pathLst>
                <a:path w="17583" h="611" extrusionOk="0">
                  <a:moveTo>
                    <a:pt x="1" y="1"/>
                  </a:moveTo>
                  <a:lnTo>
                    <a:pt x="1" y="610"/>
                  </a:lnTo>
                  <a:lnTo>
                    <a:pt x="17583" y="610"/>
                  </a:lnTo>
                  <a:lnTo>
                    <a:pt x="1758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 name="Google Shape;1217;p27"/>
            <p:cNvSpPr/>
            <p:nvPr/>
          </p:nvSpPr>
          <p:spPr>
            <a:xfrm>
              <a:off x="-4887477" y="3879874"/>
              <a:ext cx="785485" cy="140281"/>
            </a:xfrm>
            <a:custGeom>
              <a:avLst/>
              <a:gdLst/>
              <a:ahLst/>
              <a:cxnLst/>
              <a:rect l="l" t="t" r="r" b="b"/>
              <a:pathLst>
                <a:path w="19497" h="3482" extrusionOk="0">
                  <a:moveTo>
                    <a:pt x="3264" y="0"/>
                  </a:moveTo>
                  <a:lnTo>
                    <a:pt x="0" y="3482"/>
                  </a:lnTo>
                  <a:lnTo>
                    <a:pt x="19497" y="3482"/>
                  </a:lnTo>
                  <a:lnTo>
                    <a:pt x="1949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8" name="Google Shape;1218;p27"/>
            <p:cNvSpPr/>
            <p:nvPr/>
          </p:nvSpPr>
          <p:spPr>
            <a:xfrm>
              <a:off x="-4889250" y="4020115"/>
              <a:ext cx="787258" cy="19338"/>
            </a:xfrm>
            <a:custGeom>
              <a:avLst/>
              <a:gdLst/>
              <a:ahLst/>
              <a:cxnLst/>
              <a:rect l="l" t="t" r="r" b="b"/>
              <a:pathLst>
                <a:path w="19541" h="480" extrusionOk="0">
                  <a:moveTo>
                    <a:pt x="1" y="1"/>
                  </a:moveTo>
                  <a:lnTo>
                    <a:pt x="1" y="479"/>
                  </a:lnTo>
                  <a:lnTo>
                    <a:pt x="19541" y="479"/>
                  </a:lnTo>
                  <a:lnTo>
                    <a:pt x="1954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9" name="Google Shape;1219;p27"/>
            <p:cNvSpPr/>
            <p:nvPr/>
          </p:nvSpPr>
          <p:spPr>
            <a:xfrm>
              <a:off x="-4736721" y="4039412"/>
              <a:ext cx="634730" cy="19338"/>
            </a:xfrm>
            <a:custGeom>
              <a:avLst/>
              <a:gdLst/>
              <a:ahLst/>
              <a:cxnLst/>
              <a:rect l="l" t="t" r="r" b="b"/>
              <a:pathLst>
                <a:path w="15755" h="480" extrusionOk="0">
                  <a:moveTo>
                    <a:pt x="1" y="0"/>
                  </a:moveTo>
                  <a:lnTo>
                    <a:pt x="1" y="479"/>
                  </a:lnTo>
                  <a:lnTo>
                    <a:pt x="15755" y="479"/>
                  </a:lnTo>
                  <a:lnTo>
                    <a:pt x="15755" y="0"/>
                  </a:lnTo>
                  <a:close/>
                </a:path>
              </a:pathLst>
            </a:custGeom>
            <a:solidFill>
              <a:srgbClr val="D1D1D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1220;p27"/>
            <p:cNvSpPr/>
            <p:nvPr/>
          </p:nvSpPr>
          <p:spPr>
            <a:xfrm>
              <a:off x="-4736721" y="3431031"/>
              <a:ext cx="634730" cy="19298"/>
            </a:xfrm>
            <a:custGeom>
              <a:avLst/>
              <a:gdLst/>
              <a:ahLst/>
              <a:cxnLst/>
              <a:rect l="l" t="t" r="r" b="b"/>
              <a:pathLst>
                <a:path w="15755" h="479" extrusionOk="0">
                  <a:moveTo>
                    <a:pt x="1" y="0"/>
                  </a:moveTo>
                  <a:lnTo>
                    <a:pt x="1" y="479"/>
                  </a:lnTo>
                  <a:lnTo>
                    <a:pt x="15755" y="479"/>
                  </a:lnTo>
                  <a:lnTo>
                    <a:pt x="1575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1221;p27"/>
            <p:cNvSpPr/>
            <p:nvPr/>
          </p:nvSpPr>
          <p:spPr>
            <a:xfrm>
              <a:off x="-4496527" y="4090255"/>
              <a:ext cx="199947" cy="413833"/>
            </a:xfrm>
            <a:custGeom>
              <a:avLst/>
              <a:gdLst/>
              <a:ahLst/>
              <a:cxnLst/>
              <a:rect l="l" t="t" r="r" b="b"/>
              <a:pathLst>
                <a:path w="4963" h="10272" extrusionOk="0">
                  <a:moveTo>
                    <a:pt x="1" y="1"/>
                  </a:moveTo>
                  <a:lnTo>
                    <a:pt x="1" y="10271"/>
                  </a:lnTo>
                  <a:lnTo>
                    <a:pt x="4962" y="10271"/>
                  </a:lnTo>
                  <a:lnTo>
                    <a:pt x="496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 name="Google Shape;1222;p27"/>
            <p:cNvSpPr/>
            <p:nvPr/>
          </p:nvSpPr>
          <p:spPr>
            <a:xfrm>
              <a:off x="-4485972" y="4099038"/>
              <a:ext cx="52615" cy="80696"/>
            </a:xfrm>
            <a:custGeom>
              <a:avLst/>
              <a:gdLst/>
              <a:ahLst/>
              <a:cxnLst/>
              <a:rect l="l" t="t" r="r" b="b"/>
              <a:pathLst>
                <a:path w="1306" h="2003" extrusionOk="0">
                  <a:moveTo>
                    <a:pt x="0" y="0"/>
                  </a:moveTo>
                  <a:lnTo>
                    <a:pt x="0" y="2002"/>
                  </a:lnTo>
                  <a:lnTo>
                    <a:pt x="1306" y="2002"/>
                  </a:lnTo>
                  <a:lnTo>
                    <a:pt x="130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3" name="Google Shape;1223;p27"/>
            <p:cNvSpPr/>
            <p:nvPr/>
          </p:nvSpPr>
          <p:spPr>
            <a:xfrm>
              <a:off x="-4422881" y="4099038"/>
              <a:ext cx="52656" cy="80696"/>
            </a:xfrm>
            <a:custGeom>
              <a:avLst/>
              <a:gdLst/>
              <a:ahLst/>
              <a:cxnLst/>
              <a:rect l="l" t="t" r="r" b="b"/>
              <a:pathLst>
                <a:path w="1307" h="2003" extrusionOk="0">
                  <a:moveTo>
                    <a:pt x="1" y="0"/>
                  </a:moveTo>
                  <a:lnTo>
                    <a:pt x="1" y="2002"/>
                  </a:lnTo>
                  <a:lnTo>
                    <a:pt x="1306" y="2002"/>
                  </a:lnTo>
                  <a:lnTo>
                    <a:pt x="130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4" name="Google Shape;1224;p27"/>
            <p:cNvSpPr/>
            <p:nvPr/>
          </p:nvSpPr>
          <p:spPr>
            <a:xfrm>
              <a:off x="-4357978" y="4099038"/>
              <a:ext cx="52615" cy="80696"/>
            </a:xfrm>
            <a:custGeom>
              <a:avLst/>
              <a:gdLst/>
              <a:ahLst/>
              <a:cxnLst/>
              <a:rect l="l" t="t" r="r" b="b"/>
              <a:pathLst>
                <a:path w="1306" h="2003" extrusionOk="0">
                  <a:moveTo>
                    <a:pt x="0" y="0"/>
                  </a:moveTo>
                  <a:lnTo>
                    <a:pt x="0" y="2002"/>
                  </a:lnTo>
                  <a:lnTo>
                    <a:pt x="1306" y="2002"/>
                  </a:lnTo>
                  <a:lnTo>
                    <a:pt x="130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27"/>
            <p:cNvSpPr/>
            <p:nvPr/>
          </p:nvSpPr>
          <p:spPr>
            <a:xfrm>
              <a:off x="-4485972" y="4188436"/>
              <a:ext cx="52615" cy="45646"/>
            </a:xfrm>
            <a:custGeom>
              <a:avLst/>
              <a:gdLst/>
              <a:ahLst/>
              <a:cxnLst/>
              <a:rect l="l" t="t" r="r" b="b"/>
              <a:pathLst>
                <a:path w="1306" h="1133" extrusionOk="0">
                  <a:moveTo>
                    <a:pt x="0" y="1"/>
                  </a:moveTo>
                  <a:lnTo>
                    <a:pt x="0" y="1132"/>
                  </a:lnTo>
                  <a:lnTo>
                    <a:pt x="1306" y="1132"/>
                  </a:lnTo>
                  <a:lnTo>
                    <a:pt x="130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226;p27"/>
            <p:cNvSpPr/>
            <p:nvPr/>
          </p:nvSpPr>
          <p:spPr>
            <a:xfrm>
              <a:off x="-4422881" y="4188436"/>
              <a:ext cx="52656" cy="45646"/>
            </a:xfrm>
            <a:custGeom>
              <a:avLst/>
              <a:gdLst/>
              <a:ahLst/>
              <a:cxnLst/>
              <a:rect l="l" t="t" r="r" b="b"/>
              <a:pathLst>
                <a:path w="1307" h="1133" extrusionOk="0">
                  <a:moveTo>
                    <a:pt x="1" y="1"/>
                  </a:moveTo>
                  <a:lnTo>
                    <a:pt x="1" y="1132"/>
                  </a:lnTo>
                  <a:lnTo>
                    <a:pt x="1306" y="1132"/>
                  </a:lnTo>
                  <a:lnTo>
                    <a:pt x="130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1227;p27"/>
            <p:cNvSpPr/>
            <p:nvPr/>
          </p:nvSpPr>
          <p:spPr>
            <a:xfrm>
              <a:off x="-4357978" y="4188436"/>
              <a:ext cx="52615" cy="45646"/>
            </a:xfrm>
            <a:custGeom>
              <a:avLst/>
              <a:gdLst/>
              <a:ahLst/>
              <a:cxnLst/>
              <a:rect l="l" t="t" r="r" b="b"/>
              <a:pathLst>
                <a:path w="1306" h="1133" extrusionOk="0">
                  <a:moveTo>
                    <a:pt x="0" y="1"/>
                  </a:moveTo>
                  <a:lnTo>
                    <a:pt x="0" y="1132"/>
                  </a:lnTo>
                  <a:lnTo>
                    <a:pt x="1306" y="1132"/>
                  </a:lnTo>
                  <a:lnTo>
                    <a:pt x="130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1228;p27"/>
            <p:cNvSpPr/>
            <p:nvPr/>
          </p:nvSpPr>
          <p:spPr>
            <a:xfrm>
              <a:off x="-4485972" y="4099038"/>
              <a:ext cx="50883" cy="80696"/>
            </a:xfrm>
            <a:custGeom>
              <a:avLst/>
              <a:gdLst/>
              <a:ahLst/>
              <a:cxnLst/>
              <a:rect l="l" t="t" r="r" b="b"/>
              <a:pathLst>
                <a:path w="1263" h="2003" extrusionOk="0">
                  <a:moveTo>
                    <a:pt x="0" y="0"/>
                  </a:moveTo>
                  <a:lnTo>
                    <a:pt x="0" y="2002"/>
                  </a:lnTo>
                  <a:lnTo>
                    <a:pt x="174" y="2002"/>
                  </a:lnTo>
                  <a:lnTo>
                    <a:pt x="174" y="348"/>
                  </a:lnTo>
                  <a:lnTo>
                    <a:pt x="1262" y="348"/>
                  </a:lnTo>
                  <a:lnTo>
                    <a:pt x="126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9" name="Google Shape;1229;p27"/>
            <p:cNvSpPr/>
            <p:nvPr/>
          </p:nvSpPr>
          <p:spPr>
            <a:xfrm>
              <a:off x="-4422881" y="4099038"/>
              <a:ext cx="52656" cy="80696"/>
            </a:xfrm>
            <a:custGeom>
              <a:avLst/>
              <a:gdLst/>
              <a:ahLst/>
              <a:cxnLst/>
              <a:rect l="l" t="t" r="r" b="b"/>
              <a:pathLst>
                <a:path w="1307" h="2003" extrusionOk="0">
                  <a:moveTo>
                    <a:pt x="1" y="0"/>
                  </a:moveTo>
                  <a:lnTo>
                    <a:pt x="1" y="2002"/>
                  </a:lnTo>
                  <a:lnTo>
                    <a:pt x="175" y="2002"/>
                  </a:lnTo>
                  <a:lnTo>
                    <a:pt x="175" y="348"/>
                  </a:lnTo>
                  <a:lnTo>
                    <a:pt x="1306" y="348"/>
                  </a:lnTo>
                  <a:lnTo>
                    <a:pt x="1306"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0" name="Google Shape;1230;p27"/>
            <p:cNvSpPr/>
            <p:nvPr/>
          </p:nvSpPr>
          <p:spPr>
            <a:xfrm>
              <a:off x="-4357978" y="4099038"/>
              <a:ext cx="54388" cy="80696"/>
            </a:xfrm>
            <a:custGeom>
              <a:avLst/>
              <a:gdLst/>
              <a:ahLst/>
              <a:cxnLst/>
              <a:rect l="l" t="t" r="r" b="b"/>
              <a:pathLst>
                <a:path w="1350" h="2003" extrusionOk="0">
                  <a:moveTo>
                    <a:pt x="0" y="0"/>
                  </a:moveTo>
                  <a:lnTo>
                    <a:pt x="0" y="2002"/>
                  </a:lnTo>
                  <a:lnTo>
                    <a:pt x="218" y="2002"/>
                  </a:lnTo>
                  <a:lnTo>
                    <a:pt x="218" y="348"/>
                  </a:lnTo>
                  <a:lnTo>
                    <a:pt x="1349" y="348"/>
                  </a:lnTo>
                  <a:lnTo>
                    <a:pt x="134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1" name="Google Shape;1231;p27"/>
            <p:cNvSpPr/>
            <p:nvPr/>
          </p:nvSpPr>
          <p:spPr>
            <a:xfrm>
              <a:off x="-4485972" y="4188436"/>
              <a:ext cx="50883" cy="49151"/>
            </a:xfrm>
            <a:custGeom>
              <a:avLst/>
              <a:gdLst/>
              <a:ahLst/>
              <a:cxnLst/>
              <a:rect l="l" t="t" r="r" b="b"/>
              <a:pathLst>
                <a:path w="1263" h="1220" extrusionOk="0">
                  <a:moveTo>
                    <a:pt x="0" y="1"/>
                  </a:moveTo>
                  <a:lnTo>
                    <a:pt x="0" y="1219"/>
                  </a:lnTo>
                  <a:lnTo>
                    <a:pt x="174" y="1219"/>
                  </a:lnTo>
                  <a:lnTo>
                    <a:pt x="174" y="349"/>
                  </a:lnTo>
                  <a:lnTo>
                    <a:pt x="1262" y="349"/>
                  </a:lnTo>
                  <a:lnTo>
                    <a:pt x="126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2" name="Google Shape;1232;p27"/>
            <p:cNvSpPr/>
            <p:nvPr/>
          </p:nvSpPr>
          <p:spPr>
            <a:xfrm>
              <a:off x="-4422881" y="4188436"/>
              <a:ext cx="52656" cy="49151"/>
            </a:xfrm>
            <a:custGeom>
              <a:avLst/>
              <a:gdLst/>
              <a:ahLst/>
              <a:cxnLst/>
              <a:rect l="l" t="t" r="r" b="b"/>
              <a:pathLst>
                <a:path w="1307" h="1220" extrusionOk="0">
                  <a:moveTo>
                    <a:pt x="1" y="1"/>
                  </a:moveTo>
                  <a:lnTo>
                    <a:pt x="1" y="1219"/>
                  </a:lnTo>
                  <a:lnTo>
                    <a:pt x="175" y="1219"/>
                  </a:lnTo>
                  <a:lnTo>
                    <a:pt x="175" y="349"/>
                  </a:lnTo>
                  <a:lnTo>
                    <a:pt x="1306" y="349"/>
                  </a:lnTo>
                  <a:lnTo>
                    <a:pt x="130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3" name="Google Shape;1233;p27"/>
            <p:cNvSpPr/>
            <p:nvPr/>
          </p:nvSpPr>
          <p:spPr>
            <a:xfrm>
              <a:off x="-4357978" y="4188436"/>
              <a:ext cx="54388" cy="49151"/>
            </a:xfrm>
            <a:custGeom>
              <a:avLst/>
              <a:gdLst/>
              <a:ahLst/>
              <a:cxnLst/>
              <a:rect l="l" t="t" r="r" b="b"/>
              <a:pathLst>
                <a:path w="1350" h="1220" extrusionOk="0">
                  <a:moveTo>
                    <a:pt x="0" y="1"/>
                  </a:moveTo>
                  <a:lnTo>
                    <a:pt x="0" y="1219"/>
                  </a:lnTo>
                  <a:lnTo>
                    <a:pt x="218" y="1219"/>
                  </a:lnTo>
                  <a:lnTo>
                    <a:pt x="218" y="349"/>
                  </a:lnTo>
                  <a:lnTo>
                    <a:pt x="1349" y="349"/>
                  </a:lnTo>
                  <a:lnTo>
                    <a:pt x="1349"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4" name="Google Shape;1234;p27"/>
            <p:cNvSpPr/>
            <p:nvPr/>
          </p:nvSpPr>
          <p:spPr>
            <a:xfrm>
              <a:off x="-4485972" y="4246289"/>
              <a:ext cx="52615" cy="45646"/>
            </a:xfrm>
            <a:custGeom>
              <a:avLst/>
              <a:gdLst/>
              <a:ahLst/>
              <a:cxnLst/>
              <a:rect l="l" t="t" r="r" b="b"/>
              <a:pathLst>
                <a:path w="1306" h="1133" extrusionOk="0">
                  <a:moveTo>
                    <a:pt x="0" y="1"/>
                  </a:moveTo>
                  <a:lnTo>
                    <a:pt x="0" y="1132"/>
                  </a:lnTo>
                  <a:lnTo>
                    <a:pt x="1306" y="1132"/>
                  </a:lnTo>
                  <a:lnTo>
                    <a:pt x="130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5" name="Google Shape;1235;p27"/>
            <p:cNvSpPr/>
            <p:nvPr/>
          </p:nvSpPr>
          <p:spPr>
            <a:xfrm>
              <a:off x="-4422881" y="4246289"/>
              <a:ext cx="52656" cy="45646"/>
            </a:xfrm>
            <a:custGeom>
              <a:avLst/>
              <a:gdLst/>
              <a:ahLst/>
              <a:cxnLst/>
              <a:rect l="l" t="t" r="r" b="b"/>
              <a:pathLst>
                <a:path w="1307" h="1133" extrusionOk="0">
                  <a:moveTo>
                    <a:pt x="1" y="1"/>
                  </a:moveTo>
                  <a:lnTo>
                    <a:pt x="1" y="1132"/>
                  </a:lnTo>
                  <a:lnTo>
                    <a:pt x="1306" y="1132"/>
                  </a:lnTo>
                  <a:lnTo>
                    <a:pt x="130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6" name="Google Shape;1236;p27"/>
            <p:cNvSpPr/>
            <p:nvPr/>
          </p:nvSpPr>
          <p:spPr>
            <a:xfrm>
              <a:off x="-4357978" y="4246289"/>
              <a:ext cx="52615" cy="45646"/>
            </a:xfrm>
            <a:custGeom>
              <a:avLst/>
              <a:gdLst/>
              <a:ahLst/>
              <a:cxnLst/>
              <a:rect l="l" t="t" r="r" b="b"/>
              <a:pathLst>
                <a:path w="1306" h="1133" extrusionOk="0">
                  <a:moveTo>
                    <a:pt x="0" y="1"/>
                  </a:moveTo>
                  <a:lnTo>
                    <a:pt x="0" y="1132"/>
                  </a:lnTo>
                  <a:lnTo>
                    <a:pt x="1306" y="1132"/>
                  </a:lnTo>
                  <a:lnTo>
                    <a:pt x="130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 name="Google Shape;1237;p27"/>
            <p:cNvSpPr/>
            <p:nvPr/>
          </p:nvSpPr>
          <p:spPr>
            <a:xfrm>
              <a:off x="-4485972" y="4246289"/>
              <a:ext cx="50883" cy="47378"/>
            </a:xfrm>
            <a:custGeom>
              <a:avLst/>
              <a:gdLst/>
              <a:ahLst/>
              <a:cxnLst/>
              <a:rect l="l" t="t" r="r" b="b"/>
              <a:pathLst>
                <a:path w="1263" h="1176" extrusionOk="0">
                  <a:moveTo>
                    <a:pt x="0" y="1"/>
                  </a:moveTo>
                  <a:lnTo>
                    <a:pt x="0" y="1176"/>
                  </a:lnTo>
                  <a:lnTo>
                    <a:pt x="174" y="1176"/>
                  </a:lnTo>
                  <a:lnTo>
                    <a:pt x="174" y="305"/>
                  </a:lnTo>
                  <a:lnTo>
                    <a:pt x="1262" y="305"/>
                  </a:lnTo>
                  <a:lnTo>
                    <a:pt x="126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8" name="Google Shape;1238;p27"/>
            <p:cNvSpPr/>
            <p:nvPr/>
          </p:nvSpPr>
          <p:spPr>
            <a:xfrm>
              <a:off x="-4422881" y="4246289"/>
              <a:ext cx="52656" cy="47378"/>
            </a:xfrm>
            <a:custGeom>
              <a:avLst/>
              <a:gdLst/>
              <a:ahLst/>
              <a:cxnLst/>
              <a:rect l="l" t="t" r="r" b="b"/>
              <a:pathLst>
                <a:path w="1307" h="1176" extrusionOk="0">
                  <a:moveTo>
                    <a:pt x="1" y="1"/>
                  </a:moveTo>
                  <a:lnTo>
                    <a:pt x="1" y="1176"/>
                  </a:lnTo>
                  <a:lnTo>
                    <a:pt x="175" y="1176"/>
                  </a:lnTo>
                  <a:lnTo>
                    <a:pt x="175" y="305"/>
                  </a:lnTo>
                  <a:lnTo>
                    <a:pt x="1306" y="305"/>
                  </a:lnTo>
                  <a:lnTo>
                    <a:pt x="130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9" name="Google Shape;1239;p27"/>
            <p:cNvSpPr/>
            <p:nvPr/>
          </p:nvSpPr>
          <p:spPr>
            <a:xfrm>
              <a:off x="-4357978" y="4246289"/>
              <a:ext cx="54388" cy="47378"/>
            </a:xfrm>
            <a:custGeom>
              <a:avLst/>
              <a:gdLst/>
              <a:ahLst/>
              <a:cxnLst/>
              <a:rect l="l" t="t" r="r" b="b"/>
              <a:pathLst>
                <a:path w="1350" h="1176" extrusionOk="0">
                  <a:moveTo>
                    <a:pt x="0" y="1"/>
                  </a:moveTo>
                  <a:lnTo>
                    <a:pt x="0" y="1176"/>
                  </a:lnTo>
                  <a:lnTo>
                    <a:pt x="218" y="1176"/>
                  </a:lnTo>
                  <a:lnTo>
                    <a:pt x="218" y="305"/>
                  </a:lnTo>
                  <a:lnTo>
                    <a:pt x="1349" y="305"/>
                  </a:lnTo>
                  <a:lnTo>
                    <a:pt x="1349"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 name="Google Shape;1240;p27"/>
            <p:cNvSpPr/>
            <p:nvPr/>
          </p:nvSpPr>
          <p:spPr>
            <a:xfrm>
              <a:off x="-4485972" y="4305914"/>
              <a:ext cx="52615" cy="45605"/>
            </a:xfrm>
            <a:custGeom>
              <a:avLst/>
              <a:gdLst/>
              <a:ahLst/>
              <a:cxnLst/>
              <a:rect l="l" t="t" r="r" b="b"/>
              <a:pathLst>
                <a:path w="1306" h="1132" extrusionOk="0">
                  <a:moveTo>
                    <a:pt x="0" y="0"/>
                  </a:moveTo>
                  <a:lnTo>
                    <a:pt x="0" y="1132"/>
                  </a:lnTo>
                  <a:lnTo>
                    <a:pt x="1306" y="1132"/>
                  </a:lnTo>
                  <a:lnTo>
                    <a:pt x="130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1241;p27"/>
            <p:cNvSpPr/>
            <p:nvPr/>
          </p:nvSpPr>
          <p:spPr>
            <a:xfrm>
              <a:off x="-4422881" y="4305914"/>
              <a:ext cx="52656" cy="45605"/>
            </a:xfrm>
            <a:custGeom>
              <a:avLst/>
              <a:gdLst/>
              <a:ahLst/>
              <a:cxnLst/>
              <a:rect l="l" t="t" r="r" b="b"/>
              <a:pathLst>
                <a:path w="1307" h="1132" extrusionOk="0">
                  <a:moveTo>
                    <a:pt x="1" y="0"/>
                  </a:moveTo>
                  <a:lnTo>
                    <a:pt x="1" y="1132"/>
                  </a:lnTo>
                  <a:lnTo>
                    <a:pt x="1306" y="1132"/>
                  </a:lnTo>
                  <a:lnTo>
                    <a:pt x="130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1242;p27"/>
            <p:cNvSpPr/>
            <p:nvPr/>
          </p:nvSpPr>
          <p:spPr>
            <a:xfrm>
              <a:off x="-4357978" y="4305914"/>
              <a:ext cx="52615" cy="45605"/>
            </a:xfrm>
            <a:custGeom>
              <a:avLst/>
              <a:gdLst/>
              <a:ahLst/>
              <a:cxnLst/>
              <a:rect l="l" t="t" r="r" b="b"/>
              <a:pathLst>
                <a:path w="1306" h="1132" extrusionOk="0">
                  <a:moveTo>
                    <a:pt x="0" y="0"/>
                  </a:moveTo>
                  <a:lnTo>
                    <a:pt x="0" y="1132"/>
                  </a:lnTo>
                  <a:lnTo>
                    <a:pt x="1306" y="1132"/>
                  </a:lnTo>
                  <a:lnTo>
                    <a:pt x="130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 name="Google Shape;1243;p27"/>
            <p:cNvSpPr/>
            <p:nvPr/>
          </p:nvSpPr>
          <p:spPr>
            <a:xfrm>
              <a:off x="-4485972" y="4305914"/>
              <a:ext cx="50883" cy="45605"/>
            </a:xfrm>
            <a:custGeom>
              <a:avLst/>
              <a:gdLst/>
              <a:ahLst/>
              <a:cxnLst/>
              <a:rect l="l" t="t" r="r" b="b"/>
              <a:pathLst>
                <a:path w="1263" h="1132" extrusionOk="0">
                  <a:moveTo>
                    <a:pt x="0" y="0"/>
                  </a:moveTo>
                  <a:lnTo>
                    <a:pt x="0" y="1132"/>
                  </a:lnTo>
                  <a:lnTo>
                    <a:pt x="174" y="1132"/>
                  </a:lnTo>
                  <a:lnTo>
                    <a:pt x="174" y="262"/>
                  </a:lnTo>
                  <a:lnTo>
                    <a:pt x="1262" y="262"/>
                  </a:lnTo>
                  <a:lnTo>
                    <a:pt x="126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 name="Google Shape;1244;p27"/>
            <p:cNvSpPr/>
            <p:nvPr/>
          </p:nvSpPr>
          <p:spPr>
            <a:xfrm>
              <a:off x="-4422881" y="4305914"/>
              <a:ext cx="52656" cy="45605"/>
            </a:xfrm>
            <a:custGeom>
              <a:avLst/>
              <a:gdLst/>
              <a:ahLst/>
              <a:cxnLst/>
              <a:rect l="l" t="t" r="r" b="b"/>
              <a:pathLst>
                <a:path w="1307" h="1132" extrusionOk="0">
                  <a:moveTo>
                    <a:pt x="1" y="0"/>
                  </a:moveTo>
                  <a:lnTo>
                    <a:pt x="1" y="1132"/>
                  </a:lnTo>
                  <a:lnTo>
                    <a:pt x="175" y="1132"/>
                  </a:lnTo>
                  <a:lnTo>
                    <a:pt x="175" y="262"/>
                  </a:lnTo>
                  <a:lnTo>
                    <a:pt x="1306" y="262"/>
                  </a:lnTo>
                  <a:lnTo>
                    <a:pt x="1306"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 name="Google Shape;1245;p27"/>
            <p:cNvSpPr/>
            <p:nvPr/>
          </p:nvSpPr>
          <p:spPr>
            <a:xfrm>
              <a:off x="-4357978" y="4305914"/>
              <a:ext cx="54388" cy="45605"/>
            </a:xfrm>
            <a:custGeom>
              <a:avLst/>
              <a:gdLst/>
              <a:ahLst/>
              <a:cxnLst/>
              <a:rect l="l" t="t" r="r" b="b"/>
              <a:pathLst>
                <a:path w="1350" h="1132" extrusionOk="0">
                  <a:moveTo>
                    <a:pt x="0" y="0"/>
                  </a:moveTo>
                  <a:lnTo>
                    <a:pt x="0" y="1132"/>
                  </a:lnTo>
                  <a:lnTo>
                    <a:pt x="218" y="1132"/>
                  </a:lnTo>
                  <a:lnTo>
                    <a:pt x="218" y="262"/>
                  </a:lnTo>
                  <a:lnTo>
                    <a:pt x="1349" y="262"/>
                  </a:lnTo>
                  <a:lnTo>
                    <a:pt x="134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 name="Google Shape;1246;p27"/>
            <p:cNvSpPr/>
            <p:nvPr/>
          </p:nvSpPr>
          <p:spPr>
            <a:xfrm>
              <a:off x="-4485972" y="4362035"/>
              <a:ext cx="52615" cy="133271"/>
            </a:xfrm>
            <a:custGeom>
              <a:avLst/>
              <a:gdLst/>
              <a:ahLst/>
              <a:cxnLst/>
              <a:rect l="l" t="t" r="r" b="b"/>
              <a:pathLst>
                <a:path w="1306" h="3308" extrusionOk="0">
                  <a:moveTo>
                    <a:pt x="0" y="0"/>
                  </a:moveTo>
                  <a:lnTo>
                    <a:pt x="0" y="3308"/>
                  </a:lnTo>
                  <a:lnTo>
                    <a:pt x="1306" y="3308"/>
                  </a:lnTo>
                  <a:lnTo>
                    <a:pt x="130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1247;p27"/>
            <p:cNvSpPr/>
            <p:nvPr/>
          </p:nvSpPr>
          <p:spPr>
            <a:xfrm>
              <a:off x="-4422881" y="4362035"/>
              <a:ext cx="52656" cy="133271"/>
            </a:xfrm>
            <a:custGeom>
              <a:avLst/>
              <a:gdLst/>
              <a:ahLst/>
              <a:cxnLst/>
              <a:rect l="l" t="t" r="r" b="b"/>
              <a:pathLst>
                <a:path w="1307" h="3308" extrusionOk="0">
                  <a:moveTo>
                    <a:pt x="1" y="0"/>
                  </a:moveTo>
                  <a:lnTo>
                    <a:pt x="1" y="3308"/>
                  </a:lnTo>
                  <a:lnTo>
                    <a:pt x="1306" y="3308"/>
                  </a:lnTo>
                  <a:lnTo>
                    <a:pt x="130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1248;p27"/>
            <p:cNvSpPr/>
            <p:nvPr/>
          </p:nvSpPr>
          <p:spPr>
            <a:xfrm>
              <a:off x="-4357978" y="4362035"/>
              <a:ext cx="52615" cy="133271"/>
            </a:xfrm>
            <a:custGeom>
              <a:avLst/>
              <a:gdLst/>
              <a:ahLst/>
              <a:cxnLst/>
              <a:rect l="l" t="t" r="r" b="b"/>
              <a:pathLst>
                <a:path w="1306" h="3308" extrusionOk="0">
                  <a:moveTo>
                    <a:pt x="0" y="0"/>
                  </a:moveTo>
                  <a:lnTo>
                    <a:pt x="0" y="3308"/>
                  </a:lnTo>
                  <a:lnTo>
                    <a:pt x="1306" y="3308"/>
                  </a:lnTo>
                  <a:lnTo>
                    <a:pt x="130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9" name="Google Shape;1249;p27"/>
            <p:cNvSpPr/>
            <p:nvPr/>
          </p:nvSpPr>
          <p:spPr>
            <a:xfrm>
              <a:off x="-4485972" y="4362035"/>
              <a:ext cx="50883" cy="133271"/>
            </a:xfrm>
            <a:custGeom>
              <a:avLst/>
              <a:gdLst/>
              <a:ahLst/>
              <a:cxnLst/>
              <a:rect l="l" t="t" r="r" b="b"/>
              <a:pathLst>
                <a:path w="1263" h="3308" extrusionOk="0">
                  <a:moveTo>
                    <a:pt x="0" y="0"/>
                  </a:moveTo>
                  <a:lnTo>
                    <a:pt x="0" y="3308"/>
                  </a:lnTo>
                  <a:lnTo>
                    <a:pt x="174" y="3308"/>
                  </a:lnTo>
                  <a:lnTo>
                    <a:pt x="174" y="348"/>
                  </a:lnTo>
                  <a:lnTo>
                    <a:pt x="1262" y="348"/>
                  </a:lnTo>
                  <a:lnTo>
                    <a:pt x="126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 name="Google Shape;1250;p27"/>
            <p:cNvSpPr/>
            <p:nvPr/>
          </p:nvSpPr>
          <p:spPr>
            <a:xfrm>
              <a:off x="-4422881" y="4362035"/>
              <a:ext cx="52656" cy="133271"/>
            </a:xfrm>
            <a:custGeom>
              <a:avLst/>
              <a:gdLst/>
              <a:ahLst/>
              <a:cxnLst/>
              <a:rect l="l" t="t" r="r" b="b"/>
              <a:pathLst>
                <a:path w="1307" h="3308" extrusionOk="0">
                  <a:moveTo>
                    <a:pt x="1" y="0"/>
                  </a:moveTo>
                  <a:lnTo>
                    <a:pt x="1" y="3308"/>
                  </a:lnTo>
                  <a:lnTo>
                    <a:pt x="175" y="3308"/>
                  </a:lnTo>
                  <a:lnTo>
                    <a:pt x="175" y="348"/>
                  </a:lnTo>
                  <a:lnTo>
                    <a:pt x="1306" y="348"/>
                  </a:lnTo>
                  <a:lnTo>
                    <a:pt x="1306"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1251;p27"/>
            <p:cNvSpPr/>
            <p:nvPr/>
          </p:nvSpPr>
          <p:spPr>
            <a:xfrm>
              <a:off x="-4357978" y="4362035"/>
              <a:ext cx="54388" cy="133271"/>
            </a:xfrm>
            <a:custGeom>
              <a:avLst/>
              <a:gdLst/>
              <a:ahLst/>
              <a:cxnLst/>
              <a:rect l="l" t="t" r="r" b="b"/>
              <a:pathLst>
                <a:path w="1350" h="3308" extrusionOk="0">
                  <a:moveTo>
                    <a:pt x="0" y="0"/>
                  </a:moveTo>
                  <a:lnTo>
                    <a:pt x="0" y="3308"/>
                  </a:lnTo>
                  <a:lnTo>
                    <a:pt x="218" y="3308"/>
                  </a:lnTo>
                  <a:lnTo>
                    <a:pt x="218" y="348"/>
                  </a:lnTo>
                  <a:lnTo>
                    <a:pt x="1349" y="348"/>
                  </a:lnTo>
                  <a:lnTo>
                    <a:pt x="134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1252;p27"/>
            <p:cNvSpPr/>
            <p:nvPr/>
          </p:nvSpPr>
          <p:spPr>
            <a:xfrm>
              <a:off x="-4638540" y="4507553"/>
              <a:ext cx="534817" cy="35090"/>
            </a:xfrm>
            <a:custGeom>
              <a:avLst/>
              <a:gdLst/>
              <a:ahLst/>
              <a:cxnLst/>
              <a:rect l="l" t="t" r="r" b="b"/>
              <a:pathLst>
                <a:path w="13275" h="871" extrusionOk="0">
                  <a:moveTo>
                    <a:pt x="1" y="0"/>
                  </a:moveTo>
                  <a:lnTo>
                    <a:pt x="1" y="871"/>
                  </a:lnTo>
                  <a:lnTo>
                    <a:pt x="13274" y="871"/>
                  </a:lnTo>
                  <a:lnTo>
                    <a:pt x="13274"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 name="Google Shape;1253;p27"/>
            <p:cNvSpPr/>
            <p:nvPr/>
          </p:nvSpPr>
          <p:spPr>
            <a:xfrm>
              <a:off x="-4698126" y="4542603"/>
              <a:ext cx="594402" cy="35090"/>
            </a:xfrm>
            <a:custGeom>
              <a:avLst/>
              <a:gdLst/>
              <a:ahLst/>
              <a:cxnLst/>
              <a:rect l="l" t="t" r="r" b="b"/>
              <a:pathLst>
                <a:path w="14754" h="871" extrusionOk="0">
                  <a:moveTo>
                    <a:pt x="0" y="1"/>
                  </a:moveTo>
                  <a:lnTo>
                    <a:pt x="0" y="871"/>
                  </a:lnTo>
                  <a:lnTo>
                    <a:pt x="14753" y="871"/>
                  </a:lnTo>
                  <a:lnTo>
                    <a:pt x="1475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 name="Google Shape;1254;p27"/>
            <p:cNvSpPr/>
            <p:nvPr/>
          </p:nvSpPr>
          <p:spPr>
            <a:xfrm>
              <a:off x="-4752473" y="4575921"/>
              <a:ext cx="648750" cy="35090"/>
            </a:xfrm>
            <a:custGeom>
              <a:avLst/>
              <a:gdLst/>
              <a:ahLst/>
              <a:cxnLst/>
              <a:rect l="l" t="t" r="r" b="b"/>
              <a:pathLst>
                <a:path w="16103" h="871" extrusionOk="0">
                  <a:moveTo>
                    <a:pt x="0" y="0"/>
                  </a:moveTo>
                  <a:lnTo>
                    <a:pt x="0" y="871"/>
                  </a:lnTo>
                  <a:lnTo>
                    <a:pt x="16102" y="871"/>
                  </a:lnTo>
                  <a:lnTo>
                    <a:pt x="1610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1255;p27"/>
            <p:cNvSpPr/>
            <p:nvPr/>
          </p:nvSpPr>
          <p:spPr>
            <a:xfrm>
              <a:off x="-4673591" y="3118924"/>
              <a:ext cx="1078335" cy="233224"/>
            </a:xfrm>
            <a:custGeom>
              <a:avLst/>
              <a:gdLst/>
              <a:ahLst/>
              <a:cxnLst/>
              <a:rect l="l" t="t" r="r" b="b"/>
              <a:pathLst>
                <a:path w="26766" h="5789" extrusionOk="0">
                  <a:moveTo>
                    <a:pt x="8313" y="1"/>
                  </a:moveTo>
                  <a:cubicBezTo>
                    <a:pt x="7921" y="1"/>
                    <a:pt x="7529" y="131"/>
                    <a:pt x="7312" y="305"/>
                  </a:cubicBezTo>
                  <a:lnTo>
                    <a:pt x="131" y="5528"/>
                  </a:lnTo>
                  <a:cubicBezTo>
                    <a:pt x="0" y="5658"/>
                    <a:pt x="88" y="5789"/>
                    <a:pt x="436" y="5789"/>
                  </a:cubicBezTo>
                  <a:lnTo>
                    <a:pt x="18409" y="5789"/>
                  </a:lnTo>
                  <a:cubicBezTo>
                    <a:pt x="18801" y="5789"/>
                    <a:pt x="19193" y="5658"/>
                    <a:pt x="19410" y="5528"/>
                  </a:cubicBezTo>
                  <a:lnTo>
                    <a:pt x="26591" y="305"/>
                  </a:lnTo>
                  <a:cubicBezTo>
                    <a:pt x="26765" y="131"/>
                    <a:pt x="26635" y="1"/>
                    <a:pt x="26330" y="1"/>
                  </a:cubicBezTo>
                  <a:close/>
                </a:path>
              </a:pathLst>
            </a:custGeom>
            <a:solidFill>
              <a:srgbClr val="5969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 name="Google Shape;1256;p27"/>
            <p:cNvSpPr/>
            <p:nvPr/>
          </p:nvSpPr>
          <p:spPr>
            <a:xfrm>
              <a:off x="-4642045" y="3127706"/>
              <a:ext cx="1011700" cy="213927"/>
            </a:xfrm>
            <a:custGeom>
              <a:avLst/>
              <a:gdLst/>
              <a:ahLst/>
              <a:cxnLst/>
              <a:rect l="l" t="t" r="r" b="b"/>
              <a:pathLst>
                <a:path w="25112" h="5310" extrusionOk="0">
                  <a:moveTo>
                    <a:pt x="7269" y="0"/>
                  </a:moveTo>
                  <a:lnTo>
                    <a:pt x="5528" y="1262"/>
                  </a:lnTo>
                  <a:lnTo>
                    <a:pt x="9575" y="1262"/>
                  </a:lnTo>
                  <a:lnTo>
                    <a:pt x="11316" y="0"/>
                  </a:lnTo>
                  <a:close/>
                  <a:moveTo>
                    <a:pt x="11838" y="0"/>
                  </a:moveTo>
                  <a:lnTo>
                    <a:pt x="10097" y="1262"/>
                  </a:lnTo>
                  <a:lnTo>
                    <a:pt x="14145" y="1262"/>
                  </a:lnTo>
                  <a:lnTo>
                    <a:pt x="15886" y="0"/>
                  </a:lnTo>
                  <a:close/>
                  <a:moveTo>
                    <a:pt x="16408" y="0"/>
                  </a:moveTo>
                  <a:lnTo>
                    <a:pt x="14667" y="1262"/>
                  </a:lnTo>
                  <a:lnTo>
                    <a:pt x="18714" y="1262"/>
                  </a:lnTo>
                  <a:lnTo>
                    <a:pt x="20455" y="0"/>
                  </a:lnTo>
                  <a:close/>
                  <a:moveTo>
                    <a:pt x="21021" y="0"/>
                  </a:moveTo>
                  <a:lnTo>
                    <a:pt x="19280" y="1262"/>
                  </a:lnTo>
                  <a:lnTo>
                    <a:pt x="23371" y="1262"/>
                  </a:lnTo>
                  <a:lnTo>
                    <a:pt x="25112" y="0"/>
                  </a:lnTo>
                  <a:close/>
                  <a:moveTo>
                    <a:pt x="5397" y="1393"/>
                  </a:moveTo>
                  <a:lnTo>
                    <a:pt x="3656" y="2612"/>
                  </a:lnTo>
                  <a:lnTo>
                    <a:pt x="7747" y="2612"/>
                  </a:lnTo>
                  <a:lnTo>
                    <a:pt x="9488" y="1393"/>
                  </a:lnTo>
                  <a:close/>
                  <a:moveTo>
                    <a:pt x="9967" y="1393"/>
                  </a:moveTo>
                  <a:lnTo>
                    <a:pt x="8226" y="2612"/>
                  </a:lnTo>
                  <a:lnTo>
                    <a:pt x="12317" y="2612"/>
                  </a:lnTo>
                  <a:lnTo>
                    <a:pt x="14058" y="1393"/>
                  </a:lnTo>
                  <a:close/>
                  <a:moveTo>
                    <a:pt x="14580" y="1393"/>
                  </a:moveTo>
                  <a:lnTo>
                    <a:pt x="12839" y="2612"/>
                  </a:lnTo>
                  <a:lnTo>
                    <a:pt x="16930" y="2612"/>
                  </a:lnTo>
                  <a:lnTo>
                    <a:pt x="18671" y="1393"/>
                  </a:lnTo>
                  <a:close/>
                  <a:moveTo>
                    <a:pt x="19149" y="1393"/>
                  </a:moveTo>
                  <a:lnTo>
                    <a:pt x="17409" y="2612"/>
                  </a:lnTo>
                  <a:lnTo>
                    <a:pt x="21500" y="2612"/>
                  </a:lnTo>
                  <a:lnTo>
                    <a:pt x="23240" y="1393"/>
                  </a:lnTo>
                  <a:close/>
                  <a:moveTo>
                    <a:pt x="3569" y="2699"/>
                  </a:moveTo>
                  <a:lnTo>
                    <a:pt x="1829" y="3917"/>
                  </a:lnTo>
                  <a:lnTo>
                    <a:pt x="5876" y="3917"/>
                  </a:lnTo>
                  <a:lnTo>
                    <a:pt x="7617" y="2699"/>
                  </a:lnTo>
                  <a:close/>
                  <a:moveTo>
                    <a:pt x="8183" y="2699"/>
                  </a:moveTo>
                  <a:lnTo>
                    <a:pt x="6442" y="3917"/>
                  </a:lnTo>
                  <a:lnTo>
                    <a:pt x="10533" y="3917"/>
                  </a:lnTo>
                  <a:lnTo>
                    <a:pt x="12273" y="2699"/>
                  </a:lnTo>
                  <a:close/>
                  <a:moveTo>
                    <a:pt x="12752" y="2699"/>
                  </a:moveTo>
                  <a:lnTo>
                    <a:pt x="11011" y="3917"/>
                  </a:lnTo>
                  <a:lnTo>
                    <a:pt x="15102" y="3917"/>
                  </a:lnTo>
                  <a:lnTo>
                    <a:pt x="16843" y="2699"/>
                  </a:lnTo>
                  <a:close/>
                  <a:moveTo>
                    <a:pt x="17322" y="2699"/>
                  </a:moveTo>
                  <a:lnTo>
                    <a:pt x="15581" y="3917"/>
                  </a:lnTo>
                  <a:lnTo>
                    <a:pt x="19672" y="3917"/>
                  </a:lnTo>
                  <a:lnTo>
                    <a:pt x="21413" y="2699"/>
                  </a:lnTo>
                  <a:close/>
                  <a:moveTo>
                    <a:pt x="1742" y="4048"/>
                  </a:moveTo>
                  <a:lnTo>
                    <a:pt x="1" y="5310"/>
                  </a:lnTo>
                  <a:lnTo>
                    <a:pt x="4092" y="5310"/>
                  </a:lnTo>
                  <a:lnTo>
                    <a:pt x="5832" y="4048"/>
                  </a:lnTo>
                  <a:close/>
                  <a:moveTo>
                    <a:pt x="6311" y="4048"/>
                  </a:moveTo>
                  <a:lnTo>
                    <a:pt x="4570" y="5310"/>
                  </a:lnTo>
                  <a:lnTo>
                    <a:pt x="8661" y="5310"/>
                  </a:lnTo>
                  <a:lnTo>
                    <a:pt x="10402" y="4048"/>
                  </a:lnTo>
                  <a:close/>
                  <a:moveTo>
                    <a:pt x="10968" y="4048"/>
                  </a:moveTo>
                  <a:lnTo>
                    <a:pt x="9227" y="5310"/>
                  </a:lnTo>
                  <a:lnTo>
                    <a:pt x="13274" y="5310"/>
                  </a:lnTo>
                  <a:lnTo>
                    <a:pt x="15015" y="4048"/>
                  </a:lnTo>
                  <a:close/>
                  <a:moveTo>
                    <a:pt x="15537" y="4048"/>
                  </a:moveTo>
                  <a:lnTo>
                    <a:pt x="13797" y="5310"/>
                  </a:lnTo>
                  <a:lnTo>
                    <a:pt x="17844" y="5310"/>
                  </a:lnTo>
                  <a:lnTo>
                    <a:pt x="19585" y="4048"/>
                  </a:lnTo>
                  <a:close/>
                </a:path>
              </a:pathLst>
            </a:custGeom>
            <a:solidFill>
              <a:srgbClr val="78B2B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1257;p27"/>
            <p:cNvSpPr/>
            <p:nvPr/>
          </p:nvSpPr>
          <p:spPr>
            <a:xfrm>
              <a:off x="-4635035" y="3131211"/>
              <a:ext cx="995947" cy="206917"/>
            </a:xfrm>
            <a:custGeom>
              <a:avLst/>
              <a:gdLst/>
              <a:ahLst/>
              <a:cxnLst/>
              <a:rect l="l" t="t" r="r" b="b"/>
              <a:pathLst>
                <a:path w="24721" h="5136" extrusionOk="0">
                  <a:moveTo>
                    <a:pt x="7095" y="0"/>
                  </a:moveTo>
                  <a:lnTo>
                    <a:pt x="5484" y="1132"/>
                  </a:lnTo>
                  <a:lnTo>
                    <a:pt x="9358" y="1132"/>
                  </a:lnTo>
                  <a:lnTo>
                    <a:pt x="10924" y="0"/>
                  </a:lnTo>
                  <a:close/>
                  <a:moveTo>
                    <a:pt x="11708" y="0"/>
                  </a:moveTo>
                  <a:lnTo>
                    <a:pt x="10141" y="1132"/>
                  </a:lnTo>
                  <a:lnTo>
                    <a:pt x="13971" y="1132"/>
                  </a:lnTo>
                  <a:lnTo>
                    <a:pt x="15581" y="0"/>
                  </a:lnTo>
                  <a:close/>
                  <a:moveTo>
                    <a:pt x="16277" y="0"/>
                  </a:moveTo>
                  <a:lnTo>
                    <a:pt x="14711" y="1132"/>
                  </a:lnTo>
                  <a:lnTo>
                    <a:pt x="18540" y="1132"/>
                  </a:lnTo>
                  <a:lnTo>
                    <a:pt x="20151" y="0"/>
                  </a:lnTo>
                  <a:close/>
                  <a:moveTo>
                    <a:pt x="20847" y="0"/>
                  </a:moveTo>
                  <a:lnTo>
                    <a:pt x="19280" y="1132"/>
                  </a:lnTo>
                  <a:lnTo>
                    <a:pt x="23110" y="1132"/>
                  </a:lnTo>
                  <a:lnTo>
                    <a:pt x="24720" y="0"/>
                  </a:lnTo>
                  <a:close/>
                  <a:moveTo>
                    <a:pt x="5223" y="1349"/>
                  </a:moveTo>
                  <a:lnTo>
                    <a:pt x="3657" y="2481"/>
                  </a:lnTo>
                  <a:lnTo>
                    <a:pt x="7530" y="2481"/>
                  </a:lnTo>
                  <a:lnTo>
                    <a:pt x="9140" y="1349"/>
                  </a:lnTo>
                  <a:close/>
                  <a:moveTo>
                    <a:pt x="9836" y="1349"/>
                  </a:moveTo>
                  <a:lnTo>
                    <a:pt x="8270" y="2481"/>
                  </a:lnTo>
                  <a:lnTo>
                    <a:pt x="12143" y="2481"/>
                  </a:lnTo>
                  <a:lnTo>
                    <a:pt x="13710" y="1349"/>
                  </a:lnTo>
                  <a:close/>
                  <a:moveTo>
                    <a:pt x="14406" y="1349"/>
                  </a:moveTo>
                  <a:lnTo>
                    <a:pt x="12839" y="2481"/>
                  </a:lnTo>
                  <a:lnTo>
                    <a:pt x="16712" y="2481"/>
                  </a:lnTo>
                  <a:lnTo>
                    <a:pt x="18279" y="1349"/>
                  </a:lnTo>
                  <a:close/>
                  <a:moveTo>
                    <a:pt x="19063" y="1349"/>
                  </a:moveTo>
                  <a:lnTo>
                    <a:pt x="17452" y="2481"/>
                  </a:lnTo>
                  <a:lnTo>
                    <a:pt x="21326" y="2481"/>
                  </a:lnTo>
                  <a:lnTo>
                    <a:pt x="22892" y="1349"/>
                  </a:lnTo>
                  <a:close/>
                  <a:moveTo>
                    <a:pt x="3439" y="2655"/>
                  </a:moveTo>
                  <a:lnTo>
                    <a:pt x="1872" y="3787"/>
                  </a:lnTo>
                  <a:lnTo>
                    <a:pt x="5702" y="3787"/>
                  </a:lnTo>
                  <a:lnTo>
                    <a:pt x="7312" y="2655"/>
                  </a:lnTo>
                  <a:close/>
                  <a:moveTo>
                    <a:pt x="8052" y="2655"/>
                  </a:moveTo>
                  <a:lnTo>
                    <a:pt x="6485" y="3787"/>
                  </a:lnTo>
                  <a:lnTo>
                    <a:pt x="10359" y="3787"/>
                  </a:lnTo>
                  <a:lnTo>
                    <a:pt x="11925" y="2655"/>
                  </a:lnTo>
                  <a:close/>
                  <a:moveTo>
                    <a:pt x="12622" y="2655"/>
                  </a:moveTo>
                  <a:lnTo>
                    <a:pt x="11055" y="3787"/>
                  </a:lnTo>
                  <a:lnTo>
                    <a:pt x="14928" y="3787"/>
                  </a:lnTo>
                  <a:lnTo>
                    <a:pt x="16495" y="2655"/>
                  </a:lnTo>
                  <a:close/>
                  <a:moveTo>
                    <a:pt x="17191" y="2655"/>
                  </a:moveTo>
                  <a:lnTo>
                    <a:pt x="15624" y="3787"/>
                  </a:lnTo>
                  <a:lnTo>
                    <a:pt x="19498" y="3787"/>
                  </a:lnTo>
                  <a:lnTo>
                    <a:pt x="21064" y="2655"/>
                  </a:lnTo>
                  <a:close/>
                  <a:moveTo>
                    <a:pt x="6181" y="3961"/>
                  </a:moveTo>
                  <a:lnTo>
                    <a:pt x="4614" y="5092"/>
                  </a:lnTo>
                  <a:lnTo>
                    <a:pt x="8487" y="5092"/>
                  </a:lnTo>
                  <a:lnTo>
                    <a:pt x="10054" y="3961"/>
                  </a:lnTo>
                  <a:close/>
                  <a:moveTo>
                    <a:pt x="10794" y="3961"/>
                  </a:moveTo>
                  <a:lnTo>
                    <a:pt x="9184" y="5092"/>
                  </a:lnTo>
                  <a:lnTo>
                    <a:pt x="13057" y="5092"/>
                  </a:lnTo>
                  <a:lnTo>
                    <a:pt x="14624" y="3961"/>
                  </a:lnTo>
                  <a:close/>
                  <a:moveTo>
                    <a:pt x="15407" y="3961"/>
                  </a:moveTo>
                  <a:lnTo>
                    <a:pt x="13840" y="5092"/>
                  </a:lnTo>
                  <a:lnTo>
                    <a:pt x="17670" y="5092"/>
                  </a:lnTo>
                  <a:lnTo>
                    <a:pt x="19280" y="3961"/>
                  </a:lnTo>
                  <a:close/>
                  <a:moveTo>
                    <a:pt x="1568" y="4004"/>
                  </a:moveTo>
                  <a:lnTo>
                    <a:pt x="1" y="5136"/>
                  </a:lnTo>
                  <a:lnTo>
                    <a:pt x="3874" y="5136"/>
                  </a:lnTo>
                  <a:lnTo>
                    <a:pt x="5441" y="4004"/>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 name="Google Shape;1258;p27"/>
            <p:cNvSpPr/>
            <p:nvPr/>
          </p:nvSpPr>
          <p:spPr>
            <a:xfrm>
              <a:off x="-4643778" y="3127706"/>
              <a:ext cx="1013432" cy="213927"/>
            </a:xfrm>
            <a:custGeom>
              <a:avLst/>
              <a:gdLst/>
              <a:ahLst/>
              <a:cxnLst/>
              <a:rect l="l" t="t" r="r" b="b"/>
              <a:pathLst>
                <a:path w="25155" h="5310" extrusionOk="0">
                  <a:moveTo>
                    <a:pt x="21020" y="0"/>
                  </a:moveTo>
                  <a:lnTo>
                    <a:pt x="20368" y="523"/>
                  </a:lnTo>
                  <a:lnTo>
                    <a:pt x="22152" y="0"/>
                  </a:lnTo>
                  <a:close/>
                  <a:moveTo>
                    <a:pt x="10924" y="348"/>
                  </a:moveTo>
                  <a:lnTo>
                    <a:pt x="7355" y="1262"/>
                  </a:lnTo>
                  <a:lnTo>
                    <a:pt x="9618" y="1262"/>
                  </a:lnTo>
                  <a:lnTo>
                    <a:pt x="10924" y="348"/>
                  </a:lnTo>
                  <a:close/>
                  <a:moveTo>
                    <a:pt x="12099" y="0"/>
                  </a:moveTo>
                  <a:lnTo>
                    <a:pt x="11664" y="131"/>
                  </a:lnTo>
                  <a:lnTo>
                    <a:pt x="10053" y="1262"/>
                  </a:lnTo>
                  <a:lnTo>
                    <a:pt x="10184" y="1262"/>
                  </a:lnTo>
                  <a:cubicBezTo>
                    <a:pt x="11794" y="871"/>
                    <a:pt x="13404" y="436"/>
                    <a:pt x="14971" y="0"/>
                  </a:cubicBezTo>
                  <a:close/>
                  <a:moveTo>
                    <a:pt x="25024" y="0"/>
                  </a:moveTo>
                  <a:cubicBezTo>
                    <a:pt x="23457" y="436"/>
                    <a:pt x="21891" y="827"/>
                    <a:pt x="20237" y="1262"/>
                  </a:cubicBezTo>
                  <a:lnTo>
                    <a:pt x="22413" y="1262"/>
                  </a:lnTo>
                  <a:lnTo>
                    <a:pt x="23936" y="871"/>
                  </a:lnTo>
                  <a:lnTo>
                    <a:pt x="25155" y="0"/>
                  </a:lnTo>
                  <a:close/>
                  <a:moveTo>
                    <a:pt x="19715" y="87"/>
                  </a:moveTo>
                  <a:lnTo>
                    <a:pt x="14928" y="1306"/>
                  </a:lnTo>
                  <a:lnTo>
                    <a:pt x="17365" y="1306"/>
                  </a:lnTo>
                  <a:lnTo>
                    <a:pt x="19584" y="740"/>
                  </a:lnTo>
                  <a:lnTo>
                    <a:pt x="20498" y="87"/>
                  </a:lnTo>
                  <a:close/>
                  <a:moveTo>
                    <a:pt x="14536" y="1393"/>
                  </a:moveTo>
                  <a:lnTo>
                    <a:pt x="13187" y="2350"/>
                  </a:lnTo>
                  <a:lnTo>
                    <a:pt x="17104" y="1393"/>
                  </a:lnTo>
                  <a:close/>
                  <a:moveTo>
                    <a:pt x="7007" y="1306"/>
                  </a:moveTo>
                  <a:cubicBezTo>
                    <a:pt x="6137" y="1524"/>
                    <a:pt x="5310" y="1741"/>
                    <a:pt x="4483" y="1959"/>
                  </a:cubicBezTo>
                  <a:lnTo>
                    <a:pt x="3656" y="2568"/>
                  </a:lnTo>
                  <a:lnTo>
                    <a:pt x="5049" y="2568"/>
                  </a:lnTo>
                  <a:lnTo>
                    <a:pt x="9314" y="1480"/>
                  </a:lnTo>
                  <a:lnTo>
                    <a:pt x="9531" y="1306"/>
                  </a:lnTo>
                  <a:close/>
                  <a:moveTo>
                    <a:pt x="19976" y="1393"/>
                  </a:moveTo>
                  <a:lnTo>
                    <a:pt x="18757" y="1698"/>
                  </a:lnTo>
                  <a:lnTo>
                    <a:pt x="17539" y="2612"/>
                  </a:lnTo>
                  <a:lnTo>
                    <a:pt x="17539" y="2612"/>
                  </a:lnTo>
                  <a:lnTo>
                    <a:pt x="22152" y="1393"/>
                  </a:lnTo>
                  <a:close/>
                  <a:moveTo>
                    <a:pt x="13753" y="1611"/>
                  </a:moveTo>
                  <a:lnTo>
                    <a:pt x="9836" y="2612"/>
                  </a:lnTo>
                  <a:lnTo>
                    <a:pt x="12316" y="2612"/>
                  </a:lnTo>
                  <a:lnTo>
                    <a:pt x="12403" y="2568"/>
                  </a:lnTo>
                  <a:lnTo>
                    <a:pt x="13753" y="1611"/>
                  </a:lnTo>
                  <a:close/>
                  <a:moveTo>
                    <a:pt x="18017" y="1872"/>
                  </a:moveTo>
                  <a:lnTo>
                    <a:pt x="18017" y="1872"/>
                  </a:lnTo>
                  <a:cubicBezTo>
                    <a:pt x="17017" y="2133"/>
                    <a:pt x="16103" y="2350"/>
                    <a:pt x="15189" y="2612"/>
                  </a:cubicBezTo>
                  <a:lnTo>
                    <a:pt x="16973" y="2612"/>
                  </a:lnTo>
                  <a:lnTo>
                    <a:pt x="18017" y="1872"/>
                  </a:lnTo>
                  <a:close/>
                  <a:moveTo>
                    <a:pt x="3612" y="2699"/>
                  </a:moveTo>
                  <a:lnTo>
                    <a:pt x="2873" y="3177"/>
                  </a:lnTo>
                  <a:lnTo>
                    <a:pt x="2873" y="3177"/>
                  </a:lnTo>
                  <a:lnTo>
                    <a:pt x="4831" y="2699"/>
                  </a:lnTo>
                  <a:close/>
                  <a:moveTo>
                    <a:pt x="6659" y="3438"/>
                  </a:moveTo>
                  <a:lnTo>
                    <a:pt x="4831" y="3917"/>
                  </a:lnTo>
                  <a:lnTo>
                    <a:pt x="6006" y="3917"/>
                  </a:lnTo>
                  <a:lnTo>
                    <a:pt x="6659" y="3438"/>
                  </a:lnTo>
                  <a:close/>
                  <a:moveTo>
                    <a:pt x="9575" y="2699"/>
                  </a:moveTo>
                  <a:lnTo>
                    <a:pt x="7355" y="3264"/>
                  </a:lnTo>
                  <a:lnTo>
                    <a:pt x="6441" y="3917"/>
                  </a:lnTo>
                  <a:lnTo>
                    <a:pt x="7225" y="3917"/>
                  </a:lnTo>
                  <a:lnTo>
                    <a:pt x="12012" y="2699"/>
                  </a:lnTo>
                  <a:close/>
                  <a:moveTo>
                    <a:pt x="10837" y="3787"/>
                  </a:moveTo>
                  <a:lnTo>
                    <a:pt x="10140" y="3917"/>
                  </a:lnTo>
                  <a:lnTo>
                    <a:pt x="10576" y="3917"/>
                  </a:lnTo>
                  <a:lnTo>
                    <a:pt x="10837" y="3787"/>
                  </a:lnTo>
                  <a:close/>
                  <a:moveTo>
                    <a:pt x="21281" y="2829"/>
                  </a:moveTo>
                  <a:lnTo>
                    <a:pt x="17104" y="3917"/>
                  </a:lnTo>
                  <a:lnTo>
                    <a:pt x="19758" y="3917"/>
                  </a:lnTo>
                  <a:lnTo>
                    <a:pt x="21281" y="2829"/>
                  </a:lnTo>
                  <a:close/>
                  <a:moveTo>
                    <a:pt x="14841" y="2742"/>
                  </a:moveTo>
                  <a:lnTo>
                    <a:pt x="11577" y="3612"/>
                  </a:lnTo>
                  <a:lnTo>
                    <a:pt x="11054" y="3961"/>
                  </a:lnTo>
                  <a:lnTo>
                    <a:pt x="12316" y="3961"/>
                  </a:lnTo>
                  <a:lnTo>
                    <a:pt x="16755" y="2786"/>
                  </a:lnTo>
                  <a:lnTo>
                    <a:pt x="16886" y="2742"/>
                  </a:lnTo>
                  <a:close/>
                  <a:moveTo>
                    <a:pt x="6354" y="4048"/>
                  </a:moveTo>
                  <a:lnTo>
                    <a:pt x="6050" y="4309"/>
                  </a:lnTo>
                  <a:lnTo>
                    <a:pt x="6050" y="4309"/>
                  </a:lnTo>
                  <a:lnTo>
                    <a:pt x="6963" y="4048"/>
                  </a:lnTo>
                  <a:close/>
                  <a:moveTo>
                    <a:pt x="10924" y="4048"/>
                  </a:moveTo>
                  <a:lnTo>
                    <a:pt x="10358" y="4483"/>
                  </a:lnTo>
                  <a:lnTo>
                    <a:pt x="11968" y="4048"/>
                  </a:lnTo>
                  <a:close/>
                  <a:moveTo>
                    <a:pt x="9792" y="4004"/>
                  </a:moveTo>
                  <a:lnTo>
                    <a:pt x="5005" y="5223"/>
                  </a:lnTo>
                  <a:lnTo>
                    <a:pt x="7181" y="5223"/>
                  </a:lnTo>
                  <a:lnTo>
                    <a:pt x="9575" y="4657"/>
                  </a:lnTo>
                  <a:lnTo>
                    <a:pt x="10445" y="4004"/>
                  </a:lnTo>
                  <a:close/>
                  <a:moveTo>
                    <a:pt x="4483" y="4048"/>
                  </a:moveTo>
                  <a:lnTo>
                    <a:pt x="174" y="5179"/>
                  </a:lnTo>
                  <a:lnTo>
                    <a:pt x="0" y="5310"/>
                  </a:lnTo>
                  <a:lnTo>
                    <a:pt x="2176" y="5310"/>
                  </a:lnTo>
                  <a:lnTo>
                    <a:pt x="5223" y="4483"/>
                  </a:lnTo>
                  <a:lnTo>
                    <a:pt x="5832" y="4048"/>
                  </a:lnTo>
                  <a:close/>
                  <a:moveTo>
                    <a:pt x="14101" y="4744"/>
                  </a:moveTo>
                  <a:lnTo>
                    <a:pt x="11968" y="5310"/>
                  </a:lnTo>
                  <a:lnTo>
                    <a:pt x="13317" y="5310"/>
                  </a:lnTo>
                  <a:lnTo>
                    <a:pt x="14101" y="4744"/>
                  </a:lnTo>
                  <a:close/>
                  <a:moveTo>
                    <a:pt x="16755" y="4048"/>
                  </a:moveTo>
                  <a:lnTo>
                    <a:pt x="14841" y="4526"/>
                  </a:lnTo>
                  <a:lnTo>
                    <a:pt x="13840" y="5310"/>
                  </a:lnTo>
                  <a:lnTo>
                    <a:pt x="14928" y="5310"/>
                  </a:lnTo>
                  <a:cubicBezTo>
                    <a:pt x="16494" y="4875"/>
                    <a:pt x="18061" y="4439"/>
                    <a:pt x="19628" y="4048"/>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1259;p27"/>
            <p:cNvSpPr/>
            <p:nvPr/>
          </p:nvSpPr>
          <p:spPr>
            <a:xfrm>
              <a:off x="-4635035" y="3131211"/>
              <a:ext cx="995947" cy="206917"/>
            </a:xfrm>
            <a:custGeom>
              <a:avLst/>
              <a:gdLst/>
              <a:ahLst/>
              <a:cxnLst/>
              <a:rect l="l" t="t" r="r" b="b"/>
              <a:pathLst>
                <a:path w="24721" h="5136" extrusionOk="0">
                  <a:moveTo>
                    <a:pt x="7095" y="0"/>
                  </a:moveTo>
                  <a:lnTo>
                    <a:pt x="5484" y="1132"/>
                  </a:lnTo>
                  <a:lnTo>
                    <a:pt x="7182" y="44"/>
                  </a:lnTo>
                  <a:lnTo>
                    <a:pt x="10924" y="0"/>
                  </a:lnTo>
                  <a:close/>
                  <a:moveTo>
                    <a:pt x="16277" y="0"/>
                  </a:moveTo>
                  <a:lnTo>
                    <a:pt x="14711" y="1132"/>
                  </a:lnTo>
                  <a:lnTo>
                    <a:pt x="16321" y="87"/>
                  </a:lnTo>
                  <a:lnTo>
                    <a:pt x="20151" y="0"/>
                  </a:lnTo>
                  <a:close/>
                  <a:moveTo>
                    <a:pt x="14711" y="1132"/>
                  </a:moveTo>
                  <a:lnTo>
                    <a:pt x="14711" y="1132"/>
                  </a:lnTo>
                  <a:lnTo>
                    <a:pt x="14711" y="1132"/>
                  </a:lnTo>
                  <a:lnTo>
                    <a:pt x="14711" y="1132"/>
                  </a:lnTo>
                  <a:close/>
                  <a:moveTo>
                    <a:pt x="20847" y="0"/>
                  </a:moveTo>
                  <a:lnTo>
                    <a:pt x="19280" y="1132"/>
                  </a:lnTo>
                  <a:lnTo>
                    <a:pt x="19280" y="1132"/>
                  </a:lnTo>
                  <a:lnTo>
                    <a:pt x="20934" y="87"/>
                  </a:lnTo>
                  <a:lnTo>
                    <a:pt x="24720" y="0"/>
                  </a:lnTo>
                  <a:close/>
                  <a:moveTo>
                    <a:pt x="11708" y="0"/>
                  </a:moveTo>
                  <a:lnTo>
                    <a:pt x="10141" y="1132"/>
                  </a:lnTo>
                  <a:lnTo>
                    <a:pt x="11795" y="87"/>
                  </a:lnTo>
                  <a:lnTo>
                    <a:pt x="15581" y="0"/>
                  </a:lnTo>
                  <a:close/>
                  <a:moveTo>
                    <a:pt x="5223" y="1349"/>
                  </a:moveTo>
                  <a:lnTo>
                    <a:pt x="3657" y="2481"/>
                  </a:lnTo>
                  <a:lnTo>
                    <a:pt x="5267" y="1393"/>
                  </a:lnTo>
                  <a:lnTo>
                    <a:pt x="9140" y="1349"/>
                  </a:lnTo>
                  <a:close/>
                  <a:moveTo>
                    <a:pt x="19063" y="1349"/>
                  </a:moveTo>
                  <a:lnTo>
                    <a:pt x="17452" y="2481"/>
                  </a:lnTo>
                  <a:lnTo>
                    <a:pt x="17452" y="2481"/>
                  </a:lnTo>
                  <a:lnTo>
                    <a:pt x="19106" y="1393"/>
                  </a:lnTo>
                  <a:lnTo>
                    <a:pt x="22892" y="1349"/>
                  </a:lnTo>
                  <a:close/>
                  <a:moveTo>
                    <a:pt x="3657" y="2481"/>
                  </a:moveTo>
                  <a:lnTo>
                    <a:pt x="3657" y="2481"/>
                  </a:lnTo>
                  <a:lnTo>
                    <a:pt x="3657" y="2481"/>
                  </a:lnTo>
                  <a:close/>
                  <a:moveTo>
                    <a:pt x="9836" y="1349"/>
                  </a:moveTo>
                  <a:lnTo>
                    <a:pt x="8270" y="2481"/>
                  </a:lnTo>
                  <a:lnTo>
                    <a:pt x="9967" y="1393"/>
                  </a:lnTo>
                  <a:lnTo>
                    <a:pt x="13710" y="1349"/>
                  </a:lnTo>
                  <a:close/>
                  <a:moveTo>
                    <a:pt x="14406" y="1349"/>
                  </a:moveTo>
                  <a:lnTo>
                    <a:pt x="12839" y="2481"/>
                  </a:lnTo>
                  <a:lnTo>
                    <a:pt x="14493" y="1437"/>
                  </a:lnTo>
                  <a:lnTo>
                    <a:pt x="18236" y="1349"/>
                  </a:lnTo>
                  <a:close/>
                  <a:moveTo>
                    <a:pt x="17191" y="2655"/>
                  </a:moveTo>
                  <a:lnTo>
                    <a:pt x="15624" y="3787"/>
                  </a:lnTo>
                  <a:lnTo>
                    <a:pt x="15624" y="3787"/>
                  </a:lnTo>
                  <a:lnTo>
                    <a:pt x="17235" y="2742"/>
                  </a:lnTo>
                  <a:lnTo>
                    <a:pt x="21064" y="2655"/>
                  </a:lnTo>
                  <a:close/>
                  <a:moveTo>
                    <a:pt x="12622" y="2655"/>
                  </a:moveTo>
                  <a:lnTo>
                    <a:pt x="11055" y="3787"/>
                  </a:lnTo>
                  <a:lnTo>
                    <a:pt x="11055" y="3787"/>
                  </a:lnTo>
                  <a:lnTo>
                    <a:pt x="12752" y="2742"/>
                  </a:lnTo>
                  <a:lnTo>
                    <a:pt x="16495" y="2655"/>
                  </a:lnTo>
                  <a:close/>
                  <a:moveTo>
                    <a:pt x="8052" y="2655"/>
                  </a:moveTo>
                  <a:lnTo>
                    <a:pt x="6485" y="3787"/>
                  </a:lnTo>
                  <a:lnTo>
                    <a:pt x="6485" y="3787"/>
                  </a:lnTo>
                  <a:lnTo>
                    <a:pt x="8183" y="2742"/>
                  </a:lnTo>
                  <a:lnTo>
                    <a:pt x="11925" y="2655"/>
                  </a:lnTo>
                  <a:close/>
                  <a:moveTo>
                    <a:pt x="3439" y="2655"/>
                  </a:moveTo>
                  <a:lnTo>
                    <a:pt x="1872" y="3787"/>
                  </a:lnTo>
                  <a:lnTo>
                    <a:pt x="3526" y="2742"/>
                  </a:lnTo>
                  <a:lnTo>
                    <a:pt x="7312" y="2655"/>
                  </a:lnTo>
                  <a:close/>
                  <a:moveTo>
                    <a:pt x="15407" y="3961"/>
                  </a:moveTo>
                  <a:lnTo>
                    <a:pt x="13840" y="5092"/>
                  </a:lnTo>
                  <a:lnTo>
                    <a:pt x="13840" y="5092"/>
                  </a:lnTo>
                  <a:lnTo>
                    <a:pt x="15450" y="4048"/>
                  </a:lnTo>
                  <a:lnTo>
                    <a:pt x="19280" y="3961"/>
                  </a:lnTo>
                  <a:close/>
                  <a:moveTo>
                    <a:pt x="6181" y="3961"/>
                  </a:moveTo>
                  <a:lnTo>
                    <a:pt x="4614" y="5092"/>
                  </a:lnTo>
                  <a:lnTo>
                    <a:pt x="4614" y="5092"/>
                  </a:lnTo>
                  <a:lnTo>
                    <a:pt x="6311" y="4048"/>
                  </a:lnTo>
                  <a:lnTo>
                    <a:pt x="10054" y="3961"/>
                  </a:lnTo>
                  <a:close/>
                  <a:moveTo>
                    <a:pt x="10794" y="3961"/>
                  </a:moveTo>
                  <a:lnTo>
                    <a:pt x="9184" y="5092"/>
                  </a:lnTo>
                  <a:lnTo>
                    <a:pt x="10837" y="4048"/>
                  </a:lnTo>
                  <a:lnTo>
                    <a:pt x="14624" y="3961"/>
                  </a:lnTo>
                  <a:close/>
                  <a:moveTo>
                    <a:pt x="1568" y="4004"/>
                  </a:moveTo>
                  <a:lnTo>
                    <a:pt x="1" y="5136"/>
                  </a:lnTo>
                  <a:lnTo>
                    <a:pt x="1698" y="4135"/>
                  </a:lnTo>
                  <a:lnTo>
                    <a:pt x="5441" y="4004"/>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 name="Google Shape;1260;p27"/>
            <p:cNvSpPr/>
            <p:nvPr/>
          </p:nvSpPr>
          <p:spPr>
            <a:xfrm>
              <a:off x="-4133577" y="2850689"/>
              <a:ext cx="1143198" cy="561084"/>
            </a:xfrm>
            <a:custGeom>
              <a:avLst/>
              <a:gdLst/>
              <a:ahLst/>
              <a:cxnLst/>
              <a:rect l="l" t="t" r="r" b="b"/>
              <a:pathLst>
                <a:path w="28376" h="13927" extrusionOk="0">
                  <a:moveTo>
                    <a:pt x="14231" y="0"/>
                  </a:moveTo>
                  <a:lnTo>
                    <a:pt x="1" y="12664"/>
                  </a:lnTo>
                  <a:lnTo>
                    <a:pt x="1" y="13926"/>
                  </a:lnTo>
                  <a:lnTo>
                    <a:pt x="28375" y="13926"/>
                  </a:lnTo>
                  <a:lnTo>
                    <a:pt x="28375" y="12664"/>
                  </a:lnTo>
                  <a:lnTo>
                    <a:pt x="1423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1261;p27"/>
            <p:cNvSpPr/>
            <p:nvPr/>
          </p:nvSpPr>
          <p:spPr>
            <a:xfrm>
              <a:off x="-4102032" y="2889245"/>
              <a:ext cx="1080068" cy="1758590"/>
            </a:xfrm>
            <a:custGeom>
              <a:avLst/>
              <a:gdLst/>
              <a:ahLst/>
              <a:cxnLst/>
              <a:rect l="l" t="t" r="r" b="b"/>
              <a:pathLst>
                <a:path w="26809" h="43651" extrusionOk="0">
                  <a:moveTo>
                    <a:pt x="13448" y="1"/>
                  </a:moveTo>
                  <a:lnTo>
                    <a:pt x="1" y="12012"/>
                  </a:lnTo>
                  <a:lnTo>
                    <a:pt x="1" y="43651"/>
                  </a:lnTo>
                  <a:lnTo>
                    <a:pt x="26809" y="43651"/>
                  </a:lnTo>
                  <a:lnTo>
                    <a:pt x="26809" y="12012"/>
                  </a:lnTo>
                  <a:lnTo>
                    <a:pt x="1344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 name="Google Shape;1262;p27"/>
            <p:cNvSpPr/>
            <p:nvPr/>
          </p:nvSpPr>
          <p:spPr>
            <a:xfrm>
              <a:off x="-3961751" y="3530944"/>
              <a:ext cx="333178" cy="329673"/>
            </a:xfrm>
            <a:custGeom>
              <a:avLst/>
              <a:gdLst/>
              <a:ahLst/>
              <a:cxnLst/>
              <a:rect l="l" t="t" r="r" b="b"/>
              <a:pathLst>
                <a:path w="8270" h="8183" extrusionOk="0">
                  <a:moveTo>
                    <a:pt x="0" y="1"/>
                  </a:moveTo>
                  <a:lnTo>
                    <a:pt x="0" y="8182"/>
                  </a:lnTo>
                  <a:lnTo>
                    <a:pt x="8269" y="8182"/>
                  </a:lnTo>
                  <a:lnTo>
                    <a:pt x="826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 name="Google Shape;1263;p27"/>
            <p:cNvSpPr/>
            <p:nvPr/>
          </p:nvSpPr>
          <p:spPr>
            <a:xfrm>
              <a:off x="-3961751" y="3530944"/>
              <a:ext cx="333178" cy="329673"/>
            </a:xfrm>
            <a:custGeom>
              <a:avLst/>
              <a:gdLst/>
              <a:ahLst/>
              <a:cxnLst/>
              <a:rect l="l" t="t" r="r" b="b"/>
              <a:pathLst>
                <a:path w="8270" h="8183" extrusionOk="0">
                  <a:moveTo>
                    <a:pt x="0" y="1"/>
                  </a:moveTo>
                  <a:lnTo>
                    <a:pt x="0" y="8182"/>
                  </a:lnTo>
                  <a:lnTo>
                    <a:pt x="305" y="8182"/>
                  </a:lnTo>
                  <a:lnTo>
                    <a:pt x="305" y="436"/>
                  </a:lnTo>
                  <a:lnTo>
                    <a:pt x="8269" y="436"/>
                  </a:lnTo>
                  <a:lnTo>
                    <a:pt x="8269"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 name="Google Shape;1264;p27"/>
            <p:cNvSpPr/>
            <p:nvPr/>
          </p:nvSpPr>
          <p:spPr>
            <a:xfrm>
              <a:off x="-3803945" y="3522201"/>
              <a:ext cx="14060" cy="345425"/>
            </a:xfrm>
            <a:custGeom>
              <a:avLst/>
              <a:gdLst/>
              <a:ahLst/>
              <a:cxnLst/>
              <a:rect l="l" t="t" r="r" b="b"/>
              <a:pathLst>
                <a:path w="349" h="8574" extrusionOk="0">
                  <a:moveTo>
                    <a:pt x="0" y="0"/>
                  </a:moveTo>
                  <a:lnTo>
                    <a:pt x="0" y="8574"/>
                  </a:lnTo>
                  <a:lnTo>
                    <a:pt x="348" y="8574"/>
                  </a:lnTo>
                  <a:lnTo>
                    <a:pt x="34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1265;p27"/>
            <p:cNvSpPr/>
            <p:nvPr/>
          </p:nvSpPr>
          <p:spPr>
            <a:xfrm>
              <a:off x="-3970533" y="3608094"/>
              <a:ext cx="354208" cy="15833"/>
            </a:xfrm>
            <a:custGeom>
              <a:avLst/>
              <a:gdLst/>
              <a:ahLst/>
              <a:cxnLst/>
              <a:rect l="l" t="t" r="r" b="b"/>
              <a:pathLst>
                <a:path w="8792" h="393" extrusionOk="0">
                  <a:moveTo>
                    <a:pt x="1" y="1"/>
                  </a:moveTo>
                  <a:lnTo>
                    <a:pt x="1" y="392"/>
                  </a:lnTo>
                  <a:lnTo>
                    <a:pt x="8792" y="392"/>
                  </a:lnTo>
                  <a:lnTo>
                    <a:pt x="879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1266;p27"/>
            <p:cNvSpPr/>
            <p:nvPr/>
          </p:nvSpPr>
          <p:spPr>
            <a:xfrm>
              <a:off x="-3668941" y="3080368"/>
              <a:ext cx="194629" cy="212194"/>
            </a:xfrm>
            <a:custGeom>
              <a:avLst/>
              <a:gdLst/>
              <a:ahLst/>
              <a:cxnLst/>
              <a:rect l="l" t="t" r="r" b="b"/>
              <a:pathLst>
                <a:path w="4831" h="5267" extrusionOk="0">
                  <a:moveTo>
                    <a:pt x="0" y="0"/>
                  </a:moveTo>
                  <a:lnTo>
                    <a:pt x="0" y="5266"/>
                  </a:lnTo>
                  <a:lnTo>
                    <a:pt x="4831" y="5266"/>
                  </a:lnTo>
                  <a:lnTo>
                    <a:pt x="483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1267;p27"/>
            <p:cNvSpPr/>
            <p:nvPr/>
          </p:nvSpPr>
          <p:spPr>
            <a:xfrm>
              <a:off x="-3668941" y="3080368"/>
              <a:ext cx="196402" cy="212194"/>
            </a:xfrm>
            <a:custGeom>
              <a:avLst/>
              <a:gdLst/>
              <a:ahLst/>
              <a:cxnLst/>
              <a:rect l="l" t="t" r="r" b="b"/>
              <a:pathLst>
                <a:path w="4875" h="5267" extrusionOk="0">
                  <a:moveTo>
                    <a:pt x="0" y="0"/>
                  </a:moveTo>
                  <a:lnTo>
                    <a:pt x="0" y="5266"/>
                  </a:lnTo>
                  <a:lnTo>
                    <a:pt x="392" y="5266"/>
                  </a:lnTo>
                  <a:lnTo>
                    <a:pt x="392" y="392"/>
                  </a:lnTo>
                  <a:lnTo>
                    <a:pt x="4874" y="392"/>
                  </a:lnTo>
                  <a:lnTo>
                    <a:pt x="4874" y="0"/>
                  </a:lnTo>
                  <a:close/>
                </a:path>
              </a:pathLst>
            </a:custGeom>
            <a:solidFill>
              <a:srgbClr val="258E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1268;p27"/>
            <p:cNvSpPr/>
            <p:nvPr/>
          </p:nvSpPr>
          <p:spPr>
            <a:xfrm>
              <a:off x="-3488373" y="3530944"/>
              <a:ext cx="333178" cy="329673"/>
            </a:xfrm>
            <a:custGeom>
              <a:avLst/>
              <a:gdLst/>
              <a:ahLst/>
              <a:cxnLst/>
              <a:rect l="l" t="t" r="r" b="b"/>
              <a:pathLst>
                <a:path w="8270" h="8183" extrusionOk="0">
                  <a:moveTo>
                    <a:pt x="1" y="1"/>
                  </a:moveTo>
                  <a:lnTo>
                    <a:pt x="1" y="8182"/>
                  </a:lnTo>
                  <a:lnTo>
                    <a:pt x="8270" y="8182"/>
                  </a:lnTo>
                  <a:lnTo>
                    <a:pt x="827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1269;p27"/>
            <p:cNvSpPr/>
            <p:nvPr/>
          </p:nvSpPr>
          <p:spPr>
            <a:xfrm>
              <a:off x="-3488373" y="3530944"/>
              <a:ext cx="333178" cy="329673"/>
            </a:xfrm>
            <a:custGeom>
              <a:avLst/>
              <a:gdLst/>
              <a:ahLst/>
              <a:cxnLst/>
              <a:rect l="l" t="t" r="r" b="b"/>
              <a:pathLst>
                <a:path w="8270" h="8183" extrusionOk="0">
                  <a:moveTo>
                    <a:pt x="1" y="1"/>
                  </a:moveTo>
                  <a:lnTo>
                    <a:pt x="1" y="8182"/>
                  </a:lnTo>
                  <a:lnTo>
                    <a:pt x="392" y="8182"/>
                  </a:lnTo>
                  <a:lnTo>
                    <a:pt x="392" y="436"/>
                  </a:lnTo>
                  <a:lnTo>
                    <a:pt x="8270" y="436"/>
                  </a:lnTo>
                  <a:lnTo>
                    <a:pt x="827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 name="Google Shape;1270;p27"/>
            <p:cNvSpPr/>
            <p:nvPr/>
          </p:nvSpPr>
          <p:spPr>
            <a:xfrm>
              <a:off x="-3330566" y="3522201"/>
              <a:ext cx="14060" cy="345425"/>
            </a:xfrm>
            <a:custGeom>
              <a:avLst/>
              <a:gdLst/>
              <a:ahLst/>
              <a:cxnLst/>
              <a:rect l="l" t="t" r="r" b="b"/>
              <a:pathLst>
                <a:path w="349" h="8574" extrusionOk="0">
                  <a:moveTo>
                    <a:pt x="1" y="0"/>
                  </a:moveTo>
                  <a:lnTo>
                    <a:pt x="1" y="8574"/>
                  </a:lnTo>
                  <a:lnTo>
                    <a:pt x="349" y="8574"/>
                  </a:lnTo>
                  <a:lnTo>
                    <a:pt x="34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 name="Google Shape;1271;p27"/>
            <p:cNvSpPr/>
            <p:nvPr/>
          </p:nvSpPr>
          <p:spPr>
            <a:xfrm>
              <a:off x="-3497115" y="3608094"/>
              <a:ext cx="354208" cy="15833"/>
            </a:xfrm>
            <a:custGeom>
              <a:avLst/>
              <a:gdLst/>
              <a:ahLst/>
              <a:cxnLst/>
              <a:rect l="l" t="t" r="r" b="b"/>
              <a:pathLst>
                <a:path w="8792" h="393" extrusionOk="0">
                  <a:moveTo>
                    <a:pt x="0" y="1"/>
                  </a:moveTo>
                  <a:lnTo>
                    <a:pt x="0" y="392"/>
                  </a:lnTo>
                  <a:lnTo>
                    <a:pt x="8791" y="392"/>
                  </a:lnTo>
                  <a:lnTo>
                    <a:pt x="879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 name="Google Shape;1272;p27"/>
            <p:cNvSpPr/>
            <p:nvPr/>
          </p:nvSpPr>
          <p:spPr>
            <a:xfrm>
              <a:off x="-3961751" y="4097265"/>
              <a:ext cx="333178" cy="327900"/>
            </a:xfrm>
            <a:custGeom>
              <a:avLst/>
              <a:gdLst/>
              <a:ahLst/>
              <a:cxnLst/>
              <a:rect l="l" t="t" r="r" b="b"/>
              <a:pathLst>
                <a:path w="8270" h="8139" extrusionOk="0">
                  <a:moveTo>
                    <a:pt x="0" y="1"/>
                  </a:moveTo>
                  <a:lnTo>
                    <a:pt x="0" y="8139"/>
                  </a:lnTo>
                  <a:lnTo>
                    <a:pt x="8269" y="8139"/>
                  </a:lnTo>
                  <a:lnTo>
                    <a:pt x="826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 name="Google Shape;1273;p27"/>
            <p:cNvSpPr/>
            <p:nvPr/>
          </p:nvSpPr>
          <p:spPr>
            <a:xfrm>
              <a:off x="-3961751" y="4097265"/>
              <a:ext cx="333178" cy="327900"/>
            </a:xfrm>
            <a:custGeom>
              <a:avLst/>
              <a:gdLst/>
              <a:ahLst/>
              <a:cxnLst/>
              <a:rect l="l" t="t" r="r" b="b"/>
              <a:pathLst>
                <a:path w="8270" h="8139" extrusionOk="0">
                  <a:moveTo>
                    <a:pt x="0" y="1"/>
                  </a:moveTo>
                  <a:lnTo>
                    <a:pt x="0" y="8139"/>
                  </a:lnTo>
                  <a:lnTo>
                    <a:pt x="305" y="8139"/>
                  </a:lnTo>
                  <a:lnTo>
                    <a:pt x="305" y="392"/>
                  </a:lnTo>
                  <a:lnTo>
                    <a:pt x="8269" y="392"/>
                  </a:lnTo>
                  <a:lnTo>
                    <a:pt x="8269"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 name="Google Shape;1274;p27"/>
            <p:cNvSpPr/>
            <p:nvPr/>
          </p:nvSpPr>
          <p:spPr>
            <a:xfrm>
              <a:off x="-3803945" y="4088523"/>
              <a:ext cx="14060" cy="343652"/>
            </a:xfrm>
            <a:custGeom>
              <a:avLst/>
              <a:gdLst/>
              <a:ahLst/>
              <a:cxnLst/>
              <a:rect l="l" t="t" r="r" b="b"/>
              <a:pathLst>
                <a:path w="349" h="8530" extrusionOk="0">
                  <a:moveTo>
                    <a:pt x="0" y="0"/>
                  </a:moveTo>
                  <a:lnTo>
                    <a:pt x="0" y="8530"/>
                  </a:lnTo>
                  <a:lnTo>
                    <a:pt x="348" y="8530"/>
                  </a:lnTo>
                  <a:lnTo>
                    <a:pt x="34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 name="Google Shape;1275;p27"/>
            <p:cNvSpPr/>
            <p:nvPr/>
          </p:nvSpPr>
          <p:spPr>
            <a:xfrm>
              <a:off x="-3970533" y="4174416"/>
              <a:ext cx="354208" cy="14060"/>
            </a:xfrm>
            <a:custGeom>
              <a:avLst/>
              <a:gdLst/>
              <a:ahLst/>
              <a:cxnLst/>
              <a:rect l="l" t="t" r="r" b="b"/>
              <a:pathLst>
                <a:path w="8792" h="349" extrusionOk="0">
                  <a:moveTo>
                    <a:pt x="1" y="0"/>
                  </a:moveTo>
                  <a:lnTo>
                    <a:pt x="1" y="349"/>
                  </a:lnTo>
                  <a:lnTo>
                    <a:pt x="8792" y="349"/>
                  </a:lnTo>
                  <a:lnTo>
                    <a:pt x="879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 name="Google Shape;1276;p27"/>
            <p:cNvSpPr/>
            <p:nvPr/>
          </p:nvSpPr>
          <p:spPr>
            <a:xfrm>
              <a:off x="-3488373" y="4097265"/>
              <a:ext cx="333178" cy="327900"/>
            </a:xfrm>
            <a:custGeom>
              <a:avLst/>
              <a:gdLst/>
              <a:ahLst/>
              <a:cxnLst/>
              <a:rect l="l" t="t" r="r" b="b"/>
              <a:pathLst>
                <a:path w="8270" h="8139" extrusionOk="0">
                  <a:moveTo>
                    <a:pt x="1" y="1"/>
                  </a:moveTo>
                  <a:lnTo>
                    <a:pt x="1" y="8139"/>
                  </a:lnTo>
                  <a:lnTo>
                    <a:pt x="8270" y="8139"/>
                  </a:lnTo>
                  <a:lnTo>
                    <a:pt x="827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27"/>
            <p:cNvSpPr/>
            <p:nvPr/>
          </p:nvSpPr>
          <p:spPr>
            <a:xfrm>
              <a:off x="-3488373" y="4097265"/>
              <a:ext cx="333178" cy="327900"/>
            </a:xfrm>
            <a:custGeom>
              <a:avLst/>
              <a:gdLst/>
              <a:ahLst/>
              <a:cxnLst/>
              <a:rect l="l" t="t" r="r" b="b"/>
              <a:pathLst>
                <a:path w="8270" h="8139" extrusionOk="0">
                  <a:moveTo>
                    <a:pt x="1" y="1"/>
                  </a:moveTo>
                  <a:lnTo>
                    <a:pt x="1" y="8139"/>
                  </a:lnTo>
                  <a:lnTo>
                    <a:pt x="392" y="8139"/>
                  </a:lnTo>
                  <a:lnTo>
                    <a:pt x="392" y="392"/>
                  </a:lnTo>
                  <a:lnTo>
                    <a:pt x="8270" y="392"/>
                  </a:lnTo>
                  <a:lnTo>
                    <a:pt x="827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27"/>
            <p:cNvSpPr/>
            <p:nvPr/>
          </p:nvSpPr>
          <p:spPr>
            <a:xfrm>
              <a:off x="-3330566" y="4088523"/>
              <a:ext cx="14060" cy="343652"/>
            </a:xfrm>
            <a:custGeom>
              <a:avLst/>
              <a:gdLst/>
              <a:ahLst/>
              <a:cxnLst/>
              <a:rect l="l" t="t" r="r" b="b"/>
              <a:pathLst>
                <a:path w="349" h="8530" extrusionOk="0">
                  <a:moveTo>
                    <a:pt x="1" y="0"/>
                  </a:moveTo>
                  <a:lnTo>
                    <a:pt x="1" y="8530"/>
                  </a:lnTo>
                  <a:lnTo>
                    <a:pt x="349" y="8530"/>
                  </a:lnTo>
                  <a:lnTo>
                    <a:pt x="34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27"/>
            <p:cNvSpPr/>
            <p:nvPr/>
          </p:nvSpPr>
          <p:spPr>
            <a:xfrm>
              <a:off x="-3497115" y="4174416"/>
              <a:ext cx="354208" cy="14060"/>
            </a:xfrm>
            <a:custGeom>
              <a:avLst/>
              <a:gdLst/>
              <a:ahLst/>
              <a:cxnLst/>
              <a:rect l="l" t="t" r="r" b="b"/>
              <a:pathLst>
                <a:path w="8792" h="349" extrusionOk="0">
                  <a:moveTo>
                    <a:pt x="0" y="0"/>
                  </a:moveTo>
                  <a:lnTo>
                    <a:pt x="0" y="349"/>
                  </a:lnTo>
                  <a:lnTo>
                    <a:pt x="8791" y="349"/>
                  </a:lnTo>
                  <a:lnTo>
                    <a:pt x="879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27"/>
            <p:cNvSpPr/>
            <p:nvPr/>
          </p:nvSpPr>
          <p:spPr>
            <a:xfrm>
              <a:off x="-4107269" y="4598724"/>
              <a:ext cx="1104603" cy="52615"/>
            </a:xfrm>
            <a:custGeom>
              <a:avLst/>
              <a:gdLst/>
              <a:ahLst/>
              <a:cxnLst/>
              <a:rect l="l" t="t" r="r" b="b"/>
              <a:pathLst>
                <a:path w="27418" h="1306" extrusionOk="0">
                  <a:moveTo>
                    <a:pt x="0" y="0"/>
                  </a:moveTo>
                  <a:lnTo>
                    <a:pt x="0" y="1306"/>
                  </a:lnTo>
                  <a:lnTo>
                    <a:pt x="27418" y="1306"/>
                  </a:lnTo>
                  <a:lnTo>
                    <a:pt x="2741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 name="Google Shape;1281;p27"/>
            <p:cNvSpPr/>
            <p:nvPr/>
          </p:nvSpPr>
          <p:spPr>
            <a:xfrm>
              <a:off x="-4102032" y="2889245"/>
              <a:ext cx="1080068" cy="527807"/>
            </a:xfrm>
            <a:custGeom>
              <a:avLst/>
              <a:gdLst/>
              <a:ahLst/>
              <a:cxnLst/>
              <a:rect l="l" t="t" r="r" b="b"/>
              <a:pathLst>
                <a:path w="26809" h="13101" extrusionOk="0">
                  <a:moveTo>
                    <a:pt x="13448" y="1"/>
                  </a:moveTo>
                  <a:lnTo>
                    <a:pt x="1" y="12012"/>
                  </a:lnTo>
                  <a:lnTo>
                    <a:pt x="1" y="13100"/>
                  </a:lnTo>
                  <a:lnTo>
                    <a:pt x="13448" y="1089"/>
                  </a:lnTo>
                  <a:lnTo>
                    <a:pt x="26809" y="13100"/>
                  </a:lnTo>
                  <a:lnTo>
                    <a:pt x="26809" y="12012"/>
                  </a:lnTo>
                  <a:lnTo>
                    <a:pt x="1344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82" name="Google Shape;1282;p27"/>
          <p:cNvGrpSpPr/>
          <p:nvPr/>
        </p:nvGrpSpPr>
        <p:grpSpPr>
          <a:xfrm>
            <a:off x="8476820" y="3143291"/>
            <a:ext cx="667184" cy="1800580"/>
            <a:chOff x="231800" y="1194350"/>
            <a:chExt cx="943150" cy="2545350"/>
          </a:xfrm>
        </p:grpSpPr>
        <p:sp>
          <p:nvSpPr>
            <p:cNvPr id="1283" name="Google Shape;1283;p27"/>
            <p:cNvSpPr/>
            <p:nvPr/>
          </p:nvSpPr>
          <p:spPr>
            <a:xfrm>
              <a:off x="484495" y="3697404"/>
              <a:ext cx="416790" cy="42296"/>
            </a:xfrm>
            <a:custGeom>
              <a:avLst/>
              <a:gdLst/>
              <a:ahLst/>
              <a:cxnLst/>
              <a:rect l="l" t="t" r="r" b="b"/>
              <a:pathLst>
                <a:path w="70493" h="1692" extrusionOk="0">
                  <a:moveTo>
                    <a:pt x="68838" y="1"/>
                  </a:moveTo>
                  <a:cubicBezTo>
                    <a:pt x="68747" y="1"/>
                    <a:pt x="68655" y="4"/>
                    <a:pt x="68561" y="11"/>
                  </a:cubicBezTo>
                  <a:lnTo>
                    <a:pt x="1849" y="11"/>
                  </a:lnTo>
                  <a:cubicBezTo>
                    <a:pt x="841" y="11"/>
                    <a:pt x="1" y="347"/>
                    <a:pt x="1" y="851"/>
                  </a:cubicBezTo>
                  <a:cubicBezTo>
                    <a:pt x="1" y="1272"/>
                    <a:pt x="841" y="1692"/>
                    <a:pt x="1849" y="1692"/>
                  </a:cubicBezTo>
                  <a:lnTo>
                    <a:pt x="68561" y="1692"/>
                  </a:lnTo>
                  <a:cubicBezTo>
                    <a:pt x="69653" y="1692"/>
                    <a:pt x="70493" y="1356"/>
                    <a:pt x="70493" y="851"/>
                  </a:cubicBezTo>
                  <a:cubicBezTo>
                    <a:pt x="70493" y="391"/>
                    <a:pt x="69792" y="1"/>
                    <a:pt x="68838" y="1"/>
                  </a:cubicBezTo>
                  <a:close/>
                </a:path>
              </a:pathLst>
            </a:custGeom>
            <a:solidFill>
              <a:srgbClr val="6A84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27"/>
            <p:cNvSpPr/>
            <p:nvPr/>
          </p:nvSpPr>
          <p:spPr>
            <a:xfrm>
              <a:off x="645600" y="3370000"/>
              <a:ext cx="71450" cy="355000"/>
            </a:xfrm>
            <a:custGeom>
              <a:avLst/>
              <a:gdLst/>
              <a:ahLst/>
              <a:cxnLst/>
              <a:rect l="l" t="t" r="r" b="b"/>
              <a:pathLst>
                <a:path w="2858" h="14200" extrusionOk="0">
                  <a:moveTo>
                    <a:pt x="85" y="0"/>
                  </a:moveTo>
                  <a:cubicBezTo>
                    <a:pt x="85" y="3865"/>
                    <a:pt x="85" y="13107"/>
                    <a:pt x="1" y="14200"/>
                  </a:cubicBezTo>
                  <a:lnTo>
                    <a:pt x="2857" y="14200"/>
                  </a:lnTo>
                  <a:cubicBezTo>
                    <a:pt x="2857" y="13107"/>
                    <a:pt x="2857" y="3865"/>
                    <a:pt x="2689" y="0"/>
                  </a:cubicBezTo>
                  <a:close/>
                </a:path>
              </a:pathLst>
            </a:custGeom>
            <a:solidFill>
              <a:srgbClr val="4054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1285;p27"/>
            <p:cNvSpPr/>
            <p:nvPr/>
          </p:nvSpPr>
          <p:spPr>
            <a:xfrm>
              <a:off x="685525" y="3370000"/>
              <a:ext cx="31525" cy="355000"/>
            </a:xfrm>
            <a:custGeom>
              <a:avLst/>
              <a:gdLst/>
              <a:ahLst/>
              <a:cxnLst/>
              <a:rect l="l" t="t" r="r" b="b"/>
              <a:pathLst>
                <a:path w="1261" h="14200" extrusionOk="0">
                  <a:moveTo>
                    <a:pt x="0" y="0"/>
                  </a:moveTo>
                  <a:lnTo>
                    <a:pt x="0" y="14200"/>
                  </a:lnTo>
                  <a:lnTo>
                    <a:pt x="1260" y="14200"/>
                  </a:lnTo>
                  <a:cubicBezTo>
                    <a:pt x="1260" y="13107"/>
                    <a:pt x="1260" y="3865"/>
                    <a:pt x="1092" y="0"/>
                  </a:cubicBezTo>
                  <a:close/>
                </a:path>
              </a:pathLst>
            </a:custGeom>
            <a:solidFill>
              <a:srgbClr val="6C8C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1286;p27"/>
            <p:cNvSpPr/>
            <p:nvPr/>
          </p:nvSpPr>
          <p:spPr>
            <a:xfrm>
              <a:off x="654000" y="1624500"/>
              <a:ext cx="56750" cy="1745525"/>
            </a:xfrm>
            <a:custGeom>
              <a:avLst/>
              <a:gdLst/>
              <a:ahLst/>
              <a:cxnLst/>
              <a:rect l="l" t="t" r="r" b="b"/>
              <a:pathLst>
                <a:path w="2270" h="69821" extrusionOk="0">
                  <a:moveTo>
                    <a:pt x="925" y="0"/>
                  </a:moveTo>
                  <a:cubicBezTo>
                    <a:pt x="841" y="2773"/>
                    <a:pt x="85" y="67720"/>
                    <a:pt x="1" y="69820"/>
                  </a:cubicBezTo>
                  <a:lnTo>
                    <a:pt x="2269" y="69820"/>
                  </a:lnTo>
                  <a:cubicBezTo>
                    <a:pt x="2185" y="67720"/>
                    <a:pt x="1429" y="2773"/>
                    <a:pt x="1345" y="0"/>
                  </a:cubicBezTo>
                  <a:close/>
                </a:path>
              </a:pathLst>
            </a:custGeom>
            <a:solidFill>
              <a:srgbClr val="F5F9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 name="Google Shape;1287;p27"/>
            <p:cNvSpPr/>
            <p:nvPr/>
          </p:nvSpPr>
          <p:spPr>
            <a:xfrm>
              <a:off x="681325" y="1624500"/>
              <a:ext cx="25225" cy="1745525"/>
            </a:xfrm>
            <a:custGeom>
              <a:avLst/>
              <a:gdLst/>
              <a:ahLst/>
              <a:cxnLst/>
              <a:rect l="l" t="t" r="r" b="b"/>
              <a:pathLst>
                <a:path w="1009" h="69821" extrusionOk="0">
                  <a:moveTo>
                    <a:pt x="168" y="0"/>
                  </a:moveTo>
                  <a:cubicBezTo>
                    <a:pt x="0" y="0"/>
                    <a:pt x="252" y="69820"/>
                    <a:pt x="252" y="69820"/>
                  </a:cubicBezTo>
                  <a:lnTo>
                    <a:pt x="1008" y="69820"/>
                  </a:lnTo>
                  <a:cubicBezTo>
                    <a:pt x="1008" y="67720"/>
                    <a:pt x="252" y="2773"/>
                    <a:pt x="16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8" name="Google Shape;1288;p27"/>
            <p:cNvSpPr/>
            <p:nvPr/>
          </p:nvSpPr>
          <p:spPr>
            <a:xfrm>
              <a:off x="244425" y="1585750"/>
              <a:ext cx="430625" cy="68875"/>
            </a:xfrm>
            <a:custGeom>
              <a:avLst/>
              <a:gdLst/>
              <a:ahLst/>
              <a:cxnLst/>
              <a:rect l="l" t="t" r="r" b="b"/>
              <a:pathLst>
                <a:path w="17225" h="2755" extrusionOk="0">
                  <a:moveTo>
                    <a:pt x="13288" y="0"/>
                  </a:moveTo>
                  <a:cubicBezTo>
                    <a:pt x="10899" y="0"/>
                    <a:pt x="0" y="1757"/>
                    <a:pt x="0" y="2222"/>
                  </a:cubicBezTo>
                  <a:cubicBezTo>
                    <a:pt x="0" y="2584"/>
                    <a:pt x="1525" y="2755"/>
                    <a:pt x="3871" y="2755"/>
                  </a:cubicBezTo>
                  <a:cubicBezTo>
                    <a:pt x="5340" y="2755"/>
                    <a:pt x="7132" y="2688"/>
                    <a:pt x="9074" y="2558"/>
                  </a:cubicBezTo>
                  <a:cubicBezTo>
                    <a:pt x="14115" y="2222"/>
                    <a:pt x="17056" y="2138"/>
                    <a:pt x="17056" y="1634"/>
                  </a:cubicBezTo>
                  <a:cubicBezTo>
                    <a:pt x="17224" y="1214"/>
                    <a:pt x="15712" y="794"/>
                    <a:pt x="13695" y="38"/>
                  </a:cubicBezTo>
                  <a:cubicBezTo>
                    <a:pt x="13625" y="12"/>
                    <a:pt x="13486" y="0"/>
                    <a:pt x="1328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9" name="Google Shape;1289;p27"/>
            <p:cNvSpPr/>
            <p:nvPr/>
          </p:nvSpPr>
          <p:spPr>
            <a:xfrm>
              <a:off x="271725" y="1591650"/>
              <a:ext cx="373900" cy="45475"/>
            </a:xfrm>
            <a:custGeom>
              <a:avLst/>
              <a:gdLst/>
              <a:ahLst/>
              <a:cxnLst/>
              <a:rect l="l" t="t" r="r" b="b"/>
              <a:pathLst>
                <a:path w="14956" h="1819" extrusionOk="0">
                  <a:moveTo>
                    <a:pt x="12119" y="1"/>
                  </a:moveTo>
                  <a:cubicBezTo>
                    <a:pt x="10095" y="1"/>
                    <a:pt x="2774" y="1144"/>
                    <a:pt x="0" y="1818"/>
                  </a:cubicBezTo>
                  <a:lnTo>
                    <a:pt x="14956" y="894"/>
                  </a:lnTo>
                  <a:cubicBezTo>
                    <a:pt x="14452" y="642"/>
                    <a:pt x="13779" y="474"/>
                    <a:pt x="13275" y="222"/>
                  </a:cubicBezTo>
                  <a:cubicBezTo>
                    <a:pt x="13023" y="138"/>
                    <a:pt x="12855" y="138"/>
                    <a:pt x="12603" y="54"/>
                  </a:cubicBezTo>
                  <a:cubicBezTo>
                    <a:pt x="12531" y="18"/>
                    <a:pt x="12363" y="1"/>
                    <a:pt x="12119" y="1"/>
                  </a:cubicBez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0" name="Google Shape;1290;p27"/>
            <p:cNvSpPr/>
            <p:nvPr/>
          </p:nvSpPr>
          <p:spPr>
            <a:xfrm>
              <a:off x="677125" y="1625850"/>
              <a:ext cx="247875" cy="357900"/>
            </a:xfrm>
            <a:custGeom>
              <a:avLst/>
              <a:gdLst/>
              <a:ahLst/>
              <a:cxnLst/>
              <a:rect l="l" t="t" r="r" b="b"/>
              <a:pathLst>
                <a:path w="9915" h="14316" extrusionOk="0">
                  <a:moveTo>
                    <a:pt x="507" y="0"/>
                  </a:moveTo>
                  <a:cubicBezTo>
                    <a:pt x="474" y="0"/>
                    <a:pt x="445" y="10"/>
                    <a:pt x="420" y="30"/>
                  </a:cubicBezTo>
                  <a:cubicBezTo>
                    <a:pt x="0" y="366"/>
                    <a:pt x="420" y="1711"/>
                    <a:pt x="672" y="3727"/>
                  </a:cubicBezTo>
                  <a:cubicBezTo>
                    <a:pt x="922" y="4727"/>
                    <a:pt x="9018" y="14316"/>
                    <a:pt x="9484" y="14316"/>
                  </a:cubicBezTo>
                  <a:cubicBezTo>
                    <a:pt x="9488" y="14316"/>
                    <a:pt x="9491" y="14315"/>
                    <a:pt x="9494" y="14313"/>
                  </a:cubicBezTo>
                  <a:cubicBezTo>
                    <a:pt x="9914" y="13977"/>
                    <a:pt x="8066" y="10533"/>
                    <a:pt x="5209" y="6332"/>
                  </a:cubicBezTo>
                  <a:cubicBezTo>
                    <a:pt x="2523" y="2460"/>
                    <a:pt x="1025" y="0"/>
                    <a:pt x="50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1" name="Google Shape;1291;p27"/>
            <p:cNvSpPr/>
            <p:nvPr/>
          </p:nvSpPr>
          <p:spPr>
            <a:xfrm>
              <a:off x="689725" y="1658100"/>
              <a:ext cx="207975" cy="304600"/>
            </a:xfrm>
            <a:custGeom>
              <a:avLst/>
              <a:gdLst/>
              <a:ahLst/>
              <a:cxnLst/>
              <a:rect l="l" t="t" r="r" b="b"/>
              <a:pathLst>
                <a:path w="8319" h="12184" extrusionOk="0">
                  <a:moveTo>
                    <a:pt x="0" y="0"/>
                  </a:moveTo>
                  <a:lnTo>
                    <a:pt x="0" y="0"/>
                  </a:lnTo>
                  <a:cubicBezTo>
                    <a:pt x="84" y="505"/>
                    <a:pt x="252" y="1177"/>
                    <a:pt x="336" y="1765"/>
                  </a:cubicBezTo>
                  <a:cubicBezTo>
                    <a:pt x="336" y="1933"/>
                    <a:pt x="420" y="2185"/>
                    <a:pt x="420" y="2521"/>
                  </a:cubicBezTo>
                  <a:cubicBezTo>
                    <a:pt x="504" y="3109"/>
                    <a:pt x="6218" y="9999"/>
                    <a:pt x="8318" y="12183"/>
                  </a:cubicBezTo>
                  <a:lnTo>
                    <a:pt x="0" y="0"/>
                  </a:ln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2" name="Google Shape;1292;p27"/>
            <p:cNvSpPr/>
            <p:nvPr/>
          </p:nvSpPr>
          <p:spPr>
            <a:xfrm>
              <a:off x="668700" y="1242050"/>
              <a:ext cx="222700" cy="374525"/>
            </a:xfrm>
            <a:custGeom>
              <a:avLst/>
              <a:gdLst/>
              <a:ahLst/>
              <a:cxnLst/>
              <a:rect l="l" t="t" r="r" b="b"/>
              <a:pathLst>
                <a:path w="8908" h="14981" extrusionOk="0">
                  <a:moveTo>
                    <a:pt x="8454" y="1"/>
                  </a:moveTo>
                  <a:cubicBezTo>
                    <a:pt x="7962" y="1"/>
                    <a:pt x="5830" y="3308"/>
                    <a:pt x="3698" y="7736"/>
                  </a:cubicBezTo>
                  <a:cubicBezTo>
                    <a:pt x="1429" y="12105"/>
                    <a:pt x="1" y="14710"/>
                    <a:pt x="505" y="14962"/>
                  </a:cubicBezTo>
                  <a:cubicBezTo>
                    <a:pt x="530" y="14974"/>
                    <a:pt x="559" y="14980"/>
                    <a:pt x="593" y="14980"/>
                  </a:cubicBezTo>
                  <a:cubicBezTo>
                    <a:pt x="1016" y="14980"/>
                    <a:pt x="2135" y="14029"/>
                    <a:pt x="3614" y="12862"/>
                  </a:cubicBezTo>
                  <a:cubicBezTo>
                    <a:pt x="4454" y="12189"/>
                    <a:pt x="8907" y="259"/>
                    <a:pt x="8487" y="7"/>
                  </a:cubicBezTo>
                  <a:cubicBezTo>
                    <a:pt x="8477" y="3"/>
                    <a:pt x="8466" y="1"/>
                    <a:pt x="845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 name="Google Shape;1293;p27"/>
            <p:cNvSpPr/>
            <p:nvPr/>
          </p:nvSpPr>
          <p:spPr>
            <a:xfrm>
              <a:off x="706525" y="1269500"/>
              <a:ext cx="163850" cy="327700"/>
            </a:xfrm>
            <a:custGeom>
              <a:avLst/>
              <a:gdLst/>
              <a:ahLst/>
              <a:cxnLst/>
              <a:rect l="l" t="t" r="r" b="b"/>
              <a:pathLst>
                <a:path w="6554" h="13108" extrusionOk="0">
                  <a:moveTo>
                    <a:pt x="6554" y="1"/>
                  </a:moveTo>
                  <a:lnTo>
                    <a:pt x="0" y="13108"/>
                  </a:lnTo>
                  <a:cubicBezTo>
                    <a:pt x="420" y="12772"/>
                    <a:pt x="925" y="12352"/>
                    <a:pt x="1345" y="11932"/>
                  </a:cubicBezTo>
                  <a:cubicBezTo>
                    <a:pt x="1513" y="11848"/>
                    <a:pt x="1681" y="11596"/>
                    <a:pt x="1849" y="11511"/>
                  </a:cubicBezTo>
                  <a:cubicBezTo>
                    <a:pt x="2521" y="11091"/>
                    <a:pt x="5714" y="2942"/>
                    <a:pt x="6554" y="1"/>
                  </a:cubicBez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1294;p27"/>
            <p:cNvSpPr/>
            <p:nvPr/>
          </p:nvSpPr>
          <p:spPr>
            <a:xfrm>
              <a:off x="658200" y="1599275"/>
              <a:ext cx="44150" cy="46250"/>
            </a:xfrm>
            <a:custGeom>
              <a:avLst/>
              <a:gdLst/>
              <a:ahLst/>
              <a:cxnLst/>
              <a:rect l="l" t="t" r="r" b="b"/>
              <a:pathLst>
                <a:path w="1766" h="1850" extrusionOk="0">
                  <a:moveTo>
                    <a:pt x="841" y="1"/>
                  </a:moveTo>
                  <a:cubicBezTo>
                    <a:pt x="337" y="1"/>
                    <a:pt x="1" y="421"/>
                    <a:pt x="1" y="1009"/>
                  </a:cubicBezTo>
                  <a:cubicBezTo>
                    <a:pt x="1" y="1513"/>
                    <a:pt x="421" y="1849"/>
                    <a:pt x="925" y="1849"/>
                  </a:cubicBezTo>
                  <a:cubicBezTo>
                    <a:pt x="1429" y="1849"/>
                    <a:pt x="1765" y="1429"/>
                    <a:pt x="1765" y="841"/>
                  </a:cubicBezTo>
                  <a:cubicBezTo>
                    <a:pt x="1765" y="421"/>
                    <a:pt x="1345" y="1"/>
                    <a:pt x="84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1295;p27"/>
            <p:cNvSpPr/>
            <p:nvPr/>
          </p:nvSpPr>
          <p:spPr>
            <a:xfrm>
              <a:off x="666600" y="1607675"/>
              <a:ext cx="29450" cy="29450"/>
            </a:xfrm>
            <a:custGeom>
              <a:avLst/>
              <a:gdLst/>
              <a:ahLst/>
              <a:cxnLst/>
              <a:rect l="l" t="t" r="r" b="b"/>
              <a:pathLst>
                <a:path w="1178" h="1178" extrusionOk="0">
                  <a:moveTo>
                    <a:pt x="505" y="1"/>
                  </a:moveTo>
                  <a:cubicBezTo>
                    <a:pt x="169" y="1"/>
                    <a:pt x="1" y="337"/>
                    <a:pt x="1" y="673"/>
                  </a:cubicBezTo>
                  <a:cubicBezTo>
                    <a:pt x="1" y="925"/>
                    <a:pt x="337" y="1177"/>
                    <a:pt x="589" y="1177"/>
                  </a:cubicBezTo>
                  <a:cubicBezTo>
                    <a:pt x="925" y="1177"/>
                    <a:pt x="1177" y="841"/>
                    <a:pt x="1177" y="505"/>
                  </a:cubicBezTo>
                  <a:cubicBezTo>
                    <a:pt x="1093" y="253"/>
                    <a:pt x="841" y="1"/>
                    <a:pt x="505" y="1"/>
                  </a:cubicBezTo>
                  <a:close/>
                </a:path>
              </a:pathLst>
            </a:custGeom>
            <a:solidFill>
              <a:srgbClr val="5068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 name="Google Shape;1296;p27"/>
            <p:cNvSpPr/>
            <p:nvPr/>
          </p:nvSpPr>
          <p:spPr>
            <a:xfrm>
              <a:off x="231800" y="1194350"/>
              <a:ext cx="943150" cy="854375"/>
            </a:xfrm>
            <a:custGeom>
              <a:avLst/>
              <a:gdLst/>
              <a:ahLst/>
              <a:cxnLst/>
              <a:rect l="l" t="t" r="r" b="b"/>
              <a:pathLst>
                <a:path w="37726" h="34175" extrusionOk="0">
                  <a:moveTo>
                    <a:pt x="18052" y="0"/>
                  </a:moveTo>
                  <a:cubicBezTo>
                    <a:pt x="17660" y="0"/>
                    <a:pt x="17272" y="21"/>
                    <a:pt x="16889" y="66"/>
                  </a:cubicBezTo>
                  <a:cubicBezTo>
                    <a:pt x="7311" y="654"/>
                    <a:pt x="1" y="8636"/>
                    <a:pt x="505" y="18130"/>
                  </a:cubicBezTo>
                  <a:lnTo>
                    <a:pt x="1345" y="18130"/>
                  </a:lnTo>
                  <a:cubicBezTo>
                    <a:pt x="841" y="8804"/>
                    <a:pt x="8151" y="906"/>
                    <a:pt x="17561" y="234"/>
                  </a:cubicBezTo>
                  <a:cubicBezTo>
                    <a:pt x="18022" y="203"/>
                    <a:pt x="18484" y="184"/>
                    <a:pt x="18941" y="184"/>
                  </a:cubicBezTo>
                  <a:cubicBezTo>
                    <a:pt x="19733" y="184"/>
                    <a:pt x="20512" y="242"/>
                    <a:pt x="21258" y="402"/>
                  </a:cubicBezTo>
                  <a:cubicBezTo>
                    <a:pt x="20212" y="156"/>
                    <a:pt x="19122" y="0"/>
                    <a:pt x="18052" y="0"/>
                  </a:cubicBezTo>
                  <a:close/>
                  <a:moveTo>
                    <a:pt x="25879" y="1915"/>
                  </a:moveTo>
                  <a:lnTo>
                    <a:pt x="25543" y="2587"/>
                  </a:lnTo>
                  <a:cubicBezTo>
                    <a:pt x="33945" y="6872"/>
                    <a:pt x="37306" y="16954"/>
                    <a:pt x="33105" y="25356"/>
                  </a:cubicBezTo>
                  <a:cubicBezTo>
                    <a:pt x="32600" y="26532"/>
                    <a:pt x="31844" y="27456"/>
                    <a:pt x="31172" y="28381"/>
                  </a:cubicBezTo>
                  <a:cubicBezTo>
                    <a:pt x="32096" y="27372"/>
                    <a:pt x="32937" y="26112"/>
                    <a:pt x="33525" y="24768"/>
                  </a:cubicBezTo>
                  <a:cubicBezTo>
                    <a:pt x="37726" y="16366"/>
                    <a:pt x="34365" y="6116"/>
                    <a:pt x="25879" y="1915"/>
                  </a:cubicBezTo>
                  <a:close/>
                  <a:moveTo>
                    <a:pt x="1513" y="22415"/>
                  </a:moveTo>
                  <a:cubicBezTo>
                    <a:pt x="1933" y="23928"/>
                    <a:pt x="2606" y="25188"/>
                    <a:pt x="3446" y="26448"/>
                  </a:cubicBezTo>
                  <a:cubicBezTo>
                    <a:pt x="6777" y="31445"/>
                    <a:pt x="12307" y="34174"/>
                    <a:pt x="17993" y="34174"/>
                  </a:cubicBezTo>
                  <a:cubicBezTo>
                    <a:pt x="21198" y="34174"/>
                    <a:pt x="24453" y="33307"/>
                    <a:pt x="27391" y="31489"/>
                  </a:cubicBezTo>
                  <a:lnTo>
                    <a:pt x="27055" y="30817"/>
                  </a:lnTo>
                  <a:cubicBezTo>
                    <a:pt x="24185" y="32581"/>
                    <a:pt x="20986" y="33419"/>
                    <a:pt x="17823" y="33419"/>
                  </a:cubicBezTo>
                  <a:cubicBezTo>
                    <a:pt x="12098" y="33419"/>
                    <a:pt x="6495" y="30671"/>
                    <a:pt x="3194" y="25692"/>
                  </a:cubicBezTo>
                  <a:cubicBezTo>
                    <a:pt x="2438" y="24600"/>
                    <a:pt x="1933" y="23592"/>
                    <a:pt x="1513" y="22415"/>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 name="Google Shape;1297;p27"/>
            <p:cNvSpPr/>
            <p:nvPr/>
          </p:nvSpPr>
          <p:spPr>
            <a:xfrm>
              <a:off x="345225" y="1304400"/>
              <a:ext cx="703700" cy="634325"/>
            </a:xfrm>
            <a:custGeom>
              <a:avLst/>
              <a:gdLst/>
              <a:ahLst/>
              <a:cxnLst/>
              <a:rect l="l" t="t" r="r" b="b"/>
              <a:pathLst>
                <a:path w="28148" h="25373" extrusionOk="0">
                  <a:moveTo>
                    <a:pt x="13887" y="0"/>
                  </a:moveTo>
                  <a:cubicBezTo>
                    <a:pt x="13825" y="0"/>
                    <a:pt x="13762" y="1"/>
                    <a:pt x="13698" y="2"/>
                  </a:cubicBezTo>
                  <a:lnTo>
                    <a:pt x="13698" y="2"/>
                  </a:lnTo>
                  <a:cubicBezTo>
                    <a:pt x="14467" y="15"/>
                    <a:pt x="15211" y="90"/>
                    <a:pt x="15881" y="201"/>
                  </a:cubicBezTo>
                  <a:cubicBezTo>
                    <a:pt x="15204" y="78"/>
                    <a:pt x="14573" y="0"/>
                    <a:pt x="13887" y="0"/>
                  </a:cubicBezTo>
                  <a:close/>
                  <a:moveTo>
                    <a:pt x="13462" y="0"/>
                  </a:moveTo>
                  <a:cubicBezTo>
                    <a:pt x="13150" y="0"/>
                    <a:pt x="12835" y="11"/>
                    <a:pt x="12520" y="33"/>
                  </a:cubicBezTo>
                  <a:cubicBezTo>
                    <a:pt x="5462" y="453"/>
                    <a:pt x="1" y="6503"/>
                    <a:pt x="421" y="13392"/>
                  </a:cubicBezTo>
                  <a:lnTo>
                    <a:pt x="1009" y="13392"/>
                  </a:lnTo>
                  <a:cubicBezTo>
                    <a:pt x="673" y="6503"/>
                    <a:pt x="6050" y="621"/>
                    <a:pt x="13108" y="33"/>
                  </a:cubicBezTo>
                  <a:cubicBezTo>
                    <a:pt x="13311" y="16"/>
                    <a:pt x="13507" y="6"/>
                    <a:pt x="13698" y="2"/>
                  </a:cubicBezTo>
                  <a:lnTo>
                    <a:pt x="13698" y="2"/>
                  </a:lnTo>
                  <a:cubicBezTo>
                    <a:pt x="13620" y="1"/>
                    <a:pt x="13541" y="0"/>
                    <a:pt x="13462" y="0"/>
                  </a:cubicBezTo>
                  <a:close/>
                  <a:moveTo>
                    <a:pt x="19325" y="1377"/>
                  </a:moveTo>
                  <a:lnTo>
                    <a:pt x="19073" y="1882"/>
                  </a:lnTo>
                  <a:cubicBezTo>
                    <a:pt x="25207" y="5074"/>
                    <a:pt x="27727" y="12552"/>
                    <a:pt x="24619" y="18769"/>
                  </a:cubicBezTo>
                  <a:cubicBezTo>
                    <a:pt x="24199" y="19610"/>
                    <a:pt x="23694" y="20366"/>
                    <a:pt x="23106" y="21038"/>
                  </a:cubicBezTo>
                  <a:cubicBezTo>
                    <a:pt x="23947" y="20366"/>
                    <a:pt x="24619" y="19358"/>
                    <a:pt x="25039" y="18433"/>
                  </a:cubicBezTo>
                  <a:cubicBezTo>
                    <a:pt x="28147" y="12216"/>
                    <a:pt x="25627" y="4654"/>
                    <a:pt x="19325" y="1377"/>
                  </a:cubicBezTo>
                  <a:close/>
                  <a:moveTo>
                    <a:pt x="1261" y="16753"/>
                  </a:moveTo>
                  <a:cubicBezTo>
                    <a:pt x="1513" y="17677"/>
                    <a:pt x="2017" y="18769"/>
                    <a:pt x="2690" y="19610"/>
                  </a:cubicBezTo>
                  <a:cubicBezTo>
                    <a:pt x="5157" y="23364"/>
                    <a:pt x="9301" y="25372"/>
                    <a:pt x="13528" y="25372"/>
                  </a:cubicBezTo>
                  <a:cubicBezTo>
                    <a:pt x="15923" y="25372"/>
                    <a:pt x="18344" y="24728"/>
                    <a:pt x="20502" y="23391"/>
                  </a:cubicBezTo>
                  <a:lnTo>
                    <a:pt x="20334" y="22970"/>
                  </a:lnTo>
                  <a:cubicBezTo>
                    <a:pt x="18163" y="24297"/>
                    <a:pt x="15765" y="24931"/>
                    <a:pt x="13400" y="24931"/>
                  </a:cubicBezTo>
                  <a:cubicBezTo>
                    <a:pt x="9174" y="24931"/>
                    <a:pt x="5053" y="22907"/>
                    <a:pt x="2522" y="19190"/>
                  </a:cubicBezTo>
                  <a:cubicBezTo>
                    <a:pt x="2017" y="18433"/>
                    <a:pt x="1597" y="17593"/>
                    <a:pt x="1261" y="16753"/>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 name="Google Shape;1298;p27"/>
            <p:cNvSpPr/>
            <p:nvPr/>
          </p:nvSpPr>
          <p:spPr>
            <a:xfrm>
              <a:off x="456575" y="1406050"/>
              <a:ext cx="472625" cy="429750"/>
            </a:xfrm>
            <a:custGeom>
              <a:avLst/>
              <a:gdLst/>
              <a:ahLst/>
              <a:cxnLst/>
              <a:rect l="l" t="t" r="r" b="b"/>
              <a:pathLst>
                <a:path w="18905" h="17190" extrusionOk="0">
                  <a:moveTo>
                    <a:pt x="10344" y="141"/>
                  </a:moveTo>
                  <a:cubicBezTo>
                    <a:pt x="10424" y="150"/>
                    <a:pt x="10505" y="159"/>
                    <a:pt x="10586" y="168"/>
                  </a:cubicBezTo>
                  <a:cubicBezTo>
                    <a:pt x="10504" y="158"/>
                    <a:pt x="10424" y="149"/>
                    <a:pt x="10344" y="141"/>
                  </a:cubicBezTo>
                  <a:close/>
                  <a:moveTo>
                    <a:pt x="8402" y="0"/>
                  </a:moveTo>
                  <a:cubicBezTo>
                    <a:pt x="3529" y="336"/>
                    <a:pt x="0" y="4285"/>
                    <a:pt x="168" y="8990"/>
                  </a:cubicBezTo>
                  <a:lnTo>
                    <a:pt x="504" y="8990"/>
                  </a:lnTo>
                  <a:cubicBezTo>
                    <a:pt x="252" y="4369"/>
                    <a:pt x="3949" y="420"/>
                    <a:pt x="8654" y="84"/>
                  </a:cubicBezTo>
                  <a:cubicBezTo>
                    <a:pt x="9244" y="84"/>
                    <a:pt x="9769" y="84"/>
                    <a:pt x="10344" y="141"/>
                  </a:cubicBezTo>
                  <a:lnTo>
                    <a:pt x="10344" y="141"/>
                  </a:lnTo>
                  <a:cubicBezTo>
                    <a:pt x="9684" y="67"/>
                    <a:pt x="9076" y="0"/>
                    <a:pt x="8402" y="0"/>
                  </a:cubicBezTo>
                  <a:close/>
                  <a:moveTo>
                    <a:pt x="12939" y="1008"/>
                  </a:moveTo>
                  <a:lnTo>
                    <a:pt x="12771" y="1344"/>
                  </a:lnTo>
                  <a:cubicBezTo>
                    <a:pt x="16972" y="3529"/>
                    <a:pt x="18652" y="8570"/>
                    <a:pt x="16552" y="12771"/>
                  </a:cubicBezTo>
                  <a:cubicBezTo>
                    <a:pt x="16300" y="13359"/>
                    <a:pt x="15964" y="13863"/>
                    <a:pt x="15544" y="14367"/>
                  </a:cubicBezTo>
                  <a:cubicBezTo>
                    <a:pt x="16048" y="13779"/>
                    <a:pt x="16468" y="13107"/>
                    <a:pt x="16804" y="12519"/>
                  </a:cubicBezTo>
                  <a:cubicBezTo>
                    <a:pt x="18904" y="8318"/>
                    <a:pt x="17224" y="3109"/>
                    <a:pt x="12939" y="1008"/>
                  </a:cubicBezTo>
                  <a:close/>
                  <a:moveTo>
                    <a:pt x="672" y="11175"/>
                  </a:moveTo>
                  <a:cubicBezTo>
                    <a:pt x="924" y="12099"/>
                    <a:pt x="1260" y="12687"/>
                    <a:pt x="1680" y="13359"/>
                  </a:cubicBezTo>
                  <a:cubicBezTo>
                    <a:pt x="3338" y="15819"/>
                    <a:pt x="6119" y="17190"/>
                    <a:pt x="8983" y="17190"/>
                  </a:cubicBezTo>
                  <a:cubicBezTo>
                    <a:pt x="10619" y="17190"/>
                    <a:pt x="12283" y="16743"/>
                    <a:pt x="13779" y="15796"/>
                  </a:cubicBezTo>
                  <a:lnTo>
                    <a:pt x="13527" y="15544"/>
                  </a:lnTo>
                  <a:cubicBezTo>
                    <a:pt x="12094" y="16439"/>
                    <a:pt x="10503" y="16868"/>
                    <a:pt x="8925" y="16868"/>
                  </a:cubicBezTo>
                  <a:cubicBezTo>
                    <a:pt x="6062" y="16868"/>
                    <a:pt x="3246" y="15455"/>
                    <a:pt x="1512" y="12855"/>
                  </a:cubicBezTo>
                  <a:cubicBezTo>
                    <a:pt x="1260" y="12351"/>
                    <a:pt x="924" y="11847"/>
                    <a:pt x="672" y="11175"/>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99" name="Google Shape;1299;p27"/>
          <p:cNvSpPr/>
          <p:nvPr/>
        </p:nvSpPr>
        <p:spPr>
          <a:xfrm flipH="1">
            <a:off x="810400" y="4710872"/>
            <a:ext cx="4479214" cy="340543"/>
          </a:xfrm>
          <a:custGeom>
            <a:avLst/>
            <a:gdLst/>
            <a:ahLst/>
            <a:cxnLst/>
            <a:rect l="l" t="t" r="r" b="b"/>
            <a:pathLst>
              <a:path w="142582" h="19493" extrusionOk="0">
                <a:moveTo>
                  <a:pt x="7730" y="0"/>
                </a:moveTo>
                <a:cubicBezTo>
                  <a:pt x="3445" y="0"/>
                  <a:pt x="0" y="3445"/>
                  <a:pt x="0" y="7646"/>
                </a:cubicBezTo>
                <a:cubicBezTo>
                  <a:pt x="0" y="11847"/>
                  <a:pt x="3445" y="15292"/>
                  <a:pt x="7730" y="15292"/>
                </a:cubicBezTo>
                <a:lnTo>
                  <a:pt x="13023" y="15292"/>
                </a:lnTo>
                <a:cubicBezTo>
                  <a:pt x="12687" y="15712"/>
                  <a:pt x="12603" y="16300"/>
                  <a:pt x="12603" y="16804"/>
                </a:cubicBezTo>
                <a:cubicBezTo>
                  <a:pt x="12603" y="18401"/>
                  <a:pt x="13864" y="19493"/>
                  <a:pt x="15376" y="19493"/>
                </a:cubicBezTo>
                <a:lnTo>
                  <a:pt x="108554" y="19493"/>
                </a:lnTo>
                <a:cubicBezTo>
                  <a:pt x="110150" y="19493"/>
                  <a:pt x="111410" y="18233"/>
                  <a:pt x="111410" y="16804"/>
                </a:cubicBezTo>
                <a:cubicBezTo>
                  <a:pt x="111410" y="16300"/>
                  <a:pt x="111158" y="15712"/>
                  <a:pt x="110990" y="15292"/>
                </a:cubicBezTo>
                <a:lnTo>
                  <a:pt x="134768" y="15292"/>
                </a:lnTo>
                <a:cubicBezTo>
                  <a:pt x="139137" y="15292"/>
                  <a:pt x="142581" y="11847"/>
                  <a:pt x="142581" y="7646"/>
                </a:cubicBezTo>
                <a:cubicBezTo>
                  <a:pt x="142497" y="3445"/>
                  <a:pt x="139053" y="0"/>
                  <a:pt x="13468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 name="Google Shape;1300;p27"/>
          <p:cNvSpPr/>
          <p:nvPr/>
        </p:nvSpPr>
        <p:spPr>
          <a:xfrm flipH="1">
            <a:off x="8184704" y="208763"/>
            <a:ext cx="851873" cy="427417"/>
          </a:xfrm>
          <a:custGeom>
            <a:avLst/>
            <a:gdLst/>
            <a:ahLst/>
            <a:cxnLst/>
            <a:rect l="l" t="t" r="r" b="b"/>
            <a:pathLst>
              <a:path w="24451" h="12268" extrusionOk="0">
                <a:moveTo>
                  <a:pt x="22182" y="4706"/>
                </a:moveTo>
                <a:lnTo>
                  <a:pt x="18821" y="4706"/>
                </a:lnTo>
                <a:cubicBezTo>
                  <a:pt x="18569" y="3362"/>
                  <a:pt x="17477" y="2185"/>
                  <a:pt x="15881" y="2185"/>
                </a:cubicBezTo>
                <a:lnTo>
                  <a:pt x="12268" y="2185"/>
                </a:lnTo>
                <a:lnTo>
                  <a:pt x="12268" y="1849"/>
                </a:lnTo>
                <a:cubicBezTo>
                  <a:pt x="12268" y="841"/>
                  <a:pt x="11428" y="1"/>
                  <a:pt x="10335" y="1"/>
                </a:cubicBezTo>
                <a:lnTo>
                  <a:pt x="8235" y="1"/>
                </a:lnTo>
                <a:cubicBezTo>
                  <a:pt x="7143" y="1"/>
                  <a:pt x="6218" y="841"/>
                  <a:pt x="6218" y="1849"/>
                </a:cubicBezTo>
                <a:lnTo>
                  <a:pt x="6218" y="2185"/>
                </a:lnTo>
                <a:lnTo>
                  <a:pt x="5126" y="2185"/>
                </a:lnTo>
                <a:cubicBezTo>
                  <a:pt x="3614" y="2185"/>
                  <a:pt x="2185" y="3446"/>
                  <a:pt x="2185" y="5042"/>
                </a:cubicBezTo>
                <a:cubicBezTo>
                  <a:pt x="925" y="5126"/>
                  <a:pt x="1" y="6050"/>
                  <a:pt x="1" y="7311"/>
                </a:cubicBezTo>
                <a:cubicBezTo>
                  <a:pt x="1" y="8571"/>
                  <a:pt x="1093" y="9663"/>
                  <a:pt x="2269" y="9663"/>
                </a:cubicBezTo>
                <a:lnTo>
                  <a:pt x="3194" y="9663"/>
                </a:lnTo>
                <a:cubicBezTo>
                  <a:pt x="3614" y="10503"/>
                  <a:pt x="4370" y="11007"/>
                  <a:pt x="5378" y="11007"/>
                </a:cubicBezTo>
                <a:lnTo>
                  <a:pt x="7815" y="11007"/>
                </a:lnTo>
                <a:cubicBezTo>
                  <a:pt x="8235" y="11764"/>
                  <a:pt x="8907" y="12268"/>
                  <a:pt x="9747" y="12268"/>
                </a:cubicBezTo>
                <a:lnTo>
                  <a:pt x="11764" y="12268"/>
                </a:lnTo>
                <a:cubicBezTo>
                  <a:pt x="12688" y="12268"/>
                  <a:pt x="13444" y="11764"/>
                  <a:pt x="13780" y="11007"/>
                </a:cubicBezTo>
                <a:lnTo>
                  <a:pt x="13864" y="11007"/>
                </a:lnTo>
                <a:cubicBezTo>
                  <a:pt x="15040" y="11007"/>
                  <a:pt x="15965" y="10251"/>
                  <a:pt x="16301" y="9327"/>
                </a:cubicBezTo>
                <a:lnTo>
                  <a:pt x="21762" y="9327"/>
                </a:lnTo>
                <a:cubicBezTo>
                  <a:pt x="23022" y="9327"/>
                  <a:pt x="24030" y="8235"/>
                  <a:pt x="24030" y="6974"/>
                </a:cubicBezTo>
                <a:cubicBezTo>
                  <a:pt x="24451" y="5714"/>
                  <a:pt x="23442" y="4706"/>
                  <a:pt x="22182" y="470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Numbers and text ">
  <p:cSld name="CUSTOM_8_1_1_1">
    <p:spTree>
      <p:nvGrpSpPr>
        <p:cNvPr id="1" name="Shape 1301"/>
        <p:cNvGrpSpPr/>
        <p:nvPr/>
      </p:nvGrpSpPr>
      <p:grpSpPr>
        <a:xfrm>
          <a:off x="0" y="0"/>
          <a:ext cx="0" cy="0"/>
          <a:chOff x="0" y="0"/>
          <a:chExt cx="0" cy="0"/>
        </a:xfrm>
      </p:grpSpPr>
      <p:pic>
        <p:nvPicPr>
          <p:cNvPr id="1302" name="Google Shape;1302;p28"/>
          <p:cNvPicPr preferRelativeResize="0"/>
          <p:nvPr/>
        </p:nvPicPr>
        <p:blipFill rotWithShape="1">
          <a:blip r:embed="rId2">
            <a:alphaModFix/>
          </a:blip>
          <a:srcRect l="46746"/>
          <a:stretch/>
        </p:blipFill>
        <p:spPr>
          <a:xfrm rot="10800000" flipH="1">
            <a:off x="-1" y="0"/>
            <a:ext cx="2113375" cy="1648175"/>
          </a:xfrm>
          <a:prstGeom prst="rect">
            <a:avLst/>
          </a:prstGeom>
          <a:noFill/>
          <a:ln>
            <a:noFill/>
          </a:ln>
        </p:spPr>
      </p:pic>
      <p:pic>
        <p:nvPicPr>
          <p:cNvPr id="1303" name="Google Shape;1303;p28"/>
          <p:cNvPicPr preferRelativeResize="0"/>
          <p:nvPr/>
        </p:nvPicPr>
        <p:blipFill rotWithShape="1">
          <a:blip r:embed="rId3">
            <a:alphaModFix amt="81000"/>
          </a:blip>
          <a:srcRect t="-21812" b="24"/>
          <a:stretch/>
        </p:blipFill>
        <p:spPr>
          <a:xfrm rot="-5400000" flipH="1">
            <a:off x="6470467" y="404063"/>
            <a:ext cx="3077601" cy="2269476"/>
          </a:xfrm>
          <a:prstGeom prst="rect">
            <a:avLst/>
          </a:prstGeom>
          <a:noFill/>
          <a:ln>
            <a:noFill/>
          </a:ln>
        </p:spPr>
      </p:pic>
      <p:sp>
        <p:nvSpPr>
          <p:cNvPr id="1304" name="Google Shape;1304;p28"/>
          <p:cNvSpPr txBox="1">
            <a:spLocks noGrp="1"/>
          </p:cNvSpPr>
          <p:nvPr>
            <p:ph type="title" hasCustomPrompt="1"/>
          </p:nvPr>
        </p:nvSpPr>
        <p:spPr>
          <a:xfrm>
            <a:off x="1134000" y="1769800"/>
            <a:ext cx="1397700" cy="5727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3600">
                <a:solidFill>
                  <a:schemeClr val="accent6"/>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1305" name="Google Shape;1305;p28"/>
          <p:cNvSpPr txBox="1">
            <a:spLocks noGrp="1"/>
          </p:cNvSpPr>
          <p:nvPr>
            <p:ph type="subTitle" idx="1"/>
          </p:nvPr>
        </p:nvSpPr>
        <p:spPr>
          <a:xfrm>
            <a:off x="743975" y="3629175"/>
            <a:ext cx="2173200" cy="759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400"/>
              <a:buFont typeface="PT Sans"/>
              <a:buNone/>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Font typeface="PT Sans"/>
              <a:buNone/>
              <a:defRPr sz="2100">
                <a:latin typeface="PT Sans"/>
                <a:ea typeface="PT Sans"/>
                <a:cs typeface="PT Sans"/>
                <a:sym typeface="PT Sans"/>
              </a:defRPr>
            </a:lvl4pPr>
            <a:lvl5pPr lvl="4" algn="ctr" rtl="0">
              <a:lnSpc>
                <a:spcPct val="100000"/>
              </a:lnSpc>
              <a:spcBef>
                <a:spcPts val="0"/>
              </a:spcBef>
              <a:spcAft>
                <a:spcPts val="0"/>
              </a:spcAft>
              <a:buSzPts val="2100"/>
              <a:buFont typeface="PT Sans"/>
              <a:buNone/>
              <a:defRPr sz="2100">
                <a:latin typeface="PT Sans"/>
                <a:ea typeface="PT Sans"/>
                <a:cs typeface="PT Sans"/>
                <a:sym typeface="PT Sans"/>
              </a:defRPr>
            </a:lvl5pPr>
            <a:lvl6pPr lvl="5" algn="ctr" rtl="0">
              <a:lnSpc>
                <a:spcPct val="100000"/>
              </a:lnSpc>
              <a:spcBef>
                <a:spcPts val="0"/>
              </a:spcBef>
              <a:spcAft>
                <a:spcPts val="0"/>
              </a:spcAft>
              <a:buSzPts val="2100"/>
              <a:buFont typeface="PT Sans"/>
              <a:buNone/>
              <a:defRPr sz="2100">
                <a:latin typeface="PT Sans"/>
                <a:ea typeface="PT Sans"/>
                <a:cs typeface="PT Sans"/>
                <a:sym typeface="PT Sans"/>
              </a:defRPr>
            </a:lvl6pPr>
            <a:lvl7pPr lvl="6" algn="ctr" rtl="0">
              <a:lnSpc>
                <a:spcPct val="100000"/>
              </a:lnSpc>
              <a:spcBef>
                <a:spcPts val="0"/>
              </a:spcBef>
              <a:spcAft>
                <a:spcPts val="0"/>
              </a:spcAft>
              <a:buSzPts val="2100"/>
              <a:buFont typeface="PT Sans"/>
              <a:buNone/>
              <a:defRPr sz="2100">
                <a:latin typeface="PT Sans"/>
                <a:ea typeface="PT Sans"/>
                <a:cs typeface="PT Sans"/>
                <a:sym typeface="PT Sans"/>
              </a:defRPr>
            </a:lvl7pPr>
            <a:lvl8pPr lvl="7" algn="ctr" rtl="0">
              <a:lnSpc>
                <a:spcPct val="100000"/>
              </a:lnSpc>
              <a:spcBef>
                <a:spcPts val="0"/>
              </a:spcBef>
              <a:spcAft>
                <a:spcPts val="0"/>
              </a:spcAft>
              <a:buSzPts val="2100"/>
              <a:buFont typeface="PT Sans"/>
              <a:buNone/>
              <a:defRPr sz="2100">
                <a:latin typeface="PT Sans"/>
                <a:ea typeface="PT Sans"/>
                <a:cs typeface="PT Sans"/>
                <a:sym typeface="PT Sans"/>
              </a:defRPr>
            </a:lvl8pPr>
            <a:lvl9pPr lvl="8" algn="ctr" rtl="0">
              <a:lnSpc>
                <a:spcPct val="100000"/>
              </a:lnSpc>
              <a:spcBef>
                <a:spcPts val="0"/>
              </a:spcBef>
              <a:spcAft>
                <a:spcPts val="0"/>
              </a:spcAft>
              <a:buSzPts val="2100"/>
              <a:buFont typeface="PT Sans"/>
              <a:buNone/>
              <a:defRPr sz="2100">
                <a:latin typeface="PT Sans"/>
                <a:ea typeface="PT Sans"/>
                <a:cs typeface="PT Sans"/>
                <a:sym typeface="PT Sans"/>
              </a:defRPr>
            </a:lvl9pPr>
          </a:lstStyle>
          <a:p>
            <a:endParaRPr/>
          </a:p>
        </p:txBody>
      </p:sp>
      <p:sp>
        <p:nvSpPr>
          <p:cNvPr id="1306" name="Google Shape;1306;p28"/>
          <p:cNvSpPr txBox="1">
            <a:spLocks noGrp="1"/>
          </p:cNvSpPr>
          <p:nvPr>
            <p:ph type="subTitle" idx="2"/>
          </p:nvPr>
        </p:nvSpPr>
        <p:spPr>
          <a:xfrm>
            <a:off x="743975" y="2978675"/>
            <a:ext cx="2173200" cy="759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1600" b="1">
                <a:solidFill>
                  <a:schemeClr val="dk1"/>
                </a:solidFill>
                <a:latin typeface="Syncopate"/>
                <a:ea typeface="Syncopate"/>
                <a:cs typeface="Syncopate"/>
                <a:sym typeface="Syncopate"/>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1307" name="Google Shape;1307;p28"/>
          <p:cNvSpPr txBox="1">
            <a:spLocks noGrp="1"/>
          </p:cNvSpPr>
          <p:nvPr>
            <p:ph type="title" idx="3" hasCustomPrompt="1"/>
          </p:nvPr>
        </p:nvSpPr>
        <p:spPr>
          <a:xfrm>
            <a:off x="3873150" y="1769800"/>
            <a:ext cx="1397700" cy="5727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3600">
                <a:solidFill>
                  <a:schemeClr val="accent6"/>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1308" name="Google Shape;1308;p28"/>
          <p:cNvSpPr txBox="1">
            <a:spLocks noGrp="1"/>
          </p:cNvSpPr>
          <p:nvPr>
            <p:ph type="subTitle" idx="4"/>
          </p:nvPr>
        </p:nvSpPr>
        <p:spPr>
          <a:xfrm>
            <a:off x="3485400" y="3629175"/>
            <a:ext cx="2173200" cy="759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400"/>
              <a:buFont typeface="PT Sans"/>
              <a:buNone/>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Font typeface="PT Sans"/>
              <a:buNone/>
              <a:defRPr sz="2100">
                <a:latin typeface="PT Sans"/>
                <a:ea typeface="PT Sans"/>
                <a:cs typeface="PT Sans"/>
                <a:sym typeface="PT Sans"/>
              </a:defRPr>
            </a:lvl4pPr>
            <a:lvl5pPr lvl="4" algn="ctr" rtl="0">
              <a:lnSpc>
                <a:spcPct val="100000"/>
              </a:lnSpc>
              <a:spcBef>
                <a:spcPts val="0"/>
              </a:spcBef>
              <a:spcAft>
                <a:spcPts val="0"/>
              </a:spcAft>
              <a:buSzPts val="2100"/>
              <a:buFont typeface="PT Sans"/>
              <a:buNone/>
              <a:defRPr sz="2100">
                <a:latin typeface="PT Sans"/>
                <a:ea typeface="PT Sans"/>
                <a:cs typeface="PT Sans"/>
                <a:sym typeface="PT Sans"/>
              </a:defRPr>
            </a:lvl5pPr>
            <a:lvl6pPr lvl="5" algn="ctr" rtl="0">
              <a:lnSpc>
                <a:spcPct val="100000"/>
              </a:lnSpc>
              <a:spcBef>
                <a:spcPts val="0"/>
              </a:spcBef>
              <a:spcAft>
                <a:spcPts val="0"/>
              </a:spcAft>
              <a:buSzPts val="2100"/>
              <a:buFont typeface="PT Sans"/>
              <a:buNone/>
              <a:defRPr sz="2100">
                <a:latin typeface="PT Sans"/>
                <a:ea typeface="PT Sans"/>
                <a:cs typeface="PT Sans"/>
                <a:sym typeface="PT Sans"/>
              </a:defRPr>
            </a:lvl6pPr>
            <a:lvl7pPr lvl="6" algn="ctr" rtl="0">
              <a:lnSpc>
                <a:spcPct val="100000"/>
              </a:lnSpc>
              <a:spcBef>
                <a:spcPts val="0"/>
              </a:spcBef>
              <a:spcAft>
                <a:spcPts val="0"/>
              </a:spcAft>
              <a:buSzPts val="2100"/>
              <a:buFont typeface="PT Sans"/>
              <a:buNone/>
              <a:defRPr sz="2100">
                <a:latin typeface="PT Sans"/>
                <a:ea typeface="PT Sans"/>
                <a:cs typeface="PT Sans"/>
                <a:sym typeface="PT Sans"/>
              </a:defRPr>
            </a:lvl7pPr>
            <a:lvl8pPr lvl="7" algn="ctr" rtl="0">
              <a:lnSpc>
                <a:spcPct val="100000"/>
              </a:lnSpc>
              <a:spcBef>
                <a:spcPts val="0"/>
              </a:spcBef>
              <a:spcAft>
                <a:spcPts val="0"/>
              </a:spcAft>
              <a:buSzPts val="2100"/>
              <a:buFont typeface="PT Sans"/>
              <a:buNone/>
              <a:defRPr sz="2100">
                <a:latin typeface="PT Sans"/>
                <a:ea typeface="PT Sans"/>
                <a:cs typeface="PT Sans"/>
                <a:sym typeface="PT Sans"/>
              </a:defRPr>
            </a:lvl8pPr>
            <a:lvl9pPr lvl="8" algn="ctr" rtl="0">
              <a:lnSpc>
                <a:spcPct val="100000"/>
              </a:lnSpc>
              <a:spcBef>
                <a:spcPts val="0"/>
              </a:spcBef>
              <a:spcAft>
                <a:spcPts val="0"/>
              </a:spcAft>
              <a:buSzPts val="2100"/>
              <a:buFont typeface="PT Sans"/>
              <a:buNone/>
              <a:defRPr sz="2100">
                <a:latin typeface="PT Sans"/>
                <a:ea typeface="PT Sans"/>
                <a:cs typeface="PT Sans"/>
                <a:sym typeface="PT Sans"/>
              </a:defRPr>
            </a:lvl9pPr>
          </a:lstStyle>
          <a:p>
            <a:endParaRPr/>
          </a:p>
        </p:txBody>
      </p:sp>
      <p:sp>
        <p:nvSpPr>
          <p:cNvPr id="1309" name="Google Shape;1309;p28"/>
          <p:cNvSpPr txBox="1">
            <a:spLocks noGrp="1"/>
          </p:cNvSpPr>
          <p:nvPr>
            <p:ph type="subTitle" idx="5"/>
          </p:nvPr>
        </p:nvSpPr>
        <p:spPr>
          <a:xfrm>
            <a:off x="3485400" y="2978675"/>
            <a:ext cx="2173200" cy="759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1600" b="1">
                <a:solidFill>
                  <a:schemeClr val="dk1"/>
                </a:solidFill>
                <a:latin typeface="Syncopate"/>
                <a:ea typeface="Syncopate"/>
                <a:cs typeface="Syncopate"/>
                <a:sym typeface="Syncopate"/>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1310" name="Google Shape;1310;p28"/>
          <p:cNvSpPr txBox="1">
            <a:spLocks noGrp="1"/>
          </p:cNvSpPr>
          <p:nvPr>
            <p:ph type="title" idx="6" hasCustomPrompt="1"/>
          </p:nvPr>
        </p:nvSpPr>
        <p:spPr>
          <a:xfrm>
            <a:off x="6612200" y="1769800"/>
            <a:ext cx="1397700" cy="5727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3600">
                <a:solidFill>
                  <a:schemeClr val="accent6"/>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1311" name="Google Shape;1311;p28"/>
          <p:cNvSpPr txBox="1">
            <a:spLocks noGrp="1"/>
          </p:cNvSpPr>
          <p:nvPr>
            <p:ph type="subTitle" idx="7"/>
          </p:nvPr>
        </p:nvSpPr>
        <p:spPr>
          <a:xfrm>
            <a:off x="6226825" y="3629175"/>
            <a:ext cx="2173200" cy="759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400"/>
              <a:buFont typeface="PT Sans"/>
              <a:buNone/>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Font typeface="PT Sans"/>
              <a:buNone/>
              <a:defRPr sz="2100">
                <a:latin typeface="PT Sans"/>
                <a:ea typeface="PT Sans"/>
                <a:cs typeface="PT Sans"/>
                <a:sym typeface="PT Sans"/>
              </a:defRPr>
            </a:lvl4pPr>
            <a:lvl5pPr lvl="4" algn="ctr" rtl="0">
              <a:lnSpc>
                <a:spcPct val="100000"/>
              </a:lnSpc>
              <a:spcBef>
                <a:spcPts val="0"/>
              </a:spcBef>
              <a:spcAft>
                <a:spcPts val="0"/>
              </a:spcAft>
              <a:buSzPts val="2100"/>
              <a:buFont typeface="PT Sans"/>
              <a:buNone/>
              <a:defRPr sz="2100">
                <a:latin typeface="PT Sans"/>
                <a:ea typeface="PT Sans"/>
                <a:cs typeface="PT Sans"/>
                <a:sym typeface="PT Sans"/>
              </a:defRPr>
            </a:lvl5pPr>
            <a:lvl6pPr lvl="5" algn="ctr" rtl="0">
              <a:lnSpc>
                <a:spcPct val="100000"/>
              </a:lnSpc>
              <a:spcBef>
                <a:spcPts val="0"/>
              </a:spcBef>
              <a:spcAft>
                <a:spcPts val="0"/>
              </a:spcAft>
              <a:buSzPts val="2100"/>
              <a:buFont typeface="PT Sans"/>
              <a:buNone/>
              <a:defRPr sz="2100">
                <a:latin typeface="PT Sans"/>
                <a:ea typeface="PT Sans"/>
                <a:cs typeface="PT Sans"/>
                <a:sym typeface="PT Sans"/>
              </a:defRPr>
            </a:lvl6pPr>
            <a:lvl7pPr lvl="6" algn="ctr" rtl="0">
              <a:lnSpc>
                <a:spcPct val="100000"/>
              </a:lnSpc>
              <a:spcBef>
                <a:spcPts val="0"/>
              </a:spcBef>
              <a:spcAft>
                <a:spcPts val="0"/>
              </a:spcAft>
              <a:buSzPts val="2100"/>
              <a:buFont typeface="PT Sans"/>
              <a:buNone/>
              <a:defRPr sz="2100">
                <a:latin typeface="PT Sans"/>
                <a:ea typeface="PT Sans"/>
                <a:cs typeface="PT Sans"/>
                <a:sym typeface="PT Sans"/>
              </a:defRPr>
            </a:lvl7pPr>
            <a:lvl8pPr lvl="7" algn="ctr" rtl="0">
              <a:lnSpc>
                <a:spcPct val="100000"/>
              </a:lnSpc>
              <a:spcBef>
                <a:spcPts val="0"/>
              </a:spcBef>
              <a:spcAft>
                <a:spcPts val="0"/>
              </a:spcAft>
              <a:buSzPts val="2100"/>
              <a:buFont typeface="PT Sans"/>
              <a:buNone/>
              <a:defRPr sz="2100">
                <a:latin typeface="PT Sans"/>
                <a:ea typeface="PT Sans"/>
                <a:cs typeface="PT Sans"/>
                <a:sym typeface="PT Sans"/>
              </a:defRPr>
            </a:lvl8pPr>
            <a:lvl9pPr lvl="8" algn="ctr" rtl="0">
              <a:lnSpc>
                <a:spcPct val="100000"/>
              </a:lnSpc>
              <a:spcBef>
                <a:spcPts val="0"/>
              </a:spcBef>
              <a:spcAft>
                <a:spcPts val="0"/>
              </a:spcAft>
              <a:buSzPts val="2100"/>
              <a:buFont typeface="PT Sans"/>
              <a:buNone/>
              <a:defRPr sz="2100">
                <a:latin typeface="PT Sans"/>
                <a:ea typeface="PT Sans"/>
                <a:cs typeface="PT Sans"/>
                <a:sym typeface="PT Sans"/>
              </a:defRPr>
            </a:lvl9pPr>
          </a:lstStyle>
          <a:p>
            <a:endParaRPr/>
          </a:p>
        </p:txBody>
      </p:sp>
      <p:sp>
        <p:nvSpPr>
          <p:cNvPr id="1312" name="Google Shape;1312;p28"/>
          <p:cNvSpPr txBox="1">
            <a:spLocks noGrp="1"/>
          </p:cNvSpPr>
          <p:nvPr>
            <p:ph type="subTitle" idx="8"/>
          </p:nvPr>
        </p:nvSpPr>
        <p:spPr>
          <a:xfrm>
            <a:off x="6226825" y="2978675"/>
            <a:ext cx="2173200" cy="759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1600" b="1">
                <a:solidFill>
                  <a:schemeClr val="dk1"/>
                </a:solidFill>
                <a:latin typeface="Syncopate"/>
                <a:ea typeface="Syncopate"/>
                <a:cs typeface="Syncopate"/>
                <a:sym typeface="Syncopate"/>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1313" name="Google Shape;1313;p28"/>
          <p:cNvSpPr txBox="1">
            <a:spLocks noGrp="1"/>
          </p:cNvSpPr>
          <p:nvPr>
            <p:ph type="title" idx="9"/>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6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1314" name="Google Shape;1314;p28"/>
          <p:cNvGrpSpPr/>
          <p:nvPr/>
        </p:nvGrpSpPr>
        <p:grpSpPr>
          <a:xfrm flipH="1">
            <a:off x="8430785" y="3914222"/>
            <a:ext cx="631180" cy="702975"/>
            <a:chOff x="6842050" y="3065425"/>
            <a:chExt cx="535625" cy="596550"/>
          </a:xfrm>
        </p:grpSpPr>
        <p:sp>
          <p:nvSpPr>
            <p:cNvPr id="1315" name="Google Shape;1315;p28"/>
            <p:cNvSpPr/>
            <p:nvPr/>
          </p:nvSpPr>
          <p:spPr>
            <a:xfrm>
              <a:off x="7073100" y="3451925"/>
              <a:ext cx="56725" cy="210050"/>
            </a:xfrm>
            <a:custGeom>
              <a:avLst/>
              <a:gdLst/>
              <a:ahLst/>
              <a:cxnLst/>
              <a:rect l="l" t="t" r="r" b="b"/>
              <a:pathLst>
                <a:path w="2269" h="8402" extrusionOk="0">
                  <a:moveTo>
                    <a:pt x="504" y="0"/>
                  </a:moveTo>
                  <a:lnTo>
                    <a:pt x="0" y="8402"/>
                  </a:lnTo>
                  <a:lnTo>
                    <a:pt x="2269" y="8402"/>
                  </a:lnTo>
                  <a:lnTo>
                    <a:pt x="1765" y="0"/>
                  </a:lnTo>
                  <a:close/>
                </a:path>
              </a:pathLst>
            </a:custGeom>
            <a:solidFill>
              <a:srgbClr val="7A452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1316;p28"/>
            <p:cNvSpPr/>
            <p:nvPr/>
          </p:nvSpPr>
          <p:spPr>
            <a:xfrm>
              <a:off x="6867250" y="3065425"/>
              <a:ext cx="510425" cy="428525"/>
            </a:xfrm>
            <a:custGeom>
              <a:avLst/>
              <a:gdLst/>
              <a:ahLst/>
              <a:cxnLst/>
              <a:rect l="l" t="t" r="r" b="b"/>
              <a:pathLst>
                <a:path w="20417" h="17141" extrusionOk="0">
                  <a:moveTo>
                    <a:pt x="7058" y="0"/>
                  </a:moveTo>
                  <a:cubicBezTo>
                    <a:pt x="6218" y="0"/>
                    <a:pt x="5462" y="589"/>
                    <a:pt x="5462" y="1429"/>
                  </a:cubicBezTo>
                  <a:cubicBezTo>
                    <a:pt x="5462" y="1765"/>
                    <a:pt x="5630" y="1933"/>
                    <a:pt x="5714" y="2185"/>
                  </a:cubicBezTo>
                  <a:lnTo>
                    <a:pt x="4117" y="2185"/>
                  </a:lnTo>
                  <a:cubicBezTo>
                    <a:pt x="3193" y="2185"/>
                    <a:pt x="2353" y="2941"/>
                    <a:pt x="2353" y="3949"/>
                  </a:cubicBezTo>
                  <a:lnTo>
                    <a:pt x="2353" y="4285"/>
                  </a:lnTo>
                  <a:cubicBezTo>
                    <a:pt x="1429" y="4706"/>
                    <a:pt x="756" y="5630"/>
                    <a:pt x="756" y="6806"/>
                  </a:cubicBezTo>
                  <a:cubicBezTo>
                    <a:pt x="756" y="7562"/>
                    <a:pt x="1093" y="8150"/>
                    <a:pt x="1597" y="8654"/>
                  </a:cubicBezTo>
                  <a:lnTo>
                    <a:pt x="1429" y="8654"/>
                  </a:lnTo>
                  <a:cubicBezTo>
                    <a:pt x="672" y="8654"/>
                    <a:pt x="0" y="9243"/>
                    <a:pt x="0" y="9999"/>
                  </a:cubicBezTo>
                  <a:cubicBezTo>
                    <a:pt x="0" y="10671"/>
                    <a:pt x="672" y="11259"/>
                    <a:pt x="1429" y="11259"/>
                  </a:cubicBezTo>
                  <a:lnTo>
                    <a:pt x="1849" y="11259"/>
                  </a:lnTo>
                  <a:cubicBezTo>
                    <a:pt x="1597" y="11427"/>
                    <a:pt x="1513" y="11847"/>
                    <a:pt x="1513" y="12183"/>
                  </a:cubicBezTo>
                  <a:cubicBezTo>
                    <a:pt x="1513" y="13023"/>
                    <a:pt x="2101" y="13612"/>
                    <a:pt x="2857" y="13780"/>
                  </a:cubicBezTo>
                  <a:lnTo>
                    <a:pt x="2857" y="13948"/>
                  </a:lnTo>
                  <a:cubicBezTo>
                    <a:pt x="2857" y="15040"/>
                    <a:pt x="3781" y="15964"/>
                    <a:pt x="4873" y="15964"/>
                  </a:cubicBezTo>
                  <a:cubicBezTo>
                    <a:pt x="4873" y="16552"/>
                    <a:pt x="5378" y="17140"/>
                    <a:pt x="6134" y="17140"/>
                  </a:cubicBezTo>
                  <a:lnTo>
                    <a:pt x="15292" y="17140"/>
                  </a:lnTo>
                  <a:cubicBezTo>
                    <a:pt x="15880" y="17140"/>
                    <a:pt x="16552" y="16552"/>
                    <a:pt x="16552" y="15964"/>
                  </a:cubicBezTo>
                  <a:cubicBezTo>
                    <a:pt x="16552" y="15712"/>
                    <a:pt x="16384" y="15544"/>
                    <a:pt x="16300" y="15460"/>
                  </a:cubicBezTo>
                  <a:lnTo>
                    <a:pt x="17056" y="15460"/>
                  </a:lnTo>
                  <a:cubicBezTo>
                    <a:pt x="17644" y="15460"/>
                    <a:pt x="18232" y="14872"/>
                    <a:pt x="18232" y="14368"/>
                  </a:cubicBezTo>
                  <a:cubicBezTo>
                    <a:pt x="18232" y="13948"/>
                    <a:pt x="17980" y="13780"/>
                    <a:pt x="17644" y="13528"/>
                  </a:cubicBezTo>
                  <a:lnTo>
                    <a:pt x="18232" y="13528"/>
                  </a:lnTo>
                  <a:cubicBezTo>
                    <a:pt x="18737" y="13528"/>
                    <a:pt x="19157" y="13107"/>
                    <a:pt x="19157" y="12687"/>
                  </a:cubicBezTo>
                  <a:cubicBezTo>
                    <a:pt x="19157" y="12519"/>
                    <a:pt x="18989" y="12351"/>
                    <a:pt x="18905" y="12183"/>
                  </a:cubicBezTo>
                  <a:cubicBezTo>
                    <a:pt x="19745" y="11679"/>
                    <a:pt x="20417" y="10839"/>
                    <a:pt x="20417" y="9831"/>
                  </a:cubicBezTo>
                  <a:cubicBezTo>
                    <a:pt x="20417" y="8906"/>
                    <a:pt x="19745" y="8066"/>
                    <a:pt x="18821" y="7730"/>
                  </a:cubicBezTo>
                  <a:cubicBezTo>
                    <a:pt x="18905" y="7478"/>
                    <a:pt x="18989" y="7142"/>
                    <a:pt x="18989" y="6806"/>
                  </a:cubicBezTo>
                  <a:cubicBezTo>
                    <a:pt x="18989" y="5546"/>
                    <a:pt x="18148" y="4621"/>
                    <a:pt x="17140" y="4201"/>
                  </a:cubicBezTo>
                  <a:lnTo>
                    <a:pt x="17140" y="3949"/>
                  </a:lnTo>
                  <a:cubicBezTo>
                    <a:pt x="17140" y="3025"/>
                    <a:pt x="16300" y="2185"/>
                    <a:pt x="15376" y="2185"/>
                  </a:cubicBezTo>
                  <a:lnTo>
                    <a:pt x="15124" y="2185"/>
                  </a:lnTo>
                  <a:cubicBezTo>
                    <a:pt x="15292" y="1933"/>
                    <a:pt x="15376" y="1681"/>
                    <a:pt x="15376" y="1429"/>
                  </a:cubicBezTo>
                  <a:cubicBezTo>
                    <a:pt x="15376" y="589"/>
                    <a:pt x="14620" y="0"/>
                    <a:pt x="1377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 name="Google Shape;1317;p28"/>
            <p:cNvSpPr/>
            <p:nvPr/>
          </p:nvSpPr>
          <p:spPr>
            <a:xfrm>
              <a:off x="6842050" y="3065425"/>
              <a:ext cx="422200" cy="428525"/>
            </a:xfrm>
            <a:custGeom>
              <a:avLst/>
              <a:gdLst/>
              <a:ahLst/>
              <a:cxnLst/>
              <a:rect l="l" t="t" r="r" b="b"/>
              <a:pathLst>
                <a:path w="16888" h="17141" extrusionOk="0">
                  <a:moveTo>
                    <a:pt x="7058" y="0"/>
                  </a:moveTo>
                  <a:cubicBezTo>
                    <a:pt x="6133" y="0"/>
                    <a:pt x="5461" y="589"/>
                    <a:pt x="5461" y="1429"/>
                  </a:cubicBezTo>
                  <a:cubicBezTo>
                    <a:pt x="5461" y="1765"/>
                    <a:pt x="5545" y="1933"/>
                    <a:pt x="5629" y="2185"/>
                  </a:cubicBezTo>
                  <a:lnTo>
                    <a:pt x="4033" y="2185"/>
                  </a:lnTo>
                  <a:cubicBezTo>
                    <a:pt x="3109" y="2185"/>
                    <a:pt x="2269" y="2941"/>
                    <a:pt x="2269" y="3949"/>
                  </a:cubicBezTo>
                  <a:lnTo>
                    <a:pt x="2269" y="4285"/>
                  </a:lnTo>
                  <a:cubicBezTo>
                    <a:pt x="1344" y="4706"/>
                    <a:pt x="756" y="5630"/>
                    <a:pt x="756" y="6806"/>
                  </a:cubicBezTo>
                  <a:cubicBezTo>
                    <a:pt x="756" y="7562"/>
                    <a:pt x="1008" y="8150"/>
                    <a:pt x="1596" y="8654"/>
                  </a:cubicBezTo>
                  <a:lnTo>
                    <a:pt x="1344" y="8654"/>
                  </a:lnTo>
                  <a:cubicBezTo>
                    <a:pt x="588" y="8654"/>
                    <a:pt x="0" y="9243"/>
                    <a:pt x="0" y="9999"/>
                  </a:cubicBezTo>
                  <a:cubicBezTo>
                    <a:pt x="0" y="10671"/>
                    <a:pt x="588" y="11259"/>
                    <a:pt x="1344" y="11259"/>
                  </a:cubicBezTo>
                  <a:lnTo>
                    <a:pt x="1764" y="11259"/>
                  </a:lnTo>
                  <a:cubicBezTo>
                    <a:pt x="1596" y="11427"/>
                    <a:pt x="1428" y="11847"/>
                    <a:pt x="1428" y="12183"/>
                  </a:cubicBezTo>
                  <a:cubicBezTo>
                    <a:pt x="1428" y="13023"/>
                    <a:pt x="2101" y="13612"/>
                    <a:pt x="2857" y="13780"/>
                  </a:cubicBezTo>
                  <a:lnTo>
                    <a:pt x="2857" y="13948"/>
                  </a:lnTo>
                  <a:cubicBezTo>
                    <a:pt x="2857" y="15040"/>
                    <a:pt x="3781" y="15964"/>
                    <a:pt x="4789" y="15964"/>
                  </a:cubicBezTo>
                  <a:cubicBezTo>
                    <a:pt x="4789" y="16552"/>
                    <a:pt x="5377" y="17140"/>
                    <a:pt x="6049" y="17140"/>
                  </a:cubicBezTo>
                  <a:lnTo>
                    <a:pt x="11763" y="17140"/>
                  </a:lnTo>
                  <a:cubicBezTo>
                    <a:pt x="12351" y="17140"/>
                    <a:pt x="13023" y="16552"/>
                    <a:pt x="13023" y="15964"/>
                  </a:cubicBezTo>
                  <a:cubicBezTo>
                    <a:pt x="13023" y="15712"/>
                    <a:pt x="12855" y="15544"/>
                    <a:pt x="12771" y="15460"/>
                  </a:cubicBezTo>
                  <a:lnTo>
                    <a:pt x="13527" y="15460"/>
                  </a:lnTo>
                  <a:cubicBezTo>
                    <a:pt x="14199" y="15460"/>
                    <a:pt x="14703" y="14872"/>
                    <a:pt x="14703" y="14368"/>
                  </a:cubicBezTo>
                  <a:cubicBezTo>
                    <a:pt x="14703" y="13948"/>
                    <a:pt x="14451" y="13780"/>
                    <a:pt x="14199" y="13528"/>
                  </a:cubicBezTo>
                  <a:lnTo>
                    <a:pt x="14703" y="13528"/>
                  </a:lnTo>
                  <a:cubicBezTo>
                    <a:pt x="15208" y="13528"/>
                    <a:pt x="15628" y="13107"/>
                    <a:pt x="15628" y="12687"/>
                  </a:cubicBezTo>
                  <a:cubicBezTo>
                    <a:pt x="15628" y="12519"/>
                    <a:pt x="15544" y="12351"/>
                    <a:pt x="15460" y="12183"/>
                  </a:cubicBezTo>
                  <a:cubicBezTo>
                    <a:pt x="16300" y="11679"/>
                    <a:pt x="16888" y="10839"/>
                    <a:pt x="16888" y="9831"/>
                  </a:cubicBezTo>
                  <a:cubicBezTo>
                    <a:pt x="16888" y="8906"/>
                    <a:pt x="16300" y="8066"/>
                    <a:pt x="15292" y="7730"/>
                  </a:cubicBezTo>
                  <a:cubicBezTo>
                    <a:pt x="15460" y="7478"/>
                    <a:pt x="15544" y="7142"/>
                    <a:pt x="15544" y="6806"/>
                  </a:cubicBezTo>
                  <a:cubicBezTo>
                    <a:pt x="15544" y="5546"/>
                    <a:pt x="14703" y="4621"/>
                    <a:pt x="13611" y="4201"/>
                  </a:cubicBezTo>
                  <a:lnTo>
                    <a:pt x="13611" y="3949"/>
                  </a:lnTo>
                  <a:cubicBezTo>
                    <a:pt x="13611" y="3025"/>
                    <a:pt x="12771" y="2185"/>
                    <a:pt x="11847" y="2185"/>
                  </a:cubicBezTo>
                  <a:lnTo>
                    <a:pt x="11679" y="2185"/>
                  </a:lnTo>
                  <a:cubicBezTo>
                    <a:pt x="11763" y="1933"/>
                    <a:pt x="11847" y="1681"/>
                    <a:pt x="11847" y="1429"/>
                  </a:cubicBezTo>
                  <a:cubicBezTo>
                    <a:pt x="11847" y="589"/>
                    <a:pt x="11091" y="0"/>
                    <a:pt x="1025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8" name="Google Shape;1318;p28"/>
            <p:cNvSpPr/>
            <p:nvPr/>
          </p:nvSpPr>
          <p:spPr>
            <a:xfrm>
              <a:off x="6842050" y="3283875"/>
              <a:ext cx="325600" cy="210075"/>
            </a:xfrm>
            <a:custGeom>
              <a:avLst/>
              <a:gdLst/>
              <a:ahLst/>
              <a:cxnLst/>
              <a:rect l="l" t="t" r="r" b="b"/>
              <a:pathLst>
                <a:path w="13024" h="8403" extrusionOk="0">
                  <a:moveTo>
                    <a:pt x="1344" y="0"/>
                  </a:moveTo>
                  <a:cubicBezTo>
                    <a:pt x="588" y="0"/>
                    <a:pt x="0" y="505"/>
                    <a:pt x="0" y="1261"/>
                  </a:cubicBezTo>
                  <a:cubicBezTo>
                    <a:pt x="0" y="1933"/>
                    <a:pt x="588" y="2521"/>
                    <a:pt x="1344" y="2521"/>
                  </a:cubicBezTo>
                  <a:lnTo>
                    <a:pt x="1764" y="2521"/>
                  </a:lnTo>
                  <a:cubicBezTo>
                    <a:pt x="1596" y="2689"/>
                    <a:pt x="1428" y="3109"/>
                    <a:pt x="1428" y="3445"/>
                  </a:cubicBezTo>
                  <a:cubicBezTo>
                    <a:pt x="1428" y="4285"/>
                    <a:pt x="2101" y="4874"/>
                    <a:pt x="2857" y="5042"/>
                  </a:cubicBezTo>
                  <a:lnTo>
                    <a:pt x="2857" y="5210"/>
                  </a:lnTo>
                  <a:cubicBezTo>
                    <a:pt x="2857" y="6302"/>
                    <a:pt x="3781" y="7226"/>
                    <a:pt x="4789" y="7226"/>
                  </a:cubicBezTo>
                  <a:cubicBezTo>
                    <a:pt x="4789" y="7814"/>
                    <a:pt x="5377" y="8402"/>
                    <a:pt x="6049" y="8402"/>
                  </a:cubicBezTo>
                  <a:lnTo>
                    <a:pt x="11763" y="8402"/>
                  </a:lnTo>
                  <a:cubicBezTo>
                    <a:pt x="12351" y="8402"/>
                    <a:pt x="13023" y="7814"/>
                    <a:pt x="13023" y="7226"/>
                  </a:cubicBezTo>
                  <a:cubicBezTo>
                    <a:pt x="13023" y="7142"/>
                    <a:pt x="9746" y="7142"/>
                    <a:pt x="9746" y="7142"/>
                  </a:cubicBezTo>
                  <a:lnTo>
                    <a:pt x="9746" y="6470"/>
                  </a:lnTo>
                  <a:cubicBezTo>
                    <a:pt x="9746" y="5882"/>
                    <a:pt x="9326" y="5294"/>
                    <a:pt x="8738" y="5126"/>
                  </a:cubicBezTo>
                  <a:cubicBezTo>
                    <a:pt x="8990" y="5042"/>
                    <a:pt x="9326" y="4790"/>
                    <a:pt x="9410" y="4369"/>
                  </a:cubicBezTo>
                  <a:lnTo>
                    <a:pt x="11427" y="4369"/>
                  </a:lnTo>
                  <a:cubicBezTo>
                    <a:pt x="12267" y="4369"/>
                    <a:pt x="12855" y="3781"/>
                    <a:pt x="12855" y="3025"/>
                  </a:cubicBezTo>
                  <a:cubicBezTo>
                    <a:pt x="12855" y="2269"/>
                    <a:pt x="12267" y="1681"/>
                    <a:pt x="11427" y="1681"/>
                  </a:cubicBezTo>
                  <a:lnTo>
                    <a:pt x="8906" y="1681"/>
                  </a:lnTo>
                  <a:cubicBezTo>
                    <a:pt x="8906" y="1513"/>
                    <a:pt x="8990" y="1429"/>
                    <a:pt x="8990" y="1345"/>
                  </a:cubicBezTo>
                  <a:cubicBezTo>
                    <a:pt x="8990" y="589"/>
                    <a:pt x="8402" y="0"/>
                    <a:pt x="756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9" name="Google Shape;1319;p28"/>
            <p:cNvSpPr/>
            <p:nvPr/>
          </p:nvSpPr>
          <p:spPr>
            <a:xfrm>
              <a:off x="6989075" y="3065425"/>
              <a:ext cx="235275" cy="147050"/>
            </a:xfrm>
            <a:custGeom>
              <a:avLst/>
              <a:gdLst/>
              <a:ahLst/>
              <a:cxnLst/>
              <a:rect l="l" t="t" r="r" b="b"/>
              <a:pathLst>
                <a:path w="9411" h="5882" extrusionOk="0">
                  <a:moveTo>
                    <a:pt x="2857" y="0"/>
                  </a:moveTo>
                  <a:cubicBezTo>
                    <a:pt x="2857" y="84"/>
                    <a:pt x="2689" y="168"/>
                    <a:pt x="2689" y="252"/>
                  </a:cubicBezTo>
                  <a:cubicBezTo>
                    <a:pt x="2689" y="841"/>
                    <a:pt x="3109" y="1261"/>
                    <a:pt x="3529" y="1429"/>
                  </a:cubicBezTo>
                  <a:cubicBezTo>
                    <a:pt x="3277" y="1513"/>
                    <a:pt x="3025" y="1765"/>
                    <a:pt x="2941" y="2101"/>
                  </a:cubicBezTo>
                  <a:lnTo>
                    <a:pt x="1261" y="2101"/>
                  </a:lnTo>
                  <a:cubicBezTo>
                    <a:pt x="589" y="2101"/>
                    <a:pt x="0" y="2605"/>
                    <a:pt x="0" y="3193"/>
                  </a:cubicBezTo>
                  <a:cubicBezTo>
                    <a:pt x="0" y="3865"/>
                    <a:pt x="505" y="4369"/>
                    <a:pt x="1261" y="4369"/>
                  </a:cubicBezTo>
                  <a:lnTo>
                    <a:pt x="3445" y="4369"/>
                  </a:lnTo>
                  <a:cubicBezTo>
                    <a:pt x="3445" y="4453"/>
                    <a:pt x="3361" y="4621"/>
                    <a:pt x="3361" y="4706"/>
                  </a:cubicBezTo>
                  <a:cubicBezTo>
                    <a:pt x="3361" y="5294"/>
                    <a:pt x="3865" y="5882"/>
                    <a:pt x="4621" y="5882"/>
                  </a:cubicBezTo>
                  <a:lnTo>
                    <a:pt x="9411" y="5882"/>
                  </a:lnTo>
                  <a:cubicBezTo>
                    <a:pt x="9243" y="5126"/>
                    <a:pt x="8486" y="4537"/>
                    <a:pt x="7730" y="4201"/>
                  </a:cubicBezTo>
                  <a:lnTo>
                    <a:pt x="7730" y="3949"/>
                  </a:lnTo>
                  <a:cubicBezTo>
                    <a:pt x="7730" y="3025"/>
                    <a:pt x="6890" y="2185"/>
                    <a:pt x="5966" y="2185"/>
                  </a:cubicBezTo>
                  <a:lnTo>
                    <a:pt x="5798" y="2185"/>
                  </a:lnTo>
                  <a:cubicBezTo>
                    <a:pt x="5882" y="2017"/>
                    <a:pt x="5966" y="1681"/>
                    <a:pt x="5966" y="1429"/>
                  </a:cubicBezTo>
                  <a:cubicBezTo>
                    <a:pt x="5966" y="589"/>
                    <a:pt x="5210" y="0"/>
                    <a:pt x="436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20" name="Google Shape;1320;p28"/>
          <p:cNvSpPr/>
          <p:nvPr/>
        </p:nvSpPr>
        <p:spPr>
          <a:xfrm flipH="1">
            <a:off x="-276740" y="4617203"/>
            <a:ext cx="9697465" cy="527901"/>
          </a:xfrm>
          <a:custGeom>
            <a:avLst/>
            <a:gdLst/>
            <a:ahLst/>
            <a:cxnLst/>
            <a:rect l="l" t="t" r="r" b="b"/>
            <a:pathLst>
              <a:path w="308689" h="50833" extrusionOk="0">
                <a:moveTo>
                  <a:pt x="10839" y="0"/>
                </a:moveTo>
                <a:cubicBezTo>
                  <a:pt x="4790" y="0"/>
                  <a:pt x="1" y="4201"/>
                  <a:pt x="1" y="9411"/>
                </a:cubicBezTo>
                <a:lnTo>
                  <a:pt x="1" y="41506"/>
                </a:lnTo>
                <a:cubicBezTo>
                  <a:pt x="1" y="46631"/>
                  <a:pt x="4874" y="50832"/>
                  <a:pt x="10839" y="50832"/>
                </a:cubicBezTo>
                <a:lnTo>
                  <a:pt x="297850" y="50832"/>
                </a:lnTo>
                <a:cubicBezTo>
                  <a:pt x="303815" y="50832"/>
                  <a:pt x="308688" y="46631"/>
                  <a:pt x="308688" y="41506"/>
                </a:cubicBezTo>
                <a:lnTo>
                  <a:pt x="308688" y="9411"/>
                </a:lnTo>
                <a:cubicBezTo>
                  <a:pt x="308688" y="4201"/>
                  <a:pt x="303815" y="0"/>
                  <a:pt x="297850" y="0"/>
                </a:cubicBezTo>
                <a:close/>
              </a:path>
            </a:pathLst>
          </a:custGeom>
          <a:solidFill>
            <a:srgbClr val="97B8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 name="Google Shape;1321;p28"/>
          <p:cNvSpPr/>
          <p:nvPr/>
        </p:nvSpPr>
        <p:spPr>
          <a:xfrm>
            <a:off x="1881600" y="4695074"/>
            <a:ext cx="2082563" cy="372147"/>
          </a:xfrm>
          <a:custGeom>
            <a:avLst/>
            <a:gdLst/>
            <a:ahLst/>
            <a:cxnLst/>
            <a:rect l="l" t="t" r="r" b="b"/>
            <a:pathLst>
              <a:path w="66292" h="16805" extrusionOk="0">
                <a:moveTo>
                  <a:pt x="4117" y="0"/>
                </a:moveTo>
                <a:cubicBezTo>
                  <a:pt x="1849" y="0"/>
                  <a:pt x="1" y="1765"/>
                  <a:pt x="1" y="3949"/>
                </a:cubicBezTo>
                <a:cubicBezTo>
                  <a:pt x="1" y="6218"/>
                  <a:pt x="1933" y="7982"/>
                  <a:pt x="4117" y="7982"/>
                </a:cubicBezTo>
                <a:lnTo>
                  <a:pt x="4454" y="7982"/>
                </a:lnTo>
                <a:cubicBezTo>
                  <a:pt x="4370" y="8318"/>
                  <a:pt x="4370" y="8738"/>
                  <a:pt x="4370" y="8990"/>
                </a:cubicBezTo>
                <a:cubicBezTo>
                  <a:pt x="4370" y="11763"/>
                  <a:pt x="6554" y="13863"/>
                  <a:pt x="9327" y="13863"/>
                </a:cubicBezTo>
                <a:lnTo>
                  <a:pt x="23358" y="13863"/>
                </a:lnTo>
                <a:lnTo>
                  <a:pt x="23358" y="14283"/>
                </a:lnTo>
                <a:cubicBezTo>
                  <a:pt x="23358" y="15628"/>
                  <a:pt x="24534" y="16804"/>
                  <a:pt x="25963" y="16804"/>
                </a:cubicBezTo>
                <a:lnTo>
                  <a:pt x="63687" y="16804"/>
                </a:lnTo>
                <a:cubicBezTo>
                  <a:pt x="65200" y="16804"/>
                  <a:pt x="66292" y="15628"/>
                  <a:pt x="66292" y="14283"/>
                </a:cubicBezTo>
                <a:cubicBezTo>
                  <a:pt x="66292" y="12939"/>
                  <a:pt x="65200" y="11763"/>
                  <a:pt x="63687" y="11763"/>
                </a:cubicBezTo>
                <a:lnTo>
                  <a:pt x="49404" y="11763"/>
                </a:lnTo>
                <a:cubicBezTo>
                  <a:pt x="49908" y="11007"/>
                  <a:pt x="50244" y="10082"/>
                  <a:pt x="50244" y="8990"/>
                </a:cubicBezTo>
                <a:cubicBezTo>
                  <a:pt x="50244" y="8738"/>
                  <a:pt x="50244" y="8318"/>
                  <a:pt x="50160" y="7982"/>
                </a:cubicBezTo>
                <a:lnTo>
                  <a:pt x="59990" y="7982"/>
                </a:lnTo>
                <a:cubicBezTo>
                  <a:pt x="62343" y="7982"/>
                  <a:pt x="64107" y="6218"/>
                  <a:pt x="64107" y="3949"/>
                </a:cubicBezTo>
                <a:cubicBezTo>
                  <a:pt x="64107" y="1765"/>
                  <a:pt x="62259" y="0"/>
                  <a:pt x="5999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22" name="Google Shape;1322;p28"/>
          <p:cNvGrpSpPr/>
          <p:nvPr/>
        </p:nvGrpSpPr>
        <p:grpSpPr>
          <a:xfrm flipH="1">
            <a:off x="137937" y="112088"/>
            <a:ext cx="8921710" cy="895653"/>
            <a:chOff x="1252891" y="1136405"/>
            <a:chExt cx="6401916" cy="642690"/>
          </a:xfrm>
        </p:grpSpPr>
        <p:sp>
          <p:nvSpPr>
            <p:cNvPr id="1323" name="Google Shape;1323;p28"/>
            <p:cNvSpPr/>
            <p:nvPr/>
          </p:nvSpPr>
          <p:spPr>
            <a:xfrm>
              <a:off x="1398509" y="1136405"/>
              <a:ext cx="611275" cy="306700"/>
            </a:xfrm>
            <a:custGeom>
              <a:avLst/>
              <a:gdLst/>
              <a:ahLst/>
              <a:cxnLst/>
              <a:rect l="l" t="t" r="r" b="b"/>
              <a:pathLst>
                <a:path w="24451" h="12268" extrusionOk="0">
                  <a:moveTo>
                    <a:pt x="22182" y="4706"/>
                  </a:moveTo>
                  <a:lnTo>
                    <a:pt x="18821" y="4706"/>
                  </a:lnTo>
                  <a:cubicBezTo>
                    <a:pt x="18569" y="3362"/>
                    <a:pt x="17477" y="2185"/>
                    <a:pt x="15881" y="2185"/>
                  </a:cubicBezTo>
                  <a:lnTo>
                    <a:pt x="12268" y="2185"/>
                  </a:lnTo>
                  <a:lnTo>
                    <a:pt x="12268" y="1849"/>
                  </a:lnTo>
                  <a:cubicBezTo>
                    <a:pt x="12268" y="841"/>
                    <a:pt x="11428" y="1"/>
                    <a:pt x="10335" y="1"/>
                  </a:cubicBezTo>
                  <a:lnTo>
                    <a:pt x="8235" y="1"/>
                  </a:lnTo>
                  <a:cubicBezTo>
                    <a:pt x="7143" y="1"/>
                    <a:pt x="6218" y="841"/>
                    <a:pt x="6218" y="1849"/>
                  </a:cubicBezTo>
                  <a:lnTo>
                    <a:pt x="6218" y="2185"/>
                  </a:lnTo>
                  <a:lnTo>
                    <a:pt x="5126" y="2185"/>
                  </a:lnTo>
                  <a:cubicBezTo>
                    <a:pt x="3614" y="2185"/>
                    <a:pt x="2185" y="3446"/>
                    <a:pt x="2185" y="5042"/>
                  </a:cubicBezTo>
                  <a:cubicBezTo>
                    <a:pt x="925" y="5126"/>
                    <a:pt x="1" y="6050"/>
                    <a:pt x="1" y="7311"/>
                  </a:cubicBezTo>
                  <a:cubicBezTo>
                    <a:pt x="1" y="8571"/>
                    <a:pt x="1093" y="9663"/>
                    <a:pt x="2269" y="9663"/>
                  </a:cubicBezTo>
                  <a:lnTo>
                    <a:pt x="3194" y="9663"/>
                  </a:lnTo>
                  <a:cubicBezTo>
                    <a:pt x="3614" y="10503"/>
                    <a:pt x="4370" y="11007"/>
                    <a:pt x="5378" y="11007"/>
                  </a:cubicBezTo>
                  <a:lnTo>
                    <a:pt x="7815" y="11007"/>
                  </a:lnTo>
                  <a:cubicBezTo>
                    <a:pt x="8235" y="11764"/>
                    <a:pt x="8907" y="12268"/>
                    <a:pt x="9747" y="12268"/>
                  </a:cubicBezTo>
                  <a:lnTo>
                    <a:pt x="11764" y="12268"/>
                  </a:lnTo>
                  <a:cubicBezTo>
                    <a:pt x="12688" y="12268"/>
                    <a:pt x="13444" y="11764"/>
                    <a:pt x="13780" y="11007"/>
                  </a:cubicBezTo>
                  <a:lnTo>
                    <a:pt x="13864" y="11007"/>
                  </a:lnTo>
                  <a:cubicBezTo>
                    <a:pt x="15040" y="11007"/>
                    <a:pt x="15965" y="10251"/>
                    <a:pt x="16301" y="9327"/>
                  </a:cubicBezTo>
                  <a:lnTo>
                    <a:pt x="21762" y="9327"/>
                  </a:lnTo>
                  <a:cubicBezTo>
                    <a:pt x="23022" y="9327"/>
                    <a:pt x="24030" y="8235"/>
                    <a:pt x="24030" y="6974"/>
                  </a:cubicBezTo>
                  <a:cubicBezTo>
                    <a:pt x="24451" y="5714"/>
                    <a:pt x="23442" y="4706"/>
                    <a:pt x="22182" y="470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 name="Google Shape;1324;p28"/>
            <p:cNvSpPr/>
            <p:nvPr/>
          </p:nvSpPr>
          <p:spPr>
            <a:xfrm>
              <a:off x="7341807" y="1275035"/>
              <a:ext cx="313000" cy="168075"/>
            </a:xfrm>
            <a:custGeom>
              <a:avLst/>
              <a:gdLst/>
              <a:ahLst/>
              <a:cxnLst/>
              <a:rect l="l" t="t" r="r" b="b"/>
              <a:pathLst>
                <a:path w="12520" h="6723" extrusionOk="0">
                  <a:moveTo>
                    <a:pt x="11259" y="2774"/>
                  </a:moveTo>
                  <a:lnTo>
                    <a:pt x="10251" y="2774"/>
                  </a:lnTo>
                  <a:cubicBezTo>
                    <a:pt x="10251" y="2606"/>
                    <a:pt x="10335" y="2522"/>
                    <a:pt x="10335" y="2438"/>
                  </a:cubicBezTo>
                  <a:cubicBezTo>
                    <a:pt x="10335" y="1765"/>
                    <a:pt x="9831" y="1261"/>
                    <a:pt x="9159" y="1261"/>
                  </a:cubicBezTo>
                  <a:lnTo>
                    <a:pt x="8235" y="1261"/>
                  </a:lnTo>
                  <a:lnTo>
                    <a:pt x="8235" y="1009"/>
                  </a:lnTo>
                  <a:cubicBezTo>
                    <a:pt x="8235" y="505"/>
                    <a:pt x="7815" y="1"/>
                    <a:pt x="7142" y="1"/>
                  </a:cubicBezTo>
                  <a:lnTo>
                    <a:pt x="5126" y="1"/>
                  </a:lnTo>
                  <a:cubicBezTo>
                    <a:pt x="4622" y="1"/>
                    <a:pt x="4202" y="337"/>
                    <a:pt x="4118" y="841"/>
                  </a:cubicBezTo>
                  <a:lnTo>
                    <a:pt x="3530" y="841"/>
                  </a:lnTo>
                  <a:cubicBezTo>
                    <a:pt x="2857" y="841"/>
                    <a:pt x="2269" y="1345"/>
                    <a:pt x="2269" y="2017"/>
                  </a:cubicBezTo>
                  <a:lnTo>
                    <a:pt x="1429" y="2017"/>
                  </a:lnTo>
                  <a:cubicBezTo>
                    <a:pt x="673" y="2017"/>
                    <a:pt x="1" y="2606"/>
                    <a:pt x="1" y="3362"/>
                  </a:cubicBezTo>
                  <a:cubicBezTo>
                    <a:pt x="1" y="4118"/>
                    <a:pt x="673" y="4706"/>
                    <a:pt x="1429" y="4706"/>
                  </a:cubicBezTo>
                  <a:lnTo>
                    <a:pt x="2101" y="4706"/>
                  </a:lnTo>
                  <a:cubicBezTo>
                    <a:pt x="2353" y="5210"/>
                    <a:pt x="2857" y="5630"/>
                    <a:pt x="3530" y="5630"/>
                  </a:cubicBezTo>
                  <a:lnTo>
                    <a:pt x="3614" y="5630"/>
                  </a:lnTo>
                  <a:cubicBezTo>
                    <a:pt x="3698" y="6302"/>
                    <a:pt x="4118" y="6723"/>
                    <a:pt x="4874" y="6723"/>
                  </a:cubicBezTo>
                  <a:lnTo>
                    <a:pt x="6722" y="6723"/>
                  </a:lnTo>
                  <a:cubicBezTo>
                    <a:pt x="7394" y="6723"/>
                    <a:pt x="7899" y="6302"/>
                    <a:pt x="7983" y="5630"/>
                  </a:cubicBezTo>
                  <a:lnTo>
                    <a:pt x="8235" y="5630"/>
                  </a:lnTo>
                  <a:cubicBezTo>
                    <a:pt x="8655" y="5630"/>
                    <a:pt x="9075" y="5462"/>
                    <a:pt x="9327" y="5126"/>
                  </a:cubicBezTo>
                  <a:lnTo>
                    <a:pt x="11259" y="5126"/>
                  </a:lnTo>
                  <a:cubicBezTo>
                    <a:pt x="11847" y="5126"/>
                    <a:pt x="12520" y="4622"/>
                    <a:pt x="12520" y="3950"/>
                  </a:cubicBezTo>
                  <a:cubicBezTo>
                    <a:pt x="12436" y="3278"/>
                    <a:pt x="11931" y="2774"/>
                    <a:pt x="11259" y="277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 name="Google Shape;1325;p28"/>
            <p:cNvSpPr/>
            <p:nvPr/>
          </p:nvSpPr>
          <p:spPr>
            <a:xfrm>
              <a:off x="1252891" y="1463995"/>
              <a:ext cx="569250" cy="315100"/>
            </a:xfrm>
            <a:custGeom>
              <a:avLst/>
              <a:gdLst/>
              <a:ahLst/>
              <a:cxnLst/>
              <a:rect l="l" t="t" r="r" b="b"/>
              <a:pathLst>
                <a:path w="22770" h="12604" extrusionOk="0">
                  <a:moveTo>
                    <a:pt x="20585" y="5042"/>
                  </a:moveTo>
                  <a:lnTo>
                    <a:pt x="18821" y="5042"/>
                  </a:lnTo>
                  <a:cubicBezTo>
                    <a:pt x="18905" y="4874"/>
                    <a:pt x="18905" y="4622"/>
                    <a:pt x="18905" y="4454"/>
                  </a:cubicBezTo>
                  <a:cubicBezTo>
                    <a:pt x="18905" y="3277"/>
                    <a:pt x="17981" y="2353"/>
                    <a:pt x="16720" y="2353"/>
                  </a:cubicBezTo>
                  <a:lnTo>
                    <a:pt x="15040" y="2353"/>
                  </a:lnTo>
                  <a:lnTo>
                    <a:pt x="15040" y="1933"/>
                  </a:lnTo>
                  <a:cubicBezTo>
                    <a:pt x="15040" y="841"/>
                    <a:pt x="14200" y="1"/>
                    <a:pt x="13023" y="1"/>
                  </a:cubicBezTo>
                  <a:lnTo>
                    <a:pt x="9327" y="1"/>
                  </a:lnTo>
                  <a:cubicBezTo>
                    <a:pt x="8402" y="1"/>
                    <a:pt x="7562" y="589"/>
                    <a:pt x="7478" y="1597"/>
                  </a:cubicBezTo>
                  <a:lnTo>
                    <a:pt x="6302" y="1597"/>
                  </a:lnTo>
                  <a:cubicBezTo>
                    <a:pt x="5042" y="1597"/>
                    <a:pt x="4117" y="2521"/>
                    <a:pt x="3949" y="3781"/>
                  </a:cubicBezTo>
                  <a:lnTo>
                    <a:pt x="2521" y="3781"/>
                  </a:lnTo>
                  <a:cubicBezTo>
                    <a:pt x="1177" y="3781"/>
                    <a:pt x="0" y="4958"/>
                    <a:pt x="0" y="6302"/>
                  </a:cubicBezTo>
                  <a:cubicBezTo>
                    <a:pt x="0" y="7646"/>
                    <a:pt x="1177" y="8823"/>
                    <a:pt x="2521" y="8823"/>
                  </a:cubicBezTo>
                  <a:lnTo>
                    <a:pt x="3865" y="8823"/>
                  </a:lnTo>
                  <a:cubicBezTo>
                    <a:pt x="4201" y="9831"/>
                    <a:pt x="5210" y="10587"/>
                    <a:pt x="6386" y="10587"/>
                  </a:cubicBezTo>
                  <a:lnTo>
                    <a:pt x="6638" y="10587"/>
                  </a:lnTo>
                  <a:cubicBezTo>
                    <a:pt x="6722" y="11763"/>
                    <a:pt x="7646" y="12604"/>
                    <a:pt x="8822" y="12604"/>
                  </a:cubicBezTo>
                  <a:lnTo>
                    <a:pt x="12267" y="12604"/>
                  </a:lnTo>
                  <a:cubicBezTo>
                    <a:pt x="13444" y="12604"/>
                    <a:pt x="14368" y="11763"/>
                    <a:pt x="14452" y="10587"/>
                  </a:cubicBezTo>
                  <a:lnTo>
                    <a:pt x="14872" y="10587"/>
                  </a:lnTo>
                  <a:cubicBezTo>
                    <a:pt x="15712" y="10587"/>
                    <a:pt x="16468" y="10167"/>
                    <a:pt x="16972" y="9663"/>
                  </a:cubicBezTo>
                  <a:lnTo>
                    <a:pt x="20585" y="9663"/>
                  </a:lnTo>
                  <a:cubicBezTo>
                    <a:pt x="21846" y="9663"/>
                    <a:pt x="22770" y="8739"/>
                    <a:pt x="22770" y="7478"/>
                  </a:cubicBezTo>
                  <a:cubicBezTo>
                    <a:pt x="22770" y="5966"/>
                    <a:pt x="21846" y="5042"/>
                    <a:pt x="20585" y="504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26" name="Google Shape;1326;p28"/>
          <p:cNvGrpSpPr/>
          <p:nvPr/>
        </p:nvGrpSpPr>
        <p:grpSpPr>
          <a:xfrm>
            <a:off x="50507" y="3054085"/>
            <a:ext cx="662657" cy="1788363"/>
            <a:chOff x="231800" y="1194350"/>
            <a:chExt cx="943150" cy="2545350"/>
          </a:xfrm>
        </p:grpSpPr>
        <p:sp>
          <p:nvSpPr>
            <p:cNvPr id="1327" name="Google Shape;1327;p28"/>
            <p:cNvSpPr/>
            <p:nvPr/>
          </p:nvSpPr>
          <p:spPr>
            <a:xfrm>
              <a:off x="484495" y="3697404"/>
              <a:ext cx="416790" cy="42296"/>
            </a:xfrm>
            <a:custGeom>
              <a:avLst/>
              <a:gdLst/>
              <a:ahLst/>
              <a:cxnLst/>
              <a:rect l="l" t="t" r="r" b="b"/>
              <a:pathLst>
                <a:path w="70493" h="1692" extrusionOk="0">
                  <a:moveTo>
                    <a:pt x="68838" y="1"/>
                  </a:moveTo>
                  <a:cubicBezTo>
                    <a:pt x="68747" y="1"/>
                    <a:pt x="68655" y="4"/>
                    <a:pt x="68561" y="11"/>
                  </a:cubicBezTo>
                  <a:lnTo>
                    <a:pt x="1849" y="11"/>
                  </a:lnTo>
                  <a:cubicBezTo>
                    <a:pt x="841" y="11"/>
                    <a:pt x="1" y="347"/>
                    <a:pt x="1" y="851"/>
                  </a:cubicBezTo>
                  <a:cubicBezTo>
                    <a:pt x="1" y="1272"/>
                    <a:pt x="841" y="1692"/>
                    <a:pt x="1849" y="1692"/>
                  </a:cubicBezTo>
                  <a:lnTo>
                    <a:pt x="68561" y="1692"/>
                  </a:lnTo>
                  <a:cubicBezTo>
                    <a:pt x="69653" y="1692"/>
                    <a:pt x="70493" y="1356"/>
                    <a:pt x="70493" y="851"/>
                  </a:cubicBezTo>
                  <a:cubicBezTo>
                    <a:pt x="70493" y="391"/>
                    <a:pt x="69792" y="1"/>
                    <a:pt x="68838" y="1"/>
                  </a:cubicBezTo>
                  <a:close/>
                </a:path>
              </a:pathLst>
            </a:custGeom>
            <a:solidFill>
              <a:srgbClr val="6A84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8" name="Google Shape;1328;p28"/>
            <p:cNvSpPr/>
            <p:nvPr/>
          </p:nvSpPr>
          <p:spPr>
            <a:xfrm>
              <a:off x="645600" y="3370000"/>
              <a:ext cx="71450" cy="355000"/>
            </a:xfrm>
            <a:custGeom>
              <a:avLst/>
              <a:gdLst/>
              <a:ahLst/>
              <a:cxnLst/>
              <a:rect l="l" t="t" r="r" b="b"/>
              <a:pathLst>
                <a:path w="2858" h="14200" extrusionOk="0">
                  <a:moveTo>
                    <a:pt x="85" y="0"/>
                  </a:moveTo>
                  <a:cubicBezTo>
                    <a:pt x="85" y="3865"/>
                    <a:pt x="85" y="13107"/>
                    <a:pt x="1" y="14200"/>
                  </a:cubicBezTo>
                  <a:lnTo>
                    <a:pt x="2857" y="14200"/>
                  </a:lnTo>
                  <a:cubicBezTo>
                    <a:pt x="2857" y="13107"/>
                    <a:pt x="2857" y="3865"/>
                    <a:pt x="2689" y="0"/>
                  </a:cubicBezTo>
                  <a:close/>
                </a:path>
              </a:pathLst>
            </a:custGeom>
            <a:solidFill>
              <a:srgbClr val="4054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9" name="Google Shape;1329;p28"/>
            <p:cNvSpPr/>
            <p:nvPr/>
          </p:nvSpPr>
          <p:spPr>
            <a:xfrm>
              <a:off x="685525" y="3370000"/>
              <a:ext cx="31525" cy="355000"/>
            </a:xfrm>
            <a:custGeom>
              <a:avLst/>
              <a:gdLst/>
              <a:ahLst/>
              <a:cxnLst/>
              <a:rect l="l" t="t" r="r" b="b"/>
              <a:pathLst>
                <a:path w="1261" h="14200" extrusionOk="0">
                  <a:moveTo>
                    <a:pt x="0" y="0"/>
                  </a:moveTo>
                  <a:lnTo>
                    <a:pt x="0" y="14200"/>
                  </a:lnTo>
                  <a:lnTo>
                    <a:pt x="1260" y="14200"/>
                  </a:lnTo>
                  <a:cubicBezTo>
                    <a:pt x="1260" y="13107"/>
                    <a:pt x="1260" y="3865"/>
                    <a:pt x="1092" y="0"/>
                  </a:cubicBezTo>
                  <a:close/>
                </a:path>
              </a:pathLst>
            </a:custGeom>
            <a:solidFill>
              <a:srgbClr val="6C8C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0" name="Google Shape;1330;p28"/>
            <p:cNvSpPr/>
            <p:nvPr/>
          </p:nvSpPr>
          <p:spPr>
            <a:xfrm>
              <a:off x="654000" y="1624500"/>
              <a:ext cx="56750" cy="1745525"/>
            </a:xfrm>
            <a:custGeom>
              <a:avLst/>
              <a:gdLst/>
              <a:ahLst/>
              <a:cxnLst/>
              <a:rect l="l" t="t" r="r" b="b"/>
              <a:pathLst>
                <a:path w="2270" h="69821" extrusionOk="0">
                  <a:moveTo>
                    <a:pt x="925" y="0"/>
                  </a:moveTo>
                  <a:cubicBezTo>
                    <a:pt x="841" y="2773"/>
                    <a:pt x="85" y="67720"/>
                    <a:pt x="1" y="69820"/>
                  </a:cubicBezTo>
                  <a:lnTo>
                    <a:pt x="2269" y="69820"/>
                  </a:lnTo>
                  <a:cubicBezTo>
                    <a:pt x="2185" y="67720"/>
                    <a:pt x="1429" y="2773"/>
                    <a:pt x="1345" y="0"/>
                  </a:cubicBezTo>
                  <a:close/>
                </a:path>
              </a:pathLst>
            </a:custGeom>
            <a:solidFill>
              <a:srgbClr val="F5F9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1" name="Google Shape;1331;p28"/>
            <p:cNvSpPr/>
            <p:nvPr/>
          </p:nvSpPr>
          <p:spPr>
            <a:xfrm>
              <a:off x="681325" y="1624500"/>
              <a:ext cx="25225" cy="1745525"/>
            </a:xfrm>
            <a:custGeom>
              <a:avLst/>
              <a:gdLst/>
              <a:ahLst/>
              <a:cxnLst/>
              <a:rect l="l" t="t" r="r" b="b"/>
              <a:pathLst>
                <a:path w="1009" h="69821" extrusionOk="0">
                  <a:moveTo>
                    <a:pt x="168" y="0"/>
                  </a:moveTo>
                  <a:cubicBezTo>
                    <a:pt x="0" y="0"/>
                    <a:pt x="252" y="69820"/>
                    <a:pt x="252" y="69820"/>
                  </a:cubicBezTo>
                  <a:lnTo>
                    <a:pt x="1008" y="69820"/>
                  </a:lnTo>
                  <a:cubicBezTo>
                    <a:pt x="1008" y="67720"/>
                    <a:pt x="252" y="2773"/>
                    <a:pt x="16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2" name="Google Shape;1332;p28"/>
            <p:cNvSpPr/>
            <p:nvPr/>
          </p:nvSpPr>
          <p:spPr>
            <a:xfrm>
              <a:off x="244425" y="1585750"/>
              <a:ext cx="430625" cy="68875"/>
            </a:xfrm>
            <a:custGeom>
              <a:avLst/>
              <a:gdLst/>
              <a:ahLst/>
              <a:cxnLst/>
              <a:rect l="l" t="t" r="r" b="b"/>
              <a:pathLst>
                <a:path w="17225" h="2755" extrusionOk="0">
                  <a:moveTo>
                    <a:pt x="13288" y="0"/>
                  </a:moveTo>
                  <a:cubicBezTo>
                    <a:pt x="10899" y="0"/>
                    <a:pt x="0" y="1757"/>
                    <a:pt x="0" y="2222"/>
                  </a:cubicBezTo>
                  <a:cubicBezTo>
                    <a:pt x="0" y="2584"/>
                    <a:pt x="1525" y="2755"/>
                    <a:pt x="3871" y="2755"/>
                  </a:cubicBezTo>
                  <a:cubicBezTo>
                    <a:pt x="5340" y="2755"/>
                    <a:pt x="7132" y="2688"/>
                    <a:pt x="9074" y="2558"/>
                  </a:cubicBezTo>
                  <a:cubicBezTo>
                    <a:pt x="14115" y="2222"/>
                    <a:pt x="17056" y="2138"/>
                    <a:pt x="17056" y="1634"/>
                  </a:cubicBezTo>
                  <a:cubicBezTo>
                    <a:pt x="17224" y="1214"/>
                    <a:pt x="15712" y="794"/>
                    <a:pt x="13695" y="38"/>
                  </a:cubicBezTo>
                  <a:cubicBezTo>
                    <a:pt x="13625" y="12"/>
                    <a:pt x="13486" y="0"/>
                    <a:pt x="1328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 name="Google Shape;1333;p28"/>
            <p:cNvSpPr/>
            <p:nvPr/>
          </p:nvSpPr>
          <p:spPr>
            <a:xfrm>
              <a:off x="271725" y="1591650"/>
              <a:ext cx="373900" cy="45475"/>
            </a:xfrm>
            <a:custGeom>
              <a:avLst/>
              <a:gdLst/>
              <a:ahLst/>
              <a:cxnLst/>
              <a:rect l="l" t="t" r="r" b="b"/>
              <a:pathLst>
                <a:path w="14956" h="1819" extrusionOk="0">
                  <a:moveTo>
                    <a:pt x="12119" y="1"/>
                  </a:moveTo>
                  <a:cubicBezTo>
                    <a:pt x="10095" y="1"/>
                    <a:pt x="2774" y="1144"/>
                    <a:pt x="0" y="1818"/>
                  </a:cubicBezTo>
                  <a:lnTo>
                    <a:pt x="14956" y="894"/>
                  </a:lnTo>
                  <a:cubicBezTo>
                    <a:pt x="14452" y="642"/>
                    <a:pt x="13779" y="474"/>
                    <a:pt x="13275" y="222"/>
                  </a:cubicBezTo>
                  <a:cubicBezTo>
                    <a:pt x="13023" y="138"/>
                    <a:pt x="12855" y="138"/>
                    <a:pt x="12603" y="54"/>
                  </a:cubicBezTo>
                  <a:cubicBezTo>
                    <a:pt x="12531" y="18"/>
                    <a:pt x="12363" y="1"/>
                    <a:pt x="12119" y="1"/>
                  </a:cubicBez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4" name="Google Shape;1334;p28"/>
            <p:cNvSpPr/>
            <p:nvPr/>
          </p:nvSpPr>
          <p:spPr>
            <a:xfrm>
              <a:off x="677125" y="1625850"/>
              <a:ext cx="247875" cy="357900"/>
            </a:xfrm>
            <a:custGeom>
              <a:avLst/>
              <a:gdLst/>
              <a:ahLst/>
              <a:cxnLst/>
              <a:rect l="l" t="t" r="r" b="b"/>
              <a:pathLst>
                <a:path w="9915" h="14316" extrusionOk="0">
                  <a:moveTo>
                    <a:pt x="507" y="0"/>
                  </a:moveTo>
                  <a:cubicBezTo>
                    <a:pt x="474" y="0"/>
                    <a:pt x="445" y="10"/>
                    <a:pt x="420" y="30"/>
                  </a:cubicBezTo>
                  <a:cubicBezTo>
                    <a:pt x="0" y="366"/>
                    <a:pt x="420" y="1711"/>
                    <a:pt x="672" y="3727"/>
                  </a:cubicBezTo>
                  <a:cubicBezTo>
                    <a:pt x="922" y="4727"/>
                    <a:pt x="9018" y="14316"/>
                    <a:pt x="9484" y="14316"/>
                  </a:cubicBezTo>
                  <a:cubicBezTo>
                    <a:pt x="9488" y="14316"/>
                    <a:pt x="9491" y="14315"/>
                    <a:pt x="9494" y="14313"/>
                  </a:cubicBezTo>
                  <a:cubicBezTo>
                    <a:pt x="9914" y="13977"/>
                    <a:pt x="8066" y="10533"/>
                    <a:pt x="5209" y="6332"/>
                  </a:cubicBezTo>
                  <a:cubicBezTo>
                    <a:pt x="2523" y="2460"/>
                    <a:pt x="1025" y="0"/>
                    <a:pt x="50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5" name="Google Shape;1335;p28"/>
            <p:cNvSpPr/>
            <p:nvPr/>
          </p:nvSpPr>
          <p:spPr>
            <a:xfrm>
              <a:off x="689725" y="1658100"/>
              <a:ext cx="207975" cy="304600"/>
            </a:xfrm>
            <a:custGeom>
              <a:avLst/>
              <a:gdLst/>
              <a:ahLst/>
              <a:cxnLst/>
              <a:rect l="l" t="t" r="r" b="b"/>
              <a:pathLst>
                <a:path w="8319" h="12184" extrusionOk="0">
                  <a:moveTo>
                    <a:pt x="0" y="0"/>
                  </a:moveTo>
                  <a:lnTo>
                    <a:pt x="0" y="0"/>
                  </a:lnTo>
                  <a:cubicBezTo>
                    <a:pt x="84" y="505"/>
                    <a:pt x="252" y="1177"/>
                    <a:pt x="336" y="1765"/>
                  </a:cubicBezTo>
                  <a:cubicBezTo>
                    <a:pt x="336" y="1933"/>
                    <a:pt x="420" y="2185"/>
                    <a:pt x="420" y="2521"/>
                  </a:cubicBezTo>
                  <a:cubicBezTo>
                    <a:pt x="504" y="3109"/>
                    <a:pt x="6218" y="9999"/>
                    <a:pt x="8318" y="12183"/>
                  </a:cubicBezTo>
                  <a:lnTo>
                    <a:pt x="0" y="0"/>
                  </a:ln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 name="Google Shape;1336;p28"/>
            <p:cNvSpPr/>
            <p:nvPr/>
          </p:nvSpPr>
          <p:spPr>
            <a:xfrm>
              <a:off x="668700" y="1242050"/>
              <a:ext cx="222700" cy="374525"/>
            </a:xfrm>
            <a:custGeom>
              <a:avLst/>
              <a:gdLst/>
              <a:ahLst/>
              <a:cxnLst/>
              <a:rect l="l" t="t" r="r" b="b"/>
              <a:pathLst>
                <a:path w="8908" h="14981" extrusionOk="0">
                  <a:moveTo>
                    <a:pt x="8454" y="1"/>
                  </a:moveTo>
                  <a:cubicBezTo>
                    <a:pt x="7962" y="1"/>
                    <a:pt x="5830" y="3308"/>
                    <a:pt x="3698" y="7736"/>
                  </a:cubicBezTo>
                  <a:cubicBezTo>
                    <a:pt x="1429" y="12105"/>
                    <a:pt x="1" y="14710"/>
                    <a:pt x="505" y="14962"/>
                  </a:cubicBezTo>
                  <a:cubicBezTo>
                    <a:pt x="530" y="14974"/>
                    <a:pt x="559" y="14980"/>
                    <a:pt x="593" y="14980"/>
                  </a:cubicBezTo>
                  <a:cubicBezTo>
                    <a:pt x="1016" y="14980"/>
                    <a:pt x="2135" y="14029"/>
                    <a:pt x="3614" y="12862"/>
                  </a:cubicBezTo>
                  <a:cubicBezTo>
                    <a:pt x="4454" y="12189"/>
                    <a:pt x="8907" y="259"/>
                    <a:pt x="8487" y="7"/>
                  </a:cubicBezTo>
                  <a:cubicBezTo>
                    <a:pt x="8477" y="3"/>
                    <a:pt x="8466" y="1"/>
                    <a:pt x="845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7" name="Google Shape;1337;p28"/>
            <p:cNvSpPr/>
            <p:nvPr/>
          </p:nvSpPr>
          <p:spPr>
            <a:xfrm>
              <a:off x="706525" y="1269500"/>
              <a:ext cx="163850" cy="327700"/>
            </a:xfrm>
            <a:custGeom>
              <a:avLst/>
              <a:gdLst/>
              <a:ahLst/>
              <a:cxnLst/>
              <a:rect l="l" t="t" r="r" b="b"/>
              <a:pathLst>
                <a:path w="6554" h="13108" extrusionOk="0">
                  <a:moveTo>
                    <a:pt x="6554" y="1"/>
                  </a:moveTo>
                  <a:lnTo>
                    <a:pt x="0" y="13108"/>
                  </a:lnTo>
                  <a:cubicBezTo>
                    <a:pt x="420" y="12772"/>
                    <a:pt x="925" y="12352"/>
                    <a:pt x="1345" y="11932"/>
                  </a:cubicBezTo>
                  <a:cubicBezTo>
                    <a:pt x="1513" y="11848"/>
                    <a:pt x="1681" y="11596"/>
                    <a:pt x="1849" y="11511"/>
                  </a:cubicBezTo>
                  <a:cubicBezTo>
                    <a:pt x="2521" y="11091"/>
                    <a:pt x="5714" y="2942"/>
                    <a:pt x="6554" y="1"/>
                  </a:cubicBez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8" name="Google Shape;1338;p28"/>
            <p:cNvSpPr/>
            <p:nvPr/>
          </p:nvSpPr>
          <p:spPr>
            <a:xfrm>
              <a:off x="658200" y="1599275"/>
              <a:ext cx="44150" cy="46250"/>
            </a:xfrm>
            <a:custGeom>
              <a:avLst/>
              <a:gdLst/>
              <a:ahLst/>
              <a:cxnLst/>
              <a:rect l="l" t="t" r="r" b="b"/>
              <a:pathLst>
                <a:path w="1766" h="1850" extrusionOk="0">
                  <a:moveTo>
                    <a:pt x="841" y="1"/>
                  </a:moveTo>
                  <a:cubicBezTo>
                    <a:pt x="337" y="1"/>
                    <a:pt x="1" y="421"/>
                    <a:pt x="1" y="1009"/>
                  </a:cubicBezTo>
                  <a:cubicBezTo>
                    <a:pt x="1" y="1513"/>
                    <a:pt x="421" y="1849"/>
                    <a:pt x="925" y="1849"/>
                  </a:cubicBezTo>
                  <a:cubicBezTo>
                    <a:pt x="1429" y="1849"/>
                    <a:pt x="1765" y="1429"/>
                    <a:pt x="1765" y="841"/>
                  </a:cubicBezTo>
                  <a:cubicBezTo>
                    <a:pt x="1765" y="421"/>
                    <a:pt x="1345" y="1"/>
                    <a:pt x="84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9" name="Google Shape;1339;p28"/>
            <p:cNvSpPr/>
            <p:nvPr/>
          </p:nvSpPr>
          <p:spPr>
            <a:xfrm>
              <a:off x="666600" y="1607675"/>
              <a:ext cx="29450" cy="29450"/>
            </a:xfrm>
            <a:custGeom>
              <a:avLst/>
              <a:gdLst/>
              <a:ahLst/>
              <a:cxnLst/>
              <a:rect l="l" t="t" r="r" b="b"/>
              <a:pathLst>
                <a:path w="1178" h="1178" extrusionOk="0">
                  <a:moveTo>
                    <a:pt x="505" y="1"/>
                  </a:moveTo>
                  <a:cubicBezTo>
                    <a:pt x="169" y="1"/>
                    <a:pt x="1" y="337"/>
                    <a:pt x="1" y="673"/>
                  </a:cubicBezTo>
                  <a:cubicBezTo>
                    <a:pt x="1" y="925"/>
                    <a:pt x="337" y="1177"/>
                    <a:pt x="589" y="1177"/>
                  </a:cubicBezTo>
                  <a:cubicBezTo>
                    <a:pt x="925" y="1177"/>
                    <a:pt x="1177" y="841"/>
                    <a:pt x="1177" y="505"/>
                  </a:cubicBezTo>
                  <a:cubicBezTo>
                    <a:pt x="1093" y="253"/>
                    <a:pt x="841" y="1"/>
                    <a:pt x="505" y="1"/>
                  </a:cubicBezTo>
                  <a:close/>
                </a:path>
              </a:pathLst>
            </a:custGeom>
            <a:solidFill>
              <a:srgbClr val="5068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 name="Google Shape;1340;p28"/>
            <p:cNvSpPr/>
            <p:nvPr/>
          </p:nvSpPr>
          <p:spPr>
            <a:xfrm>
              <a:off x="231800" y="1194350"/>
              <a:ext cx="943150" cy="854375"/>
            </a:xfrm>
            <a:custGeom>
              <a:avLst/>
              <a:gdLst/>
              <a:ahLst/>
              <a:cxnLst/>
              <a:rect l="l" t="t" r="r" b="b"/>
              <a:pathLst>
                <a:path w="37726" h="34175" extrusionOk="0">
                  <a:moveTo>
                    <a:pt x="18052" y="0"/>
                  </a:moveTo>
                  <a:cubicBezTo>
                    <a:pt x="17660" y="0"/>
                    <a:pt x="17272" y="21"/>
                    <a:pt x="16889" y="66"/>
                  </a:cubicBezTo>
                  <a:cubicBezTo>
                    <a:pt x="7311" y="654"/>
                    <a:pt x="1" y="8636"/>
                    <a:pt x="505" y="18130"/>
                  </a:cubicBezTo>
                  <a:lnTo>
                    <a:pt x="1345" y="18130"/>
                  </a:lnTo>
                  <a:cubicBezTo>
                    <a:pt x="841" y="8804"/>
                    <a:pt x="8151" y="906"/>
                    <a:pt x="17561" y="234"/>
                  </a:cubicBezTo>
                  <a:cubicBezTo>
                    <a:pt x="18022" y="203"/>
                    <a:pt x="18484" y="184"/>
                    <a:pt x="18941" y="184"/>
                  </a:cubicBezTo>
                  <a:cubicBezTo>
                    <a:pt x="19733" y="184"/>
                    <a:pt x="20512" y="242"/>
                    <a:pt x="21258" y="402"/>
                  </a:cubicBezTo>
                  <a:cubicBezTo>
                    <a:pt x="20212" y="156"/>
                    <a:pt x="19122" y="0"/>
                    <a:pt x="18052" y="0"/>
                  </a:cubicBezTo>
                  <a:close/>
                  <a:moveTo>
                    <a:pt x="25879" y="1915"/>
                  </a:moveTo>
                  <a:lnTo>
                    <a:pt x="25543" y="2587"/>
                  </a:lnTo>
                  <a:cubicBezTo>
                    <a:pt x="33945" y="6872"/>
                    <a:pt x="37306" y="16954"/>
                    <a:pt x="33105" y="25356"/>
                  </a:cubicBezTo>
                  <a:cubicBezTo>
                    <a:pt x="32600" y="26532"/>
                    <a:pt x="31844" y="27456"/>
                    <a:pt x="31172" y="28381"/>
                  </a:cubicBezTo>
                  <a:cubicBezTo>
                    <a:pt x="32096" y="27372"/>
                    <a:pt x="32937" y="26112"/>
                    <a:pt x="33525" y="24768"/>
                  </a:cubicBezTo>
                  <a:cubicBezTo>
                    <a:pt x="37726" y="16366"/>
                    <a:pt x="34365" y="6116"/>
                    <a:pt x="25879" y="1915"/>
                  </a:cubicBezTo>
                  <a:close/>
                  <a:moveTo>
                    <a:pt x="1513" y="22415"/>
                  </a:moveTo>
                  <a:cubicBezTo>
                    <a:pt x="1933" y="23928"/>
                    <a:pt x="2606" y="25188"/>
                    <a:pt x="3446" y="26448"/>
                  </a:cubicBezTo>
                  <a:cubicBezTo>
                    <a:pt x="6777" y="31445"/>
                    <a:pt x="12307" y="34174"/>
                    <a:pt x="17993" y="34174"/>
                  </a:cubicBezTo>
                  <a:cubicBezTo>
                    <a:pt x="21198" y="34174"/>
                    <a:pt x="24453" y="33307"/>
                    <a:pt x="27391" y="31489"/>
                  </a:cubicBezTo>
                  <a:lnTo>
                    <a:pt x="27055" y="30817"/>
                  </a:lnTo>
                  <a:cubicBezTo>
                    <a:pt x="24185" y="32581"/>
                    <a:pt x="20986" y="33419"/>
                    <a:pt x="17823" y="33419"/>
                  </a:cubicBezTo>
                  <a:cubicBezTo>
                    <a:pt x="12098" y="33419"/>
                    <a:pt x="6495" y="30671"/>
                    <a:pt x="3194" y="25692"/>
                  </a:cubicBezTo>
                  <a:cubicBezTo>
                    <a:pt x="2438" y="24600"/>
                    <a:pt x="1933" y="23592"/>
                    <a:pt x="1513" y="22415"/>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1" name="Google Shape;1341;p28"/>
            <p:cNvSpPr/>
            <p:nvPr/>
          </p:nvSpPr>
          <p:spPr>
            <a:xfrm>
              <a:off x="345225" y="1304400"/>
              <a:ext cx="703700" cy="634325"/>
            </a:xfrm>
            <a:custGeom>
              <a:avLst/>
              <a:gdLst/>
              <a:ahLst/>
              <a:cxnLst/>
              <a:rect l="l" t="t" r="r" b="b"/>
              <a:pathLst>
                <a:path w="28148" h="25373" extrusionOk="0">
                  <a:moveTo>
                    <a:pt x="13887" y="0"/>
                  </a:moveTo>
                  <a:cubicBezTo>
                    <a:pt x="13825" y="0"/>
                    <a:pt x="13762" y="1"/>
                    <a:pt x="13698" y="2"/>
                  </a:cubicBezTo>
                  <a:lnTo>
                    <a:pt x="13698" y="2"/>
                  </a:lnTo>
                  <a:cubicBezTo>
                    <a:pt x="14467" y="15"/>
                    <a:pt x="15211" y="90"/>
                    <a:pt x="15881" y="201"/>
                  </a:cubicBezTo>
                  <a:cubicBezTo>
                    <a:pt x="15204" y="78"/>
                    <a:pt x="14573" y="0"/>
                    <a:pt x="13887" y="0"/>
                  </a:cubicBezTo>
                  <a:close/>
                  <a:moveTo>
                    <a:pt x="13462" y="0"/>
                  </a:moveTo>
                  <a:cubicBezTo>
                    <a:pt x="13150" y="0"/>
                    <a:pt x="12835" y="11"/>
                    <a:pt x="12520" y="33"/>
                  </a:cubicBezTo>
                  <a:cubicBezTo>
                    <a:pt x="5462" y="453"/>
                    <a:pt x="1" y="6503"/>
                    <a:pt x="421" y="13392"/>
                  </a:cubicBezTo>
                  <a:lnTo>
                    <a:pt x="1009" y="13392"/>
                  </a:lnTo>
                  <a:cubicBezTo>
                    <a:pt x="673" y="6503"/>
                    <a:pt x="6050" y="621"/>
                    <a:pt x="13108" y="33"/>
                  </a:cubicBezTo>
                  <a:cubicBezTo>
                    <a:pt x="13311" y="16"/>
                    <a:pt x="13507" y="6"/>
                    <a:pt x="13698" y="2"/>
                  </a:cubicBezTo>
                  <a:lnTo>
                    <a:pt x="13698" y="2"/>
                  </a:lnTo>
                  <a:cubicBezTo>
                    <a:pt x="13620" y="1"/>
                    <a:pt x="13541" y="0"/>
                    <a:pt x="13462" y="0"/>
                  </a:cubicBezTo>
                  <a:close/>
                  <a:moveTo>
                    <a:pt x="19325" y="1377"/>
                  </a:moveTo>
                  <a:lnTo>
                    <a:pt x="19073" y="1882"/>
                  </a:lnTo>
                  <a:cubicBezTo>
                    <a:pt x="25207" y="5074"/>
                    <a:pt x="27727" y="12552"/>
                    <a:pt x="24619" y="18769"/>
                  </a:cubicBezTo>
                  <a:cubicBezTo>
                    <a:pt x="24199" y="19610"/>
                    <a:pt x="23694" y="20366"/>
                    <a:pt x="23106" y="21038"/>
                  </a:cubicBezTo>
                  <a:cubicBezTo>
                    <a:pt x="23947" y="20366"/>
                    <a:pt x="24619" y="19358"/>
                    <a:pt x="25039" y="18433"/>
                  </a:cubicBezTo>
                  <a:cubicBezTo>
                    <a:pt x="28147" y="12216"/>
                    <a:pt x="25627" y="4654"/>
                    <a:pt x="19325" y="1377"/>
                  </a:cubicBezTo>
                  <a:close/>
                  <a:moveTo>
                    <a:pt x="1261" y="16753"/>
                  </a:moveTo>
                  <a:cubicBezTo>
                    <a:pt x="1513" y="17677"/>
                    <a:pt x="2017" y="18769"/>
                    <a:pt x="2690" y="19610"/>
                  </a:cubicBezTo>
                  <a:cubicBezTo>
                    <a:pt x="5157" y="23364"/>
                    <a:pt x="9301" y="25372"/>
                    <a:pt x="13528" y="25372"/>
                  </a:cubicBezTo>
                  <a:cubicBezTo>
                    <a:pt x="15923" y="25372"/>
                    <a:pt x="18344" y="24728"/>
                    <a:pt x="20502" y="23391"/>
                  </a:cubicBezTo>
                  <a:lnTo>
                    <a:pt x="20334" y="22970"/>
                  </a:lnTo>
                  <a:cubicBezTo>
                    <a:pt x="18163" y="24297"/>
                    <a:pt x="15765" y="24931"/>
                    <a:pt x="13400" y="24931"/>
                  </a:cubicBezTo>
                  <a:cubicBezTo>
                    <a:pt x="9174" y="24931"/>
                    <a:pt x="5053" y="22907"/>
                    <a:pt x="2522" y="19190"/>
                  </a:cubicBezTo>
                  <a:cubicBezTo>
                    <a:pt x="2017" y="18433"/>
                    <a:pt x="1597" y="17593"/>
                    <a:pt x="1261" y="16753"/>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2" name="Google Shape;1342;p28"/>
            <p:cNvSpPr/>
            <p:nvPr/>
          </p:nvSpPr>
          <p:spPr>
            <a:xfrm>
              <a:off x="456575" y="1406050"/>
              <a:ext cx="472625" cy="429750"/>
            </a:xfrm>
            <a:custGeom>
              <a:avLst/>
              <a:gdLst/>
              <a:ahLst/>
              <a:cxnLst/>
              <a:rect l="l" t="t" r="r" b="b"/>
              <a:pathLst>
                <a:path w="18905" h="17190" extrusionOk="0">
                  <a:moveTo>
                    <a:pt x="10344" y="141"/>
                  </a:moveTo>
                  <a:cubicBezTo>
                    <a:pt x="10424" y="150"/>
                    <a:pt x="10505" y="159"/>
                    <a:pt x="10586" y="168"/>
                  </a:cubicBezTo>
                  <a:cubicBezTo>
                    <a:pt x="10504" y="158"/>
                    <a:pt x="10424" y="149"/>
                    <a:pt x="10344" y="141"/>
                  </a:cubicBezTo>
                  <a:close/>
                  <a:moveTo>
                    <a:pt x="8402" y="0"/>
                  </a:moveTo>
                  <a:cubicBezTo>
                    <a:pt x="3529" y="336"/>
                    <a:pt x="0" y="4285"/>
                    <a:pt x="168" y="8990"/>
                  </a:cubicBezTo>
                  <a:lnTo>
                    <a:pt x="504" y="8990"/>
                  </a:lnTo>
                  <a:cubicBezTo>
                    <a:pt x="252" y="4369"/>
                    <a:pt x="3949" y="420"/>
                    <a:pt x="8654" y="84"/>
                  </a:cubicBezTo>
                  <a:cubicBezTo>
                    <a:pt x="9244" y="84"/>
                    <a:pt x="9769" y="84"/>
                    <a:pt x="10344" y="141"/>
                  </a:cubicBezTo>
                  <a:lnTo>
                    <a:pt x="10344" y="141"/>
                  </a:lnTo>
                  <a:cubicBezTo>
                    <a:pt x="9684" y="67"/>
                    <a:pt x="9076" y="0"/>
                    <a:pt x="8402" y="0"/>
                  </a:cubicBezTo>
                  <a:close/>
                  <a:moveTo>
                    <a:pt x="12939" y="1008"/>
                  </a:moveTo>
                  <a:lnTo>
                    <a:pt x="12771" y="1344"/>
                  </a:lnTo>
                  <a:cubicBezTo>
                    <a:pt x="16972" y="3529"/>
                    <a:pt x="18652" y="8570"/>
                    <a:pt x="16552" y="12771"/>
                  </a:cubicBezTo>
                  <a:cubicBezTo>
                    <a:pt x="16300" y="13359"/>
                    <a:pt x="15964" y="13863"/>
                    <a:pt x="15544" y="14367"/>
                  </a:cubicBezTo>
                  <a:cubicBezTo>
                    <a:pt x="16048" y="13779"/>
                    <a:pt x="16468" y="13107"/>
                    <a:pt x="16804" y="12519"/>
                  </a:cubicBezTo>
                  <a:cubicBezTo>
                    <a:pt x="18904" y="8318"/>
                    <a:pt x="17224" y="3109"/>
                    <a:pt x="12939" y="1008"/>
                  </a:cubicBezTo>
                  <a:close/>
                  <a:moveTo>
                    <a:pt x="672" y="11175"/>
                  </a:moveTo>
                  <a:cubicBezTo>
                    <a:pt x="924" y="12099"/>
                    <a:pt x="1260" y="12687"/>
                    <a:pt x="1680" y="13359"/>
                  </a:cubicBezTo>
                  <a:cubicBezTo>
                    <a:pt x="3338" y="15819"/>
                    <a:pt x="6119" y="17190"/>
                    <a:pt x="8983" y="17190"/>
                  </a:cubicBezTo>
                  <a:cubicBezTo>
                    <a:pt x="10619" y="17190"/>
                    <a:pt x="12283" y="16743"/>
                    <a:pt x="13779" y="15796"/>
                  </a:cubicBezTo>
                  <a:lnTo>
                    <a:pt x="13527" y="15544"/>
                  </a:lnTo>
                  <a:cubicBezTo>
                    <a:pt x="12094" y="16439"/>
                    <a:pt x="10503" y="16868"/>
                    <a:pt x="8925" y="16868"/>
                  </a:cubicBezTo>
                  <a:cubicBezTo>
                    <a:pt x="6062" y="16868"/>
                    <a:pt x="3246" y="15455"/>
                    <a:pt x="1512" y="12855"/>
                  </a:cubicBezTo>
                  <a:cubicBezTo>
                    <a:pt x="1260" y="12351"/>
                    <a:pt x="924" y="11847"/>
                    <a:pt x="672" y="11175"/>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43" name="Google Shape;1343;p28"/>
          <p:cNvGrpSpPr/>
          <p:nvPr/>
        </p:nvGrpSpPr>
        <p:grpSpPr>
          <a:xfrm>
            <a:off x="381513" y="4385856"/>
            <a:ext cx="331712" cy="231488"/>
            <a:chOff x="1487550" y="3330075"/>
            <a:chExt cx="292000" cy="203775"/>
          </a:xfrm>
        </p:grpSpPr>
        <p:sp>
          <p:nvSpPr>
            <p:cNvPr id="1344" name="Google Shape;1344;p28"/>
            <p:cNvSpPr/>
            <p:nvPr/>
          </p:nvSpPr>
          <p:spPr>
            <a:xfrm>
              <a:off x="1502250" y="3330075"/>
              <a:ext cx="277300" cy="203775"/>
            </a:xfrm>
            <a:custGeom>
              <a:avLst/>
              <a:gdLst/>
              <a:ahLst/>
              <a:cxnLst/>
              <a:rect l="l" t="t" r="r" b="b"/>
              <a:pathLst>
                <a:path w="11092" h="8151" extrusionOk="0">
                  <a:moveTo>
                    <a:pt x="3865" y="1"/>
                  </a:moveTo>
                  <a:cubicBezTo>
                    <a:pt x="3445" y="1"/>
                    <a:pt x="3025" y="337"/>
                    <a:pt x="3025" y="841"/>
                  </a:cubicBezTo>
                  <a:cubicBezTo>
                    <a:pt x="3025" y="925"/>
                    <a:pt x="3025" y="1177"/>
                    <a:pt x="3109" y="1261"/>
                  </a:cubicBezTo>
                  <a:lnTo>
                    <a:pt x="2269" y="1261"/>
                  </a:lnTo>
                  <a:cubicBezTo>
                    <a:pt x="1765" y="1261"/>
                    <a:pt x="1345" y="1681"/>
                    <a:pt x="1345" y="2185"/>
                  </a:cubicBezTo>
                  <a:lnTo>
                    <a:pt x="1345" y="2437"/>
                  </a:lnTo>
                  <a:cubicBezTo>
                    <a:pt x="841" y="2605"/>
                    <a:pt x="505" y="3194"/>
                    <a:pt x="505" y="3782"/>
                  </a:cubicBezTo>
                  <a:cubicBezTo>
                    <a:pt x="505" y="4202"/>
                    <a:pt x="673" y="4538"/>
                    <a:pt x="925" y="4874"/>
                  </a:cubicBezTo>
                  <a:lnTo>
                    <a:pt x="841" y="4874"/>
                  </a:lnTo>
                  <a:cubicBezTo>
                    <a:pt x="421" y="4874"/>
                    <a:pt x="85" y="5126"/>
                    <a:pt x="85" y="5546"/>
                  </a:cubicBezTo>
                  <a:cubicBezTo>
                    <a:pt x="1" y="6134"/>
                    <a:pt x="337" y="6386"/>
                    <a:pt x="673" y="6386"/>
                  </a:cubicBezTo>
                  <a:lnTo>
                    <a:pt x="925" y="6386"/>
                  </a:lnTo>
                  <a:cubicBezTo>
                    <a:pt x="841" y="6470"/>
                    <a:pt x="673" y="6722"/>
                    <a:pt x="673" y="6974"/>
                  </a:cubicBezTo>
                  <a:cubicBezTo>
                    <a:pt x="673" y="7395"/>
                    <a:pt x="1009" y="7815"/>
                    <a:pt x="1429" y="7815"/>
                  </a:cubicBezTo>
                  <a:lnTo>
                    <a:pt x="1429" y="7899"/>
                  </a:lnTo>
                  <a:cubicBezTo>
                    <a:pt x="1429" y="7983"/>
                    <a:pt x="1429" y="8067"/>
                    <a:pt x="1513" y="8151"/>
                  </a:cubicBezTo>
                  <a:lnTo>
                    <a:pt x="9831" y="8151"/>
                  </a:lnTo>
                  <a:lnTo>
                    <a:pt x="9831" y="7983"/>
                  </a:lnTo>
                  <a:cubicBezTo>
                    <a:pt x="9831" y="7731"/>
                    <a:pt x="9747" y="7563"/>
                    <a:pt x="9495" y="7479"/>
                  </a:cubicBezTo>
                  <a:lnTo>
                    <a:pt x="9831" y="7479"/>
                  </a:lnTo>
                  <a:cubicBezTo>
                    <a:pt x="10167" y="7479"/>
                    <a:pt x="10335" y="7227"/>
                    <a:pt x="10335" y="6890"/>
                  </a:cubicBezTo>
                  <a:cubicBezTo>
                    <a:pt x="10335" y="6806"/>
                    <a:pt x="10335" y="6722"/>
                    <a:pt x="10251" y="6638"/>
                  </a:cubicBezTo>
                  <a:cubicBezTo>
                    <a:pt x="10755" y="6386"/>
                    <a:pt x="11091" y="5966"/>
                    <a:pt x="11091" y="5462"/>
                  </a:cubicBezTo>
                  <a:cubicBezTo>
                    <a:pt x="11091" y="4958"/>
                    <a:pt x="10755" y="4370"/>
                    <a:pt x="10251" y="4286"/>
                  </a:cubicBezTo>
                  <a:cubicBezTo>
                    <a:pt x="10335" y="4202"/>
                    <a:pt x="10335" y="4034"/>
                    <a:pt x="10335" y="3782"/>
                  </a:cubicBezTo>
                  <a:cubicBezTo>
                    <a:pt x="10335" y="3194"/>
                    <a:pt x="9915" y="2521"/>
                    <a:pt x="9327" y="2269"/>
                  </a:cubicBezTo>
                  <a:lnTo>
                    <a:pt x="9327" y="2185"/>
                  </a:lnTo>
                  <a:cubicBezTo>
                    <a:pt x="9327" y="1681"/>
                    <a:pt x="8907" y="1261"/>
                    <a:pt x="8403" y="1261"/>
                  </a:cubicBezTo>
                  <a:lnTo>
                    <a:pt x="8234" y="1261"/>
                  </a:lnTo>
                  <a:cubicBezTo>
                    <a:pt x="8403" y="1177"/>
                    <a:pt x="8403" y="925"/>
                    <a:pt x="8403" y="841"/>
                  </a:cubicBezTo>
                  <a:cubicBezTo>
                    <a:pt x="8403" y="421"/>
                    <a:pt x="7982" y="1"/>
                    <a:pt x="756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 name="Google Shape;1345;p28"/>
            <p:cNvSpPr/>
            <p:nvPr/>
          </p:nvSpPr>
          <p:spPr>
            <a:xfrm>
              <a:off x="1487550" y="3330075"/>
              <a:ext cx="231075" cy="203775"/>
            </a:xfrm>
            <a:custGeom>
              <a:avLst/>
              <a:gdLst/>
              <a:ahLst/>
              <a:cxnLst/>
              <a:rect l="l" t="t" r="r" b="b"/>
              <a:pathLst>
                <a:path w="9243" h="8151" extrusionOk="0">
                  <a:moveTo>
                    <a:pt x="3949" y="1"/>
                  </a:moveTo>
                  <a:cubicBezTo>
                    <a:pt x="3529" y="1"/>
                    <a:pt x="3109" y="337"/>
                    <a:pt x="3109" y="841"/>
                  </a:cubicBezTo>
                  <a:cubicBezTo>
                    <a:pt x="3109" y="925"/>
                    <a:pt x="3109" y="1177"/>
                    <a:pt x="3193" y="1261"/>
                  </a:cubicBezTo>
                  <a:lnTo>
                    <a:pt x="2269" y="1261"/>
                  </a:lnTo>
                  <a:cubicBezTo>
                    <a:pt x="1681" y="1261"/>
                    <a:pt x="1261" y="1681"/>
                    <a:pt x="1261" y="2185"/>
                  </a:cubicBezTo>
                  <a:lnTo>
                    <a:pt x="1261" y="2437"/>
                  </a:lnTo>
                  <a:cubicBezTo>
                    <a:pt x="757" y="2605"/>
                    <a:pt x="421" y="3194"/>
                    <a:pt x="421" y="3782"/>
                  </a:cubicBezTo>
                  <a:cubicBezTo>
                    <a:pt x="421" y="4202"/>
                    <a:pt x="673" y="4538"/>
                    <a:pt x="841" y="4874"/>
                  </a:cubicBezTo>
                  <a:lnTo>
                    <a:pt x="757" y="4874"/>
                  </a:lnTo>
                  <a:cubicBezTo>
                    <a:pt x="337" y="4874"/>
                    <a:pt x="0" y="5126"/>
                    <a:pt x="0" y="5546"/>
                  </a:cubicBezTo>
                  <a:cubicBezTo>
                    <a:pt x="0" y="6134"/>
                    <a:pt x="337" y="6386"/>
                    <a:pt x="757" y="6386"/>
                  </a:cubicBezTo>
                  <a:lnTo>
                    <a:pt x="1009" y="6386"/>
                  </a:lnTo>
                  <a:cubicBezTo>
                    <a:pt x="841" y="6470"/>
                    <a:pt x="757" y="6722"/>
                    <a:pt x="757" y="6974"/>
                  </a:cubicBezTo>
                  <a:cubicBezTo>
                    <a:pt x="757" y="7395"/>
                    <a:pt x="1093" y="7815"/>
                    <a:pt x="1513" y="7815"/>
                  </a:cubicBezTo>
                  <a:lnTo>
                    <a:pt x="1513" y="7899"/>
                  </a:lnTo>
                  <a:cubicBezTo>
                    <a:pt x="1513" y="7983"/>
                    <a:pt x="1513" y="8067"/>
                    <a:pt x="1597" y="8151"/>
                  </a:cubicBezTo>
                  <a:lnTo>
                    <a:pt x="7982" y="8151"/>
                  </a:lnTo>
                  <a:lnTo>
                    <a:pt x="7982" y="7983"/>
                  </a:lnTo>
                  <a:cubicBezTo>
                    <a:pt x="7982" y="7731"/>
                    <a:pt x="7898" y="7563"/>
                    <a:pt x="7730" y="7479"/>
                  </a:cubicBezTo>
                  <a:lnTo>
                    <a:pt x="7982" y="7479"/>
                  </a:lnTo>
                  <a:cubicBezTo>
                    <a:pt x="8318" y="7479"/>
                    <a:pt x="8570" y="7227"/>
                    <a:pt x="8570" y="6890"/>
                  </a:cubicBezTo>
                  <a:cubicBezTo>
                    <a:pt x="8570" y="6806"/>
                    <a:pt x="8570" y="6722"/>
                    <a:pt x="8402" y="6638"/>
                  </a:cubicBezTo>
                  <a:cubicBezTo>
                    <a:pt x="8991" y="6386"/>
                    <a:pt x="9243" y="5966"/>
                    <a:pt x="9243" y="5462"/>
                  </a:cubicBezTo>
                  <a:cubicBezTo>
                    <a:pt x="9243" y="4958"/>
                    <a:pt x="8991" y="4370"/>
                    <a:pt x="8402" y="4286"/>
                  </a:cubicBezTo>
                  <a:cubicBezTo>
                    <a:pt x="8570" y="4202"/>
                    <a:pt x="8570" y="4034"/>
                    <a:pt x="8570" y="3782"/>
                  </a:cubicBezTo>
                  <a:cubicBezTo>
                    <a:pt x="8570" y="3194"/>
                    <a:pt x="8150" y="2521"/>
                    <a:pt x="7478" y="2269"/>
                  </a:cubicBezTo>
                  <a:lnTo>
                    <a:pt x="7478" y="2185"/>
                  </a:lnTo>
                  <a:cubicBezTo>
                    <a:pt x="7478" y="1681"/>
                    <a:pt x="7058" y="1261"/>
                    <a:pt x="6554" y="1261"/>
                  </a:cubicBezTo>
                  <a:lnTo>
                    <a:pt x="6470" y="1261"/>
                  </a:lnTo>
                  <a:cubicBezTo>
                    <a:pt x="6554" y="1177"/>
                    <a:pt x="6554" y="925"/>
                    <a:pt x="6554" y="841"/>
                  </a:cubicBezTo>
                  <a:cubicBezTo>
                    <a:pt x="6554" y="421"/>
                    <a:pt x="6134" y="1"/>
                    <a:pt x="57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 name="Google Shape;1346;p28"/>
            <p:cNvSpPr/>
            <p:nvPr/>
          </p:nvSpPr>
          <p:spPr>
            <a:xfrm>
              <a:off x="1487550" y="3456125"/>
              <a:ext cx="182775" cy="77725"/>
            </a:xfrm>
            <a:custGeom>
              <a:avLst/>
              <a:gdLst/>
              <a:ahLst/>
              <a:cxnLst/>
              <a:rect l="l" t="t" r="r" b="b"/>
              <a:pathLst>
                <a:path w="7311" h="3109" extrusionOk="0">
                  <a:moveTo>
                    <a:pt x="841" y="0"/>
                  </a:moveTo>
                  <a:cubicBezTo>
                    <a:pt x="421" y="0"/>
                    <a:pt x="168" y="336"/>
                    <a:pt x="168" y="756"/>
                  </a:cubicBezTo>
                  <a:cubicBezTo>
                    <a:pt x="0" y="1092"/>
                    <a:pt x="337" y="1344"/>
                    <a:pt x="757" y="1344"/>
                  </a:cubicBezTo>
                  <a:lnTo>
                    <a:pt x="1009" y="1344"/>
                  </a:lnTo>
                  <a:cubicBezTo>
                    <a:pt x="841" y="1428"/>
                    <a:pt x="757" y="1680"/>
                    <a:pt x="757" y="1932"/>
                  </a:cubicBezTo>
                  <a:cubicBezTo>
                    <a:pt x="757" y="2353"/>
                    <a:pt x="1093" y="2773"/>
                    <a:pt x="1513" y="2773"/>
                  </a:cubicBezTo>
                  <a:lnTo>
                    <a:pt x="1513" y="2857"/>
                  </a:lnTo>
                  <a:cubicBezTo>
                    <a:pt x="1513" y="2941"/>
                    <a:pt x="1513" y="3025"/>
                    <a:pt x="1597" y="3109"/>
                  </a:cubicBezTo>
                  <a:lnTo>
                    <a:pt x="5294" y="3109"/>
                  </a:lnTo>
                  <a:cubicBezTo>
                    <a:pt x="5210" y="2941"/>
                    <a:pt x="5042" y="2857"/>
                    <a:pt x="4874" y="2857"/>
                  </a:cubicBezTo>
                  <a:cubicBezTo>
                    <a:pt x="5042" y="2773"/>
                    <a:pt x="5210" y="2605"/>
                    <a:pt x="5294" y="2437"/>
                  </a:cubicBezTo>
                  <a:lnTo>
                    <a:pt x="6470" y="2437"/>
                  </a:lnTo>
                  <a:cubicBezTo>
                    <a:pt x="6890" y="2437"/>
                    <a:pt x="7310" y="2101"/>
                    <a:pt x="7310" y="1680"/>
                  </a:cubicBezTo>
                  <a:cubicBezTo>
                    <a:pt x="7310" y="1260"/>
                    <a:pt x="6974" y="924"/>
                    <a:pt x="6470" y="924"/>
                  </a:cubicBezTo>
                  <a:lnTo>
                    <a:pt x="5042" y="924"/>
                  </a:lnTo>
                  <a:lnTo>
                    <a:pt x="5042" y="756"/>
                  </a:lnTo>
                  <a:cubicBezTo>
                    <a:pt x="5042" y="336"/>
                    <a:pt x="4790" y="0"/>
                    <a:pt x="420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 name="Google Shape;1347;p28"/>
            <p:cNvSpPr/>
            <p:nvPr/>
          </p:nvSpPr>
          <p:spPr>
            <a:xfrm>
              <a:off x="1575775" y="3336375"/>
              <a:ext cx="126050" cy="77750"/>
            </a:xfrm>
            <a:custGeom>
              <a:avLst/>
              <a:gdLst/>
              <a:ahLst/>
              <a:cxnLst/>
              <a:rect l="l" t="t" r="r" b="b"/>
              <a:pathLst>
                <a:path w="5042" h="3110" extrusionOk="0">
                  <a:moveTo>
                    <a:pt x="1345" y="1"/>
                  </a:moveTo>
                  <a:lnTo>
                    <a:pt x="1345" y="169"/>
                  </a:lnTo>
                  <a:cubicBezTo>
                    <a:pt x="1345" y="505"/>
                    <a:pt x="1513" y="673"/>
                    <a:pt x="1849" y="841"/>
                  </a:cubicBezTo>
                  <a:cubicBezTo>
                    <a:pt x="1681" y="841"/>
                    <a:pt x="1513" y="1009"/>
                    <a:pt x="1513" y="1093"/>
                  </a:cubicBezTo>
                  <a:lnTo>
                    <a:pt x="588" y="1093"/>
                  </a:lnTo>
                  <a:cubicBezTo>
                    <a:pt x="168" y="1093"/>
                    <a:pt x="0" y="1429"/>
                    <a:pt x="0" y="1765"/>
                  </a:cubicBezTo>
                  <a:cubicBezTo>
                    <a:pt x="0" y="2017"/>
                    <a:pt x="252" y="2353"/>
                    <a:pt x="588" y="2353"/>
                  </a:cubicBezTo>
                  <a:lnTo>
                    <a:pt x="1765" y="2353"/>
                  </a:lnTo>
                  <a:lnTo>
                    <a:pt x="1765" y="2437"/>
                  </a:lnTo>
                  <a:cubicBezTo>
                    <a:pt x="1765" y="2774"/>
                    <a:pt x="2101" y="3110"/>
                    <a:pt x="2353" y="3110"/>
                  </a:cubicBezTo>
                  <a:lnTo>
                    <a:pt x="5041" y="3110"/>
                  </a:lnTo>
                  <a:cubicBezTo>
                    <a:pt x="4705" y="2774"/>
                    <a:pt x="4369" y="2353"/>
                    <a:pt x="3949" y="2269"/>
                  </a:cubicBezTo>
                  <a:lnTo>
                    <a:pt x="3949" y="2185"/>
                  </a:lnTo>
                  <a:cubicBezTo>
                    <a:pt x="3949" y="1681"/>
                    <a:pt x="3529" y="1261"/>
                    <a:pt x="3025" y="1261"/>
                  </a:cubicBezTo>
                  <a:lnTo>
                    <a:pt x="2941" y="1261"/>
                  </a:lnTo>
                  <a:cubicBezTo>
                    <a:pt x="3025" y="1093"/>
                    <a:pt x="3025" y="925"/>
                    <a:pt x="3025" y="841"/>
                  </a:cubicBezTo>
                  <a:cubicBezTo>
                    <a:pt x="3025" y="421"/>
                    <a:pt x="2605" y="1"/>
                    <a:pt x="218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48" name="Google Shape;1348;p28"/>
          <p:cNvGrpSpPr/>
          <p:nvPr/>
        </p:nvGrpSpPr>
        <p:grpSpPr>
          <a:xfrm flipH="1">
            <a:off x="8812269" y="3392223"/>
            <a:ext cx="331740" cy="1224973"/>
            <a:chOff x="8678270" y="2267841"/>
            <a:chExt cx="341929" cy="1262338"/>
          </a:xfrm>
        </p:grpSpPr>
        <p:sp>
          <p:nvSpPr>
            <p:cNvPr id="1349" name="Google Shape;1349;p28"/>
            <p:cNvSpPr/>
            <p:nvPr/>
          </p:nvSpPr>
          <p:spPr>
            <a:xfrm>
              <a:off x="8879564" y="3351210"/>
              <a:ext cx="38410" cy="178969"/>
            </a:xfrm>
            <a:custGeom>
              <a:avLst/>
              <a:gdLst/>
              <a:ahLst/>
              <a:cxnLst/>
              <a:rect l="l" t="t" r="r" b="b"/>
              <a:pathLst>
                <a:path w="1010" h="4706" extrusionOk="0">
                  <a:moveTo>
                    <a:pt x="1" y="0"/>
                  </a:moveTo>
                  <a:lnTo>
                    <a:pt x="1" y="4705"/>
                  </a:lnTo>
                  <a:lnTo>
                    <a:pt x="1009" y="4705"/>
                  </a:lnTo>
                  <a:lnTo>
                    <a:pt x="1009" y="0"/>
                  </a:lnTo>
                  <a:close/>
                </a:path>
              </a:pathLst>
            </a:custGeom>
            <a:solidFill>
              <a:srgbClr val="4054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 name="Google Shape;1350;p28"/>
            <p:cNvSpPr/>
            <p:nvPr/>
          </p:nvSpPr>
          <p:spPr>
            <a:xfrm>
              <a:off x="8885953" y="2462898"/>
              <a:ext cx="25594" cy="888343"/>
            </a:xfrm>
            <a:custGeom>
              <a:avLst/>
              <a:gdLst/>
              <a:ahLst/>
              <a:cxnLst/>
              <a:rect l="l" t="t" r="r" b="b"/>
              <a:pathLst>
                <a:path w="673" h="23359" extrusionOk="0">
                  <a:moveTo>
                    <a:pt x="253" y="1"/>
                  </a:moveTo>
                  <a:cubicBezTo>
                    <a:pt x="253" y="1009"/>
                    <a:pt x="1" y="22602"/>
                    <a:pt x="1" y="23358"/>
                  </a:cubicBezTo>
                  <a:lnTo>
                    <a:pt x="673" y="23358"/>
                  </a:lnTo>
                  <a:cubicBezTo>
                    <a:pt x="673" y="22602"/>
                    <a:pt x="421" y="925"/>
                    <a:pt x="421" y="1"/>
                  </a:cubicBezTo>
                  <a:close/>
                </a:path>
              </a:pathLst>
            </a:custGeom>
            <a:solidFill>
              <a:srgbClr val="F5F9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 name="Google Shape;1351;p28"/>
            <p:cNvSpPr/>
            <p:nvPr/>
          </p:nvSpPr>
          <p:spPr>
            <a:xfrm>
              <a:off x="8901926" y="2462898"/>
              <a:ext cx="9622" cy="888343"/>
            </a:xfrm>
            <a:custGeom>
              <a:avLst/>
              <a:gdLst/>
              <a:ahLst/>
              <a:cxnLst/>
              <a:rect l="l" t="t" r="r" b="b"/>
              <a:pathLst>
                <a:path w="253" h="23359" extrusionOk="0">
                  <a:moveTo>
                    <a:pt x="1" y="1"/>
                  </a:moveTo>
                  <a:lnTo>
                    <a:pt x="1" y="23358"/>
                  </a:lnTo>
                  <a:lnTo>
                    <a:pt x="169" y="23358"/>
                  </a:lnTo>
                  <a:cubicBezTo>
                    <a:pt x="253" y="22602"/>
                    <a:pt x="1" y="925"/>
                    <a:pt x="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1352;p28"/>
            <p:cNvSpPr/>
            <p:nvPr/>
          </p:nvSpPr>
          <p:spPr>
            <a:xfrm>
              <a:off x="8678270" y="2446013"/>
              <a:ext cx="214109" cy="37383"/>
            </a:xfrm>
            <a:custGeom>
              <a:avLst/>
              <a:gdLst/>
              <a:ahLst/>
              <a:cxnLst/>
              <a:rect l="l" t="t" r="r" b="b"/>
              <a:pathLst>
                <a:path w="5630" h="983" extrusionOk="0">
                  <a:moveTo>
                    <a:pt x="4414" y="1"/>
                  </a:moveTo>
                  <a:cubicBezTo>
                    <a:pt x="3480" y="1"/>
                    <a:pt x="1" y="630"/>
                    <a:pt x="1" y="781"/>
                  </a:cubicBezTo>
                  <a:cubicBezTo>
                    <a:pt x="1" y="920"/>
                    <a:pt x="408" y="982"/>
                    <a:pt x="1055" y="982"/>
                  </a:cubicBezTo>
                  <a:cubicBezTo>
                    <a:pt x="1583" y="982"/>
                    <a:pt x="2270" y="941"/>
                    <a:pt x="3025" y="865"/>
                  </a:cubicBezTo>
                  <a:cubicBezTo>
                    <a:pt x="4706" y="781"/>
                    <a:pt x="5630" y="781"/>
                    <a:pt x="5630" y="613"/>
                  </a:cubicBezTo>
                  <a:cubicBezTo>
                    <a:pt x="5630" y="361"/>
                    <a:pt x="5210" y="277"/>
                    <a:pt x="4622" y="25"/>
                  </a:cubicBezTo>
                  <a:cubicBezTo>
                    <a:pt x="4588" y="8"/>
                    <a:pt x="4517" y="1"/>
                    <a:pt x="441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1353;p28"/>
            <p:cNvSpPr/>
            <p:nvPr/>
          </p:nvSpPr>
          <p:spPr>
            <a:xfrm>
              <a:off x="8694242" y="2446583"/>
              <a:ext cx="185358" cy="25936"/>
            </a:xfrm>
            <a:custGeom>
              <a:avLst/>
              <a:gdLst/>
              <a:ahLst/>
              <a:cxnLst/>
              <a:rect l="l" t="t" r="r" b="b"/>
              <a:pathLst>
                <a:path w="4874" h="682" extrusionOk="0">
                  <a:moveTo>
                    <a:pt x="4083" y="1"/>
                  </a:moveTo>
                  <a:cubicBezTo>
                    <a:pt x="3433" y="1"/>
                    <a:pt x="855" y="449"/>
                    <a:pt x="1" y="682"/>
                  </a:cubicBezTo>
                  <a:lnTo>
                    <a:pt x="4874" y="346"/>
                  </a:lnTo>
                  <a:cubicBezTo>
                    <a:pt x="4706" y="262"/>
                    <a:pt x="4454" y="262"/>
                    <a:pt x="4370" y="178"/>
                  </a:cubicBezTo>
                  <a:cubicBezTo>
                    <a:pt x="4286" y="178"/>
                    <a:pt x="4286" y="178"/>
                    <a:pt x="4202" y="10"/>
                  </a:cubicBezTo>
                  <a:cubicBezTo>
                    <a:pt x="4176" y="4"/>
                    <a:pt x="4136" y="1"/>
                    <a:pt x="4083" y="1"/>
                  </a:cubicBez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 name="Google Shape;1354;p28"/>
            <p:cNvSpPr/>
            <p:nvPr/>
          </p:nvSpPr>
          <p:spPr>
            <a:xfrm>
              <a:off x="8895537" y="2468489"/>
              <a:ext cx="124662" cy="179806"/>
            </a:xfrm>
            <a:custGeom>
              <a:avLst/>
              <a:gdLst/>
              <a:ahLst/>
              <a:cxnLst/>
              <a:rect l="l" t="t" r="r" b="b"/>
              <a:pathLst>
                <a:path w="3278" h="4728" extrusionOk="0">
                  <a:moveTo>
                    <a:pt x="199" y="1"/>
                  </a:moveTo>
                  <a:cubicBezTo>
                    <a:pt x="186" y="1"/>
                    <a:pt x="176" y="8"/>
                    <a:pt x="169" y="22"/>
                  </a:cubicBezTo>
                  <a:cubicBezTo>
                    <a:pt x="1" y="22"/>
                    <a:pt x="169" y="526"/>
                    <a:pt x="253" y="1114"/>
                  </a:cubicBezTo>
                  <a:cubicBezTo>
                    <a:pt x="337" y="1450"/>
                    <a:pt x="3110" y="4727"/>
                    <a:pt x="3194" y="4727"/>
                  </a:cubicBezTo>
                  <a:cubicBezTo>
                    <a:pt x="3278" y="4643"/>
                    <a:pt x="2690" y="3467"/>
                    <a:pt x="1681" y="2122"/>
                  </a:cubicBezTo>
                  <a:cubicBezTo>
                    <a:pt x="835" y="815"/>
                    <a:pt x="341" y="1"/>
                    <a:pt x="19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 name="Google Shape;1355;p28"/>
            <p:cNvSpPr/>
            <p:nvPr/>
          </p:nvSpPr>
          <p:spPr>
            <a:xfrm>
              <a:off x="8905120" y="2478909"/>
              <a:ext cx="102301" cy="156570"/>
            </a:xfrm>
            <a:custGeom>
              <a:avLst/>
              <a:gdLst/>
              <a:ahLst/>
              <a:cxnLst/>
              <a:rect l="l" t="t" r="r" b="b"/>
              <a:pathLst>
                <a:path w="2690" h="4117" extrusionOk="0">
                  <a:moveTo>
                    <a:pt x="1" y="0"/>
                  </a:moveTo>
                  <a:cubicBezTo>
                    <a:pt x="1" y="252"/>
                    <a:pt x="85" y="420"/>
                    <a:pt x="85" y="672"/>
                  </a:cubicBezTo>
                  <a:lnTo>
                    <a:pt x="85" y="840"/>
                  </a:lnTo>
                  <a:cubicBezTo>
                    <a:pt x="85" y="1092"/>
                    <a:pt x="2017" y="3361"/>
                    <a:pt x="2690" y="4117"/>
                  </a:cubicBezTo>
                  <a:lnTo>
                    <a:pt x="1" y="0"/>
                  </a:ln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 name="Google Shape;1356;p28"/>
            <p:cNvSpPr/>
            <p:nvPr/>
          </p:nvSpPr>
          <p:spPr>
            <a:xfrm>
              <a:off x="8892342" y="2267841"/>
              <a:ext cx="111884" cy="190644"/>
            </a:xfrm>
            <a:custGeom>
              <a:avLst/>
              <a:gdLst/>
              <a:ahLst/>
              <a:cxnLst/>
              <a:rect l="l" t="t" r="r" b="b"/>
              <a:pathLst>
                <a:path w="2942" h="5013" extrusionOk="0">
                  <a:moveTo>
                    <a:pt x="2847" y="1"/>
                  </a:moveTo>
                  <a:cubicBezTo>
                    <a:pt x="2722" y="1"/>
                    <a:pt x="1992" y="1145"/>
                    <a:pt x="1261" y="2525"/>
                  </a:cubicBezTo>
                  <a:cubicBezTo>
                    <a:pt x="505" y="4038"/>
                    <a:pt x="1" y="4878"/>
                    <a:pt x="253" y="4962"/>
                  </a:cubicBezTo>
                  <a:cubicBezTo>
                    <a:pt x="270" y="4996"/>
                    <a:pt x="298" y="5013"/>
                    <a:pt x="335" y="5013"/>
                  </a:cubicBezTo>
                  <a:cubicBezTo>
                    <a:pt x="481" y="5013"/>
                    <a:pt x="776" y="4758"/>
                    <a:pt x="1177" y="4290"/>
                  </a:cubicBezTo>
                  <a:cubicBezTo>
                    <a:pt x="1429" y="4122"/>
                    <a:pt x="2942" y="89"/>
                    <a:pt x="2858" y="5"/>
                  </a:cubicBezTo>
                  <a:cubicBezTo>
                    <a:pt x="2855" y="2"/>
                    <a:pt x="2851" y="1"/>
                    <a:pt x="284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 name="Google Shape;1357;p28"/>
            <p:cNvSpPr/>
            <p:nvPr/>
          </p:nvSpPr>
          <p:spPr>
            <a:xfrm>
              <a:off x="8911509" y="2283966"/>
              <a:ext cx="86328" cy="169386"/>
            </a:xfrm>
            <a:custGeom>
              <a:avLst/>
              <a:gdLst/>
              <a:ahLst/>
              <a:cxnLst/>
              <a:rect l="l" t="t" r="r" b="b"/>
              <a:pathLst>
                <a:path w="2270" h="4454" extrusionOk="0">
                  <a:moveTo>
                    <a:pt x="2270" y="1"/>
                  </a:moveTo>
                  <a:lnTo>
                    <a:pt x="1" y="4454"/>
                  </a:lnTo>
                  <a:cubicBezTo>
                    <a:pt x="169" y="4286"/>
                    <a:pt x="337" y="4202"/>
                    <a:pt x="421" y="4034"/>
                  </a:cubicBezTo>
                  <a:cubicBezTo>
                    <a:pt x="589" y="4034"/>
                    <a:pt x="589" y="3866"/>
                    <a:pt x="673" y="3866"/>
                  </a:cubicBezTo>
                  <a:cubicBezTo>
                    <a:pt x="841" y="3698"/>
                    <a:pt x="1933" y="925"/>
                    <a:pt x="2270" y="1"/>
                  </a:cubicBez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 name="Google Shape;1358;p28"/>
            <p:cNvSpPr/>
            <p:nvPr/>
          </p:nvSpPr>
          <p:spPr>
            <a:xfrm>
              <a:off x="8885953" y="2453315"/>
              <a:ext cx="22400" cy="22438"/>
            </a:xfrm>
            <a:custGeom>
              <a:avLst/>
              <a:gdLst/>
              <a:ahLst/>
              <a:cxnLst/>
              <a:rect l="l" t="t" r="r" b="b"/>
              <a:pathLst>
                <a:path w="589" h="590" extrusionOk="0">
                  <a:moveTo>
                    <a:pt x="253" y="1"/>
                  </a:moveTo>
                  <a:cubicBezTo>
                    <a:pt x="85" y="1"/>
                    <a:pt x="1" y="85"/>
                    <a:pt x="1" y="253"/>
                  </a:cubicBezTo>
                  <a:cubicBezTo>
                    <a:pt x="1" y="505"/>
                    <a:pt x="85" y="589"/>
                    <a:pt x="253" y="589"/>
                  </a:cubicBezTo>
                  <a:cubicBezTo>
                    <a:pt x="505" y="589"/>
                    <a:pt x="589" y="505"/>
                    <a:pt x="589" y="253"/>
                  </a:cubicBezTo>
                  <a:cubicBezTo>
                    <a:pt x="589" y="85"/>
                    <a:pt x="505" y="1"/>
                    <a:pt x="25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 name="Google Shape;1359;p28"/>
            <p:cNvSpPr/>
            <p:nvPr/>
          </p:nvSpPr>
          <p:spPr>
            <a:xfrm>
              <a:off x="8889148" y="2456509"/>
              <a:ext cx="16011" cy="16011"/>
            </a:xfrm>
            <a:custGeom>
              <a:avLst/>
              <a:gdLst/>
              <a:ahLst/>
              <a:cxnLst/>
              <a:rect l="l" t="t" r="r" b="b"/>
              <a:pathLst>
                <a:path w="421" h="421" extrusionOk="0">
                  <a:moveTo>
                    <a:pt x="169" y="1"/>
                  </a:moveTo>
                  <a:cubicBezTo>
                    <a:pt x="85" y="1"/>
                    <a:pt x="1" y="85"/>
                    <a:pt x="1" y="169"/>
                  </a:cubicBezTo>
                  <a:cubicBezTo>
                    <a:pt x="1" y="337"/>
                    <a:pt x="85" y="421"/>
                    <a:pt x="169" y="421"/>
                  </a:cubicBezTo>
                  <a:cubicBezTo>
                    <a:pt x="337" y="421"/>
                    <a:pt x="421" y="337"/>
                    <a:pt x="421" y="169"/>
                  </a:cubicBezTo>
                  <a:cubicBezTo>
                    <a:pt x="421" y="85"/>
                    <a:pt x="337" y="1"/>
                    <a:pt x="169" y="1"/>
                  </a:cubicBezTo>
                  <a:close/>
                </a:path>
              </a:pathLst>
            </a:custGeom>
            <a:solidFill>
              <a:srgbClr val="5068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Background">
  <p:cSld name="CUSTOM_15">
    <p:spTree>
      <p:nvGrpSpPr>
        <p:cNvPr id="1" name="Shape 1583"/>
        <p:cNvGrpSpPr/>
        <p:nvPr/>
      </p:nvGrpSpPr>
      <p:grpSpPr>
        <a:xfrm>
          <a:off x="0" y="0"/>
          <a:ext cx="0" cy="0"/>
          <a:chOff x="0" y="0"/>
          <a:chExt cx="0" cy="0"/>
        </a:xfrm>
      </p:grpSpPr>
      <p:pic>
        <p:nvPicPr>
          <p:cNvPr id="1584" name="Google Shape;1584;p34"/>
          <p:cNvPicPr preferRelativeResize="0"/>
          <p:nvPr/>
        </p:nvPicPr>
        <p:blipFill rotWithShape="1">
          <a:blip r:embed="rId2">
            <a:alphaModFix amt="81000"/>
          </a:blip>
          <a:srcRect t="-21812" b="24"/>
          <a:stretch/>
        </p:blipFill>
        <p:spPr>
          <a:xfrm rot="5400000">
            <a:off x="-342613" y="345037"/>
            <a:ext cx="2628050" cy="1937976"/>
          </a:xfrm>
          <a:prstGeom prst="rect">
            <a:avLst/>
          </a:prstGeom>
          <a:noFill/>
          <a:ln>
            <a:noFill/>
          </a:ln>
        </p:spPr>
      </p:pic>
      <p:pic>
        <p:nvPicPr>
          <p:cNvPr id="1585" name="Google Shape;1585;p34"/>
          <p:cNvPicPr preferRelativeResize="0"/>
          <p:nvPr/>
        </p:nvPicPr>
        <p:blipFill rotWithShape="1">
          <a:blip r:embed="rId2">
            <a:alphaModFix amt="81000"/>
          </a:blip>
          <a:srcRect t="-21812" b="24"/>
          <a:stretch/>
        </p:blipFill>
        <p:spPr>
          <a:xfrm rot="10800000">
            <a:off x="6515962" y="12"/>
            <a:ext cx="2628050" cy="1937976"/>
          </a:xfrm>
          <a:prstGeom prst="rect">
            <a:avLst/>
          </a:prstGeom>
          <a:noFill/>
          <a:ln>
            <a:noFill/>
          </a:ln>
        </p:spPr>
      </p:pic>
      <p:sp>
        <p:nvSpPr>
          <p:cNvPr id="1586" name="Google Shape;1586;p34"/>
          <p:cNvSpPr/>
          <p:nvPr/>
        </p:nvSpPr>
        <p:spPr>
          <a:xfrm flipH="1">
            <a:off x="-276740" y="4617203"/>
            <a:ext cx="9697465" cy="527901"/>
          </a:xfrm>
          <a:custGeom>
            <a:avLst/>
            <a:gdLst/>
            <a:ahLst/>
            <a:cxnLst/>
            <a:rect l="l" t="t" r="r" b="b"/>
            <a:pathLst>
              <a:path w="308689" h="50833" extrusionOk="0">
                <a:moveTo>
                  <a:pt x="10839" y="0"/>
                </a:moveTo>
                <a:cubicBezTo>
                  <a:pt x="4790" y="0"/>
                  <a:pt x="1" y="4201"/>
                  <a:pt x="1" y="9411"/>
                </a:cubicBezTo>
                <a:lnTo>
                  <a:pt x="1" y="41506"/>
                </a:lnTo>
                <a:cubicBezTo>
                  <a:pt x="1" y="46631"/>
                  <a:pt x="4874" y="50832"/>
                  <a:pt x="10839" y="50832"/>
                </a:cubicBezTo>
                <a:lnTo>
                  <a:pt x="297850" y="50832"/>
                </a:lnTo>
                <a:cubicBezTo>
                  <a:pt x="303815" y="50832"/>
                  <a:pt x="308688" y="46631"/>
                  <a:pt x="308688" y="41506"/>
                </a:cubicBezTo>
                <a:lnTo>
                  <a:pt x="308688" y="9411"/>
                </a:lnTo>
                <a:cubicBezTo>
                  <a:pt x="308688" y="4201"/>
                  <a:pt x="303815" y="0"/>
                  <a:pt x="297850" y="0"/>
                </a:cubicBezTo>
                <a:close/>
              </a:path>
            </a:pathLst>
          </a:custGeom>
          <a:solidFill>
            <a:srgbClr val="97B8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7" name="Google Shape;1587;p34"/>
          <p:cNvSpPr/>
          <p:nvPr/>
        </p:nvSpPr>
        <p:spPr>
          <a:xfrm flipH="1">
            <a:off x="205531" y="4720963"/>
            <a:ext cx="6412619" cy="320387"/>
          </a:xfrm>
          <a:custGeom>
            <a:avLst/>
            <a:gdLst/>
            <a:ahLst/>
            <a:cxnLst/>
            <a:rect l="l" t="t" r="r" b="b"/>
            <a:pathLst>
              <a:path w="221392" h="16805" extrusionOk="0">
                <a:moveTo>
                  <a:pt x="6554" y="0"/>
                </a:moveTo>
                <a:cubicBezTo>
                  <a:pt x="2941" y="0"/>
                  <a:pt x="0" y="2857"/>
                  <a:pt x="0" y="6386"/>
                </a:cubicBezTo>
                <a:cubicBezTo>
                  <a:pt x="0" y="9915"/>
                  <a:pt x="2941" y="12855"/>
                  <a:pt x="6554" y="12855"/>
                </a:cubicBezTo>
                <a:lnTo>
                  <a:pt x="10335" y="12855"/>
                </a:lnTo>
                <a:cubicBezTo>
                  <a:pt x="10335" y="13023"/>
                  <a:pt x="10167" y="13275"/>
                  <a:pt x="10167" y="13443"/>
                </a:cubicBezTo>
                <a:cubicBezTo>
                  <a:pt x="10167" y="15376"/>
                  <a:pt x="11763" y="16804"/>
                  <a:pt x="13695" y="16804"/>
                </a:cubicBezTo>
                <a:lnTo>
                  <a:pt x="69988" y="16804"/>
                </a:lnTo>
                <a:cubicBezTo>
                  <a:pt x="71837" y="16804"/>
                  <a:pt x="73433" y="15376"/>
                  <a:pt x="73433" y="13443"/>
                </a:cubicBezTo>
                <a:cubicBezTo>
                  <a:pt x="73433" y="13275"/>
                  <a:pt x="73433" y="13023"/>
                  <a:pt x="73349" y="12855"/>
                </a:cubicBezTo>
                <a:lnTo>
                  <a:pt x="214922" y="12855"/>
                </a:lnTo>
                <a:cubicBezTo>
                  <a:pt x="218451" y="12855"/>
                  <a:pt x="221391" y="9999"/>
                  <a:pt x="221391" y="6386"/>
                </a:cubicBezTo>
                <a:cubicBezTo>
                  <a:pt x="221391" y="2941"/>
                  <a:pt x="218451" y="0"/>
                  <a:pt x="2149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88" name="Google Shape;1588;p34"/>
          <p:cNvGrpSpPr/>
          <p:nvPr/>
        </p:nvGrpSpPr>
        <p:grpSpPr>
          <a:xfrm>
            <a:off x="8034125" y="136768"/>
            <a:ext cx="993281" cy="861733"/>
            <a:chOff x="6918927" y="1154115"/>
            <a:chExt cx="712744" cy="618351"/>
          </a:xfrm>
        </p:grpSpPr>
        <p:sp>
          <p:nvSpPr>
            <p:cNvPr id="1589" name="Google Shape;1589;p34"/>
            <p:cNvSpPr/>
            <p:nvPr/>
          </p:nvSpPr>
          <p:spPr>
            <a:xfrm>
              <a:off x="7203550" y="1542572"/>
              <a:ext cx="428121" cy="229893"/>
            </a:xfrm>
            <a:custGeom>
              <a:avLst/>
              <a:gdLst/>
              <a:ahLst/>
              <a:cxnLst/>
              <a:rect l="l" t="t" r="r" b="b"/>
              <a:pathLst>
                <a:path w="12520" h="6723" extrusionOk="0">
                  <a:moveTo>
                    <a:pt x="11259" y="2774"/>
                  </a:moveTo>
                  <a:lnTo>
                    <a:pt x="10251" y="2774"/>
                  </a:lnTo>
                  <a:cubicBezTo>
                    <a:pt x="10251" y="2606"/>
                    <a:pt x="10335" y="2522"/>
                    <a:pt x="10335" y="2438"/>
                  </a:cubicBezTo>
                  <a:cubicBezTo>
                    <a:pt x="10335" y="1765"/>
                    <a:pt x="9831" y="1261"/>
                    <a:pt x="9159" y="1261"/>
                  </a:cubicBezTo>
                  <a:lnTo>
                    <a:pt x="8235" y="1261"/>
                  </a:lnTo>
                  <a:lnTo>
                    <a:pt x="8235" y="1009"/>
                  </a:lnTo>
                  <a:cubicBezTo>
                    <a:pt x="8235" y="505"/>
                    <a:pt x="7815" y="1"/>
                    <a:pt x="7142" y="1"/>
                  </a:cubicBezTo>
                  <a:lnTo>
                    <a:pt x="5126" y="1"/>
                  </a:lnTo>
                  <a:cubicBezTo>
                    <a:pt x="4622" y="1"/>
                    <a:pt x="4202" y="337"/>
                    <a:pt x="4118" y="841"/>
                  </a:cubicBezTo>
                  <a:lnTo>
                    <a:pt x="3530" y="841"/>
                  </a:lnTo>
                  <a:cubicBezTo>
                    <a:pt x="2857" y="841"/>
                    <a:pt x="2269" y="1345"/>
                    <a:pt x="2269" y="2017"/>
                  </a:cubicBezTo>
                  <a:lnTo>
                    <a:pt x="1429" y="2017"/>
                  </a:lnTo>
                  <a:cubicBezTo>
                    <a:pt x="673" y="2017"/>
                    <a:pt x="1" y="2606"/>
                    <a:pt x="1" y="3362"/>
                  </a:cubicBezTo>
                  <a:cubicBezTo>
                    <a:pt x="1" y="4118"/>
                    <a:pt x="673" y="4706"/>
                    <a:pt x="1429" y="4706"/>
                  </a:cubicBezTo>
                  <a:lnTo>
                    <a:pt x="2101" y="4706"/>
                  </a:lnTo>
                  <a:cubicBezTo>
                    <a:pt x="2353" y="5210"/>
                    <a:pt x="2857" y="5630"/>
                    <a:pt x="3530" y="5630"/>
                  </a:cubicBezTo>
                  <a:lnTo>
                    <a:pt x="3614" y="5630"/>
                  </a:lnTo>
                  <a:cubicBezTo>
                    <a:pt x="3698" y="6302"/>
                    <a:pt x="4118" y="6723"/>
                    <a:pt x="4874" y="6723"/>
                  </a:cubicBezTo>
                  <a:lnTo>
                    <a:pt x="6722" y="6723"/>
                  </a:lnTo>
                  <a:cubicBezTo>
                    <a:pt x="7394" y="6723"/>
                    <a:pt x="7899" y="6302"/>
                    <a:pt x="7983" y="5630"/>
                  </a:cubicBezTo>
                  <a:lnTo>
                    <a:pt x="8235" y="5630"/>
                  </a:lnTo>
                  <a:cubicBezTo>
                    <a:pt x="8655" y="5630"/>
                    <a:pt x="9075" y="5462"/>
                    <a:pt x="9327" y="5126"/>
                  </a:cubicBezTo>
                  <a:lnTo>
                    <a:pt x="11259" y="5126"/>
                  </a:lnTo>
                  <a:cubicBezTo>
                    <a:pt x="11847" y="5126"/>
                    <a:pt x="12520" y="4622"/>
                    <a:pt x="12520" y="3950"/>
                  </a:cubicBezTo>
                  <a:cubicBezTo>
                    <a:pt x="12436" y="3278"/>
                    <a:pt x="11931" y="2774"/>
                    <a:pt x="11259" y="277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0" name="Google Shape;1590;p34"/>
            <p:cNvSpPr/>
            <p:nvPr/>
          </p:nvSpPr>
          <p:spPr>
            <a:xfrm flipH="1">
              <a:off x="6918927" y="1154115"/>
              <a:ext cx="569250" cy="315100"/>
            </a:xfrm>
            <a:custGeom>
              <a:avLst/>
              <a:gdLst/>
              <a:ahLst/>
              <a:cxnLst/>
              <a:rect l="l" t="t" r="r" b="b"/>
              <a:pathLst>
                <a:path w="22770" h="12604" extrusionOk="0">
                  <a:moveTo>
                    <a:pt x="20585" y="5042"/>
                  </a:moveTo>
                  <a:lnTo>
                    <a:pt x="18821" y="5042"/>
                  </a:lnTo>
                  <a:cubicBezTo>
                    <a:pt x="18905" y="4874"/>
                    <a:pt x="18905" y="4622"/>
                    <a:pt x="18905" y="4454"/>
                  </a:cubicBezTo>
                  <a:cubicBezTo>
                    <a:pt x="18905" y="3277"/>
                    <a:pt x="17981" y="2353"/>
                    <a:pt x="16720" y="2353"/>
                  </a:cubicBezTo>
                  <a:lnTo>
                    <a:pt x="15040" y="2353"/>
                  </a:lnTo>
                  <a:lnTo>
                    <a:pt x="15040" y="1933"/>
                  </a:lnTo>
                  <a:cubicBezTo>
                    <a:pt x="15040" y="841"/>
                    <a:pt x="14200" y="1"/>
                    <a:pt x="13023" y="1"/>
                  </a:cubicBezTo>
                  <a:lnTo>
                    <a:pt x="9327" y="1"/>
                  </a:lnTo>
                  <a:cubicBezTo>
                    <a:pt x="8402" y="1"/>
                    <a:pt x="7562" y="589"/>
                    <a:pt x="7478" y="1597"/>
                  </a:cubicBezTo>
                  <a:lnTo>
                    <a:pt x="6302" y="1597"/>
                  </a:lnTo>
                  <a:cubicBezTo>
                    <a:pt x="5042" y="1597"/>
                    <a:pt x="4117" y="2521"/>
                    <a:pt x="3949" y="3781"/>
                  </a:cubicBezTo>
                  <a:lnTo>
                    <a:pt x="2521" y="3781"/>
                  </a:lnTo>
                  <a:cubicBezTo>
                    <a:pt x="1177" y="3781"/>
                    <a:pt x="0" y="4958"/>
                    <a:pt x="0" y="6302"/>
                  </a:cubicBezTo>
                  <a:cubicBezTo>
                    <a:pt x="0" y="7646"/>
                    <a:pt x="1177" y="8823"/>
                    <a:pt x="2521" y="8823"/>
                  </a:cubicBezTo>
                  <a:lnTo>
                    <a:pt x="3865" y="8823"/>
                  </a:lnTo>
                  <a:cubicBezTo>
                    <a:pt x="4201" y="9831"/>
                    <a:pt x="5210" y="10587"/>
                    <a:pt x="6386" y="10587"/>
                  </a:cubicBezTo>
                  <a:lnTo>
                    <a:pt x="6638" y="10587"/>
                  </a:lnTo>
                  <a:cubicBezTo>
                    <a:pt x="6722" y="11763"/>
                    <a:pt x="7646" y="12604"/>
                    <a:pt x="8822" y="12604"/>
                  </a:cubicBezTo>
                  <a:lnTo>
                    <a:pt x="12267" y="12604"/>
                  </a:lnTo>
                  <a:cubicBezTo>
                    <a:pt x="13444" y="12604"/>
                    <a:pt x="14368" y="11763"/>
                    <a:pt x="14452" y="10587"/>
                  </a:cubicBezTo>
                  <a:lnTo>
                    <a:pt x="14872" y="10587"/>
                  </a:lnTo>
                  <a:cubicBezTo>
                    <a:pt x="15712" y="10587"/>
                    <a:pt x="16468" y="10167"/>
                    <a:pt x="16972" y="9663"/>
                  </a:cubicBezTo>
                  <a:lnTo>
                    <a:pt x="20585" y="9663"/>
                  </a:lnTo>
                  <a:cubicBezTo>
                    <a:pt x="21846" y="9663"/>
                    <a:pt x="22770" y="8739"/>
                    <a:pt x="22770" y="7478"/>
                  </a:cubicBezTo>
                  <a:cubicBezTo>
                    <a:pt x="22770" y="5966"/>
                    <a:pt x="21846" y="5042"/>
                    <a:pt x="20585" y="504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91" name="Google Shape;1591;p34"/>
          <p:cNvGrpSpPr/>
          <p:nvPr/>
        </p:nvGrpSpPr>
        <p:grpSpPr>
          <a:xfrm>
            <a:off x="50507" y="3054085"/>
            <a:ext cx="662657" cy="1788363"/>
            <a:chOff x="231800" y="1194350"/>
            <a:chExt cx="943150" cy="2545350"/>
          </a:xfrm>
        </p:grpSpPr>
        <p:sp>
          <p:nvSpPr>
            <p:cNvPr id="1592" name="Google Shape;1592;p34"/>
            <p:cNvSpPr/>
            <p:nvPr/>
          </p:nvSpPr>
          <p:spPr>
            <a:xfrm>
              <a:off x="484495" y="3697404"/>
              <a:ext cx="416790" cy="42296"/>
            </a:xfrm>
            <a:custGeom>
              <a:avLst/>
              <a:gdLst/>
              <a:ahLst/>
              <a:cxnLst/>
              <a:rect l="l" t="t" r="r" b="b"/>
              <a:pathLst>
                <a:path w="70493" h="1692" extrusionOk="0">
                  <a:moveTo>
                    <a:pt x="68838" y="1"/>
                  </a:moveTo>
                  <a:cubicBezTo>
                    <a:pt x="68747" y="1"/>
                    <a:pt x="68655" y="4"/>
                    <a:pt x="68561" y="11"/>
                  </a:cubicBezTo>
                  <a:lnTo>
                    <a:pt x="1849" y="11"/>
                  </a:lnTo>
                  <a:cubicBezTo>
                    <a:pt x="841" y="11"/>
                    <a:pt x="1" y="347"/>
                    <a:pt x="1" y="851"/>
                  </a:cubicBezTo>
                  <a:cubicBezTo>
                    <a:pt x="1" y="1272"/>
                    <a:pt x="841" y="1692"/>
                    <a:pt x="1849" y="1692"/>
                  </a:cubicBezTo>
                  <a:lnTo>
                    <a:pt x="68561" y="1692"/>
                  </a:lnTo>
                  <a:cubicBezTo>
                    <a:pt x="69653" y="1692"/>
                    <a:pt x="70493" y="1356"/>
                    <a:pt x="70493" y="851"/>
                  </a:cubicBezTo>
                  <a:cubicBezTo>
                    <a:pt x="70493" y="391"/>
                    <a:pt x="69792" y="1"/>
                    <a:pt x="68838" y="1"/>
                  </a:cubicBezTo>
                  <a:close/>
                </a:path>
              </a:pathLst>
            </a:custGeom>
            <a:solidFill>
              <a:srgbClr val="6A84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3" name="Google Shape;1593;p34"/>
            <p:cNvSpPr/>
            <p:nvPr/>
          </p:nvSpPr>
          <p:spPr>
            <a:xfrm>
              <a:off x="645600" y="3370000"/>
              <a:ext cx="71450" cy="355000"/>
            </a:xfrm>
            <a:custGeom>
              <a:avLst/>
              <a:gdLst/>
              <a:ahLst/>
              <a:cxnLst/>
              <a:rect l="l" t="t" r="r" b="b"/>
              <a:pathLst>
                <a:path w="2858" h="14200" extrusionOk="0">
                  <a:moveTo>
                    <a:pt x="85" y="0"/>
                  </a:moveTo>
                  <a:cubicBezTo>
                    <a:pt x="85" y="3865"/>
                    <a:pt x="85" y="13107"/>
                    <a:pt x="1" y="14200"/>
                  </a:cubicBezTo>
                  <a:lnTo>
                    <a:pt x="2857" y="14200"/>
                  </a:lnTo>
                  <a:cubicBezTo>
                    <a:pt x="2857" y="13107"/>
                    <a:pt x="2857" y="3865"/>
                    <a:pt x="2689" y="0"/>
                  </a:cubicBezTo>
                  <a:close/>
                </a:path>
              </a:pathLst>
            </a:custGeom>
            <a:solidFill>
              <a:srgbClr val="4054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4" name="Google Shape;1594;p34"/>
            <p:cNvSpPr/>
            <p:nvPr/>
          </p:nvSpPr>
          <p:spPr>
            <a:xfrm>
              <a:off x="685525" y="3370000"/>
              <a:ext cx="31525" cy="355000"/>
            </a:xfrm>
            <a:custGeom>
              <a:avLst/>
              <a:gdLst/>
              <a:ahLst/>
              <a:cxnLst/>
              <a:rect l="l" t="t" r="r" b="b"/>
              <a:pathLst>
                <a:path w="1261" h="14200" extrusionOk="0">
                  <a:moveTo>
                    <a:pt x="0" y="0"/>
                  </a:moveTo>
                  <a:lnTo>
                    <a:pt x="0" y="14200"/>
                  </a:lnTo>
                  <a:lnTo>
                    <a:pt x="1260" y="14200"/>
                  </a:lnTo>
                  <a:cubicBezTo>
                    <a:pt x="1260" y="13107"/>
                    <a:pt x="1260" y="3865"/>
                    <a:pt x="1092" y="0"/>
                  </a:cubicBezTo>
                  <a:close/>
                </a:path>
              </a:pathLst>
            </a:custGeom>
            <a:solidFill>
              <a:srgbClr val="6C8C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5" name="Google Shape;1595;p34"/>
            <p:cNvSpPr/>
            <p:nvPr/>
          </p:nvSpPr>
          <p:spPr>
            <a:xfrm>
              <a:off x="654000" y="1624500"/>
              <a:ext cx="56750" cy="1745525"/>
            </a:xfrm>
            <a:custGeom>
              <a:avLst/>
              <a:gdLst/>
              <a:ahLst/>
              <a:cxnLst/>
              <a:rect l="l" t="t" r="r" b="b"/>
              <a:pathLst>
                <a:path w="2270" h="69821" extrusionOk="0">
                  <a:moveTo>
                    <a:pt x="925" y="0"/>
                  </a:moveTo>
                  <a:cubicBezTo>
                    <a:pt x="841" y="2773"/>
                    <a:pt x="85" y="67720"/>
                    <a:pt x="1" y="69820"/>
                  </a:cubicBezTo>
                  <a:lnTo>
                    <a:pt x="2269" y="69820"/>
                  </a:lnTo>
                  <a:cubicBezTo>
                    <a:pt x="2185" y="67720"/>
                    <a:pt x="1429" y="2773"/>
                    <a:pt x="1345" y="0"/>
                  </a:cubicBezTo>
                  <a:close/>
                </a:path>
              </a:pathLst>
            </a:custGeom>
            <a:solidFill>
              <a:srgbClr val="F5F9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6" name="Google Shape;1596;p34"/>
            <p:cNvSpPr/>
            <p:nvPr/>
          </p:nvSpPr>
          <p:spPr>
            <a:xfrm>
              <a:off x="681325" y="1624500"/>
              <a:ext cx="25225" cy="1745525"/>
            </a:xfrm>
            <a:custGeom>
              <a:avLst/>
              <a:gdLst/>
              <a:ahLst/>
              <a:cxnLst/>
              <a:rect l="l" t="t" r="r" b="b"/>
              <a:pathLst>
                <a:path w="1009" h="69821" extrusionOk="0">
                  <a:moveTo>
                    <a:pt x="168" y="0"/>
                  </a:moveTo>
                  <a:cubicBezTo>
                    <a:pt x="0" y="0"/>
                    <a:pt x="252" y="69820"/>
                    <a:pt x="252" y="69820"/>
                  </a:cubicBezTo>
                  <a:lnTo>
                    <a:pt x="1008" y="69820"/>
                  </a:lnTo>
                  <a:cubicBezTo>
                    <a:pt x="1008" y="67720"/>
                    <a:pt x="252" y="2773"/>
                    <a:pt x="16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7" name="Google Shape;1597;p34"/>
            <p:cNvSpPr/>
            <p:nvPr/>
          </p:nvSpPr>
          <p:spPr>
            <a:xfrm>
              <a:off x="244425" y="1585750"/>
              <a:ext cx="430625" cy="68875"/>
            </a:xfrm>
            <a:custGeom>
              <a:avLst/>
              <a:gdLst/>
              <a:ahLst/>
              <a:cxnLst/>
              <a:rect l="l" t="t" r="r" b="b"/>
              <a:pathLst>
                <a:path w="17225" h="2755" extrusionOk="0">
                  <a:moveTo>
                    <a:pt x="13288" y="0"/>
                  </a:moveTo>
                  <a:cubicBezTo>
                    <a:pt x="10899" y="0"/>
                    <a:pt x="0" y="1757"/>
                    <a:pt x="0" y="2222"/>
                  </a:cubicBezTo>
                  <a:cubicBezTo>
                    <a:pt x="0" y="2584"/>
                    <a:pt x="1525" y="2755"/>
                    <a:pt x="3871" y="2755"/>
                  </a:cubicBezTo>
                  <a:cubicBezTo>
                    <a:pt x="5340" y="2755"/>
                    <a:pt x="7132" y="2688"/>
                    <a:pt x="9074" y="2558"/>
                  </a:cubicBezTo>
                  <a:cubicBezTo>
                    <a:pt x="14115" y="2222"/>
                    <a:pt x="17056" y="2138"/>
                    <a:pt x="17056" y="1634"/>
                  </a:cubicBezTo>
                  <a:cubicBezTo>
                    <a:pt x="17224" y="1214"/>
                    <a:pt x="15712" y="794"/>
                    <a:pt x="13695" y="38"/>
                  </a:cubicBezTo>
                  <a:cubicBezTo>
                    <a:pt x="13625" y="12"/>
                    <a:pt x="13486" y="0"/>
                    <a:pt x="1328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8" name="Google Shape;1598;p34"/>
            <p:cNvSpPr/>
            <p:nvPr/>
          </p:nvSpPr>
          <p:spPr>
            <a:xfrm>
              <a:off x="271725" y="1591650"/>
              <a:ext cx="373900" cy="45475"/>
            </a:xfrm>
            <a:custGeom>
              <a:avLst/>
              <a:gdLst/>
              <a:ahLst/>
              <a:cxnLst/>
              <a:rect l="l" t="t" r="r" b="b"/>
              <a:pathLst>
                <a:path w="14956" h="1819" extrusionOk="0">
                  <a:moveTo>
                    <a:pt x="12119" y="1"/>
                  </a:moveTo>
                  <a:cubicBezTo>
                    <a:pt x="10095" y="1"/>
                    <a:pt x="2774" y="1144"/>
                    <a:pt x="0" y="1818"/>
                  </a:cubicBezTo>
                  <a:lnTo>
                    <a:pt x="14956" y="894"/>
                  </a:lnTo>
                  <a:cubicBezTo>
                    <a:pt x="14452" y="642"/>
                    <a:pt x="13779" y="474"/>
                    <a:pt x="13275" y="222"/>
                  </a:cubicBezTo>
                  <a:cubicBezTo>
                    <a:pt x="13023" y="138"/>
                    <a:pt x="12855" y="138"/>
                    <a:pt x="12603" y="54"/>
                  </a:cubicBezTo>
                  <a:cubicBezTo>
                    <a:pt x="12531" y="18"/>
                    <a:pt x="12363" y="1"/>
                    <a:pt x="12119" y="1"/>
                  </a:cubicBez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9" name="Google Shape;1599;p34"/>
            <p:cNvSpPr/>
            <p:nvPr/>
          </p:nvSpPr>
          <p:spPr>
            <a:xfrm>
              <a:off x="677125" y="1625850"/>
              <a:ext cx="247875" cy="357900"/>
            </a:xfrm>
            <a:custGeom>
              <a:avLst/>
              <a:gdLst/>
              <a:ahLst/>
              <a:cxnLst/>
              <a:rect l="l" t="t" r="r" b="b"/>
              <a:pathLst>
                <a:path w="9915" h="14316" extrusionOk="0">
                  <a:moveTo>
                    <a:pt x="507" y="0"/>
                  </a:moveTo>
                  <a:cubicBezTo>
                    <a:pt x="474" y="0"/>
                    <a:pt x="445" y="10"/>
                    <a:pt x="420" y="30"/>
                  </a:cubicBezTo>
                  <a:cubicBezTo>
                    <a:pt x="0" y="366"/>
                    <a:pt x="420" y="1711"/>
                    <a:pt x="672" y="3727"/>
                  </a:cubicBezTo>
                  <a:cubicBezTo>
                    <a:pt x="922" y="4727"/>
                    <a:pt x="9018" y="14316"/>
                    <a:pt x="9484" y="14316"/>
                  </a:cubicBezTo>
                  <a:cubicBezTo>
                    <a:pt x="9488" y="14316"/>
                    <a:pt x="9491" y="14315"/>
                    <a:pt x="9494" y="14313"/>
                  </a:cubicBezTo>
                  <a:cubicBezTo>
                    <a:pt x="9914" y="13977"/>
                    <a:pt x="8066" y="10533"/>
                    <a:pt x="5209" y="6332"/>
                  </a:cubicBezTo>
                  <a:cubicBezTo>
                    <a:pt x="2523" y="2460"/>
                    <a:pt x="1025" y="0"/>
                    <a:pt x="50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0" name="Google Shape;1600;p34"/>
            <p:cNvSpPr/>
            <p:nvPr/>
          </p:nvSpPr>
          <p:spPr>
            <a:xfrm>
              <a:off x="689725" y="1658100"/>
              <a:ext cx="207975" cy="304600"/>
            </a:xfrm>
            <a:custGeom>
              <a:avLst/>
              <a:gdLst/>
              <a:ahLst/>
              <a:cxnLst/>
              <a:rect l="l" t="t" r="r" b="b"/>
              <a:pathLst>
                <a:path w="8319" h="12184" extrusionOk="0">
                  <a:moveTo>
                    <a:pt x="0" y="0"/>
                  </a:moveTo>
                  <a:lnTo>
                    <a:pt x="0" y="0"/>
                  </a:lnTo>
                  <a:cubicBezTo>
                    <a:pt x="84" y="505"/>
                    <a:pt x="252" y="1177"/>
                    <a:pt x="336" y="1765"/>
                  </a:cubicBezTo>
                  <a:cubicBezTo>
                    <a:pt x="336" y="1933"/>
                    <a:pt x="420" y="2185"/>
                    <a:pt x="420" y="2521"/>
                  </a:cubicBezTo>
                  <a:cubicBezTo>
                    <a:pt x="504" y="3109"/>
                    <a:pt x="6218" y="9999"/>
                    <a:pt x="8318" y="12183"/>
                  </a:cubicBezTo>
                  <a:lnTo>
                    <a:pt x="0" y="0"/>
                  </a:ln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1" name="Google Shape;1601;p34"/>
            <p:cNvSpPr/>
            <p:nvPr/>
          </p:nvSpPr>
          <p:spPr>
            <a:xfrm>
              <a:off x="668700" y="1242050"/>
              <a:ext cx="222700" cy="374525"/>
            </a:xfrm>
            <a:custGeom>
              <a:avLst/>
              <a:gdLst/>
              <a:ahLst/>
              <a:cxnLst/>
              <a:rect l="l" t="t" r="r" b="b"/>
              <a:pathLst>
                <a:path w="8908" h="14981" extrusionOk="0">
                  <a:moveTo>
                    <a:pt x="8454" y="1"/>
                  </a:moveTo>
                  <a:cubicBezTo>
                    <a:pt x="7962" y="1"/>
                    <a:pt x="5830" y="3308"/>
                    <a:pt x="3698" y="7736"/>
                  </a:cubicBezTo>
                  <a:cubicBezTo>
                    <a:pt x="1429" y="12105"/>
                    <a:pt x="1" y="14710"/>
                    <a:pt x="505" y="14962"/>
                  </a:cubicBezTo>
                  <a:cubicBezTo>
                    <a:pt x="530" y="14974"/>
                    <a:pt x="559" y="14980"/>
                    <a:pt x="593" y="14980"/>
                  </a:cubicBezTo>
                  <a:cubicBezTo>
                    <a:pt x="1016" y="14980"/>
                    <a:pt x="2135" y="14029"/>
                    <a:pt x="3614" y="12862"/>
                  </a:cubicBezTo>
                  <a:cubicBezTo>
                    <a:pt x="4454" y="12189"/>
                    <a:pt x="8907" y="259"/>
                    <a:pt x="8487" y="7"/>
                  </a:cubicBezTo>
                  <a:cubicBezTo>
                    <a:pt x="8477" y="3"/>
                    <a:pt x="8466" y="1"/>
                    <a:pt x="845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2" name="Google Shape;1602;p34"/>
            <p:cNvSpPr/>
            <p:nvPr/>
          </p:nvSpPr>
          <p:spPr>
            <a:xfrm>
              <a:off x="706525" y="1269500"/>
              <a:ext cx="163850" cy="327700"/>
            </a:xfrm>
            <a:custGeom>
              <a:avLst/>
              <a:gdLst/>
              <a:ahLst/>
              <a:cxnLst/>
              <a:rect l="l" t="t" r="r" b="b"/>
              <a:pathLst>
                <a:path w="6554" h="13108" extrusionOk="0">
                  <a:moveTo>
                    <a:pt x="6554" y="1"/>
                  </a:moveTo>
                  <a:lnTo>
                    <a:pt x="0" y="13108"/>
                  </a:lnTo>
                  <a:cubicBezTo>
                    <a:pt x="420" y="12772"/>
                    <a:pt x="925" y="12352"/>
                    <a:pt x="1345" y="11932"/>
                  </a:cubicBezTo>
                  <a:cubicBezTo>
                    <a:pt x="1513" y="11848"/>
                    <a:pt x="1681" y="11596"/>
                    <a:pt x="1849" y="11511"/>
                  </a:cubicBezTo>
                  <a:cubicBezTo>
                    <a:pt x="2521" y="11091"/>
                    <a:pt x="5714" y="2942"/>
                    <a:pt x="6554" y="1"/>
                  </a:cubicBez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3" name="Google Shape;1603;p34"/>
            <p:cNvSpPr/>
            <p:nvPr/>
          </p:nvSpPr>
          <p:spPr>
            <a:xfrm>
              <a:off x="658200" y="1599275"/>
              <a:ext cx="44150" cy="46250"/>
            </a:xfrm>
            <a:custGeom>
              <a:avLst/>
              <a:gdLst/>
              <a:ahLst/>
              <a:cxnLst/>
              <a:rect l="l" t="t" r="r" b="b"/>
              <a:pathLst>
                <a:path w="1766" h="1850" extrusionOk="0">
                  <a:moveTo>
                    <a:pt x="841" y="1"/>
                  </a:moveTo>
                  <a:cubicBezTo>
                    <a:pt x="337" y="1"/>
                    <a:pt x="1" y="421"/>
                    <a:pt x="1" y="1009"/>
                  </a:cubicBezTo>
                  <a:cubicBezTo>
                    <a:pt x="1" y="1513"/>
                    <a:pt x="421" y="1849"/>
                    <a:pt x="925" y="1849"/>
                  </a:cubicBezTo>
                  <a:cubicBezTo>
                    <a:pt x="1429" y="1849"/>
                    <a:pt x="1765" y="1429"/>
                    <a:pt x="1765" y="841"/>
                  </a:cubicBezTo>
                  <a:cubicBezTo>
                    <a:pt x="1765" y="421"/>
                    <a:pt x="1345" y="1"/>
                    <a:pt x="84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4" name="Google Shape;1604;p34"/>
            <p:cNvSpPr/>
            <p:nvPr/>
          </p:nvSpPr>
          <p:spPr>
            <a:xfrm>
              <a:off x="666600" y="1607675"/>
              <a:ext cx="29450" cy="29450"/>
            </a:xfrm>
            <a:custGeom>
              <a:avLst/>
              <a:gdLst/>
              <a:ahLst/>
              <a:cxnLst/>
              <a:rect l="l" t="t" r="r" b="b"/>
              <a:pathLst>
                <a:path w="1178" h="1178" extrusionOk="0">
                  <a:moveTo>
                    <a:pt x="505" y="1"/>
                  </a:moveTo>
                  <a:cubicBezTo>
                    <a:pt x="169" y="1"/>
                    <a:pt x="1" y="337"/>
                    <a:pt x="1" y="673"/>
                  </a:cubicBezTo>
                  <a:cubicBezTo>
                    <a:pt x="1" y="925"/>
                    <a:pt x="337" y="1177"/>
                    <a:pt x="589" y="1177"/>
                  </a:cubicBezTo>
                  <a:cubicBezTo>
                    <a:pt x="925" y="1177"/>
                    <a:pt x="1177" y="841"/>
                    <a:pt x="1177" y="505"/>
                  </a:cubicBezTo>
                  <a:cubicBezTo>
                    <a:pt x="1093" y="253"/>
                    <a:pt x="841" y="1"/>
                    <a:pt x="505" y="1"/>
                  </a:cubicBezTo>
                  <a:close/>
                </a:path>
              </a:pathLst>
            </a:custGeom>
            <a:solidFill>
              <a:srgbClr val="5068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5" name="Google Shape;1605;p34"/>
            <p:cNvSpPr/>
            <p:nvPr/>
          </p:nvSpPr>
          <p:spPr>
            <a:xfrm>
              <a:off x="231800" y="1194350"/>
              <a:ext cx="943150" cy="854375"/>
            </a:xfrm>
            <a:custGeom>
              <a:avLst/>
              <a:gdLst/>
              <a:ahLst/>
              <a:cxnLst/>
              <a:rect l="l" t="t" r="r" b="b"/>
              <a:pathLst>
                <a:path w="37726" h="34175" extrusionOk="0">
                  <a:moveTo>
                    <a:pt x="18052" y="0"/>
                  </a:moveTo>
                  <a:cubicBezTo>
                    <a:pt x="17660" y="0"/>
                    <a:pt x="17272" y="21"/>
                    <a:pt x="16889" y="66"/>
                  </a:cubicBezTo>
                  <a:cubicBezTo>
                    <a:pt x="7311" y="654"/>
                    <a:pt x="1" y="8636"/>
                    <a:pt x="505" y="18130"/>
                  </a:cubicBezTo>
                  <a:lnTo>
                    <a:pt x="1345" y="18130"/>
                  </a:lnTo>
                  <a:cubicBezTo>
                    <a:pt x="841" y="8804"/>
                    <a:pt x="8151" y="906"/>
                    <a:pt x="17561" y="234"/>
                  </a:cubicBezTo>
                  <a:cubicBezTo>
                    <a:pt x="18022" y="203"/>
                    <a:pt x="18484" y="184"/>
                    <a:pt x="18941" y="184"/>
                  </a:cubicBezTo>
                  <a:cubicBezTo>
                    <a:pt x="19733" y="184"/>
                    <a:pt x="20512" y="242"/>
                    <a:pt x="21258" y="402"/>
                  </a:cubicBezTo>
                  <a:cubicBezTo>
                    <a:pt x="20212" y="156"/>
                    <a:pt x="19122" y="0"/>
                    <a:pt x="18052" y="0"/>
                  </a:cubicBezTo>
                  <a:close/>
                  <a:moveTo>
                    <a:pt x="25879" y="1915"/>
                  </a:moveTo>
                  <a:lnTo>
                    <a:pt x="25543" y="2587"/>
                  </a:lnTo>
                  <a:cubicBezTo>
                    <a:pt x="33945" y="6872"/>
                    <a:pt x="37306" y="16954"/>
                    <a:pt x="33105" y="25356"/>
                  </a:cubicBezTo>
                  <a:cubicBezTo>
                    <a:pt x="32600" y="26532"/>
                    <a:pt x="31844" y="27456"/>
                    <a:pt x="31172" y="28381"/>
                  </a:cubicBezTo>
                  <a:cubicBezTo>
                    <a:pt x="32096" y="27372"/>
                    <a:pt x="32937" y="26112"/>
                    <a:pt x="33525" y="24768"/>
                  </a:cubicBezTo>
                  <a:cubicBezTo>
                    <a:pt x="37726" y="16366"/>
                    <a:pt x="34365" y="6116"/>
                    <a:pt x="25879" y="1915"/>
                  </a:cubicBezTo>
                  <a:close/>
                  <a:moveTo>
                    <a:pt x="1513" y="22415"/>
                  </a:moveTo>
                  <a:cubicBezTo>
                    <a:pt x="1933" y="23928"/>
                    <a:pt x="2606" y="25188"/>
                    <a:pt x="3446" y="26448"/>
                  </a:cubicBezTo>
                  <a:cubicBezTo>
                    <a:pt x="6777" y="31445"/>
                    <a:pt x="12307" y="34174"/>
                    <a:pt x="17993" y="34174"/>
                  </a:cubicBezTo>
                  <a:cubicBezTo>
                    <a:pt x="21198" y="34174"/>
                    <a:pt x="24453" y="33307"/>
                    <a:pt x="27391" y="31489"/>
                  </a:cubicBezTo>
                  <a:lnTo>
                    <a:pt x="27055" y="30817"/>
                  </a:lnTo>
                  <a:cubicBezTo>
                    <a:pt x="24185" y="32581"/>
                    <a:pt x="20986" y="33419"/>
                    <a:pt x="17823" y="33419"/>
                  </a:cubicBezTo>
                  <a:cubicBezTo>
                    <a:pt x="12098" y="33419"/>
                    <a:pt x="6495" y="30671"/>
                    <a:pt x="3194" y="25692"/>
                  </a:cubicBezTo>
                  <a:cubicBezTo>
                    <a:pt x="2438" y="24600"/>
                    <a:pt x="1933" y="23592"/>
                    <a:pt x="1513" y="22415"/>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6" name="Google Shape;1606;p34"/>
            <p:cNvSpPr/>
            <p:nvPr/>
          </p:nvSpPr>
          <p:spPr>
            <a:xfrm>
              <a:off x="345225" y="1304400"/>
              <a:ext cx="703700" cy="634325"/>
            </a:xfrm>
            <a:custGeom>
              <a:avLst/>
              <a:gdLst/>
              <a:ahLst/>
              <a:cxnLst/>
              <a:rect l="l" t="t" r="r" b="b"/>
              <a:pathLst>
                <a:path w="28148" h="25373" extrusionOk="0">
                  <a:moveTo>
                    <a:pt x="13887" y="0"/>
                  </a:moveTo>
                  <a:cubicBezTo>
                    <a:pt x="13825" y="0"/>
                    <a:pt x="13762" y="1"/>
                    <a:pt x="13698" y="2"/>
                  </a:cubicBezTo>
                  <a:lnTo>
                    <a:pt x="13698" y="2"/>
                  </a:lnTo>
                  <a:cubicBezTo>
                    <a:pt x="14467" y="15"/>
                    <a:pt x="15211" y="90"/>
                    <a:pt x="15881" y="201"/>
                  </a:cubicBezTo>
                  <a:cubicBezTo>
                    <a:pt x="15204" y="78"/>
                    <a:pt x="14573" y="0"/>
                    <a:pt x="13887" y="0"/>
                  </a:cubicBezTo>
                  <a:close/>
                  <a:moveTo>
                    <a:pt x="13462" y="0"/>
                  </a:moveTo>
                  <a:cubicBezTo>
                    <a:pt x="13150" y="0"/>
                    <a:pt x="12835" y="11"/>
                    <a:pt x="12520" y="33"/>
                  </a:cubicBezTo>
                  <a:cubicBezTo>
                    <a:pt x="5462" y="453"/>
                    <a:pt x="1" y="6503"/>
                    <a:pt x="421" y="13392"/>
                  </a:cubicBezTo>
                  <a:lnTo>
                    <a:pt x="1009" y="13392"/>
                  </a:lnTo>
                  <a:cubicBezTo>
                    <a:pt x="673" y="6503"/>
                    <a:pt x="6050" y="621"/>
                    <a:pt x="13108" y="33"/>
                  </a:cubicBezTo>
                  <a:cubicBezTo>
                    <a:pt x="13311" y="16"/>
                    <a:pt x="13507" y="6"/>
                    <a:pt x="13698" y="2"/>
                  </a:cubicBezTo>
                  <a:lnTo>
                    <a:pt x="13698" y="2"/>
                  </a:lnTo>
                  <a:cubicBezTo>
                    <a:pt x="13620" y="1"/>
                    <a:pt x="13541" y="0"/>
                    <a:pt x="13462" y="0"/>
                  </a:cubicBezTo>
                  <a:close/>
                  <a:moveTo>
                    <a:pt x="19325" y="1377"/>
                  </a:moveTo>
                  <a:lnTo>
                    <a:pt x="19073" y="1882"/>
                  </a:lnTo>
                  <a:cubicBezTo>
                    <a:pt x="25207" y="5074"/>
                    <a:pt x="27727" y="12552"/>
                    <a:pt x="24619" y="18769"/>
                  </a:cubicBezTo>
                  <a:cubicBezTo>
                    <a:pt x="24199" y="19610"/>
                    <a:pt x="23694" y="20366"/>
                    <a:pt x="23106" y="21038"/>
                  </a:cubicBezTo>
                  <a:cubicBezTo>
                    <a:pt x="23947" y="20366"/>
                    <a:pt x="24619" y="19358"/>
                    <a:pt x="25039" y="18433"/>
                  </a:cubicBezTo>
                  <a:cubicBezTo>
                    <a:pt x="28147" y="12216"/>
                    <a:pt x="25627" y="4654"/>
                    <a:pt x="19325" y="1377"/>
                  </a:cubicBezTo>
                  <a:close/>
                  <a:moveTo>
                    <a:pt x="1261" y="16753"/>
                  </a:moveTo>
                  <a:cubicBezTo>
                    <a:pt x="1513" y="17677"/>
                    <a:pt x="2017" y="18769"/>
                    <a:pt x="2690" y="19610"/>
                  </a:cubicBezTo>
                  <a:cubicBezTo>
                    <a:pt x="5157" y="23364"/>
                    <a:pt x="9301" y="25372"/>
                    <a:pt x="13528" y="25372"/>
                  </a:cubicBezTo>
                  <a:cubicBezTo>
                    <a:pt x="15923" y="25372"/>
                    <a:pt x="18344" y="24728"/>
                    <a:pt x="20502" y="23391"/>
                  </a:cubicBezTo>
                  <a:lnTo>
                    <a:pt x="20334" y="22970"/>
                  </a:lnTo>
                  <a:cubicBezTo>
                    <a:pt x="18163" y="24297"/>
                    <a:pt x="15765" y="24931"/>
                    <a:pt x="13400" y="24931"/>
                  </a:cubicBezTo>
                  <a:cubicBezTo>
                    <a:pt x="9174" y="24931"/>
                    <a:pt x="5053" y="22907"/>
                    <a:pt x="2522" y="19190"/>
                  </a:cubicBezTo>
                  <a:cubicBezTo>
                    <a:pt x="2017" y="18433"/>
                    <a:pt x="1597" y="17593"/>
                    <a:pt x="1261" y="16753"/>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7" name="Google Shape;1607;p34"/>
            <p:cNvSpPr/>
            <p:nvPr/>
          </p:nvSpPr>
          <p:spPr>
            <a:xfrm>
              <a:off x="456575" y="1406050"/>
              <a:ext cx="472625" cy="429750"/>
            </a:xfrm>
            <a:custGeom>
              <a:avLst/>
              <a:gdLst/>
              <a:ahLst/>
              <a:cxnLst/>
              <a:rect l="l" t="t" r="r" b="b"/>
              <a:pathLst>
                <a:path w="18905" h="17190" extrusionOk="0">
                  <a:moveTo>
                    <a:pt x="10344" y="141"/>
                  </a:moveTo>
                  <a:cubicBezTo>
                    <a:pt x="10424" y="150"/>
                    <a:pt x="10505" y="159"/>
                    <a:pt x="10586" y="168"/>
                  </a:cubicBezTo>
                  <a:cubicBezTo>
                    <a:pt x="10504" y="158"/>
                    <a:pt x="10424" y="149"/>
                    <a:pt x="10344" y="141"/>
                  </a:cubicBezTo>
                  <a:close/>
                  <a:moveTo>
                    <a:pt x="8402" y="0"/>
                  </a:moveTo>
                  <a:cubicBezTo>
                    <a:pt x="3529" y="336"/>
                    <a:pt x="0" y="4285"/>
                    <a:pt x="168" y="8990"/>
                  </a:cubicBezTo>
                  <a:lnTo>
                    <a:pt x="504" y="8990"/>
                  </a:lnTo>
                  <a:cubicBezTo>
                    <a:pt x="252" y="4369"/>
                    <a:pt x="3949" y="420"/>
                    <a:pt x="8654" y="84"/>
                  </a:cubicBezTo>
                  <a:cubicBezTo>
                    <a:pt x="9244" y="84"/>
                    <a:pt x="9769" y="84"/>
                    <a:pt x="10344" y="141"/>
                  </a:cubicBezTo>
                  <a:lnTo>
                    <a:pt x="10344" y="141"/>
                  </a:lnTo>
                  <a:cubicBezTo>
                    <a:pt x="9684" y="67"/>
                    <a:pt x="9076" y="0"/>
                    <a:pt x="8402" y="0"/>
                  </a:cubicBezTo>
                  <a:close/>
                  <a:moveTo>
                    <a:pt x="12939" y="1008"/>
                  </a:moveTo>
                  <a:lnTo>
                    <a:pt x="12771" y="1344"/>
                  </a:lnTo>
                  <a:cubicBezTo>
                    <a:pt x="16972" y="3529"/>
                    <a:pt x="18652" y="8570"/>
                    <a:pt x="16552" y="12771"/>
                  </a:cubicBezTo>
                  <a:cubicBezTo>
                    <a:pt x="16300" y="13359"/>
                    <a:pt x="15964" y="13863"/>
                    <a:pt x="15544" y="14367"/>
                  </a:cubicBezTo>
                  <a:cubicBezTo>
                    <a:pt x="16048" y="13779"/>
                    <a:pt x="16468" y="13107"/>
                    <a:pt x="16804" y="12519"/>
                  </a:cubicBezTo>
                  <a:cubicBezTo>
                    <a:pt x="18904" y="8318"/>
                    <a:pt x="17224" y="3109"/>
                    <a:pt x="12939" y="1008"/>
                  </a:cubicBezTo>
                  <a:close/>
                  <a:moveTo>
                    <a:pt x="672" y="11175"/>
                  </a:moveTo>
                  <a:cubicBezTo>
                    <a:pt x="924" y="12099"/>
                    <a:pt x="1260" y="12687"/>
                    <a:pt x="1680" y="13359"/>
                  </a:cubicBezTo>
                  <a:cubicBezTo>
                    <a:pt x="3338" y="15819"/>
                    <a:pt x="6119" y="17190"/>
                    <a:pt x="8983" y="17190"/>
                  </a:cubicBezTo>
                  <a:cubicBezTo>
                    <a:pt x="10619" y="17190"/>
                    <a:pt x="12283" y="16743"/>
                    <a:pt x="13779" y="15796"/>
                  </a:cubicBezTo>
                  <a:lnTo>
                    <a:pt x="13527" y="15544"/>
                  </a:lnTo>
                  <a:cubicBezTo>
                    <a:pt x="12094" y="16439"/>
                    <a:pt x="10503" y="16868"/>
                    <a:pt x="8925" y="16868"/>
                  </a:cubicBezTo>
                  <a:cubicBezTo>
                    <a:pt x="6062" y="16868"/>
                    <a:pt x="3246" y="15455"/>
                    <a:pt x="1512" y="12855"/>
                  </a:cubicBezTo>
                  <a:cubicBezTo>
                    <a:pt x="1260" y="12351"/>
                    <a:pt x="924" y="11847"/>
                    <a:pt x="672" y="11175"/>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08" name="Google Shape;1608;p34"/>
          <p:cNvGrpSpPr/>
          <p:nvPr/>
        </p:nvGrpSpPr>
        <p:grpSpPr>
          <a:xfrm>
            <a:off x="8549233" y="3166124"/>
            <a:ext cx="540802" cy="1451075"/>
            <a:chOff x="231800" y="1194350"/>
            <a:chExt cx="943150" cy="2530650"/>
          </a:xfrm>
        </p:grpSpPr>
        <p:sp>
          <p:nvSpPr>
            <p:cNvPr id="1609" name="Google Shape;1609;p34"/>
            <p:cNvSpPr/>
            <p:nvPr/>
          </p:nvSpPr>
          <p:spPr>
            <a:xfrm>
              <a:off x="645600" y="3370000"/>
              <a:ext cx="71450" cy="355000"/>
            </a:xfrm>
            <a:custGeom>
              <a:avLst/>
              <a:gdLst/>
              <a:ahLst/>
              <a:cxnLst/>
              <a:rect l="l" t="t" r="r" b="b"/>
              <a:pathLst>
                <a:path w="2858" h="14200" extrusionOk="0">
                  <a:moveTo>
                    <a:pt x="85" y="0"/>
                  </a:moveTo>
                  <a:cubicBezTo>
                    <a:pt x="85" y="3865"/>
                    <a:pt x="85" y="13107"/>
                    <a:pt x="1" y="14200"/>
                  </a:cubicBezTo>
                  <a:lnTo>
                    <a:pt x="2857" y="14200"/>
                  </a:lnTo>
                  <a:cubicBezTo>
                    <a:pt x="2857" y="13107"/>
                    <a:pt x="2857" y="3865"/>
                    <a:pt x="2689" y="0"/>
                  </a:cubicBezTo>
                  <a:close/>
                </a:path>
              </a:pathLst>
            </a:custGeom>
            <a:solidFill>
              <a:srgbClr val="4054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0" name="Google Shape;1610;p34"/>
            <p:cNvSpPr/>
            <p:nvPr/>
          </p:nvSpPr>
          <p:spPr>
            <a:xfrm>
              <a:off x="685525" y="3370000"/>
              <a:ext cx="31525" cy="355000"/>
            </a:xfrm>
            <a:custGeom>
              <a:avLst/>
              <a:gdLst/>
              <a:ahLst/>
              <a:cxnLst/>
              <a:rect l="l" t="t" r="r" b="b"/>
              <a:pathLst>
                <a:path w="1261" h="14200" extrusionOk="0">
                  <a:moveTo>
                    <a:pt x="0" y="0"/>
                  </a:moveTo>
                  <a:lnTo>
                    <a:pt x="0" y="14200"/>
                  </a:lnTo>
                  <a:lnTo>
                    <a:pt x="1260" y="14200"/>
                  </a:lnTo>
                  <a:cubicBezTo>
                    <a:pt x="1260" y="13107"/>
                    <a:pt x="1260" y="3865"/>
                    <a:pt x="1092" y="0"/>
                  </a:cubicBezTo>
                  <a:close/>
                </a:path>
              </a:pathLst>
            </a:custGeom>
            <a:solidFill>
              <a:srgbClr val="6C8C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1" name="Google Shape;1611;p34"/>
            <p:cNvSpPr/>
            <p:nvPr/>
          </p:nvSpPr>
          <p:spPr>
            <a:xfrm>
              <a:off x="654000" y="1624500"/>
              <a:ext cx="56750" cy="1745525"/>
            </a:xfrm>
            <a:custGeom>
              <a:avLst/>
              <a:gdLst/>
              <a:ahLst/>
              <a:cxnLst/>
              <a:rect l="l" t="t" r="r" b="b"/>
              <a:pathLst>
                <a:path w="2270" h="69821" extrusionOk="0">
                  <a:moveTo>
                    <a:pt x="925" y="0"/>
                  </a:moveTo>
                  <a:cubicBezTo>
                    <a:pt x="841" y="2773"/>
                    <a:pt x="85" y="67720"/>
                    <a:pt x="1" y="69820"/>
                  </a:cubicBezTo>
                  <a:lnTo>
                    <a:pt x="2269" y="69820"/>
                  </a:lnTo>
                  <a:cubicBezTo>
                    <a:pt x="2185" y="67720"/>
                    <a:pt x="1429" y="2773"/>
                    <a:pt x="1345" y="0"/>
                  </a:cubicBezTo>
                  <a:close/>
                </a:path>
              </a:pathLst>
            </a:custGeom>
            <a:solidFill>
              <a:srgbClr val="F5F9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2" name="Google Shape;1612;p34"/>
            <p:cNvSpPr/>
            <p:nvPr/>
          </p:nvSpPr>
          <p:spPr>
            <a:xfrm>
              <a:off x="681325" y="1624500"/>
              <a:ext cx="25225" cy="1745525"/>
            </a:xfrm>
            <a:custGeom>
              <a:avLst/>
              <a:gdLst/>
              <a:ahLst/>
              <a:cxnLst/>
              <a:rect l="l" t="t" r="r" b="b"/>
              <a:pathLst>
                <a:path w="1009" h="69821" extrusionOk="0">
                  <a:moveTo>
                    <a:pt x="168" y="0"/>
                  </a:moveTo>
                  <a:cubicBezTo>
                    <a:pt x="0" y="0"/>
                    <a:pt x="252" y="69820"/>
                    <a:pt x="252" y="69820"/>
                  </a:cubicBezTo>
                  <a:lnTo>
                    <a:pt x="1008" y="69820"/>
                  </a:lnTo>
                  <a:cubicBezTo>
                    <a:pt x="1008" y="67720"/>
                    <a:pt x="252" y="2773"/>
                    <a:pt x="16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3" name="Google Shape;1613;p34"/>
            <p:cNvSpPr/>
            <p:nvPr/>
          </p:nvSpPr>
          <p:spPr>
            <a:xfrm>
              <a:off x="244425" y="1585750"/>
              <a:ext cx="430625" cy="68875"/>
            </a:xfrm>
            <a:custGeom>
              <a:avLst/>
              <a:gdLst/>
              <a:ahLst/>
              <a:cxnLst/>
              <a:rect l="l" t="t" r="r" b="b"/>
              <a:pathLst>
                <a:path w="17225" h="2755" extrusionOk="0">
                  <a:moveTo>
                    <a:pt x="13288" y="0"/>
                  </a:moveTo>
                  <a:cubicBezTo>
                    <a:pt x="10899" y="0"/>
                    <a:pt x="0" y="1757"/>
                    <a:pt x="0" y="2222"/>
                  </a:cubicBezTo>
                  <a:cubicBezTo>
                    <a:pt x="0" y="2584"/>
                    <a:pt x="1525" y="2755"/>
                    <a:pt x="3871" y="2755"/>
                  </a:cubicBezTo>
                  <a:cubicBezTo>
                    <a:pt x="5340" y="2755"/>
                    <a:pt x="7132" y="2688"/>
                    <a:pt x="9074" y="2558"/>
                  </a:cubicBezTo>
                  <a:cubicBezTo>
                    <a:pt x="14115" y="2222"/>
                    <a:pt x="17056" y="2138"/>
                    <a:pt x="17056" y="1634"/>
                  </a:cubicBezTo>
                  <a:cubicBezTo>
                    <a:pt x="17224" y="1214"/>
                    <a:pt x="15712" y="794"/>
                    <a:pt x="13695" y="38"/>
                  </a:cubicBezTo>
                  <a:cubicBezTo>
                    <a:pt x="13625" y="12"/>
                    <a:pt x="13486" y="0"/>
                    <a:pt x="1328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4" name="Google Shape;1614;p34"/>
            <p:cNvSpPr/>
            <p:nvPr/>
          </p:nvSpPr>
          <p:spPr>
            <a:xfrm>
              <a:off x="271725" y="1591650"/>
              <a:ext cx="373900" cy="45475"/>
            </a:xfrm>
            <a:custGeom>
              <a:avLst/>
              <a:gdLst/>
              <a:ahLst/>
              <a:cxnLst/>
              <a:rect l="l" t="t" r="r" b="b"/>
              <a:pathLst>
                <a:path w="14956" h="1819" extrusionOk="0">
                  <a:moveTo>
                    <a:pt x="12119" y="1"/>
                  </a:moveTo>
                  <a:cubicBezTo>
                    <a:pt x="10095" y="1"/>
                    <a:pt x="2774" y="1144"/>
                    <a:pt x="0" y="1818"/>
                  </a:cubicBezTo>
                  <a:lnTo>
                    <a:pt x="14956" y="894"/>
                  </a:lnTo>
                  <a:cubicBezTo>
                    <a:pt x="14452" y="642"/>
                    <a:pt x="13779" y="474"/>
                    <a:pt x="13275" y="222"/>
                  </a:cubicBezTo>
                  <a:cubicBezTo>
                    <a:pt x="13023" y="138"/>
                    <a:pt x="12855" y="138"/>
                    <a:pt x="12603" y="54"/>
                  </a:cubicBezTo>
                  <a:cubicBezTo>
                    <a:pt x="12531" y="18"/>
                    <a:pt x="12363" y="1"/>
                    <a:pt x="12119" y="1"/>
                  </a:cubicBez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5" name="Google Shape;1615;p34"/>
            <p:cNvSpPr/>
            <p:nvPr/>
          </p:nvSpPr>
          <p:spPr>
            <a:xfrm>
              <a:off x="677125" y="1625850"/>
              <a:ext cx="247875" cy="357900"/>
            </a:xfrm>
            <a:custGeom>
              <a:avLst/>
              <a:gdLst/>
              <a:ahLst/>
              <a:cxnLst/>
              <a:rect l="l" t="t" r="r" b="b"/>
              <a:pathLst>
                <a:path w="9915" h="14316" extrusionOk="0">
                  <a:moveTo>
                    <a:pt x="507" y="0"/>
                  </a:moveTo>
                  <a:cubicBezTo>
                    <a:pt x="474" y="0"/>
                    <a:pt x="445" y="10"/>
                    <a:pt x="420" y="30"/>
                  </a:cubicBezTo>
                  <a:cubicBezTo>
                    <a:pt x="0" y="366"/>
                    <a:pt x="420" y="1711"/>
                    <a:pt x="672" y="3727"/>
                  </a:cubicBezTo>
                  <a:cubicBezTo>
                    <a:pt x="922" y="4727"/>
                    <a:pt x="9018" y="14316"/>
                    <a:pt x="9484" y="14316"/>
                  </a:cubicBezTo>
                  <a:cubicBezTo>
                    <a:pt x="9488" y="14316"/>
                    <a:pt x="9491" y="14315"/>
                    <a:pt x="9494" y="14313"/>
                  </a:cubicBezTo>
                  <a:cubicBezTo>
                    <a:pt x="9914" y="13977"/>
                    <a:pt x="8066" y="10533"/>
                    <a:pt x="5209" y="6332"/>
                  </a:cubicBezTo>
                  <a:cubicBezTo>
                    <a:pt x="2523" y="2460"/>
                    <a:pt x="1025" y="0"/>
                    <a:pt x="50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6" name="Google Shape;1616;p34"/>
            <p:cNvSpPr/>
            <p:nvPr/>
          </p:nvSpPr>
          <p:spPr>
            <a:xfrm>
              <a:off x="689725" y="1658100"/>
              <a:ext cx="207975" cy="304600"/>
            </a:xfrm>
            <a:custGeom>
              <a:avLst/>
              <a:gdLst/>
              <a:ahLst/>
              <a:cxnLst/>
              <a:rect l="l" t="t" r="r" b="b"/>
              <a:pathLst>
                <a:path w="8319" h="12184" extrusionOk="0">
                  <a:moveTo>
                    <a:pt x="0" y="0"/>
                  </a:moveTo>
                  <a:lnTo>
                    <a:pt x="0" y="0"/>
                  </a:lnTo>
                  <a:cubicBezTo>
                    <a:pt x="84" y="505"/>
                    <a:pt x="252" y="1177"/>
                    <a:pt x="336" y="1765"/>
                  </a:cubicBezTo>
                  <a:cubicBezTo>
                    <a:pt x="336" y="1933"/>
                    <a:pt x="420" y="2185"/>
                    <a:pt x="420" y="2521"/>
                  </a:cubicBezTo>
                  <a:cubicBezTo>
                    <a:pt x="504" y="3109"/>
                    <a:pt x="6218" y="9999"/>
                    <a:pt x="8318" y="12183"/>
                  </a:cubicBezTo>
                  <a:lnTo>
                    <a:pt x="0" y="0"/>
                  </a:ln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7" name="Google Shape;1617;p34"/>
            <p:cNvSpPr/>
            <p:nvPr/>
          </p:nvSpPr>
          <p:spPr>
            <a:xfrm>
              <a:off x="668700" y="1242050"/>
              <a:ext cx="222700" cy="374525"/>
            </a:xfrm>
            <a:custGeom>
              <a:avLst/>
              <a:gdLst/>
              <a:ahLst/>
              <a:cxnLst/>
              <a:rect l="l" t="t" r="r" b="b"/>
              <a:pathLst>
                <a:path w="8908" h="14981" extrusionOk="0">
                  <a:moveTo>
                    <a:pt x="8454" y="1"/>
                  </a:moveTo>
                  <a:cubicBezTo>
                    <a:pt x="7962" y="1"/>
                    <a:pt x="5830" y="3308"/>
                    <a:pt x="3698" y="7736"/>
                  </a:cubicBezTo>
                  <a:cubicBezTo>
                    <a:pt x="1429" y="12105"/>
                    <a:pt x="1" y="14710"/>
                    <a:pt x="505" y="14962"/>
                  </a:cubicBezTo>
                  <a:cubicBezTo>
                    <a:pt x="530" y="14974"/>
                    <a:pt x="559" y="14980"/>
                    <a:pt x="593" y="14980"/>
                  </a:cubicBezTo>
                  <a:cubicBezTo>
                    <a:pt x="1016" y="14980"/>
                    <a:pt x="2135" y="14029"/>
                    <a:pt x="3614" y="12862"/>
                  </a:cubicBezTo>
                  <a:cubicBezTo>
                    <a:pt x="4454" y="12189"/>
                    <a:pt x="8907" y="259"/>
                    <a:pt x="8487" y="7"/>
                  </a:cubicBezTo>
                  <a:cubicBezTo>
                    <a:pt x="8477" y="3"/>
                    <a:pt x="8466" y="1"/>
                    <a:pt x="845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8" name="Google Shape;1618;p34"/>
            <p:cNvSpPr/>
            <p:nvPr/>
          </p:nvSpPr>
          <p:spPr>
            <a:xfrm>
              <a:off x="706525" y="1269500"/>
              <a:ext cx="163850" cy="327700"/>
            </a:xfrm>
            <a:custGeom>
              <a:avLst/>
              <a:gdLst/>
              <a:ahLst/>
              <a:cxnLst/>
              <a:rect l="l" t="t" r="r" b="b"/>
              <a:pathLst>
                <a:path w="6554" h="13108" extrusionOk="0">
                  <a:moveTo>
                    <a:pt x="6554" y="1"/>
                  </a:moveTo>
                  <a:lnTo>
                    <a:pt x="0" y="13108"/>
                  </a:lnTo>
                  <a:cubicBezTo>
                    <a:pt x="420" y="12772"/>
                    <a:pt x="925" y="12352"/>
                    <a:pt x="1345" y="11932"/>
                  </a:cubicBezTo>
                  <a:cubicBezTo>
                    <a:pt x="1513" y="11848"/>
                    <a:pt x="1681" y="11596"/>
                    <a:pt x="1849" y="11511"/>
                  </a:cubicBezTo>
                  <a:cubicBezTo>
                    <a:pt x="2521" y="11091"/>
                    <a:pt x="5714" y="2942"/>
                    <a:pt x="6554" y="1"/>
                  </a:cubicBez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9" name="Google Shape;1619;p34"/>
            <p:cNvSpPr/>
            <p:nvPr/>
          </p:nvSpPr>
          <p:spPr>
            <a:xfrm>
              <a:off x="658200" y="1599275"/>
              <a:ext cx="44150" cy="46250"/>
            </a:xfrm>
            <a:custGeom>
              <a:avLst/>
              <a:gdLst/>
              <a:ahLst/>
              <a:cxnLst/>
              <a:rect l="l" t="t" r="r" b="b"/>
              <a:pathLst>
                <a:path w="1766" h="1850" extrusionOk="0">
                  <a:moveTo>
                    <a:pt x="841" y="1"/>
                  </a:moveTo>
                  <a:cubicBezTo>
                    <a:pt x="337" y="1"/>
                    <a:pt x="1" y="421"/>
                    <a:pt x="1" y="1009"/>
                  </a:cubicBezTo>
                  <a:cubicBezTo>
                    <a:pt x="1" y="1513"/>
                    <a:pt x="421" y="1849"/>
                    <a:pt x="925" y="1849"/>
                  </a:cubicBezTo>
                  <a:cubicBezTo>
                    <a:pt x="1429" y="1849"/>
                    <a:pt x="1765" y="1429"/>
                    <a:pt x="1765" y="841"/>
                  </a:cubicBezTo>
                  <a:cubicBezTo>
                    <a:pt x="1765" y="421"/>
                    <a:pt x="1345" y="1"/>
                    <a:pt x="84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0" name="Google Shape;1620;p34"/>
            <p:cNvSpPr/>
            <p:nvPr/>
          </p:nvSpPr>
          <p:spPr>
            <a:xfrm>
              <a:off x="666600" y="1607675"/>
              <a:ext cx="29450" cy="29450"/>
            </a:xfrm>
            <a:custGeom>
              <a:avLst/>
              <a:gdLst/>
              <a:ahLst/>
              <a:cxnLst/>
              <a:rect l="l" t="t" r="r" b="b"/>
              <a:pathLst>
                <a:path w="1178" h="1178" extrusionOk="0">
                  <a:moveTo>
                    <a:pt x="505" y="1"/>
                  </a:moveTo>
                  <a:cubicBezTo>
                    <a:pt x="169" y="1"/>
                    <a:pt x="1" y="337"/>
                    <a:pt x="1" y="673"/>
                  </a:cubicBezTo>
                  <a:cubicBezTo>
                    <a:pt x="1" y="925"/>
                    <a:pt x="337" y="1177"/>
                    <a:pt x="589" y="1177"/>
                  </a:cubicBezTo>
                  <a:cubicBezTo>
                    <a:pt x="925" y="1177"/>
                    <a:pt x="1177" y="841"/>
                    <a:pt x="1177" y="505"/>
                  </a:cubicBezTo>
                  <a:cubicBezTo>
                    <a:pt x="1093" y="253"/>
                    <a:pt x="841" y="1"/>
                    <a:pt x="505" y="1"/>
                  </a:cubicBezTo>
                  <a:close/>
                </a:path>
              </a:pathLst>
            </a:custGeom>
            <a:solidFill>
              <a:srgbClr val="5068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1" name="Google Shape;1621;p34"/>
            <p:cNvSpPr/>
            <p:nvPr/>
          </p:nvSpPr>
          <p:spPr>
            <a:xfrm>
              <a:off x="231800" y="1194350"/>
              <a:ext cx="943150" cy="854375"/>
            </a:xfrm>
            <a:custGeom>
              <a:avLst/>
              <a:gdLst/>
              <a:ahLst/>
              <a:cxnLst/>
              <a:rect l="l" t="t" r="r" b="b"/>
              <a:pathLst>
                <a:path w="37726" h="34175" extrusionOk="0">
                  <a:moveTo>
                    <a:pt x="18052" y="0"/>
                  </a:moveTo>
                  <a:cubicBezTo>
                    <a:pt x="17660" y="0"/>
                    <a:pt x="17272" y="21"/>
                    <a:pt x="16889" y="66"/>
                  </a:cubicBezTo>
                  <a:cubicBezTo>
                    <a:pt x="7311" y="654"/>
                    <a:pt x="1" y="8636"/>
                    <a:pt x="505" y="18130"/>
                  </a:cubicBezTo>
                  <a:lnTo>
                    <a:pt x="1345" y="18130"/>
                  </a:lnTo>
                  <a:cubicBezTo>
                    <a:pt x="841" y="8804"/>
                    <a:pt x="8151" y="906"/>
                    <a:pt x="17561" y="234"/>
                  </a:cubicBezTo>
                  <a:cubicBezTo>
                    <a:pt x="18022" y="203"/>
                    <a:pt x="18484" y="184"/>
                    <a:pt x="18941" y="184"/>
                  </a:cubicBezTo>
                  <a:cubicBezTo>
                    <a:pt x="19733" y="184"/>
                    <a:pt x="20512" y="242"/>
                    <a:pt x="21258" y="402"/>
                  </a:cubicBezTo>
                  <a:cubicBezTo>
                    <a:pt x="20212" y="156"/>
                    <a:pt x="19122" y="0"/>
                    <a:pt x="18052" y="0"/>
                  </a:cubicBezTo>
                  <a:close/>
                  <a:moveTo>
                    <a:pt x="25879" y="1915"/>
                  </a:moveTo>
                  <a:lnTo>
                    <a:pt x="25543" y="2587"/>
                  </a:lnTo>
                  <a:cubicBezTo>
                    <a:pt x="33945" y="6872"/>
                    <a:pt x="37306" y="16954"/>
                    <a:pt x="33105" y="25356"/>
                  </a:cubicBezTo>
                  <a:cubicBezTo>
                    <a:pt x="32600" y="26532"/>
                    <a:pt x="31844" y="27456"/>
                    <a:pt x="31172" y="28381"/>
                  </a:cubicBezTo>
                  <a:cubicBezTo>
                    <a:pt x="32096" y="27372"/>
                    <a:pt x="32937" y="26112"/>
                    <a:pt x="33525" y="24768"/>
                  </a:cubicBezTo>
                  <a:cubicBezTo>
                    <a:pt x="37726" y="16366"/>
                    <a:pt x="34365" y="6116"/>
                    <a:pt x="25879" y="1915"/>
                  </a:cubicBezTo>
                  <a:close/>
                  <a:moveTo>
                    <a:pt x="1513" y="22415"/>
                  </a:moveTo>
                  <a:cubicBezTo>
                    <a:pt x="1933" y="23928"/>
                    <a:pt x="2606" y="25188"/>
                    <a:pt x="3446" y="26448"/>
                  </a:cubicBezTo>
                  <a:cubicBezTo>
                    <a:pt x="6777" y="31445"/>
                    <a:pt x="12307" y="34174"/>
                    <a:pt x="17993" y="34174"/>
                  </a:cubicBezTo>
                  <a:cubicBezTo>
                    <a:pt x="21198" y="34174"/>
                    <a:pt x="24453" y="33307"/>
                    <a:pt x="27391" y="31489"/>
                  </a:cubicBezTo>
                  <a:lnTo>
                    <a:pt x="27055" y="30817"/>
                  </a:lnTo>
                  <a:cubicBezTo>
                    <a:pt x="24185" y="32581"/>
                    <a:pt x="20986" y="33419"/>
                    <a:pt x="17823" y="33419"/>
                  </a:cubicBezTo>
                  <a:cubicBezTo>
                    <a:pt x="12098" y="33419"/>
                    <a:pt x="6495" y="30671"/>
                    <a:pt x="3194" y="25692"/>
                  </a:cubicBezTo>
                  <a:cubicBezTo>
                    <a:pt x="2438" y="24600"/>
                    <a:pt x="1933" y="23592"/>
                    <a:pt x="1513" y="22415"/>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2" name="Google Shape;1622;p34"/>
            <p:cNvSpPr/>
            <p:nvPr/>
          </p:nvSpPr>
          <p:spPr>
            <a:xfrm>
              <a:off x="345225" y="1304400"/>
              <a:ext cx="703700" cy="634325"/>
            </a:xfrm>
            <a:custGeom>
              <a:avLst/>
              <a:gdLst/>
              <a:ahLst/>
              <a:cxnLst/>
              <a:rect l="l" t="t" r="r" b="b"/>
              <a:pathLst>
                <a:path w="28148" h="25373" extrusionOk="0">
                  <a:moveTo>
                    <a:pt x="13887" y="0"/>
                  </a:moveTo>
                  <a:cubicBezTo>
                    <a:pt x="13825" y="0"/>
                    <a:pt x="13762" y="1"/>
                    <a:pt x="13698" y="2"/>
                  </a:cubicBezTo>
                  <a:lnTo>
                    <a:pt x="13698" y="2"/>
                  </a:lnTo>
                  <a:cubicBezTo>
                    <a:pt x="14467" y="15"/>
                    <a:pt x="15211" y="90"/>
                    <a:pt x="15881" y="201"/>
                  </a:cubicBezTo>
                  <a:cubicBezTo>
                    <a:pt x="15204" y="78"/>
                    <a:pt x="14573" y="0"/>
                    <a:pt x="13887" y="0"/>
                  </a:cubicBezTo>
                  <a:close/>
                  <a:moveTo>
                    <a:pt x="13462" y="0"/>
                  </a:moveTo>
                  <a:cubicBezTo>
                    <a:pt x="13150" y="0"/>
                    <a:pt x="12835" y="11"/>
                    <a:pt x="12520" y="33"/>
                  </a:cubicBezTo>
                  <a:cubicBezTo>
                    <a:pt x="5462" y="453"/>
                    <a:pt x="1" y="6503"/>
                    <a:pt x="421" y="13392"/>
                  </a:cubicBezTo>
                  <a:lnTo>
                    <a:pt x="1009" y="13392"/>
                  </a:lnTo>
                  <a:cubicBezTo>
                    <a:pt x="673" y="6503"/>
                    <a:pt x="6050" y="621"/>
                    <a:pt x="13108" y="33"/>
                  </a:cubicBezTo>
                  <a:cubicBezTo>
                    <a:pt x="13311" y="16"/>
                    <a:pt x="13507" y="6"/>
                    <a:pt x="13698" y="2"/>
                  </a:cubicBezTo>
                  <a:lnTo>
                    <a:pt x="13698" y="2"/>
                  </a:lnTo>
                  <a:cubicBezTo>
                    <a:pt x="13620" y="1"/>
                    <a:pt x="13541" y="0"/>
                    <a:pt x="13462" y="0"/>
                  </a:cubicBezTo>
                  <a:close/>
                  <a:moveTo>
                    <a:pt x="19325" y="1377"/>
                  </a:moveTo>
                  <a:lnTo>
                    <a:pt x="19073" y="1882"/>
                  </a:lnTo>
                  <a:cubicBezTo>
                    <a:pt x="25207" y="5074"/>
                    <a:pt x="27727" y="12552"/>
                    <a:pt x="24619" y="18769"/>
                  </a:cubicBezTo>
                  <a:cubicBezTo>
                    <a:pt x="24199" y="19610"/>
                    <a:pt x="23694" y="20366"/>
                    <a:pt x="23106" y="21038"/>
                  </a:cubicBezTo>
                  <a:cubicBezTo>
                    <a:pt x="23947" y="20366"/>
                    <a:pt x="24619" y="19358"/>
                    <a:pt x="25039" y="18433"/>
                  </a:cubicBezTo>
                  <a:cubicBezTo>
                    <a:pt x="28147" y="12216"/>
                    <a:pt x="25627" y="4654"/>
                    <a:pt x="19325" y="1377"/>
                  </a:cubicBezTo>
                  <a:close/>
                  <a:moveTo>
                    <a:pt x="1261" y="16753"/>
                  </a:moveTo>
                  <a:cubicBezTo>
                    <a:pt x="1513" y="17677"/>
                    <a:pt x="2017" y="18769"/>
                    <a:pt x="2690" y="19610"/>
                  </a:cubicBezTo>
                  <a:cubicBezTo>
                    <a:pt x="5157" y="23364"/>
                    <a:pt x="9301" y="25372"/>
                    <a:pt x="13528" y="25372"/>
                  </a:cubicBezTo>
                  <a:cubicBezTo>
                    <a:pt x="15923" y="25372"/>
                    <a:pt x="18344" y="24728"/>
                    <a:pt x="20502" y="23391"/>
                  </a:cubicBezTo>
                  <a:lnTo>
                    <a:pt x="20334" y="22970"/>
                  </a:lnTo>
                  <a:cubicBezTo>
                    <a:pt x="18163" y="24297"/>
                    <a:pt x="15765" y="24931"/>
                    <a:pt x="13400" y="24931"/>
                  </a:cubicBezTo>
                  <a:cubicBezTo>
                    <a:pt x="9174" y="24931"/>
                    <a:pt x="5053" y="22907"/>
                    <a:pt x="2522" y="19190"/>
                  </a:cubicBezTo>
                  <a:cubicBezTo>
                    <a:pt x="2017" y="18433"/>
                    <a:pt x="1597" y="17593"/>
                    <a:pt x="1261" y="16753"/>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3" name="Google Shape;1623;p34"/>
            <p:cNvSpPr/>
            <p:nvPr/>
          </p:nvSpPr>
          <p:spPr>
            <a:xfrm>
              <a:off x="456575" y="1406050"/>
              <a:ext cx="472625" cy="429750"/>
            </a:xfrm>
            <a:custGeom>
              <a:avLst/>
              <a:gdLst/>
              <a:ahLst/>
              <a:cxnLst/>
              <a:rect l="l" t="t" r="r" b="b"/>
              <a:pathLst>
                <a:path w="18905" h="17190" extrusionOk="0">
                  <a:moveTo>
                    <a:pt x="10344" y="141"/>
                  </a:moveTo>
                  <a:cubicBezTo>
                    <a:pt x="10424" y="150"/>
                    <a:pt x="10505" y="159"/>
                    <a:pt x="10586" y="168"/>
                  </a:cubicBezTo>
                  <a:cubicBezTo>
                    <a:pt x="10504" y="158"/>
                    <a:pt x="10424" y="149"/>
                    <a:pt x="10344" y="141"/>
                  </a:cubicBezTo>
                  <a:close/>
                  <a:moveTo>
                    <a:pt x="8402" y="0"/>
                  </a:moveTo>
                  <a:cubicBezTo>
                    <a:pt x="3529" y="336"/>
                    <a:pt x="0" y="4285"/>
                    <a:pt x="168" y="8990"/>
                  </a:cubicBezTo>
                  <a:lnTo>
                    <a:pt x="504" y="8990"/>
                  </a:lnTo>
                  <a:cubicBezTo>
                    <a:pt x="252" y="4369"/>
                    <a:pt x="3949" y="420"/>
                    <a:pt x="8654" y="84"/>
                  </a:cubicBezTo>
                  <a:cubicBezTo>
                    <a:pt x="9244" y="84"/>
                    <a:pt x="9769" y="84"/>
                    <a:pt x="10344" y="141"/>
                  </a:cubicBezTo>
                  <a:lnTo>
                    <a:pt x="10344" y="141"/>
                  </a:lnTo>
                  <a:cubicBezTo>
                    <a:pt x="9684" y="67"/>
                    <a:pt x="9076" y="0"/>
                    <a:pt x="8402" y="0"/>
                  </a:cubicBezTo>
                  <a:close/>
                  <a:moveTo>
                    <a:pt x="12939" y="1008"/>
                  </a:moveTo>
                  <a:lnTo>
                    <a:pt x="12771" y="1344"/>
                  </a:lnTo>
                  <a:cubicBezTo>
                    <a:pt x="16972" y="3529"/>
                    <a:pt x="18652" y="8570"/>
                    <a:pt x="16552" y="12771"/>
                  </a:cubicBezTo>
                  <a:cubicBezTo>
                    <a:pt x="16300" y="13359"/>
                    <a:pt x="15964" y="13863"/>
                    <a:pt x="15544" y="14367"/>
                  </a:cubicBezTo>
                  <a:cubicBezTo>
                    <a:pt x="16048" y="13779"/>
                    <a:pt x="16468" y="13107"/>
                    <a:pt x="16804" y="12519"/>
                  </a:cubicBezTo>
                  <a:cubicBezTo>
                    <a:pt x="18904" y="8318"/>
                    <a:pt x="17224" y="3109"/>
                    <a:pt x="12939" y="1008"/>
                  </a:cubicBezTo>
                  <a:close/>
                  <a:moveTo>
                    <a:pt x="672" y="11175"/>
                  </a:moveTo>
                  <a:cubicBezTo>
                    <a:pt x="924" y="12099"/>
                    <a:pt x="1260" y="12687"/>
                    <a:pt x="1680" y="13359"/>
                  </a:cubicBezTo>
                  <a:cubicBezTo>
                    <a:pt x="3338" y="15819"/>
                    <a:pt x="6119" y="17190"/>
                    <a:pt x="8983" y="17190"/>
                  </a:cubicBezTo>
                  <a:cubicBezTo>
                    <a:pt x="10619" y="17190"/>
                    <a:pt x="12283" y="16743"/>
                    <a:pt x="13779" y="15796"/>
                  </a:cubicBezTo>
                  <a:lnTo>
                    <a:pt x="13527" y="15544"/>
                  </a:lnTo>
                  <a:cubicBezTo>
                    <a:pt x="12094" y="16439"/>
                    <a:pt x="10503" y="16868"/>
                    <a:pt x="8925" y="16868"/>
                  </a:cubicBezTo>
                  <a:cubicBezTo>
                    <a:pt x="6062" y="16868"/>
                    <a:pt x="3246" y="15455"/>
                    <a:pt x="1512" y="12855"/>
                  </a:cubicBezTo>
                  <a:cubicBezTo>
                    <a:pt x="1260" y="12351"/>
                    <a:pt x="924" y="11847"/>
                    <a:pt x="672" y="11175"/>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24" name="Google Shape;1624;p34"/>
          <p:cNvGrpSpPr/>
          <p:nvPr/>
        </p:nvGrpSpPr>
        <p:grpSpPr>
          <a:xfrm flipH="1">
            <a:off x="8469336" y="4389060"/>
            <a:ext cx="331741" cy="231509"/>
            <a:chOff x="1487550" y="3330075"/>
            <a:chExt cx="292000" cy="203775"/>
          </a:xfrm>
        </p:grpSpPr>
        <p:sp>
          <p:nvSpPr>
            <p:cNvPr id="1625" name="Google Shape;1625;p34"/>
            <p:cNvSpPr/>
            <p:nvPr/>
          </p:nvSpPr>
          <p:spPr>
            <a:xfrm>
              <a:off x="1502250" y="3330075"/>
              <a:ext cx="277300" cy="203775"/>
            </a:xfrm>
            <a:custGeom>
              <a:avLst/>
              <a:gdLst/>
              <a:ahLst/>
              <a:cxnLst/>
              <a:rect l="l" t="t" r="r" b="b"/>
              <a:pathLst>
                <a:path w="11092" h="8151" extrusionOk="0">
                  <a:moveTo>
                    <a:pt x="3865" y="1"/>
                  </a:moveTo>
                  <a:cubicBezTo>
                    <a:pt x="3445" y="1"/>
                    <a:pt x="3025" y="337"/>
                    <a:pt x="3025" y="841"/>
                  </a:cubicBezTo>
                  <a:cubicBezTo>
                    <a:pt x="3025" y="925"/>
                    <a:pt x="3025" y="1177"/>
                    <a:pt x="3109" y="1261"/>
                  </a:cubicBezTo>
                  <a:lnTo>
                    <a:pt x="2269" y="1261"/>
                  </a:lnTo>
                  <a:cubicBezTo>
                    <a:pt x="1765" y="1261"/>
                    <a:pt x="1345" y="1681"/>
                    <a:pt x="1345" y="2185"/>
                  </a:cubicBezTo>
                  <a:lnTo>
                    <a:pt x="1345" y="2437"/>
                  </a:lnTo>
                  <a:cubicBezTo>
                    <a:pt x="841" y="2605"/>
                    <a:pt x="505" y="3194"/>
                    <a:pt x="505" y="3782"/>
                  </a:cubicBezTo>
                  <a:cubicBezTo>
                    <a:pt x="505" y="4202"/>
                    <a:pt x="673" y="4538"/>
                    <a:pt x="925" y="4874"/>
                  </a:cubicBezTo>
                  <a:lnTo>
                    <a:pt x="841" y="4874"/>
                  </a:lnTo>
                  <a:cubicBezTo>
                    <a:pt x="421" y="4874"/>
                    <a:pt x="85" y="5126"/>
                    <a:pt x="85" y="5546"/>
                  </a:cubicBezTo>
                  <a:cubicBezTo>
                    <a:pt x="1" y="6134"/>
                    <a:pt x="337" y="6386"/>
                    <a:pt x="673" y="6386"/>
                  </a:cubicBezTo>
                  <a:lnTo>
                    <a:pt x="925" y="6386"/>
                  </a:lnTo>
                  <a:cubicBezTo>
                    <a:pt x="841" y="6470"/>
                    <a:pt x="673" y="6722"/>
                    <a:pt x="673" y="6974"/>
                  </a:cubicBezTo>
                  <a:cubicBezTo>
                    <a:pt x="673" y="7395"/>
                    <a:pt x="1009" y="7815"/>
                    <a:pt x="1429" y="7815"/>
                  </a:cubicBezTo>
                  <a:lnTo>
                    <a:pt x="1429" y="7899"/>
                  </a:lnTo>
                  <a:cubicBezTo>
                    <a:pt x="1429" y="7983"/>
                    <a:pt x="1429" y="8067"/>
                    <a:pt x="1513" y="8151"/>
                  </a:cubicBezTo>
                  <a:lnTo>
                    <a:pt x="9831" y="8151"/>
                  </a:lnTo>
                  <a:lnTo>
                    <a:pt x="9831" y="7983"/>
                  </a:lnTo>
                  <a:cubicBezTo>
                    <a:pt x="9831" y="7731"/>
                    <a:pt x="9747" y="7563"/>
                    <a:pt x="9495" y="7479"/>
                  </a:cubicBezTo>
                  <a:lnTo>
                    <a:pt x="9831" y="7479"/>
                  </a:lnTo>
                  <a:cubicBezTo>
                    <a:pt x="10167" y="7479"/>
                    <a:pt x="10335" y="7227"/>
                    <a:pt x="10335" y="6890"/>
                  </a:cubicBezTo>
                  <a:cubicBezTo>
                    <a:pt x="10335" y="6806"/>
                    <a:pt x="10335" y="6722"/>
                    <a:pt x="10251" y="6638"/>
                  </a:cubicBezTo>
                  <a:cubicBezTo>
                    <a:pt x="10755" y="6386"/>
                    <a:pt x="11091" y="5966"/>
                    <a:pt x="11091" y="5462"/>
                  </a:cubicBezTo>
                  <a:cubicBezTo>
                    <a:pt x="11091" y="4958"/>
                    <a:pt x="10755" y="4370"/>
                    <a:pt x="10251" y="4286"/>
                  </a:cubicBezTo>
                  <a:cubicBezTo>
                    <a:pt x="10335" y="4202"/>
                    <a:pt x="10335" y="4034"/>
                    <a:pt x="10335" y="3782"/>
                  </a:cubicBezTo>
                  <a:cubicBezTo>
                    <a:pt x="10335" y="3194"/>
                    <a:pt x="9915" y="2521"/>
                    <a:pt x="9327" y="2269"/>
                  </a:cubicBezTo>
                  <a:lnTo>
                    <a:pt x="9327" y="2185"/>
                  </a:lnTo>
                  <a:cubicBezTo>
                    <a:pt x="9327" y="1681"/>
                    <a:pt x="8907" y="1261"/>
                    <a:pt x="8403" y="1261"/>
                  </a:cubicBezTo>
                  <a:lnTo>
                    <a:pt x="8234" y="1261"/>
                  </a:lnTo>
                  <a:cubicBezTo>
                    <a:pt x="8403" y="1177"/>
                    <a:pt x="8403" y="925"/>
                    <a:pt x="8403" y="841"/>
                  </a:cubicBezTo>
                  <a:cubicBezTo>
                    <a:pt x="8403" y="421"/>
                    <a:pt x="7982" y="1"/>
                    <a:pt x="756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6" name="Google Shape;1626;p34"/>
            <p:cNvSpPr/>
            <p:nvPr/>
          </p:nvSpPr>
          <p:spPr>
            <a:xfrm>
              <a:off x="1487550" y="3330075"/>
              <a:ext cx="231075" cy="203775"/>
            </a:xfrm>
            <a:custGeom>
              <a:avLst/>
              <a:gdLst/>
              <a:ahLst/>
              <a:cxnLst/>
              <a:rect l="l" t="t" r="r" b="b"/>
              <a:pathLst>
                <a:path w="9243" h="8151" extrusionOk="0">
                  <a:moveTo>
                    <a:pt x="3949" y="1"/>
                  </a:moveTo>
                  <a:cubicBezTo>
                    <a:pt x="3529" y="1"/>
                    <a:pt x="3109" y="337"/>
                    <a:pt x="3109" y="841"/>
                  </a:cubicBezTo>
                  <a:cubicBezTo>
                    <a:pt x="3109" y="925"/>
                    <a:pt x="3109" y="1177"/>
                    <a:pt x="3193" y="1261"/>
                  </a:cubicBezTo>
                  <a:lnTo>
                    <a:pt x="2269" y="1261"/>
                  </a:lnTo>
                  <a:cubicBezTo>
                    <a:pt x="1681" y="1261"/>
                    <a:pt x="1261" y="1681"/>
                    <a:pt x="1261" y="2185"/>
                  </a:cubicBezTo>
                  <a:lnTo>
                    <a:pt x="1261" y="2437"/>
                  </a:lnTo>
                  <a:cubicBezTo>
                    <a:pt x="757" y="2605"/>
                    <a:pt x="421" y="3194"/>
                    <a:pt x="421" y="3782"/>
                  </a:cubicBezTo>
                  <a:cubicBezTo>
                    <a:pt x="421" y="4202"/>
                    <a:pt x="673" y="4538"/>
                    <a:pt x="841" y="4874"/>
                  </a:cubicBezTo>
                  <a:lnTo>
                    <a:pt x="757" y="4874"/>
                  </a:lnTo>
                  <a:cubicBezTo>
                    <a:pt x="337" y="4874"/>
                    <a:pt x="0" y="5126"/>
                    <a:pt x="0" y="5546"/>
                  </a:cubicBezTo>
                  <a:cubicBezTo>
                    <a:pt x="0" y="6134"/>
                    <a:pt x="337" y="6386"/>
                    <a:pt x="757" y="6386"/>
                  </a:cubicBezTo>
                  <a:lnTo>
                    <a:pt x="1009" y="6386"/>
                  </a:lnTo>
                  <a:cubicBezTo>
                    <a:pt x="841" y="6470"/>
                    <a:pt x="757" y="6722"/>
                    <a:pt x="757" y="6974"/>
                  </a:cubicBezTo>
                  <a:cubicBezTo>
                    <a:pt x="757" y="7395"/>
                    <a:pt x="1093" y="7815"/>
                    <a:pt x="1513" y="7815"/>
                  </a:cubicBezTo>
                  <a:lnTo>
                    <a:pt x="1513" y="7899"/>
                  </a:lnTo>
                  <a:cubicBezTo>
                    <a:pt x="1513" y="7983"/>
                    <a:pt x="1513" y="8067"/>
                    <a:pt x="1597" y="8151"/>
                  </a:cubicBezTo>
                  <a:lnTo>
                    <a:pt x="7982" y="8151"/>
                  </a:lnTo>
                  <a:lnTo>
                    <a:pt x="7982" y="7983"/>
                  </a:lnTo>
                  <a:cubicBezTo>
                    <a:pt x="7982" y="7731"/>
                    <a:pt x="7898" y="7563"/>
                    <a:pt x="7730" y="7479"/>
                  </a:cubicBezTo>
                  <a:lnTo>
                    <a:pt x="7982" y="7479"/>
                  </a:lnTo>
                  <a:cubicBezTo>
                    <a:pt x="8318" y="7479"/>
                    <a:pt x="8570" y="7227"/>
                    <a:pt x="8570" y="6890"/>
                  </a:cubicBezTo>
                  <a:cubicBezTo>
                    <a:pt x="8570" y="6806"/>
                    <a:pt x="8570" y="6722"/>
                    <a:pt x="8402" y="6638"/>
                  </a:cubicBezTo>
                  <a:cubicBezTo>
                    <a:pt x="8991" y="6386"/>
                    <a:pt x="9243" y="5966"/>
                    <a:pt x="9243" y="5462"/>
                  </a:cubicBezTo>
                  <a:cubicBezTo>
                    <a:pt x="9243" y="4958"/>
                    <a:pt x="8991" y="4370"/>
                    <a:pt x="8402" y="4286"/>
                  </a:cubicBezTo>
                  <a:cubicBezTo>
                    <a:pt x="8570" y="4202"/>
                    <a:pt x="8570" y="4034"/>
                    <a:pt x="8570" y="3782"/>
                  </a:cubicBezTo>
                  <a:cubicBezTo>
                    <a:pt x="8570" y="3194"/>
                    <a:pt x="8150" y="2521"/>
                    <a:pt x="7478" y="2269"/>
                  </a:cubicBezTo>
                  <a:lnTo>
                    <a:pt x="7478" y="2185"/>
                  </a:lnTo>
                  <a:cubicBezTo>
                    <a:pt x="7478" y="1681"/>
                    <a:pt x="7058" y="1261"/>
                    <a:pt x="6554" y="1261"/>
                  </a:cubicBezTo>
                  <a:lnTo>
                    <a:pt x="6470" y="1261"/>
                  </a:lnTo>
                  <a:cubicBezTo>
                    <a:pt x="6554" y="1177"/>
                    <a:pt x="6554" y="925"/>
                    <a:pt x="6554" y="841"/>
                  </a:cubicBezTo>
                  <a:cubicBezTo>
                    <a:pt x="6554" y="421"/>
                    <a:pt x="6134" y="1"/>
                    <a:pt x="57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7" name="Google Shape;1627;p34"/>
            <p:cNvSpPr/>
            <p:nvPr/>
          </p:nvSpPr>
          <p:spPr>
            <a:xfrm>
              <a:off x="1487550" y="3456125"/>
              <a:ext cx="182775" cy="77725"/>
            </a:xfrm>
            <a:custGeom>
              <a:avLst/>
              <a:gdLst/>
              <a:ahLst/>
              <a:cxnLst/>
              <a:rect l="l" t="t" r="r" b="b"/>
              <a:pathLst>
                <a:path w="7311" h="3109" extrusionOk="0">
                  <a:moveTo>
                    <a:pt x="841" y="0"/>
                  </a:moveTo>
                  <a:cubicBezTo>
                    <a:pt x="421" y="0"/>
                    <a:pt x="168" y="336"/>
                    <a:pt x="168" y="756"/>
                  </a:cubicBezTo>
                  <a:cubicBezTo>
                    <a:pt x="0" y="1092"/>
                    <a:pt x="337" y="1344"/>
                    <a:pt x="757" y="1344"/>
                  </a:cubicBezTo>
                  <a:lnTo>
                    <a:pt x="1009" y="1344"/>
                  </a:lnTo>
                  <a:cubicBezTo>
                    <a:pt x="841" y="1428"/>
                    <a:pt x="757" y="1680"/>
                    <a:pt x="757" y="1932"/>
                  </a:cubicBezTo>
                  <a:cubicBezTo>
                    <a:pt x="757" y="2353"/>
                    <a:pt x="1093" y="2773"/>
                    <a:pt x="1513" y="2773"/>
                  </a:cubicBezTo>
                  <a:lnTo>
                    <a:pt x="1513" y="2857"/>
                  </a:lnTo>
                  <a:cubicBezTo>
                    <a:pt x="1513" y="2941"/>
                    <a:pt x="1513" y="3025"/>
                    <a:pt x="1597" y="3109"/>
                  </a:cubicBezTo>
                  <a:lnTo>
                    <a:pt x="5294" y="3109"/>
                  </a:lnTo>
                  <a:cubicBezTo>
                    <a:pt x="5210" y="2941"/>
                    <a:pt x="5042" y="2857"/>
                    <a:pt x="4874" y="2857"/>
                  </a:cubicBezTo>
                  <a:cubicBezTo>
                    <a:pt x="5042" y="2773"/>
                    <a:pt x="5210" y="2605"/>
                    <a:pt x="5294" y="2437"/>
                  </a:cubicBezTo>
                  <a:lnTo>
                    <a:pt x="6470" y="2437"/>
                  </a:lnTo>
                  <a:cubicBezTo>
                    <a:pt x="6890" y="2437"/>
                    <a:pt x="7310" y="2101"/>
                    <a:pt x="7310" y="1680"/>
                  </a:cubicBezTo>
                  <a:cubicBezTo>
                    <a:pt x="7310" y="1260"/>
                    <a:pt x="6974" y="924"/>
                    <a:pt x="6470" y="924"/>
                  </a:cubicBezTo>
                  <a:lnTo>
                    <a:pt x="5042" y="924"/>
                  </a:lnTo>
                  <a:lnTo>
                    <a:pt x="5042" y="756"/>
                  </a:lnTo>
                  <a:cubicBezTo>
                    <a:pt x="5042" y="336"/>
                    <a:pt x="4790" y="0"/>
                    <a:pt x="420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8" name="Google Shape;1628;p34"/>
            <p:cNvSpPr/>
            <p:nvPr/>
          </p:nvSpPr>
          <p:spPr>
            <a:xfrm>
              <a:off x="1575775" y="3336375"/>
              <a:ext cx="126050" cy="77750"/>
            </a:xfrm>
            <a:custGeom>
              <a:avLst/>
              <a:gdLst/>
              <a:ahLst/>
              <a:cxnLst/>
              <a:rect l="l" t="t" r="r" b="b"/>
              <a:pathLst>
                <a:path w="5042" h="3110" extrusionOk="0">
                  <a:moveTo>
                    <a:pt x="1345" y="1"/>
                  </a:moveTo>
                  <a:lnTo>
                    <a:pt x="1345" y="169"/>
                  </a:lnTo>
                  <a:cubicBezTo>
                    <a:pt x="1345" y="505"/>
                    <a:pt x="1513" y="673"/>
                    <a:pt x="1849" y="841"/>
                  </a:cubicBezTo>
                  <a:cubicBezTo>
                    <a:pt x="1681" y="841"/>
                    <a:pt x="1513" y="1009"/>
                    <a:pt x="1513" y="1093"/>
                  </a:cubicBezTo>
                  <a:lnTo>
                    <a:pt x="588" y="1093"/>
                  </a:lnTo>
                  <a:cubicBezTo>
                    <a:pt x="168" y="1093"/>
                    <a:pt x="0" y="1429"/>
                    <a:pt x="0" y="1765"/>
                  </a:cubicBezTo>
                  <a:cubicBezTo>
                    <a:pt x="0" y="2017"/>
                    <a:pt x="252" y="2353"/>
                    <a:pt x="588" y="2353"/>
                  </a:cubicBezTo>
                  <a:lnTo>
                    <a:pt x="1765" y="2353"/>
                  </a:lnTo>
                  <a:lnTo>
                    <a:pt x="1765" y="2437"/>
                  </a:lnTo>
                  <a:cubicBezTo>
                    <a:pt x="1765" y="2774"/>
                    <a:pt x="2101" y="3110"/>
                    <a:pt x="2353" y="3110"/>
                  </a:cubicBezTo>
                  <a:lnTo>
                    <a:pt x="5041" y="3110"/>
                  </a:lnTo>
                  <a:cubicBezTo>
                    <a:pt x="4705" y="2774"/>
                    <a:pt x="4369" y="2353"/>
                    <a:pt x="3949" y="2269"/>
                  </a:cubicBezTo>
                  <a:lnTo>
                    <a:pt x="3949" y="2185"/>
                  </a:lnTo>
                  <a:cubicBezTo>
                    <a:pt x="3949" y="1681"/>
                    <a:pt x="3529" y="1261"/>
                    <a:pt x="3025" y="1261"/>
                  </a:cubicBezTo>
                  <a:lnTo>
                    <a:pt x="2941" y="1261"/>
                  </a:lnTo>
                  <a:cubicBezTo>
                    <a:pt x="3025" y="1093"/>
                    <a:pt x="3025" y="925"/>
                    <a:pt x="3025" y="841"/>
                  </a:cubicBezTo>
                  <a:cubicBezTo>
                    <a:pt x="3025" y="421"/>
                    <a:pt x="2605" y="1"/>
                    <a:pt x="218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ackground 1">
  <p:cSld name="CUSTOM_15_1">
    <p:spTree>
      <p:nvGrpSpPr>
        <p:cNvPr id="1" name="Shape 1629"/>
        <p:cNvGrpSpPr/>
        <p:nvPr/>
      </p:nvGrpSpPr>
      <p:grpSpPr>
        <a:xfrm>
          <a:off x="0" y="0"/>
          <a:ext cx="0" cy="0"/>
          <a:chOff x="0" y="0"/>
          <a:chExt cx="0" cy="0"/>
        </a:xfrm>
      </p:grpSpPr>
      <p:pic>
        <p:nvPicPr>
          <p:cNvPr id="1630" name="Google Shape;1630;p35"/>
          <p:cNvPicPr preferRelativeResize="0"/>
          <p:nvPr/>
        </p:nvPicPr>
        <p:blipFill rotWithShape="1">
          <a:blip r:embed="rId2">
            <a:alphaModFix amt="81000"/>
          </a:blip>
          <a:srcRect t="-21812" b="24"/>
          <a:stretch/>
        </p:blipFill>
        <p:spPr>
          <a:xfrm rot="10800000">
            <a:off x="6515962" y="12"/>
            <a:ext cx="2628050" cy="1937976"/>
          </a:xfrm>
          <a:prstGeom prst="rect">
            <a:avLst/>
          </a:prstGeom>
          <a:noFill/>
          <a:ln>
            <a:noFill/>
          </a:ln>
        </p:spPr>
      </p:pic>
      <p:sp>
        <p:nvSpPr>
          <p:cNvPr id="1631" name="Google Shape;1631;p35"/>
          <p:cNvSpPr/>
          <p:nvPr/>
        </p:nvSpPr>
        <p:spPr>
          <a:xfrm flipH="1">
            <a:off x="-276740" y="4617203"/>
            <a:ext cx="9697465" cy="527901"/>
          </a:xfrm>
          <a:custGeom>
            <a:avLst/>
            <a:gdLst/>
            <a:ahLst/>
            <a:cxnLst/>
            <a:rect l="l" t="t" r="r" b="b"/>
            <a:pathLst>
              <a:path w="308689" h="50833" extrusionOk="0">
                <a:moveTo>
                  <a:pt x="10839" y="0"/>
                </a:moveTo>
                <a:cubicBezTo>
                  <a:pt x="4790" y="0"/>
                  <a:pt x="1" y="4201"/>
                  <a:pt x="1" y="9411"/>
                </a:cubicBezTo>
                <a:lnTo>
                  <a:pt x="1" y="41506"/>
                </a:lnTo>
                <a:cubicBezTo>
                  <a:pt x="1" y="46631"/>
                  <a:pt x="4874" y="50832"/>
                  <a:pt x="10839" y="50832"/>
                </a:cubicBezTo>
                <a:lnTo>
                  <a:pt x="297850" y="50832"/>
                </a:lnTo>
                <a:cubicBezTo>
                  <a:pt x="303815" y="50832"/>
                  <a:pt x="308688" y="46631"/>
                  <a:pt x="308688" y="41506"/>
                </a:cubicBezTo>
                <a:lnTo>
                  <a:pt x="308688" y="9411"/>
                </a:lnTo>
                <a:cubicBezTo>
                  <a:pt x="308688" y="4201"/>
                  <a:pt x="303815" y="0"/>
                  <a:pt x="297850" y="0"/>
                </a:cubicBezTo>
                <a:close/>
              </a:path>
            </a:pathLst>
          </a:custGeom>
          <a:solidFill>
            <a:srgbClr val="97B8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2" name="Google Shape;1632;p35"/>
          <p:cNvSpPr/>
          <p:nvPr/>
        </p:nvSpPr>
        <p:spPr>
          <a:xfrm flipH="1">
            <a:off x="1066475" y="4695074"/>
            <a:ext cx="2082563" cy="372147"/>
          </a:xfrm>
          <a:custGeom>
            <a:avLst/>
            <a:gdLst/>
            <a:ahLst/>
            <a:cxnLst/>
            <a:rect l="l" t="t" r="r" b="b"/>
            <a:pathLst>
              <a:path w="66292" h="16805" extrusionOk="0">
                <a:moveTo>
                  <a:pt x="4117" y="0"/>
                </a:moveTo>
                <a:cubicBezTo>
                  <a:pt x="1849" y="0"/>
                  <a:pt x="1" y="1765"/>
                  <a:pt x="1" y="3949"/>
                </a:cubicBezTo>
                <a:cubicBezTo>
                  <a:pt x="1" y="6218"/>
                  <a:pt x="1933" y="7982"/>
                  <a:pt x="4117" y="7982"/>
                </a:cubicBezTo>
                <a:lnTo>
                  <a:pt x="4454" y="7982"/>
                </a:lnTo>
                <a:cubicBezTo>
                  <a:pt x="4370" y="8318"/>
                  <a:pt x="4370" y="8738"/>
                  <a:pt x="4370" y="8990"/>
                </a:cubicBezTo>
                <a:cubicBezTo>
                  <a:pt x="4370" y="11763"/>
                  <a:pt x="6554" y="13863"/>
                  <a:pt x="9327" y="13863"/>
                </a:cubicBezTo>
                <a:lnTo>
                  <a:pt x="23358" y="13863"/>
                </a:lnTo>
                <a:lnTo>
                  <a:pt x="23358" y="14283"/>
                </a:lnTo>
                <a:cubicBezTo>
                  <a:pt x="23358" y="15628"/>
                  <a:pt x="24534" y="16804"/>
                  <a:pt x="25963" y="16804"/>
                </a:cubicBezTo>
                <a:lnTo>
                  <a:pt x="63687" y="16804"/>
                </a:lnTo>
                <a:cubicBezTo>
                  <a:pt x="65200" y="16804"/>
                  <a:pt x="66292" y="15628"/>
                  <a:pt x="66292" y="14283"/>
                </a:cubicBezTo>
                <a:cubicBezTo>
                  <a:pt x="66292" y="12939"/>
                  <a:pt x="65200" y="11763"/>
                  <a:pt x="63687" y="11763"/>
                </a:cubicBezTo>
                <a:lnTo>
                  <a:pt x="49404" y="11763"/>
                </a:lnTo>
                <a:cubicBezTo>
                  <a:pt x="49908" y="11007"/>
                  <a:pt x="50244" y="10082"/>
                  <a:pt x="50244" y="8990"/>
                </a:cubicBezTo>
                <a:cubicBezTo>
                  <a:pt x="50244" y="8738"/>
                  <a:pt x="50244" y="8318"/>
                  <a:pt x="50160" y="7982"/>
                </a:cubicBezTo>
                <a:lnTo>
                  <a:pt x="59990" y="7982"/>
                </a:lnTo>
                <a:cubicBezTo>
                  <a:pt x="62343" y="7982"/>
                  <a:pt x="64107" y="6218"/>
                  <a:pt x="64107" y="3949"/>
                </a:cubicBezTo>
                <a:cubicBezTo>
                  <a:pt x="64107" y="1765"/>
                  <a:pt x="62259" y="0"/>
                  <a:pt x="5999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3" name="Google Shape;1633;p35"/>
          <p:cNvSpPr/>
          <p:nvPr/>
        </p:nvSpPr>
        <p:spPr>
          <a:xfrm>
            <a:off x="106419" y="112076"/>
            <a:ext cx="851873" cy="427417"/>
          </a:xfrm>
          <a:custGeom>
            <a:avLst/>
            <a:gdLst/>
            <a:ahLst/>
            <a:cxnLst/>
            <a:rect l="l" t="t" r="r" b="b"/>
            <a:pathLst>
              <a:path w="24451" h="12268" extrusionOk="0">
                <a:moveTo>
                  <a:pt x="22182" y="4706"/>
                </a:moveTo>
                <a:lnTo>
                  <a:pt x="18821" y="4706"/>
                </a:lnTo>
                <a:cubicBezTo>
                  <a:pt x="18569" y="3362"/>
                  <a:pt x="17477" y="2185"/>
                  <a:pt x="15881" y="2185"/>
                </a:cubicBezTo>
                <a:lnTo>
                  <a:pt x="12268" y="2185"/>
                </a:lnTo>
                <a:lnTo>
                  <a:pt x="12268" y="1849"/>
                </a:lnTo>
                <a:cubicBezTo>
                  <a:pt x="12268" y="841"/>
                  <a:pt x="11428" y="1"/>
                  <a:pt x="10335" y="1"/>
                </a:cubicBezTo>
                <a:lnTo>
                  <a:pt x="8235" y="1"/>
                </a:lnTo>
                <a:cubicBezTo>
                  <a:pt x="7143" y="1"/>
                  <a:pt x="6218" y="841"/>
                  <a:pt x="6218" y="1849"/>
                </a:cubicBezTo>
                <a:lnTo>
                  <a:pt x="6218" y="2185"/>
                </a:lnTo>
                <a:lnTo>
                  <a:pt x="5126" y="2185"/>
                </a:lnTo>
                <a:cubicBezTo>
                  <a:pt x="3614" y="2185"/>
                  <a:pt x="2185" y="3446"/>
                  <a:pt x="2185" y="5042"/>
                </a:cubicBezTo>
                <a:cubicBezTo>
                  <a:pt x="925" y="5126"/>
                  <a:pt x="1" y="6050"/>
                  <a:pt x="1" y="7311"/>
                </a:cubicBezTo>
                <a:cubicBezTo>
                  <a:pt x="1" y="8571"/>
                  <a:pt x="1093" y="9663"/>
                  <a:pt x="2269" y="9663"/>
                </a:cubicBezTo>
                <a:lnTo>
                  <a:pt x="3194" y="9663"/>
                </a:lnTo>
                <a:cubicBezTo>
                  <a:pt x="3614" y="10503"/>
                  <a:pt x="4370" y="11007"/>
                  <a:pt x="5378" y="11007"/>
                </a:cubicBezTo>
                <a:lnTo>
                  <a:pt x="7815" y="11007"/>
                </a:lnTo>
                <a:cubicBezTo>
                  <a:pt x="8235" y="11764"/>
                  <a:pt x="8907" y="12268"/>
                  <a:pt x="9747" y="12268"/>
                </a:cubicBezTo>
                <a:lnTo>
                  <a:pt x="11764" y="12268"/>
                </a:lnTo>
                <a:cubicBezTo>
                  <a:pt x="12688" y="12268"/>
                  <a:pt x="13444" y="11764"/>
                  <a:pt x="13780" y="11007"/>
                </a:cubicBezTo>
                <a:lnTo>
                  <a:pt x="13864" y="11007"/>
                </a:lnTo>
                <a:cubicBezTo>
                  <a:pt x="15040" y="11007"/>
                  <a:pt x="15965" y="10251"/>
                  <a:pt x="16301" y="9327"/>
                </a:cubicBezTo>
                <a:lnTo>
                  <a:pt x="21762" y="9327"/>
                </a:lnTo>
                <a:cubicBezTo>
                  <a:pt x="23022" y="9327"/>
                  <a:pt x="24030" y="8235"/>
                  <a:pt x="24030" y="6974"/>
                </a:cubicBezTo>
                <a:cubicBezTo>
                  <a:pt x="24451" y="5714"/>
                  <a:pt x="23442" y="4706"/>
                  <a:pt x="22182" y="470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4" name="Google Shape;1634;p35"/>
          <p:cNvSpPr/>
          <p:nvPr/>
        </p:nvSpPr>
        <p:spPr>
          <a:xfrm>
            <a:off x="8531771" y="327131"/>
            <a:ext cx="430344" cy="424734"/>
          </a:xfrm>
          <a:custGeom>
            <a:avLst/>
            <a:gdLst/>
            <a:ahLst/>
            <a:cxnLst/>
            <a:rect l="l" t="t" r="r" b="b"/>
            <a:pathLst>
              <a:path w="12352" h="12191" extrusionOk="0">
                <a:moveTo>
                  <a:pt x="6416" y="1"/>
                </a:moveTo>
                <a:cubicBezTo>
                  <a:pt x="6322" y="1"/>
                  <a:pt x="6228" y="3"/>
                  <a:pt x="6134" y="8"/>
                </a:cubicBezTo>
                <a:cubicBezTo>
                  <a:pt x="2773" y="8"/>
                  <a:pt x="0" y="2696"/>
                  <a:pt x="0" y="6057"/>
                </a:cubicBezTo>
                <a:cubicBezTo>
                  <a:pt x="0" y="9418"/>
                  <a:pt x="2689" y="12191"/>
                  <a:pt x="6134" y="12191"/>
                </a:cubicBezTo>
                <a:cubicBezTo>
                  <a:pt x="9494" y="12191"/>
                  <a:pt x="12351" y="9418"/>
                  <a:pt x="12351" y="6057"/>
                </a:cubicBezTo>
                <a:cubicBezTo>
                  <a:pt x="12351" y="2791"/>
                  <a:pt x="9653" y="1"/>
                  <a:pt x="6416" y="1"/>
                </a:cubicBezTo>
                <a:close/>
              </a:path>
            </a:pathLst>
          </a:custGeom>
          <a:solidFill>
            <a:srgbClr val="FFEB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35" name="Google Shape;1635;p35"/>
          <p:cNvGrpSpPr/>
          <p:nvPr/>
        </p:nvGrpSpPr>
        <p:grpSpPr>
          <a:xfrm flipH="1">
            <a:off x="8581081" y="3392236"/>
            <a:ext cx="331740" cy="1224973"/>
            <a:chOff x="8678270" y="2267841"/>
            <a:chExt cx="341929" cy="1262338"/>
          </a:xfrm>
        </p:grpSpPr>
        <p:sp>
          <p:nvSpPr>
            <p:cNvPr id="1636" name="Google Shape;1636;p35"/>
            <p:cNvSpPr/>
            <p:nvPr/>
          </p:nvSpPr>
          <p:spPr>
            <a:xfrm>
              <a:off x="8879564" y="3351210"/>
              <a:ext cx="38410" cy="178969"/>
            </a:xfrm>
            <a:custGeom>
              <a:avLst/>
              <a:gdLst/>
              <a:ahLst/>
              <a:cxnLst/>
              <a:rect l="l" t="t" r="r" b="b"/>
              <a:pathLst>
                <a:path w="1010" h="4706" extrusionOk="0">
                  <a:moveTo>
                    <a:pt x="1" y="0"/>
                  </a:moveTo>
                  <a:lnTo>
                    <a:pt x="1" y="4705"/>
                  </a:lnTo>
                  <a:lnTo>
                    <a:pt x="1009" y="4705"/>
                  </a:lnTo>
                  <a:lnTo>
                    <a:pt x="1009" y="0"/>
                  </a:lnTo>
                  <a:close/>
                </a:path>
              </a:pathLst>
            </a:custGeom>
            <a:solidFill>
              <a:srgbClr val="4054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7" name="Google Shape;1637;p35"/>
            <p:cNvSpPr/>
            <p:nvPr/>
          </p:nvSpPr>
          <p:spPr>
            <a:xfrm>
              <a:off x="8885953" y="2462898"/>
              <a:ext cx="25594" cy="888343"/>
            </a:xfrm>
            <a:custGeom>
              <a:avLst/>
              <a:gdLst/>
              <a:ahLst/>
              <a:cxnLst/>
              <a:rect l="l" t="t" r="r" b="b"/>
              <a:pathLst>
                <a:path w="673" h="23359" extrusionOk="0">
                  <a:moveTo>
                    <a:pt x="253" y="1"/>
                  </a:moveTo>
                  <a:cubicBezTo>
                    <a:pt x="253" y="1009"/>
                    <a:pt x="1" y="22602"/>
                    <a:pt x="1" y="23358"/>
                  </a:cubicBezTo>
                  <a:lnTo>
                    <a:pt x="673" y="23358"/>
                  </a:lnTo>
                  <a:cubicBezTo>
                    <a:pt x="673" y="22602"/>
                    <a:pt x="421" y="925"/>
                    <a:pt x="421" y="1"/>
                  </a:cubicBezTo>
                  <a:close/>
                </a:path>
              </a:pathLst>
            </a:custGeom>
            <a:solidFill>
              <a:srgbClr val="F5F9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8" name="Google Shape;1638;p35"/>
            <p:cNvSpPr/>
            <p:nvPr/>
          </p:nvSpPr>
          <p:spPr>
            <a:xfrm>
              <a:off x="8901926" y="2462898"/>
              <a:ext cx="9622" cy="888343"/>
            </a:xfrm>
            <a:custGeom>
              <a:avLst/>
              <a:gdLst/>
              <a:ahLst/>
              <a:cxnLst/>
              <a:rect l="l" t="t" r="r" b="b"/>
              <a:pathLst>
                <a:path w="253" h="23359" extrusionOk="0">
                  <a:moveTo>
                    <a:pt x="1" y="1"/>
                  </a:moveTo>
                  <a:lnTo>
                    <a:pt x="1" y="23358"/>
                  </a:lnTo>
                  <a:lnTo>
                    <a:pt x="169" y="23358"/>
                  </a:lnTo>
                  <a:cubicBezTo>
                    <a:pt x="253" y="22602"/>
                    <a:pt x="1" y="925"/>
                    <a:pt x="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9" name="Google Shape;1639;p35"/>
            <p:cNvSpPr/>
            <p:nvPr/>
          </p:nvSpPr>
          <p:spPr>
            <a:xfrm>
              <a:off x="8678270" y="2446013"/>
              <a:ext cx="214109" cy="37383"/>
            </a:xfrm>
            <a:custGeom>
              <a:avLst/>
              <a:gdLst/>
              <a:ahLst/>
              <a:cxnLst/>
              <a:rect l="l" t="t" r="r" b="b"/>
              <a:pathLst>
                <a:path w="5630" h="983" extrusionOk="0">
                  <a:moveTo>
                    <a:pt x="4414" y="1"/>
                  </a:moveTo>
                  <a:cubicBezTo>
                    <a:pt x="3480" y="1"/>
                    <a:pt x="1" y="630"/>
                    <a:pt x="1" y="781"/>
                  </a:cubicBezTo>
                  <a:cubicBezTo>
                    <a:pt x="1" y="920"/>
                    <a:pt x="408" y="982"/>
                    <a:pt x="1055" y="982"/>
                  </a:cubicBezTo>
                  <a:cubicBezTo>
                    <a:pt x="1583" y="982"/>
                    <a:pt x="2270" y="941"/>
                    <a:pt x="3025" y="865"/>
                  </a:cubicBezTo>
                  <a:cubicBezTo>
                    <a:pt x="4706" y="781"/>
                    <a:pt x="5630" y="781"/>
                    <a:pt x="5630" y="613"/>
                  </a:cubicBezTo>
                  <a:cubicBezTo>
                    <a:pt x="5630" y="361"/>
                    <a:pt x="5210" y="277"/>
                    <a:pt x="4622" y="25"/>
                  </a:cubicBezTo>
                  <a:cubicBezTo>
                    <a:pt x="4588" y="8"/>
                    <a:pt x="4517" y="1"/>
                    <a:pt x="441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0" name="Google Shape;1640;p35"/>
            <p:cNvSpPr/>
            <p:nvPr/>
          </p:nvSpPr>
          <p:spPr>
            <a:xfrm>
              <a:off x="8694242" y="2446583"/>
              <a:ext cx="185358" cy="25936"/>
            </a:xfrm>
            <a:custGeom>
              <a:avLst/>
              <a:gdLst/>
              <a:ahLst/>
              <a:cxnLst/>
              <a:rect l="l" t="t" r="r" b="b"/>
              <a:pathLst>
                <a:path w="4874" h="682" extrusionOk="0">
                  <a:moveTo>
                    <a:pt x="4083" y="1"/>
                  </a:moveTo>
                  <a:cubicBezTo>
                    <a:pt x="3433" y="1"/>
                    <a:pt x="855" y="449"/>
                    <a:pt x="1" y="682"/>
                  </a:cubicBezTo>
                  <a:lnTo>
                    <a:pt x="4874" y="346"/>
                  </a:lnTo>
                  <a:cubicBezTo>
                    <a:pt x="4706" y="262"/>
                    <a:pt x="4454" y="262"/>
                    <a:pt x="4370" y="178"/>
                  </a:cubicBezTo>
                  <a:cubicBezTo>
                    <a:pt x="4286" y="178"/>
                    <a:pt x="4286" y="178"/>
                    <a:pt x="4202" y="10"/>
                  </a:cubicBezTo>
                  <a:cubicBezTo>
                    <a:pt x="4176" y="4"/>
                    <a:pt x="4136" y="1"/>
                    <a:pt x="4083" y="1"/>
                  </a:cubicBez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1" name="Google Shape;1641;p35"/>
            <p:cNvSpPr/>
            <p:nvPr/>
          </p:nvSpPr>
          <p:spPr>
            <a:xfrm>
              <a:off x="8895537" y="2468489"/>
              <a:ext cx="124662" cy="179806"/>
            </a:xfrm>
            <a:custGeom>
              <a:avLst/>
              <a:gdLst/>
              <a:ahLst/>
              <a:cxnLst/>
              <a:rect l="l" t="t" r="r" b="b"/>
              <a:pathLst>
                <a:path w="3278" h="4728" extrusionOk="0">
                  <a:moveTo>
                    <a:pt x="199" y="1"/>
                  </a:moveTo>
                  <a:cubicBezTo>
                    <a:pt x="186" y="1"/>
                    <a:pt x="176" y="8"/>
                    <a:pt x="169" y="22"/>
                  </a:cubicBezTo>
                  <a:cubicBezTo>
                    <a:pt x="1" y="22"/>
                    <a:pt x="169" y="526"/>
                    <a:pt x="253" y="1114"/>
                  </a:cubicBezTo>
                  <a:cubicBezTo>
                    <a:pt x="337" y="1450"/>
                    <a:pt x="3110" y="4727"/>
                    <a:pt x="3194" y="4727"/>
                  </a:cubicBezTo>
                  <a:cubicBezTo>
                    <a:pt x="3278" y="4643"/>
                    <a:pt x="2690" y="3467"/>
                    <a:pt x="1681" y="2122"/>
                  </a:cubicBezTo>
                  <a:cubicBezTo>
                    <a:pt x="835" y="815"/>
                    <a:pt x="341" y="1"/>
                    <a:pt x="19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2" name="Google Shape;1642;p35"/>
            <p:cNvSpPr/>
            <p:nvPr/>
          </p:nvSpPr>
          <p:spPr>
            <a:xfrm>
              <a:off x="8905120" y="2478909"/>
              <a:ext cx="102301" cy="156570"/>
            </a:xfrm>
            <a:custGeom>
              <a:avLst/>
              <a:gdLst/>
              <a:ahLst/>
              <a:cxnLst/>
              <a:rect l="l" t="t" r="r" b="b"/>
              <a:pathLst>
                <a:path w="2690" h="4117" extrusionOk="0">
                  <a:moveTo>
                    <a:pt x="1" y="0"/>
                  </a:moveTo>
                  <a:cubicBezTo>
                    <a:pt x="1" y="252"/>
                    <a:pt x="85" y="420"/>
                    <a:pt x="85" y="672"/>
                  </a:cubicBezTo>
                  <a:lnTo>
                    <a:pt x="85" y="840"/>
                  </a:lnTo>
                  <a:cubicBezTo>
                    <a:pt x="85" y="1092"/>
                    <a:pt x="2017" y="3361"/>
                    <a:pt x="2690" y="4117"/>
                  </a:cubicBezTo>
                  <a:lnTo>
                    <a:pt x="1" y="0"/>
                  </a:ln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3" name="Google Shape;1643;p35"/>
            <p:cNvSpPr/>
            <p:nvPr/>
          </p:nvSpPr>
          <p:spPr>
            <a:xfrm>
              <a:off x="8892342" y="2267841"/>
              <a:ext cx="111884" cy="190644"/>
            </a:xfrm>
            <a:custGeom>
              <a:avLst/>
              <a:gdLst/>
              <a:ahLst/>
              <a:cxnLst/>
              <a:rect l="l" t="t" r="r" b="b"/>
              <a:pathLst>
                <a:path w="2942" h="5013" extrusionOk="0">
                  <a:moveTo>
                    <a:pt x="2847" y="1"/>
                  </a:moveTo>
                  <a:cubicBezTo>
                    <a:pt x="2722" y="1"/>
                    <a:pt x="1992" y="1145"/>
                    <a:pt x="1261" y="2525"/>
                  </a:cubicBezTo>
                  <a:cubicBezTo>
                    <a:pt x="505" y="4038"/>
                    <a:pt x="1" y="4878"/>
                    <a:pt x="253" y="4962"/>
                  </a:cubicBezTo>
                  <a:cubicBezTo>
                    <a:pt x="270" y="4996"/>
                    <a:pt x="298" y="5013"/>
                    <a:pt x="335" y="5013"/>
                  </a:cubicBezTo>
                  <a:cubicBezTo>
                    <a:pt x="481" y="5013"/>
                    <a:pt x="776" y="4758"/>
                    <a:pt x="1177" y="4290"/>
                  </a:cubicBezTo>
                  <a:cubicBezTo>
                    <a:pt x="1429" y="4122"/>
                    <a:pt x="2942" y="89"/>
                    <a:pt x="2858" y="5"/>
                  </a:cubicBezTo>
                  <a:cubicBezTo>
                    <a:pt x="2855" y="2"/>
                    <a:pt x="2851" y="1"/>
                    <a:pt x="284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4" name="Google Shape;1644;p35"/>
            <p:cNvSpPr/>
            <p:nvPr/>
          </p:nvSpPr>
          <p:spPr>
            <a:xfrm>
              <a:off x="8911509" y="2283966"/>
              <a:ext cx="86328" cy="169386"/>
            </a:xfrm>
            <a:custGeom>
              <a:avLst/>
              <a:gdLst/>
              <a:ahLst/>
              <a:cxnLst/>
              <a:rect l="l" t="t" r="r" b="b"/>
              <a:pathLst>
                <a:path w="2270" h="4454" extrusionOk="0">
                  <a:moveTo>
                    <a:pt x="2270" y="1"/>
                  </a:moveTo>
                  <a:lnTo>
                    <a:pt x="1" y="4454"/>
                  </a:lnTo>
                  <a:cubicBezTo>
                    <a:pt x="169" y="4286"/>
                    <a:pt x="337" y="4202"/>
                    <a:pt x="421" y="4034"/>
                  </a:cubicBezTo>
                  <a:cubicBezTo>
                    <a:pt x="589" y="4034"/>
                    <a:pt x="589" y="3866"/>
                    <a:pt x="673" y="3866"/>
                  </a:cubicBezTo>
                  <a:cubicBezTo>
                    <a:pt x="841" y="3698"/>
                    <a:pt x="1933" y="925"/>
                    <a:pt x="2270" y="1"/>
                  </a:cubicBez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5" name="Google Shape;1645;p35"/>
            <p:cNvSpPr/>
            <p:nvPr/>
          </p:nvSpPr>
          <p:spPr>
            <a:xfrm>
              <a:off x="8885953" y="2453315"/>
              <a:ext cx="22400" cy="22438"/>
            </a:xfrm>
            <a:custGeom>
              <a:avLst/>
              <a:gdLst/>
              <a:ahLst/>
              <a:cxnLst/>
              <a:rect l="l" t="t" r="r" b="b"/>
              <a:pathLst>
                <a:path w="589" h="590" extrusionOk="0">
                  <a:moveTo>
                    <a:pt x="253" y="1"/>
                  </a:moveTo>
                  <a:cubicBezTo>
                    <a:pt x="85" y="1"/>
                    <a:pt x="1" y="85"/>
                    <a:pt x="1" y="253"/>
                  </a:cubicBezTo>
                  <a:cubicBezTo>
                    <a:pt x="1" y="505"/>
                    <a:pt x="85" y="589"/>
                    <a:pt x="253" y="589"/>
                  </a:cubicBezTo>
                  <a:cubicBezTo>
                    <a:pt x="505" y="589"/>
                    <a:pt x="589" y="505"/>
                    <a:pt x="589" y="253"/>
                  </a:cubicBezTo>
                  <a:cubicBezTo>
                    <a:pt x="589" y="85"/>
                    <a:pt x="505" y="1"/>
                    <a:pt x="25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6" name="Google Shape;1646;p35"/>
            <p:cNvSpPr/>
            <p:nvPr/>
          </p:nvSpPr>
          <p:spPr>
            <a:xfrm>
              <a:off x="8889148" y="2456509"/>
              <a:ext cx="16011" cy="16011"/>
            </a:xfrm>
            <a:custGeom>
              <a:avLst/>
              <a:gdLst/>
              <a:ahLst/>
              <a:cxnLst/>
              <a:rect l="l" t="t" r="r" b="b"/>
              <a:pathLst>
                <a:path w="421" h="421" extrusionOk="0">
                  <a:moveTo>
                    <a:pt x="169" y="1"/>
                  </a:moveTo>
                  <a:cubicBezTo>
                    <a:pt x="85" y="1"/>
                    <a:pt x="1" y="85"/>
                    <a:pt x="1" y="169"/>
                  </a:cubicBezTo>
                  <a:cubicBezTo>
                    <a:pt x="1" y="337"/>
                    <a:pt x="85" y="421"/>
                    <a:pt x="169" y="421"/>
                  </a:cubicBezTo>
                  <a:cubicBezTo>
                    <a:pt x="337" y="421"/>
                    <a:pt x="421" y="337"/>
                    <a:pt x="421" y="169"/>
                  </a:cubicBezTo>
                  <a:cubicBezTo>
                    <a:pt x="421" y="85"/>
                    <a:pt x="337" y="1"/>
                    <a:pt x="169" y="1"/>
                  </a:cubicBezTo>
                  <a:close/>
                </a:path>
              </a:pathLst>
            </a:custGeom>
            <a:solidFill>
              <a:srgbClr val="5068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47" name="Google Shape;1647;p35"/>
          <p:cNvGrpSpPr/>
          <p:nvPr/>
        </p:nvGrpSpPr>
        <p:grpSpPr>
          <a:xfrm flipH="1">
            <a:off x="-276745" y="3532022"/>
            <a:ext cx="977623" cy="1088704"/>
            <a:chOff x="6842050" y="3065425"/>
            <a:chExt cx="535625" cy="596550"/>
          </a:xfrm>
        </p:grpSpPr>
        <p:sp>
          <p:nvSpPr>
            <p:cNvPr id="1648" name="Google Shape;1648;p35"/>
            <p:cNvSpPr/>
            <p:nvPr/>
          </p:nvSpPr>
          <p:spPr>
            <a:xfrm>
              <a:off x="7073100" y="3451925"/>
              <a:ext cx="56725" cy="210050"/>
            </a:xfrm>
            <a:custGeom>
              <a:avLst/>
              <a:gdLst/>
              <a:ahLst/>
              <a:cxnLst/>
              <a:rect l="l" t="t" r="r" b="b"/>
              <a:pathLst>
                <a:path w="2269" h="8402" extrusionOk="0">
                  <a:moveTo>
                    <a:pt x="504" y="0"/>
                  </a:moveTo>
                  <a:lnTo>
                    <a:pt x="0" y="8402"/>
                  </a:lnTo>
                  <a:lnTo>
                    <a:pt x="2269" y="8402"/>
                  </a:lnTo>
                  <a:lnTo>
                    <a:pt x="1765" y="0"/>
                  </a:lnTo>
                  <a:close/>
                </a:path>
              </a:pathLst>
            </a:custGeom>
            <a:solidFill>
              <a:srgbClr val="7A452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9" name="Google Shape;1649;p35"/>
            <p:cNvSpPr/>
            <p:nvPr/>
          </p:nvSpPr>
          <p:spPr>
            <a:xfrm>
              <a:off x="6867250" y="3065425"/>
              <a:ext cx="510425" cy="428525"/>
            </a:xfrm>
            <a:custGeom>
              <a:avLst/>
              <a:gdLst/>
              <a:ahLst/>
              <a:cxnLst/>
              <a:rect l="l" t="t" r="r" b="b"/>
              <a:pathLst>
                <a:path w="20417" h="17141" extrusionOk="0">
                  <a:moveTo>
                    <a:pt x="7058" y="0"/>
                  </a:moveTo>
                  <a:cubicBezTo>
                    <a:pt x="6218" y="0"/>
                    <a:pt x="5462" y="589"/>
                    <a:pt x="5462" y="1429"/>
                  </a:cubicBezTo>
                  <a:cubicBezTo>
                    <a:pt x="5462" y="1765"/>
                    <a:pt x="5630" y="1933"/>
                    <a:pt x="5714" y="2185"/>
                  </a:cubicBezTo>
                  <a:lnTo>
                    <a:pt x="4117" y="2185"/>
                  </a:lnTo>
                  <a:cubicBezTo>
                    <a:pt x="3193" y="2185"/>
                    <a:pt x="2353" y="2941"/>
                    <a:pt x="2353" y="3949"/>
                  </a:cubicBezTo>
                  <a:lnTo>
                    <a:pt x="2353" y="4285"/>
                  </a:lnTo>
                  <a:cubicBezTo>
                    <a:pt x="1429" y="4706"/>
                    <a:pt x="756" y="5630"/>
                    <a:pt x="756" y="6806"/>
                  </a:cubicBezTo>
                  <a:cubicBezTo>
                    <a:pt x="756" y="7562"/>
                    <a:pt x="1093" y="8150"/>
                    <a:pt x="1597" y="8654"/>
                  </a:cubicBezTo>
                  <a:lnTo>
                    <a:pt x="1429" y="8654"/>
                  </a:lnTo>
                  <a:cubicBezTo>
                    <a:pt x="672" y="8654"/>
                    <a:pt x="0" y="9243"/>
                    <a:pt x="0" y="9999"/>
                  </a:cubicBezTo>
                  <a:cubicBezTo>
                    <a:pt x="0" y="10671"/>
                    <a:pt x="672" y="11259"/>
                    <a:pt x="1429" y="11259"/>
                  </a:cubicBezTo>
                  <a:lnTo>
                    <a:pt x="1849" y="11259"/>
                  </a:lnTo>
                  <a:cubicBezTo>
                    <a:pt x="1597" y="11427"/>
                    <a:pt x="1513" y="11847"/>
                    <a:pt x="1513" y="12183"/>
                  </a:cubicBezTo>
                  <a:cubicBezTo>
                    <a:pt x="1513" y="13023"/>
                    <a:pt x="2101" y="13612"/>
                    <a:pt x="2857" y="13780"/>
                  </a:cubicBezTo>
                  <a:lnTo>
                    <a:pt x="2857" y="13948"/>
                  </a:lnTo>
                  <a:cubicBezTo>
                    <a:pt x="2857" y="15040"/>
                    <a:pt x="3781" y="15964"/>
                    <a:pt x="4873" y="15964"/>
                  </a:cubicBezTo>
                  <a:cubicBezTo>
                    <a:pt x="4873" y="16552"/>
                    <a:pt x="5378" y="17140"/>
                    <a:pt x="6134" y="17140"/>
                  </a:cubicBezTo>
                  <a:lnTo>
                    <a:pt x="15292" y="17140"/>
                  </a:lnTo>
                  <a:cubicBezTo>
                    <a:pt x="15880" y="17140"/>
                    <a:pt x="16552" y="16552"/>
                    <a:pt x="16552" y="15964"/>
                  </a:cubicBezTo>
                  <a:cubicBezTo>
                    <a:pt x="16552" y="15712"/>
                    <a:pt x="16384" y="15544"/>
                    <a:pt x="16300" y="15460"/>
                  </a:cubicBezTo>
                  <a:lnTo>
                    <a:pt x="17056" y="15460"/>
                  </a:lnTo>
                  <a:cubicBezTo>
                    <a:pt x="17644" y="15460"/>
                    <a:pt x="18232" y="14872"/>
                    <a:pt x="18232" y="14368"/>
                  </a:cubicBezTo>
                  <a:cubicBezTo>
                    <a:pt x="18232" y="13948"/>
                    <a:pt x="17980" y="13780"/>
                    <a:pt x="17644" y="13528"/>
                  </a:cubicBezTo>
                  <a:lnTo>
                    <a:pt x="18232" y="13528"/>
                  </a:lnTo>
                  <a:cubicBezTo>
                    <a:pt x="18737" y="13528"/>
                    <a:pt x="19157" y="13107"/>
                    <a:pt x="19157" y="12687"/>
                  </a:cubicBezTo>
                  <a:cubicBezTo>
                    <a:pt x="19157" y="12519"/>
                    <a:pt x="18989" y="12351"/>
                    <a:pt x="18905" y="12183"/>
                  </a:cubicBezTo>
                  <a:cubicBezTo>
                    <a:pt x="19745" y="11679"/>
                    <a:pt x="20417" y="10839"/>
                    <a:pt x="20417" y="9831"/>
                  </a:cubicBezTo>
                  <a:cubicBezTo>
                    <a:pt x="20417" y="8906"/>
                    <a:pt x="19745" y="8066"/>
                    <a:pt x="18821" y="7730"/>
                  </a:cubicBezTo>
                  <a:cubicBezTo>
                    <a:pt x="18905" y="7478"/>
                    <a:pt x="18989" y="7142"/>
                    <a:pt x="18989" y="6806"/>
                  </a:cubicBezTo>
                  <a:cubicBezTo>
                    <a:pt x="18989" y="5546"/>
                    <a:pt x="18148" y="4621"/>
                    <a:pt x="17140" y="4201"/>
                  </a:cubicBezTo>
                  <a:lnTo>
                    <a:pt x="17140" y="3949"/>
                  </a:lnTo>
                  <a:cubicBezTo>
                    <a:pt x="17140" y="3025"/>
                    <a:pt x="16300" y="2185"/>
                    <a:pt x="15376" y="2185"/>
                  </a:cubicBezTo>
                  <a:lnTo>
                    <a:pt x="15124" y="2185"/>
                  </a:lnTo>
                  <a:cubicBezTo>
                    <a:pt x="15292" y="1933"/>
                    <a:pt x="15376" y="1681"/>
                    <a:pt x="15376" y="1429"/>
                  </a:cubicBezTo>
                  <a:cubicBezTo>
                    <a:pt x="15376" y="589"/>
                    <a:pt x="14620" y="0"/>
                    <a:pt x="1377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0" name="Google Shape;1650;p35"/>
            <p:cNvSpPr/>
            <p:nvPr/>
          </p:nvSpPr>
          <p:spPr>
            <a:xfrm>
              <a:off x="6842050" y="3065425"/>
              <a:ext cx="422200" cy="428525"/>
            </a:xfrm>
            <a:custGeom>
              <a:avLst/>
              <a:gdLst/>
              <a:ahLst/>
              <a:cxnLst/>
              <a:rect l="l" t="t" r="r" b="b"/>
              <a:pathLst>
                <a:path w="16888" h="17141" extrusionOk="0">
                  <a:moveTo>
                    <a:pt x="7058" y="0"/>
                  </a:moveTo>
                  <a:cubicBezTo>
                    <a:pt x="6133" y="0"/>
                    <a:pt x="5461" y="589"/>
                    <a:pt x="5461" y="1429"/>
                  </a:cubicBezTo>
                  <a:cubicBezTo>
                    <a:pt x="5461" y="1765"/>
                    <a:pt x="5545" y="1933"/>
                    <a:pt x="5629" y="2185"/>
                  </a:cubicBezTo>
                  <a:lnTo>
                    <a:pt x="4033" y="2185"/>
                  </a:lnTo>
                  <a:cubicBezTo>
                    <a:pt x="3109" y="2185"/>
                    <a:pt x="2269" y="2941"/>
                    <a:pt x="2269" y="3949"/>
                  </a:cubicBezTo>
                  <a:lnTo>
                    <a:pt x="2269" y="4285"/>
                  </a:lnTo>
                  <a:cubicBezTo>
                    <a:pt x="1344" y="4706"/>
                    <a:pt x="756" y="5630"/>
                    <a:pt x="756" y="6806"/>
                  </a:cubicBezTo>
                  <a:cubicBezTo>
                    <a:pt x="756" y="7562"/>
                    <a:pt x="1008" y="8150"/>
                    <a:pt x="1596" y="8654"/>
                  </a:cubicBezTo>
                  <a:lnTo>
                    <a:pt x="1344" y="8654"/>
                  </a:lnTo>
                  <a:cubicBezTo>
                    <a:pt x="588" y="8654"/>
                    <a:pt x="0" y="9243"/>
                    <a:pt x="0" y="9999"/>
                  </a:cubicBezTo>
                  <a:cubicBezTo>
                    <a:pt x="0" y="10671"/>
                    <a:pt x="588" y="11259"/>
                    <a:pt x="1344" y="11259"/>
                  </a:cubicBezTo>
                  <a:lnTo>
                    <a:pt x="1764" y="11259"/>
                  </a:lnTo>
                  <a:cubicBezTo>
                    <a:pt x="1596" y="11427"/>
                    <a:pt x="1428" y="11847"/>
                    <a:pt x="1428" y="12183"/>
                  </a:cubicBezTo>
                  <a:cubicBezTo>
                    <a:pt x="1428" y="13023"/>
                    <a:pt x="2101" y="13612"/>
                    <a:pt x="2857" y="13780"/>
                  </a:cubicBezTo>
                  <a:lnTo>
                    <a:pt x="2857" y="13948"/>
                  </a:lnTo>
                  <a:cubicBezTo>
                    <a:pt x="2857" y="15040"/>
                    <a:pt x="3781" y="15964"/>
                    <a:pt x="4789" y="15964"/>
                  </a:cubicBezTo>
                  <a:cubicBezTo>
                    <a:pt x="4789" y="16552"/>
                    <a:pt x="5377" y="17140"/>
                    <a:pt x="6049" y="17140"/>
                  </a:cubicBezTo>
                  <a:lnTo>
                    <a:pt x="11763" y="17140"/>
                  </a:lnTo>
                  <a:cubicBezTo>
                    <a:pt x="12351" y="17140"/>
                    <a:pt x="13023" y="16552"/>
                    <a:pt x="13023" y="15964"/>
                  </a:cubicBezTo>
                  <a:cubicBezTo>
                    <a:pt x="13023" y="15712"/>
                    <a:pt x="12855" y="15544"/>
                    <a:pt x="12771" y="15460"/>
                  </a:cubicBezTo>
                  <a:lnTo>
                    <a:pt x="13527" y="15460"/>
                  </a:lnTo>
                  <a:cubicBezTo>
                    <a:pt x="14199" y="15460"/>
                    <a:pt x="14703" y="14872"/>
                    <a:pt x="14703" y="14368"/>
                  </a:cubicBezTo>
                  <a:cubicBezTo>
                    <a:pt x="14703" y="13948"/>
                    <a:pt x="14451" y="13780"/>
                    <a:pt x="14199" y="13528"/>
                  </a:cubicBezTo>
                  <a:lnTo>
                    <a:pt x="14703" y="13528"/>
                  </a:lnTo>
                  <a:cubicBezTo>
                    <a:pt x="15208" y="13528"/>
                    <a:pt x="15628" y="13107"/>
                    <a:pt x="15628" y="12687"/>
                  </a:cubicBezTo>
                  <a:cubicBezTo>
                    <a:pt x="15628" y="12519"/>
                    <a:pt x="15544" y="12351"/>
                    <a:pt x="15460" y="12183"/>
                  </a:cubicBezTo>
                  <a:cubicBezTo>
                    <a:pt x="16300" y="11679"/>
                    <a:pt x="16888" y="10839"/>
                    <a:pt x="16888" y="9831"/>
                  </a:cubicBezTo>
                  <a:cubicBezTo>
                    <a:pt x="16888" y="8906"/>
                    <a:pt x="16300" y="8066"/>
                    <a:pt x="15292" y="7730"/>
                  </a:cubicBezTo>
                  <a:cubicBezTo>
                    <a:pt x="15460" y="7478"/>
                    <a:pt x="15544" y="7142"/>
                    <a:pt x="15544" y="6806"/>
                  </a:cubicBezTo>
                  <a:cubicBezTo>
                    <a:pt x="15544" y="5546"/>
                    <a:pt x="14703" y="4621"/>
                    <a:pt x="13611" y="4201"/>
                  </a:cubicBezTo>
                  <a:lnTo>
                    <a:pt x="13611" y="3949"/>
                  </a:lnTo>
                  <a:cubicBezTo>
                    <a:pt x="13611" y="3025"/>
                    <a:pt x="12771" y="2185"/>
                    <a:pt x="11847" y="2185"/>
                  </a:cubicBezTo>
                  <a:lnTo>
                    <a:pt x="11679" y="2185"/>
                  </a:lnTo>
                  <a:cubicBezTo>
                    <a:pt x="11763" y="1933"/>
                    <a:pt x="11847" y="1681"/>
                    <a:pt x="11847" y="1429"/>
                  </a:cubicBezTo>
                  <a:cubicBezTo>
                    <a:pt x="11847" y="589"/>
                    <a:pt x="11091" y="0"/>
                    <a:pt x="1025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1" name="Google Shape;1651;p35"/>
            <p:cNvSpPr/>
            <p:nvPr/>
          </p:nvSpPr>
          <p:spPr>
            <a:xfrm>
              <a:off x="6842050" y="3283875"/>
              <a:ext cx="325600" cy="210075"/>
            </a:xfrm>
            <a:custGeom>
              <a:avLst/>
              <a:gdLst/>
              <a:ahLst/>
              <a:cxnLst/>
              <a:rect l="l" t="t" r="r" b="b"/>
              <a:pathLst>
                <a:path w="13024" h="8403" extrusionOk="0">
                  <a:moveTo>
                    <a:pt x="1344" y="0"/>
                  </a:moveTo>
                  <a:cubicBezTo>
                    <a:pt x="588" y="0"/>
                    <a:pt x="0" y="505"/>
                    <a:pt x="0" y="1261"/>
                  </a:cubicBezTo>
                  <a:cubicBezTo>
                    <a:pt x="0" y="1933"/>
                    <a:pt x="588" y="2521"/>
                    <a:pt x="1344" y="2521"/>
                  </a:cubicBezTo>
                  <a:lnTo>
                    <a:pt x="1764" y="2521"/>
                  </a:lnTo>
                  <a:cubicBezTo>
                    <a:pt x="1596" y="2689"/>
                    <a:pt x="1428" y="3109"/>
                    <a:pt x="1428" y="3445"/>
                  </a:cubicBezTo>
                  <a:cubicBezTo>
                    <a:pt x="1428" y="4285"/>
                    <a:pt x="2101" y="4874"/>
                    <a:pt x="2857" y="5042"/>
                  </a:cubicBezTo>
                  <a:lnTo>
                    <a:pt x="2857" y="5210"/>
                  </a:lnTo>
                  <a:cubicBezTo>
                    <a:pt x="2857" y="6302"/>
                    <a:pt x="3781" y="7226"/>
                    <a:pt x="4789" y="7226"/>
                  </a:cubicBezTo>
                  <a:cubicBezTo>
                    <a:pt x="4789" y="7814"/>
                    <a:pt x="5377" y="8402"/>
                    <a:pt x="6049" y="8402"/>
                  </a:cubicBezTo>
                  <a:lnTo>
                    <a:pt x="11763" y="8402"/>
                  </a:lnTo>
                  <a:cubicBezTo>
                    <a:pt x="12351" y="8402"/>
                    <a:pt x="13023" y="7814"/>
                    <a:pt x="13023" y="7226"/>
                  </a:cubicBezTo>
                  <a:cubicBezTo>
                    <a:pt x="13023" y="7142"/>
                    <a:pt x="9746" y="7142"/>
                    <a:pt x="9746" y="7142"/>
                  </a:cubicBezTo>
                  <a:lnTo>
                    <a:pt x="9746" y="6470"/>
                  </a:lnTo>
                  <a:cubicBezTo>
                    <a:pt x="9746" y="5882"/>
                    <a:pt x="9326" y="5294"/>
                    <a:pt x="8738" y="5126"/>
                  </a:cubicBezTo>
                  <a:cubicBezTo>
                    <a:pt x="8990" y="5042"/>
                    <a:pt x="9326" y="4790"/>
                    <a:pt x="9410" y="4369"/>
                  </a:cubicBezTo>
                  <a:lnTo>
                    <a:pt x="11427" y="4369"/>
                  </a:lnTo>
                  <a:cubicBezTo>
                    <a:pt x="12267" y="4369"/>
                    <a:pt x="12855" y="3781"/>
                    <a:pt x="12855" y="3025"/>
                  </a:cubicBezTo>
                  <a:cubicBezTo>
                    <a:pt x="12855" y="2269"/>
                    <a:pt x="12267" y="1681"/>
                    <a:pt x="11427" y="1681"/>
                  </a:cubicBezTo>
                  <a:lnTo>
                    <a:pt x="8906" y="1681"/>
                  </a:lnTo>
                  <a:cubicBezTo>
                    <a:pt x="8906" y="1513"/>
                    <a:pt x="8990" y="1429"/>
                    <a:pt x="8990" y="1345"/>
                  </a:cubicBezTo>
                  <a:cubicBezTo>
                    <a:pt x="8990" y="589"/>
                    <a:pt x="8402" y="0"/>
                    <a:pt x="756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2" name="Google Shape;1652;p35"/>
            <p:cNvSpPr/>
            <p:nvPr/>
          </p:nvSpPr>
          <p:spPr>
            <a:xfrm>
              <a:off x="6989075" y="3065425"/>
              <a:ext cx="235275" cy="147050"/>
            </a:xfrm>
            <a:custGeom>
              <a:avLst/>
              <a:gdLst/>
              <a:ahLst/>
              <a:cxnLst/>
              <a:rect l="l" t="t" r="r" b="b"/>
              <a:pathLst>
                <a:path w="9411" h="5882" extrusionOk="0">
                  <a:moveTo>
                    <a:pt x="2857" y="0"/>
                  </a:moveTo>
                  <a:cubicBezTo>
                    <a:pt x="2857" y="84"/>
                    <a:pt x="2689" y="168"/>
                    <a:pt x="2689" y="252"/>
                  </a:cubicBezTo>
                  <a:cubicBezTo>
                    <a:pt x="2689" y="841"/>
                    <a:pt x="3109" y="1261"/>
                    <a:pt x="3529" y="1429"/>
                  </a:cubicBezTo>
                  <a:cubicBezTo>
                    <a:pt x="3277" y="1513"/>
                    <a:pt x="3025" y="1765"/>
                    <a:pt x="2941" y="2101"/>
                  </a:cubicBezTo>
                  <a:lnTo>
                    <a:pt x="1261" y="2101"/>
                  </a:lnTo>
                  <a:cubicBezTo>
                    <a:pt x="589" y="2101"/>
                    <a:pt x="0" y="2605"/>
                    <a:pt x="0" y="3193"/>
                  </a:cubicBezTo>
                  <a:cubicBezTo>
                    <a:pt x="0" y="3865"/>
                    <a:pt x="505" y="4369"/>
                    <a:pt x="1261" y="4369"/>
                  </a:cubicBezTo>
                  <a:lnTo>
                    <a:pt x="3445" y="4369"/>
                  </a:lnTo>
                  <a:cubicBezTo>
                    <a:pt x="3445" y="4453"/>
                    <a:pt x="3361" y="4621"/>
                    <a:pt x="3361" y="4706"/>
                  </a:cubicBezTo>
                  <a:cubicBezTo>
                    <a:pt x="3361" y="5294"/>
                    <a:pt x="3865" y="5882"/>
                    <a:pt x="4621" y="5882"/>
                  </a:cubicBezTo>
                  <a:lnTo>
                    <a:pt x="9411" y="5882"/>
                  </a:lnTo>
                  <a:cubicBezTo>
                    <a:pt x="9243" y="5126"/>
                    <a:pt x="8486" y="4537"/>
                    <a:pt x="7730" y="4201"/>
                  </a:cubicBezTo>
                  <a:lnTo>
                    <a:pt x="7730" y="3949"/>
                  </a:lnTo>
                  <a:cubicBezTo>
                    <a:pt x="7730" y="3025"/>
                    <a:pt x="6890" y="2185"/>
                    <a:pt x="5966" y="2185"/>
                  </a:cubicBezTo>
                  <a:lnTo>
                    <a:pt x="5798" y="2185"/>
                  </a:lnTo>
                  <a:cubicBezTo>
                    <a:pt x="5882" y="2017"/>
                    <a:pt x="5966" y="1681"/>
                    <a:pt x="5966" y="1429"/>
                  </a:cubicBezTo>
                  <a:cubicBezTo>
                    <a:pt x="5966" y="589"/>
                    <a:pt x="5210" y="0"/>
                    <a:pt x="436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53" name="Google Shape;1653;p35"/>
          <p:cNvGrpSpPr/>
          <p:nvPr/>
        </p:nvGrpSpPr>
        <p:grpSpPr>
          <a:xfrm flipH="1">
            <a:off x="356136" y="4389060"/>
            <a:ext cx="331741" cy="231509"/>
            <a:chOff x="1487550" y="3330075"/>
            <a:chExt cx="292000" cy="203775"/>
          </a:xfrm>
        </p:grpSpPr>
        <p:sp>
          <p:nvSpPr>
            <p:cNvPr id="1654" name="Google Shape;1654;p35"/>
            <p:cNvSpPr/>
            <p:nvPr/>
          </p:nvSpPr>
          <p:spPr>
            <a:xfrm>
              <a:off x="1502250" y="3330075"/>
              <a:ext cx="277300" cy="203775"/>
            </a:xfrm>
            <a:custGeom>
              <a:avLst/>
              <a:gdLst/>
              <a:ahLst/>
              <a:cxnLst/>
              <a:rect l="l" t="t" r="r" b="b"/>
              <a:pathLst>
                <a:path w="11092" h="8151" extrusionOk="0">
                  <a:moveTo>
                    <a:pt x="3865" y="1"/>
                  </a:moveTo>
                  <a:cubicBezTo>
                    <a:pt x="3445" y="1"/>
                    <a:pt x="3025" y="337"/>
                    <a:pt x="3025" y="841"/>
                  </a:cubicBezTo>
                  <a:cubicBezTo>
                    <a:pt x="3025" y="925"/>
                    <a:pt x="3025" y="1177"/>
                    <a:pt x="3109" y="1261"/>
                  </a:cubicBezTo>
                  <a:lnTo>
                    <a:pt x="2269" y="1261"/>
                  </a:lnTo>
                  <a:cubicBezTo>
                    <a:pt x="1765" y="1261"/>
                    <a:pt x="1345" y="1681"/>
                    <a:pt x="1345" y="2185"/>
                  </a:cubicBezTo>
                  <a:lnTo>
                    <a:pt x="1345" y="2437"/>
                  </a:lnTo>
                  <a:cubicBezTo>
                    <a:pt x="841" y="2605"/>
                    <a:pt x="505" y="3194"/>
                    <a:pt x="505" y="3782"/>
                  </a:cubicBezTo>
                  <a:cubicBezTo>
                    <a:pt x="505" y="4202"/>
                    <a:pt x="673" y="4538"/>
                    <a:pt x="925" y="4874"/>
                  </a:cubicBezTo>
                  <a:lnTo>
                    <a:pt x="841" y="4874"/>
                  </a:lnTo>
                  <a:cubicBezTo>
                    <a:pt x="421" y="4874"/>
                    <a:pt x="85" y="5126"/>
                    <a:pt x="85" y="5546"/>
                  </a:cubicBezTo>
                  <a:cubicBezTo>
                    <a:pt x="1" y="6134"/>
                    <a:pt x="337" y="6386"/>
                    <a:pt x="673" y="6386"/>
                  </a:cubicBezTo>
                  <a:lnTo>
                    <a:pt x="925" y="6386"/>
                  </a:lnTo>
                  <a:cubicBezTo>
                    <a:pt x="841" y="6470"/>
                    <a:pt x="673" y="6722"/>
                    <a:pt x="673" y="6974"/>
                  </a:cubicBezTo>
                  <a:cubicBezTo>
                    <a:pt x="673" y="7395"/>
                    <a:pt x="1009" y="7815"/>
                    <a:pt x="1429" y="7815"/>
                  </a:cubicBezTo>
                  <a:lnTo>
                    <a:pt x="1429" y="7899"/>
                  </a:lnTo>
                  <a:cubicBezTo>
                    <a:pt x="1429" y="7983"/>
                    <a:pt x="1429" y="8067"/>
                    <a:pt x="1513" y="8151"/>
                  </a:cubicBezTo>
                  <a:lnTo>
                    <a:pt x="9831" y="8151"/>
                  </a:lnTo>
                  <a:lnTo>
                    <a:pt x="9831" y="7983"/>
                  </a:lnTo>
                  <a:cubicBezTo>
                    <a:pt x="9831" y="7731"/>
                    <a:pt x="9747" y="7563"/>
                    <a:pt x="9495" y="7479"/>
                  </a:cubicBezTo>
                  <a:lnTo>
                    <a:pt x="9831" y="7479"/>
                  </a:lnTo>
                  <a:cubicBezTo>
                    <a:pt x="10167" y="7479"/>
                    <a:pt x="10335" y="7227"/>
                    <a:pt x="10335" y="6890"/>
                  </a:cubicBezTo>
                  <a:cubicBezTo>
                    <a:pt x="10335" y="6806"/>
                    <a:pt x="10335" y="6722"/>
                    <a:pt x="10251" y="6638"/>
                  </a:cubicBezTo>
                  <a:cubicBezTo>
                    <a:pt x="10755" y="6386"/>
                    <a:pt x="11091" y="5966"/>
                    <a:pt x="11091" y="5462"/>
                  </a:cubicBezTo>
                  <a:cubicBezTo>
                    <a:pt x="11091" y="4958"/>
                    <a:pt x="10755" y="4370"/>
                    <a:pt x="10251" y="4286"/>
                  </a:cubicBezTo>
                  <a:cubicBezTo>
                    <a:pt x="10335" y="4202"/>
                    <a:pt x="10335" y="4034"/>
                    <a:pt x="10335" y="3782"/>
                  </a:cubicBezTo>
                  <a:cubicBezTo>
                    <a:pt x="10335" y="3194"/>
                    <a:pt x="9915" y="2521"/>
                    <a:pt x="9327" y="2269"/>
                  </a:cubicBezTo>
                  <a:lnTo>
                    <a:pt x="9327" y="2185"/>
                  </a:lnTo>
                  <a:cubicBezTo>
                    <a:pt x="9327" y="1681"/>
                    <a:pt x="8907" y="1261"/>
                    <a:pt x="8403" y="1261"/>
                  </a:cubicBezTo>
                  <a:lnTo>
                    <a:pt x="8234" y="1261"/>
                  </a:lnTo>
                  <a:cubicBezTo>
                    <a:pt x="8403" y="1177"/>
                    <a:pt x="8403" y="925"/>
                    <a:pt x="8403" y="841"/>
                  </a:cubicBezTo>
                  <a:cubicBezTo>
                    <a:pt x="8403" y="421"/>
                    <a:pt x="7982" y="1"/>
                    <a:pt x="756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5" name="Google Shape;1655;p35"/>
            <p:cNvSpPr/>
            <p:nvPr/>
          </p:nvSpPr>
          <p:spPr>
            <a:xfrm>
              <a:off x="1487550" y="3330075"/>
              <a:ext cx="231075" cy="203775"/>
            </a:xfrm>
            <a:custGeom>
              <a:avLst/>
              <a:gdLst/>
              <a:ahLst/>
              <a:cxnLst/>
              <a:rect l="l" t="t" r="r" b="b"/>
              <a:pathLst>
                <a:path w="9243" h="8151" extrusionOk="0">
                  <a:moveTo>
                    <a:pt x="3949" y="1"/>
                  </a:moveTo>
                  <a:cubicBezTo>
                    <a:pt x="3529" y="1"/>
                    <a:pt x="3109" y="337"/>
                    <a:pt x="3109" y="841"/>
                  </a:cubicBezTo>
                  <a:cubicBezTo>
                    <a:pt x="3109" y="925"/>
                    <a:pt x="3109" y="1177"/>
                    <a:pt x="3193" y="1261"/>
                  </a:cubicBezTo>
                  <a:lnTo>
                    <a:pt x="2269" y="1261"/>
                  </a:lnTo>
                  <a:cubicBezTo>
                    <a:pt x="1681" y="1261"/>
                    <a:pt x="1261" y="1681"/>
                    <a:pt x="1261" y="2185"/>
                  </a:cubicBezTo>
                  <a:lnTo>
                    <a:pt x="1261" y="2437"/>
                  </a:lnTo>
                  <a:cubicBezTo>
                    <a:pt x="757" y="2605"/>
                    <a:pt x="421" y="3194"/>
                    <a:pt x="421" y="3782"/>
                  </a:cubicBezTo>
                  <a:cubicBezTo>
                    <a:pt x="421" y="4202"/>
                    <a:pt x="673" y="4538"/>
                    <a:pt x="841" y="4874"/>
                  </a:cubicBezTo>
                  <a:lnTo>
                    <a:pt x="757" y="4874"/>
                  </a:lnTo>
                  <a:cubicBezTo>
                    <a:pt x="337" y="4874"/>
                    <a:pt x="0" y="5126"/>
                    <a:pt x="0" y="5546"/>
                  </a:cubicBezTo>
                  <a:cubicBezTo>
                    <a:pt x="0" y="6134"/>
                    <a:pt x="337" y="6386"/>
                    <a:pt x="757" y="6386"/>
                  </a:cubicBezTo>
                  <a:lnTo>
                    <a:pt x="1009" y="6386"/>
                  </a:lnTo>
                  <a:cubicBezTo>
                    <a:pt x="841" y="6470"/>
                    <a:pt x="757" y="6722"/>
                    <a:pt x="757" y="6974"/>
                  </a:cubicBezTo>
                  <a:cubicBezTo>
                    <a:pt x="757" y="7395"/>
                    <a:pt x="1093" y="7815"/>
                    <a:pt x="1513" y="7815"/>
                  </a:cubicBezTo>
                  <a:lnTo>
                    <a:pt x="1513" y="7899"/>
                  </a:lnTo>
                  <a:cubicBezTo>
                    <a:pt x="1513" y="7983"/>
                    <a:pt x="1513" y="8067"/>
                    <a:pt x="1597" y="8151"/>
                  </a:cubicBezTo>
                  <a:lnTo>
                    <a:pt x="7982" y="8151"/>
                  </a:lnTo>
                  <a:lnTo>
                    <a:pt x="7982" y="7983"/>
                  </a:lnTo>
                  <a:cubicBezTo>
                    <a:pt x="7982" y="7731"/>
                    <a:pt x="7898" y="7563"/>
                    <a:pt x="7730" y="7479"/>
                  </a:cubicBezTo>
                  <a:lnTo>
                    <a:pt x="7982" y="7479"/>
                  </a:lnTo>
                  <a:cubicBezTo>
                    <a:pt x="8318" y="7479"/>
                    <a:pt x="8570" y="7227"/>
                    <a:pt x="8570" y="6890"/>
                  </a:cubicBezTo>
                  <a:cubicBezTo>
                    <a:pt x="8570" y="6806"/>
                    <a:pt x="8570" y="6722"/>
                    <a:pt x="8402" y="6638"/>
                  </a:cubicBezTo>
                  <a:cubicBezTo>
                    <a:pt x="8991" y="6386"/>
                    <a:pt x="9243" y="5966"/>
                    <a:pt x="9243" y="5462"/>
                  </a:cubicBezTo>
                  <a:cubicBezTo>
                    <a:pt x="9243" y="4958"/>
                    <a:pt x="8991" y="4370"/>
                    <a:pt x="8402" y="4286"/>
                  </a:cubicBezTo>
                  <a:cubicBezTo>
                    <a:pt x="8570" y="4202"/>
                    <a:pt x="8570" y="4034"/>
                    <a:pt x="8570" y="3782"/>
                  </a:cubicBezTo>
                  <a:cubicBezTo>
                    <a:pt x="8570" y="3194"/>
                    <a:pt x="8150" y="2521"/>
                    <a:pt x="7478" y="2269"/>
                  </a:cubicBezTo>
                  <a:lnTo>
                    <a:pt x="7478" y="2185"/>
                  </a:lnTo>
                  <a:cubicBezTo>
                    <a:pt x="7478" y="1681"/>
                    <a:pt x="7058" y="1261"/>
                    <a:pt x="6554" y="1261"/>
                  </a:cubicBezTo>
                  <a:lnTo>
                    <a:pt x="6470" y="1261"/>
                  </a:lnTo>
                  <a:cubicBezTo>
                    <a:pt x="6554" y="1177"/>
                    <a:pt x="6554" y="925"/>
                    <a:pt x="6554" y="841"/>
                  </a:cubicBezTo>
                  <a:cubicBezTo>
                    <a:pt x="6554" y="421"/>
                    <a:pt x="6134" y="1"/>
                    <a:pt x="57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6" name="Google Shape;1656;p35"/>
            <p:cNvSpPr/>
            <p:nvPr/>
          </p:nvSpPr>
          <p:spPr>
            <a:xfrm>
              <a:off x="1487550" y="3456125"/>
              <a:ext cx="182775" cy="77725"/>
            </a:xfrm>
            <a:custGeom>
              <a:avLst/>
              <a:gdLst/>
              <a:ahLst/>
              <a:cxnLst/>
              <a:rect l="l" t="t" r="r" b="b"/>
              <a:pathLst>
                <a:path w="7311" h="3109" extrusionOk="0">
                  <a:moveTo>
                    <a:pt x="841" y="0"/>
                  </a:moveTo>
                  <a:cubicBezTo>
                    <a:pt x="421" y="0"/>
                    <a:pt x="168" y="336"/>
                    <a:pt x="168" y="756"/>
                  </a:cubicBezTo>
                  <a:cubicBezTo>
                    <a:pt x="0" y="1092"/>
                    <a:pt x="337" y="1344"/>
                    <a:pt x="757" y="1344"/>
                  </a:cubicBezTo>
                  <a:lnTo>
                    <a:pt x="1009" y="1344"/>
                  </a:lnTo>
                  <a:cubicBezTo>
                    <a:pt x="841" y="1428"/>
                    <a:pt x="757" y="1680"/>
                    <a:pt x="757" y="1932"/>
                  </a:cubicBezTo>
                  <a:cubicBezTo>
                    <a:pt x="757" y="2353"/>
                    <a:pt x="1093" y="2773"/>
                    <a:pt x="1513" y="2773"/>
                  </a:cubicBezTo>
                  <a:lnTo>
                    <a:pt x="1513" y="2857"/>
                  </a:lnTo>
                  <a:cubicBezTo>
                    <a:pt x="1513" y="2941"/>
                    <a:pt x="1513" y="3025"/>
                    <a:pt x="1597" y="3109"/>
                  </a:cubicBezTo>
                  <a:lnTo>
                    <a:pt x="5294" y="3109"/>
                  </a:lnTo>
                  <a:cubicBezTo>
                    <a:pt x="5210" y="2941"/>
                    <a:pt x="5042" y="2857"/>
                    <a:pt x="4874" y="2857"/>
                  </a:cubicBezTo>
                  <a:cubicBezTo>
                    <a:pt x="5042" y="2773"/>
                    <a:pt x="5210" y="2605"/>
                    <a:pt x="5294" y="2437"/>
                  </a:cubicBezTo>
                  <a:lnTo>
                    <a:pt x="6470" y="2437"/>
                  </a:lnTo>
                  <a:cubicBezTo>
                    <a:pt x="6890" y="2437"/>
                    <a:pt x="7310" y="2101"/>
                    <a:pt x="7310" y="1680"/>
                  </a:cubicBezTo>
                  <a:cubicBezTo>
                    <a:pt x="7310" y="1260"/>
                    <a:pt x="6974" y="924"/>
                    <a:pt x="6470" y="924"/>
                  </a:cubicBezTo>
                  <a:lnTo>
                    <a:pt x="5042" y="924"/>
                  </a:lnTo>
                  <a:lnTo>
                    <a:pt x="5042" y="756"/>
                  </a:lnTo>
                  <a:cubicBezTo>
                    <a:pt x="5042" y="336"/>
                    <a:pt x="4790" y="0"/>
                    <a:pt x="420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7" name="Google Shape;1657;p35"/>
            <p:cNvSpPr/>
            <p:nvPr/>
          </p:nvSpPr>
          <p:spPr>
            <a:xfrm>
              <a:off x="1575775" y="3336375"/>
              <a:ext cx="126050" cy="77750"/>
            </a:xfrm>
            <a:custGeom>
              <a:avLst/>
              <a:gdLst/>
              <a:ahLst/>
              <a:cxnLst/>
              <a:rect l="l" t="t" r="r" b="b"/>
              <a:pathLst>
                <a:path w="5042" h="3110" extrusionOk="0">
                  <a:moveTo>
                    <a:pt x="1345" y="1"/>
                  </a:moveTo>
                  <a:lnTo>
                    <a:pt x="1345" y="169"/>
                  </a:lnTo>
                  <a:cubicBezTo>
                    <a:pt x="1345" y="505"/>
                    <a:pt x="1513" y="673"/>
                    <a:pt x="1849" y="841"/>
                  </a:cubicBezTo>
                  <a:cubicBezTo>
                    <a:pt x="1681" y="841"/>
                    <a:pt x="1513" y="1009"/>
                    <a:pt x="1513" y="1093"/>
                  </a:cubicBezTo>
                  <a:lnTo>
                    <a:pt x="588" y="1093"/>
                  </a:lnTo>
                  <a:cubicBezTo>
                    <a:pt x="168" y="1093"/>
                    <a:pt x="0" y="1429"/>
                    <a:pt x="0" y="1765"/>
                  </a:cubicBezTo>
                  <a:cubicBezTo>
                    <a:pt x="0" y="2017"/>
                    <a:pt x="252" y="2353"/>
                    <a:pt x="588" y="2353"/>
                  </a:cubicBezTo>
                  <a:lnTo>
                    <a:pt x="1765" y="2353"/>
                  </a:lnTo>
                  <a:lnTo>
                    <a:pt x="1765" y="2437"/>
                  </a:lnTo>
                  <a:cubicBezTo>
                    <a:pt x="1765" y="2774"/>
                    <a:pt x="2101" y="3110"/>
                    <a:pt x="2353" y="3110"/>
                  </a:cubicBezTo>
                  <a:lnTo>
                    <a:pt x="5041" y="3110"/>
                  </a:lnTo>
                  <a:cubicBezTo>
                    <a:pt x="4705" y="2774"/>
                    <a:pt x="4369" y="2353"/>
                    <a:pt x="3949" y="2269"/>
                  </a:cubicBezTo>
                  <a:lnTo>
                    <a:pt x="3949" y="2185"/>
                  </a:lnTo>
                  <a:cubicBezTo>
                    <a:pt x="3949" y="1681"/>
                    <a:pt x="3529" y="1261"/>
                    <a:pt x="3025" y="1261"/>
                  </a:cubicBezTo>
                  <a:lnTo>
                    <a:pt x="2941" y="1261"/>
                  </a:lnTo>
                  <a:cubicBezTo>
                    <a:pt x="3025" y="1093"/>
                    <a:pt x="3025" y="925"/>
                    <a:pt x="3025" y="841"/>
                  </a:cubicBezTo>
                  <a:cubicBezTo>
                    <a:pt x="3025" y="421"/>
                    <a:pt x="2605" y="1"/>
                    <a:pt x="218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58" name="Google Shape;1658;p35"/>
          <p:cNvGrpSpPr/>
          <p:nvPr/>
        </p:nvGrpSpPr>
        <p:grpSpPr>
          <a:xfrm flipH="1">
            <a:off x="8764086" y="4389060"/>
            <a:ext cx="331741" cy="231509"/>
            <a:chOff x="1487550" y="3330075"/>
            <a:chExt cx="292000" cy="203775"/>
          </a:xfrm>
        </p:grpSpPr>
        <p:sp>
          <p:nvSpPr>
            <p:cNvPr id="1659" name="Google Shape;1659;p35"/>
            <p:cNvSpPr/>
            <p:nvPr/>
          </p:nvSpPr>
          <p:spPr>
            <a:xfrm>
              <a:off x="1502250" y="3330075"/>
              <a:ext cx="277300" cy="203775"/>
            </a:xfrm>
            <a:custGeom>
              <a:avLst/>
              <a:gdLst/>
              <a:ahLst/>
              <a:cxnLst/>
              <a:rect l="l" t="t" r="r" b="b"/>
              <a:pathLst>
                <a:path w="11092" h="8151" extrusionOk="0">
                  <a:moveTo>
                    <a:pt x="3865" y="1"/>
                  </a:moveTo>
                  <a:cubicBezTo>
                    <a:pt x="3445" y="1"/>
                    <a:pt x="3025" y="337"/>
                    <a:pt x="3025" y="841"/>
                  </a:cubicBezTo>
                  <a:cubicBezTo>
                    <a:pt x="3025" y="925"/>
                    <a:pt x="3025" y="1177"/>
                    <a:pt x="3109" y="1261"/>
                  </a:cubicBezTo>
                  <a:lnTo>
                    <a:pt x="2269" y="1261"/>
                  </a:lnTo>
                  <a:cubicBezTo>
                    <a:pt x="1765" y="1261"/>
                    <a:pt x="1345" y="1681"/>
                    <a:pt x="1345" y="2185"/>
                  </a:cubicBezTo>
                  <a:lnTo>
                    <a:pt x="1345" y="2437"/>
                  </a:lnTo>
                  <a:cubicBezTo>
                    <a:pt x="841" y="2605"/>
                    <a:pt x="505" y="3194"/>
                    <a:pt x="505" y="3782"/>
                  </a:cubicBezTo>
                  <a:cubicBezTo>
                    <a:pt x="505" y="4202"/>
                    <a:pt x="673" y="4538"/>
                    <a:pt x="925" y="4874"/>
                  </a:cubicBezTo>
                  <a:lnTo>
                    <a:pt x="841" y="4874"/>
                  </a:lnTo>
                  <a:cubicBezTo>
                    <a:pt x="421" y="4874"/>
                    <a:pt x="85" y="5126"/>
                    <a:pt x="85" y="5546"/>
                  </a:cubicBezTo>
                  <a:cubicBezTo>
                    <a:pt x="1" y="6134"/>
                    <a:pt x="337" y="6386"/>
                    <a:pt x="673" y="6386"/>
                  </a:cubicBezTo>
                  <a:lnTo>
                    <a:pt x="925" y="6386"/>
                  </a:lnTo>
                  <a:cubicBezTo>
                    <a:pt x="841" y="6470"/>
                    <a:pt x="673" y="6722"/>
                    <a:pt x="673" y="6974"/>
                  </a:cubicBezTo>
                  <a:cubicBezTo>
                    <a:pt x="673" y="7395"/>
                    <a:pt x="1009" y="7815"/>
                    <a:pt x="1429" y="7815"/>
                  </a:cubicBezTo>
                  <a:lnTo>
                    <a:pt x="1429" y="7899"/>
                  </a:lnTo>
                  <a:cubicBezTo>
                    <a:pt x="1429" y="7983"/>
                    <a:pt x="1429" y="8067"/>
                    <a:pt x="1513" y="8151"/>
                  </a:cubicBezTo>
                  <a:lnTo>
                    <a:pt x="9831" y="8151"/>
                  </a:lnTo>
                  <a:lnTo>
                    <a:pt x="9831" y="7983"/>
                  </a:lnTo>
                  <a:cubicBezTo>
                    <a:pt x="9831" y="7731"/>
                    <a:pt x="9747" y="7563"/>
                    <a:pt x="9495" y="7479"/>
                  </a:cubicBezTo>
                  <a:lnTo>
                    <a:pt x="9831" y="7479"/>
                  </a:lnTo>
                  <a:cubicBezTo>
                    <a:pt x="10167" y="7479"/>
                    <a:pt x="10335" y="7227"/>
                    <a:pt x="10335" y="6890"/>
                  </a:cubicBezTo>
                  <a:cubicBezTo>
                    <a:pt x="10335" y="6806"/>
                    <a:pt x="10335" y="6722"/>
                    <a:pt x="10251" y="6638"/>
                  </a:cubicBezTo>
                  <a:cubicBezTo>
                    <a:pt x="10755" y="6386"/>
                    <a:pt x="11091" y="5966"/>
                    <a:pt x="11091" y="5462"/>
                  </a:cubicBezTo>
                  <a:cubicBezTo>
                    <a:pt x="11091" y="4958"/>
                    <a:pt x="10755" y="4370"/>
                    <a:pt x="10251" y="4286"/>
                  </a:cubicBezTo>
                  <a:cubicBezTo>
                    <a:pt x="10335" y="4202"/>
                    <a:pt x="10335" y="4034"/>
                    <a:pt x="10335" y="3782"/>
                  </a:cubicBezTo>
                  <a:cubicBezTo>
                    <a:pt x="10335" y="3194"/>
                    <a:pt x="9915" y="2521"/>
                    <a:pt x="9327" y="2269"/>
                  </a:cubicBezTo>
                  <a:lnTo>
                    <a:pt x="9327" y="2185"/>
                  </a:lnTo>
                  <a:cubicBezTo>
                    <a:pt x="9327" y="1681"/>
                    <a:pt x="8907" y="1261"/>
                    <a:pt x="8403" y="1261"/>
                  </a:cubicBezTo>
                  <a:lnTo>
                    <a:pt x="8234" y="1261"/>
                  </a:lnTo>
                  <a:cubicBezTo>
                    <a:pt x="8403" y="1177"/>
                    <a:pt x="8403" y="925"/>
                    <a:pt x="8403" y="841"/>
                  </a:cubicBezTo>
                  <a:cubicBezTo>
                    <a:pt x="8403" y="421"/>
                    <a:pt x="7982" y="1"/>
                    <a:pt x="756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0" name="Google Shape;1660;p35"/>
            <p:cNvSpPr/>
            <p:nvPr/>
          </p:nvSpPr>
          <p:spPr>
            <a:xfrm>
              <a:off x="1487550" y="3330075"/>
              <a:ext cx="231075" cy="203775"/>
            </a:xfrm>
            <a:custGeom>
              <a:avLst/>
              <a:gdLst/>
              <a:ahLst/>
              <a:cxnLst/>
              <a:rect l="l" t="t" r="r" b="b"/>
              <a:pathLst>
                <a:path w="9243" h="8151" extrusionOk="0">
                  <a:moveTo>
                    <a:pt x="3949" y="1"/>
                  </a:moveTo>
                  <a:cubicBezTo>
                    <a:pt x="3529" y="1"/>
                    <a:pt x="3109" y="337"/>
                    <a:pt x="3109" y="841"/>
                  </a:cubicBezTo>
                  <a:cubicBezTo>
                    <a:pt x="3109" y="925"/>
                    <a:pt x="3109" y="1177"/>
                    <a:pt x="3193" y="1261"/>
                  </a:cubicBezTo>
                  <a:lnTo>
                    <a:pt x="2269" y="1261"/>
                  </a:lnTo>
                  <a:cubicBezTo>
                    <a:pt x="1681" y="1261"/>
                    <a:pt x="1261" y="1681"/>
                    <a:pt x="1261" y="2185"/>
                  </a:cubicBezTo>
                  <a:lnTo>
                    <a:pt x="1261" y="2437"/>
                  </a:lnTo>
                  <a:cubicBezTo>
                    <a:pt x="757" y="2605"/>
                    <a:pt x="421" y="3194"/>
                    <a:pt x="421" y="3782"/>
                  </a:cubicBezTo>
                  <a:cubicBezTo>
                    <a:pt x="421" y="4202"/>
                    <a:pt x="673" y="4538"/>
                    <a:pt x="841" y="4874"/>
                  </a:cubicBezTo>
                  <a:lnTo>
                    <a:pt x="757" y="4874"/>
                  </a:lnTo>
                  <a:cubicBezTo>
                    <a:pt x="337" y="4874"/>
                    <a:pt x="0" y="5126"/>
                    <a:pt x="0" y="5546"/>
                  </a:cubicBezTo>
                  <a:cubicBezTo>
                    <a:pt x="0" y="6134"/>
                    <a:pt x="337" y="6386"/>
                    <a:pt x="757" y="6386"/>
                  </a:cubicBezTo>
                  <a:lnTo>
                    <a:pt x="1009" y="6386"/>
                  </a:lnTo>
                  <a:cubicBezTo>
                    <a:pt x="841" y="6470"/>
                    <a:pt x="757" y="6722"/>
                    <a:pt x="757" y="6974"/>
                  </a:cubicBezTo>
                  <a:cubicBezTo>
                    <a:pt x="757" y="7395"/>
                    <a:pt x="1093" y="7815"/>
                    <a:pt x="1513" y="7815"/>
                  </a:cubicBezTo>
                  <a:lnTo>
                    <a:pt x="1513" y="7899"/>
                  </a:lnTo>
                  <a:cubicBezTo>
                    <a:pt x="1513" y="7983"/>
                    <a:pt x="1513" y="8067"/>
                    <a:pt x="1597" y="8151"/>
                  </a:cubicBezTo>
                  <a:lnTo>
                    <a:pt x="7982" y="8151"/>
                  </a:lnTo>
                  <a:lnTo>
                    <a:pt x="7982" y="7983"/>
                  </a:lnTo>
                  <a:cubicBezTo>
                    <a:pt x="7982" y="7731"/>
                    <a:pt x="7898" y="7563"/>
                    <a:pt x="7730" y="7479"/>
                  </a:cubicBezTo>
                  <a:lnTo>
                    <a:pt x="7982" y="7479"/>
                  </a:lnTo>
                  <a:cubicBezTo>
                    <a:pt x="8318" y="7479"/>
                    <a:pt x="8570" y="7227"/>
                    <a:pt x="8570" y="6890"/>
                  </a:cubicBezTo>
                  <a:cubicBezTo>
                    <a:pt x="8570" y="6806"/>
                    <a:pt x="8570" y="6722"/>
                    <a:pt x="8402" y="6638"/>
                  </a:cubicBezTo>
                  <a:cubicBezTo>
                    <a:pt x="8991" y="6386"/>
                    <a:pt x="9243" y="5966"/>
                    <a:pt x="9243" y="5462"/>
                  </a:cubicBezTo>
                  <a:cubicBezTo>
                    <a:pt x="9243" y="4958"/>
                    <a:pt x="8991" y="4370"/>
                    <a:pt x="8402" y="4286"/>
                  </a:cubicBezTo>
                  <a:cubicBezTo>
                    <a:pt x="8570" y="4202"/>
                    <a:pt x="8570" y="4034"/>
                    <a:pt x="8570" y="3782"/>
                  </a:cubicBezTo>
                  <a:cubicBezTo>
                    <a:pt x="8570" y="3194"/>
                    <a:pt x="8150" y="2521"/>
                    <a:pt x="7478" y="2269"/>
                  </a:cubicBezTo>
                  <a:lnTo>
                    <a:pt x="7478" y="2185"/>
                  </a:lnTo>
                  <a:cubicBezTo>
                    <a:pt x="7478" y="1681"/>
                    <a:pt x="7058" y="1261"/>
                    <a:pt x="6554" y="1261"/>
                  </a:cubicBezTo>
                  <a:lnTo>
                    <a:pt x="6470" y="1261"/>
                  </a:lnTo>
                  <a:cubicBezTo>
                    <a:pt x="6554" y="1177"/>
                    <a:pt x="6554" y="925"/>
                    <a:pt x="6554" y="841"/>
                  </a:cubicBezTo>
                  <a:cubicBezTo>
                    <a:pt x="6554" y="421"/>
                    <a:pt x="6134" y="1"/>
                    <a:pt x="57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1" name="Google Shape;1661;p35"/>
            <p:cNvSpPr/>
            <p:nvPr/>
          </p:nvSpPr>
          <p:spPr>
            <a:xfrm>
              <a:off x="1487550" y="3456125"/>
              <a:ext cx="182775" cy="77725"/>
            </a:xfrm>
            <a:custGeom>
              <a:avLst/>
              <a:gdLst/>
              <a:ahLst/>
              <a:cxnLst/>
              <a:rect l="l" t="t" r="r" b="b"/>
              <a:pathLst>
                <a:path w="7311" h="3109" extrusionOk="0">
                  <a:moveTo>
                    <a:pt x="841" y="0"/>
                  </a:moveTo>
                  <a:cubicBezTo>
                    <a:pt x="421" y="0"/>
                    <a:pt x="168" y="336"/>
                    <a:pt x="168" y="756"/>
                  </a:cubicBezTo>
                  <a:cubicBezTo>
                    <a:pt x="0" y="1092"/>
                    <a:pt x="337" y="1344"/>
                    <a:pt x="757" y="1344"/>
                  </a:cubicBezTo>
                  <a:lnTo>
                    <a:pt x="1009" y="1344"/>
                  </a:lnTo>
                  <a:cubicBezTo>
                    <a:pt x="841" y="1428"/>
                    <a:pt x="757" y="1680"/>
                    <a:pt x="757" y="1932"/>
                  </a:cubicBezTo>
                  <a:cubicBezTo>
                    <a:pt x="757" y="2353"/>
                    <a:pt x="1093" y="2773"/>
                    <a:pt x="1513" y="2773"/>
                  </a:cubicBezTo>
                  <a:lnTo>
                    <a:pt x="1513" y="2857"/>
                  </a:lnTo>
                  <a:cubicBezTo>
                    <a:pt x="1513" y="2941"/>
                    <a:pt x="1513" y="3025"/>
                    <a:pt x="1597" y="3109"/>
                  </a:cubicBezTo>
                  <a:lnTo>
                    <a:pt x="5294" y="3109"/>
                  </a:lnTo>
                  <a:cubicBezTo>
                    <a:pt x="5210" y="2941"/>
                    <a:pt x="5042" y="2857"/>
                    <a:pt x="4874" y="2857"/>
                  </a:cubicBezTo>
                  <a:cubicBezTo>
                    <a:pt x="5042" y="2773"/>
                    <a:pt x="5210" y="2605"/>
                    <a:pt x="5294" y="2437"/>
                  </a:cubicBezTo>
                  <a:lnTo>
                    <a:pt x="6470" y="2437"/>
                  </a:lnTo>
                  <a:cubicBezTo>
                    <a:pt x="6890" y="2437"/>
                    <a:pt x="7310" y="2101"/>
                    <a:pt x="7310" y="1680"/>
                  </a:cubicBezTo>
                  <a:cubicBezTo>
                    <a:pt x="7310" y="1260"/>
                    <a:pt x="6974" y="924"/>
                    <a:pt x="6470" y="924"/>
                  </a:cubicBezTo>
                  <a:lnTo>
                    <a:pt x="5042" y="924"/>
                  </a:lnTo>
                  <a:lnTo>
                    <a:pt x="5042" y="756"/>
                  </a:lnTo>
                  <a:cubicBezTo>
                    <a:pt x="5042" y="336"/>
                    <a:pt x="4790" y="0"/>
                    <a:pt x="420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2" name="Google Shape;1662;p35"/>
            <p:cNvSpPr/>
            <p:nvPr/>
          </p:nvSpPr>
          <p:spPr>
            <a:xfrm>
              <a:off x="1575775" y="3336375"/>
              <a:ext cx="126050" cy="77750"/>
            </a:xfrm>
            <a:custGeom>
              <a:avLst/>
              <a:gdLst/>
              <a:ahLst/>
              <a:cxnLst/>
              <a:rect l="l" t="t" r="r" b="b"/>
              <a:pathLst>
                <a:path w="5042" h="3110" extrusionOk="0">
                  <a:moveTo>
                    <a:pt x="1345" y="1"/>
                  </a:moveTo>
                  <a:lnTo>
                    <a:pt x="1345" y="169"/>
                  </a:lnTo>
                  <a:cubicBezTo>
                    <a:pt x="1345" y="505"/>
                    <a:pt x="1513" y="673"/>
                    <a:pt x="1849" y="841"/>
                  </a:cubicBezTo>
                  <a:cubicBezTo>
                    <a:pt x="1681" y="841"/>
                    <a:pt x="1513" y="1009"/>
                    <a:pt x="1513" y="1093"/>
                  </a:cubicBezTo>
                  <a:lnTo>
                    <a:pt x="588" y="1093"/>
                  </a:lnTo>
                  <a:cubicBezTo>
                    <a:pt x="168" y="1093"/>
                    <a:pt x="0" y="1429"/>
                    <a:pt x="0" y="1765"/>
                  </a:cubicBezTo>
                  <a:cubicBezTo>
                    <a:pt x="0" y="2017"/>
                    <a:pt x="252" y="2353"/>
                    <a:pt x="588" y="2353"/>
                  </a:cubicBezTo>
                  <a:lnTo>
                    <a:pt x="1765" y="2353"/>
                  </a:lnTo>
                  <a:lnTo>
                    <a:pt x="1765" y="2437"/>
                  </a:lnTo>
                  <a:cubicBezTo>
                    <a:pt x="1765" y="2774"/>
                    <a:pt x="2101" y="3110"/>
                    <a:pt x="2353" y="3110"/>
                  </a:cubicBezTo>
                  <a:lnTo>
                    <a:pt x="5041" y="3110"/>
                  </a:lnTo>
                  <a:cubicBezTo>
                    <a:pt x="4705" y="2774"/>
                    <a:pt x="4369" y="2353"/>
                    <a:pt x="3949" y="2269"/>
                  </a:cubicBezTo>
                  <a:lnTo>
                    <a:pt x="3949" y="2185"/>
                  </a:lnTo>
                  <a:cubicBezTo>
                    <a:pt x="3949" y="1681"/>
                    <a:pt x="3529" y="1261"/>
                    <a:pt x="3025" y="1261"/>
                  </a:cubicBezTo>
                  <a:lnTo>
                    <a:pt x="2941" y="1261"/>
                  </a:lnTo>
                  <a:cubicBezTo>
                    <a:pt x="3025" y="1093"/>
                    <a:pt x="3025" y="925"/>
                    <a:pt x="3025" y="841"/>
                  </a:cubicBezTo>
                  <a:cubicBezTo>
                    <a:pt x="3025" y="421"/>
                    <a:pt x="2605" y="1"/>
                    <a:pt x="218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chemeClr val="dk1"/>
              </a:buClr>
              <a:buSzPts val="2600"/>
              <a:buFont typeface="Syncopate"/>
              <a:buNone/>
              <a:defRPr sz="2600" b="1">
                <a:solidFill>
                  <a:schemeClr val="dk1"/>
                </a:solidFill>
                <a:latin typeface="Syncopate"/>
                <a:ea typeface="Syncopate"/>
                <a:cs typeface="Syncopate"/>
                <a:sym typeface="Syncopate"/>
              </a:defRPr>
            </a:lvl1pPr>
            <a:lvl2pPr lvl="1"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2pPr>
            <a:lvl3pPr lvl="2"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3pPr>
            <a:lvl4pPr lvl="3"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4pPr>
            <a:lvl5pPr lvl="4"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5pPr>
            <a:lvl6pPr lvl="5"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6pPr>
            <a:lvl7pPr lvl="6"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7pPr>
            <a:lvl8pPr lvl="7"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8pPr>
            <a:lvl9pPr lvl="8"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accent4"/>
              </a:buClr>
              <a:buSzPts val="1400"/>
              <a:buFont typeface="Albert Sans Medium"/>
              <a:buChar char="●"/>
              <a:defRPr>
                <a:solidFill>
                  <a:schemeClr val="accent4"/>
                </a:solidFill>
                <a:latin typeface="Albert Sans Medium"/>
                <a:ea typeface="Albert Sans Medium"/>
                <a:cs typeface="Albert Sans Medium"/>
                <a:sym typeface="Albert Sans Medium"/>
              </a:defRPr>
            </a:lvl1pPr>
            <a:lvl2pPr marL="914400" lvl="1" indent="-317500">
              <a:lnSpc>
                <a:spcPct val="100000"/>
              </a:lnSpc>
              <a:spcBef>
                <a:spcPts val="1600"/>
              </a:spcBef>
              <a:spcAft>
                <a:spcPts val="0"/>
              </a:spcAft>
              <a:buClr>
                <a:schemeClr val="accent4"/>
              </a:buClr>
              <a:buSzPts val="1400"/>
              <a:buFont typeface="Albert Sans Medium"/>
              <a:buChar char="○"/>
              <a:defRPr>
                <a:solidFill>
                  <a:schemeClr val="accent4"/>
                </a:solidFill>
                <a:latin typeface="Albert Sans Medium"/>
                <a:ea typeface="Albert Sans Medium"/>
                <a:cs typeface="Albert Sans Medium"/>
                <a:sym typeface="Albert Sans Medium"/>
              </a:defRPr>
            </a:lvl2pPr>
            <a:lvl3pPr marL="1371600" lvl="2" indent="-317500">
              <a:lnSpc>
                <a:spcPct val="100000"/>
              </a:lnSpc>
              <a:spcBef>
                <a:spcPts val="1600"/>
              </a:spcBef>
              <a:spcAft>
                <a:spcPts val="0"/>
              </a:spcAft>
              <a:buClr>
                <a:schemeClr val="accent4"/>
              </a:buClr>
              <a:buSzPts val="1400"/>
              <a:buFont typeface="Albert Sans Medium"/>
              <a:buChar char="■"/>
              <a:defRPr>
                <a:solidFill>
                  <a:schemeClr val="accent4"/>
                </a:solidFill>
                <a:latin typeface="Albert Sans Medium"/>
                <a:ea typeface="Albert Sans Medium"/>
                <a:cs typeface="Albert Sans Medium"/>
                <a:sym typeface="Albert Sans Medium"/>
              </a:defRPr>
            </a:lvl3pPr>
            <a:lvl4pPr marL="1828800" lvl="3" indent="-317500">
              <a:lnSpc>
                <a:spcPct val="100000"/>
              </a:lnSpc>
              <a:spcBef>
                <a:spcPts val="1600"/>
              </a:spcBef>
              <a:spcAft>
                <a:spcPts val="0"/>
              </a:spcAft>
              <a:buClr>
                <a:schemeClr val="accent4"/>
              </a:buClr>
              <a:buSzPts val="1400"/>
              <a:buFont typeface="Albert Sans Medium"/>
              <a:buChar char="●"/>
              <a:defRPr>
                <a:solidFill>
                  <a:schemeClr val="accent4"/>
                </a:solidFill>
                <a:latin typeface="Albert Sans Medium"/>
                <a:ea typeface="Albert Sans Medium"/>
                <a:cs typeface="Albert Sans Medium"/>
                <a:sym typeface="Albert Sans Medium"/>
              </a:defRPr>
            </a:lvl4pPr>
            <a:lvl5pPr marL="2286000" lvl="4" indent="-317500">
              <a:lnSpc>
                <a:spcPct val="100000"/>
              </a:lnSpc>
              <a:spcBef>
                <a:spcPts val="1600"/>
              </a:spcBef>
              <a:spcAft>
                <a:spcPts val="0"/>
              </a:spcAft>
              <a:buClr>
                <a:schemeClr val="accent4"/>
              </a:buClr>
              <a:buSzPts val="1400"/>
              <a:buFont typeface="Albert Sans Medium"/>
              <a:buChar char="○"/>
              <a:defRPr>
                <a:solidFill>
                  <a:schemeClr val="accent4"/>
                </a:solidFill>
                <a:latin typeface="Albert Sans Medium"/>
                <a:ea typeface="Albert Sans Medium"/>
                <a:cs typeface="Albert Sans Medium"/>
                <a:sym typeface="Albert Sans Medium"/>
              </a:defRPr>
            </a:lvl5pPr>
            <a:lvl6pPr marL="2743200" lvl="5" indent="-317500">
              <a:lnSpc>
                <a:spcPct val="100000"/>
              </a:lnSpc>
              <a:spcBef>
                <a:spcPts val="1600"/>
              </a:spcBef>
              <a:spcAft>
                <a:spcPts val="0"/>
              </a:spcAft>
              <a:buClr>
                <a:schemeClr val="accent4"/>
              </a:buClr>
              <a:buSzPts val="1400"/>
              <a:buFont typeface="Albert Sans Medium"/>
              <a:buChar char="■"/>
              <a:defRPr>
                <a:solidFill>
                  <a:schemeClr val="accent4"/>
                </a:solidFill>
                <a:latin typeface="Albert Sans Medium"/>
                <a:ea typeface="Albert Sans Medium"/>
                <a:cs typeface="Albert Sans Medium"/>
                <a:sym typeface="Albert Sans Medium"/>
              </a:defRPr>
            </a:lvl6pPr>
            <a:lvl7pPr marL="3200400" lvl="6" indent="-317500">
              <a:lnSpc>
                <a:spcPct val="100000"/>
              </a:lnSpc>
              <a:spcBef>
                <a:spcPts val="1600"/>
              </a:spcBef>
              <a:spcAft>
                <a:spcPts val="0"/>
              </a:spcAft>
              <a:buClr>
                <a:schemeClr val="accent4"/>
              </a:buClr>
              <a:buSzPts val="1400"/>
              <a:buFont typeface="Albert Sans Medium"/>
              <a:buChar char="●"/>
              <a:defRPr>
                <a:solidFill>
                  <a:schemeClr val="accent4"/>
                </a:solidFill>
                <a:latin typeface="Albert Sans Medium"/>
                <a:ea typeface="Albert Sans Medium"/>
                <a:cs typeface="Albert Sans Medium"/>
                <a:sym typeface="Albert Sans Medium"/>
              </a:defRPr>
            </a:lvl7pPr>
            <a:lvl8pPr marL="3657600" lvl="7" indent="-317500">
              <a:lnSpc>
                <a:spcPct val="100000"/>
              </a:lnSpc>
              <a:spcBef>
                <a:spcPts val="1600"/>
              </a:spcBef>
              <a:spcAft>
                <a:spcPts val="0"/>
              </a:spcAft>
              <a:buClr>
                <a:schemeClr val="accent4"/>
              </a:buClr>
              <a:buSzPts val="1400"/>
              <a:buFont typeface="Albert Sans Medium"/>
              <a:buChar char="○"/>
              <a:defRPr>
                <a:solidFill>
                  <a:schemeClr val="accent4"/>
                </a:solidFill>
                <a:latin typeface="Albert Sans Medium"/>
                <a:ea typeface="Albert Sans Medium"/>
                <a:cs typeface="Albert Sans Medium"/>
                <a:sym typeface="Albert Sans Medium"/>
              </a:defRPr>
            </a:lvl8pPr>
            <a:lvl9pPr marL="4114800" lvl="8" indent="-317500">
              <a:lnSpc>
                <a:spcPct val="100000"/>
              </a:lnSpc>
              <a:spcBef>
                <a:spcPts val="1600"/>
              </a:spcBef>
              <a:spcAft>
                <a:spcPts val="1600"/>
              </a:spcAft>
              <a:buClr>
                <a:schemeClr val="accent4"/>
              </a:buClr>
              <a:buSzPts val="1400"/>
              <a:buFont typeface="Albert Sans Medium"/>
              <a:buChar char="■"/>
              <a:defRPr>
                <a:solidFill>
                  <a:schemeClr val="accent4"/>
                </a:solidFill>
                <a:latin typeface="Albert Sans Medium"/>
                <a:ea typeface="Albert Sans Medium"/>
                <a:cs typeface="Albert Sans Medium"/>
                <a:sym typeface="Albert Sans Medium"/>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3" r:id="rId3"/>
    <p:sldLayoutId id="2147483655" r:id="rId4"/>
    <p:sldLayoutId id="2147483658" r:id="rId5"/>
    <p:sldLayoutId id="2147483659" r:id="rId6"/>
    <p:sldLayoutId id="2147483661" r:id="rId7"/>
    <p:sldLayoutId id="2147483662" r:id="rId8"/>
    <p:sldLayoutId id="2147483663" r:id="rId9"/>
    <p:sldLayoutId id="2147483664" r:id="rId10"/>
    <p:sldLayoutId id="2147483666" r:id="rId11"/>
    <p:sldLayoutId id="2147483667" r:id="rId12"/>
    <p:sldLayoutId id="2147483668" r:id="rId13"/>
    <p:sldLayoutId id="2147483669" r:id="rId14"/>
    <p:sldLayoutId id="2147483670" r:id="rId15"/>
    <p:sldLayoutId id="2147483672" r:id="rId16"/>
    <p:sldLayoutId id="2147483673" r:id="rId17"/>
    <p:sldLayoutId id="2147483674" r:id="rId18"/>
    <p:sldLayoutId id="2147483680" r:id="rId19"/>
    <p:sldLayoutId id="2147483681" r:id="rId2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449">
          <p15:clr>
            <a:srgbClr val="EA4335"/>
          </p15:clr>
        </p15:guide>
        <p15:guide id="2" pos="5311">
          <p15:clr>
            <a:srgbClr val="EA4335"/>
          </p15:clr>
        </p15:guide>
        <p15:guide id="3" orient="horz" pos="340">
          <p15:clr>
            <a:srgbClr val="EA4335"/>
          </p15:clr>
        </p15:guide>
        <p15:guide id="4" orient="horz" pos="2900">
          <p15:clr>
            <a:srgbClr val="EA4335"/>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6.xml"/><Relationship Id="rId4" Type="http://schemas.openxmlformats.org/officeDocument/2006/relationships/hyperlink" Target="https://letstalksport.co.uk/news/germany-map-png.html" TargetMode="Externa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672"/>
        <p:cNvGrpSpPr/>
        <p:nvPr/>
      </p:nvGrpSpPr>
      <p:grpSpPr>
        <a:xfrm>
          <a:off x="0" y="0"/>
          <a:ext cx="0" cy="0"/>
          <a:chOff x="0" y="0"/>
          <a:chExt cx="0" cy="0"/>
        </a:xfrm>
      </p:grpSpPr>
      <p:grpSp>
        <p:nvGrpSpPr>
          <p:cNvPr id="1673" name="Google Shape;1673;p39"/>
          <p:cNvGrpSpPr/>
          <p:nvPr/>
        </p:nvGrpSpPr>
        <p:grpSpPr>
          <a:xfrm>
            <a:off x="1530043" y="3017298"/>
            <a:ext cx="1001848" cy="532142"/>
            <a:chOff x="6096375" y="2981400"/>
            <a:chExt cx="1281300" cy="680575"/>
          </a:xfrm>
        </p:grpSpPr>
        <p:sp>
          <p:nvSpPr>
            <p:cNvPr id="1674" name="Google Shape;1674;p39"/>
            <p:cNvSpPr/>
            <p:nvPr/>
          </p:nvSpPr>
          <p:spPr>
            <a:xfrm>
              <a:off x="6621475" y="3304875"/>
              <a:ext cx="56750" cy="357100"/>
            </a:xfrm>
            <a:custGeom>
              <a:avLst/>
              <a:gdLst/>
              <a:ahLst/>
              <a:cxnLst/>
              <a:rect l="l" t="t" r="r" b="b"/>
              <a:pathLst>
                <a:path w="2270" h="14284" extrusionOk="0">
                  <a:moveTo>
                    <a:pt x="505" y="1"/>
                  </a:moveTo>
                  <a:lnTo>
                    <a:pt x="1" y="14284"/>
                  </a:lnTo>
                  <a:lnTo>
                    <a:pt x="2270" y="14284"/>
                  </a:lnTo>
                  <a:lnTo>
                    <a:pt x="1765" y="1"/>
                  </a:lnTo>
                  <a:close/>
                </a:path>
              </a:pathLst>
            </a:custGeom>
            <a:solidFill>
              <a:srgbClr val="7A452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75" name="Google Shape;1675;p39"/>
            <p:cNvSpPr/>
            <p:nvPr/>
          </p:nvSpPr>
          <p:spPr>
            <a:xfrm>
              <a:off x="6455550" y="2981400"/>
              <a:ext cx="428525" cy="357100"/>
            </a:xfrm>
            <a:custGeom>
              <a:avLst/>
              <a:gdLst/>
              <a:ahLst/>
              <a:cxnLst/>
              <a:rect l="l" t="t" r="r" b="b"/>
              <a:pathLst>
                <a:path w="17141" h="14284" extrusionOk="0">
                  <a:moveTo>
                    <a:pt x="5966" y="1"/>
                  </a:moveTo>
                  <a:cubicBezTo>
                    <a:pt x="5294" y="1"/>
                    <a:pt x="4706" y="505"/>
                    <a:pt x="4706" y="1261"/>
                  </a:cubicBezTo>
                  <a:cubicBezTo>
                    <a:pt x="4706" y="1429"/>
                    <a:pt x="4874" y="1681"/>
                    <a:pt x="4958" y="1849"/>
                  </a:cubicBezTo>
                  <a:lnTo>
                    <a:pt x="3613" y="1849"/>
                  </a:lnTo>
                  <a:cubicBezTo>
                    <a:pt x="2689" y="1849"/>
                    <a:pt x="2101" y="2521"/>
                    <a:pt x="2101" y="3361"/>
                  </a:cubicBezTo>
                  <a:lnTo>
                    <a:pt x="2101" y="3613"/>
                  </a:lnTo>
                  <a:cubicBezTo>
                    <a:pt x="1261" y="4034"/>
                    <a:pt x="757" y="4790"/>
                    <a:pt x="757" y="5714"/>
                  </a:cubicBezTo>
                  <a:cubicBezTo>
                    <a:pt x="757" y="6386"/>
                    <a:pt x="925" y="6890"/>
                    <a:pt x="1345" y="7310"/>
                  </a:cubicBezTo>
                  <a:lnTo>
                    <a:pt x="1177" y="7310"/>
                  </a:lnTo>
                  <a:cubicBezTo>
                    <a:pt x="505" y="7310"/>
                    <a:pt x="0" y="7814"/>
                    <a:pt x="0" y="8403"/>
                  </a:cubicBezTo>
                  <a:cubicBezTo>
                    <a:pt x="0" y="8991"/>
                    <a:pt x="505" y="9411"/>
                    <a:pt x="1177" y="9411"/>
                  </a:cubicBezTo>
                  <a:lnTo>
                    <a:pt x="1513" y="9411"/>
                  </a:lnTo>
                  <a:cubicBezTo>
                    <a:pt x="1261" y="9663"/>
                    <a:pt x="1177" y="9915"/>
                    <a:pt x="1177" y="10167"/>
                  </a:cubicBezTo>
                  <a:cubicBezTo>
                    <a:pt x="1177" y="10755"/>
                    <a:pt x="1681" y="11427"/>
                    <a:pt x="2269" y="11427"/>
                  </a:cubicBezTo>
                  <a:lnTo>
                    <a:pt x="2269" y="11679"/>
                  </a:lnTo>
                  <a:cubicBezTo>
                    <a:pt x="2269" y="12604"/>
                    <a:pt x="3025" y="13360"/>
                    <a:pt x="3949" y="13360"/>
                  </a:cubicBezTo>
                  <a:cubicBezTo>
                    <a:pt x="3949" y="13864"/>
                    <a:pt x="4369" y="14284"/>
                    <a:pt x="5042" y="14284"/>
                  </a:cubicBezTo>
                  <a:lnTo>
                    <a:pt x="12687" y="14284"/>
                  </a:lnTo>
                  <a:cubicBezTo>
                    <a:pt x="13192" y="14284"/>
                    <a:pt x="13780" y="13864"/>
                    <a:pt x="13780" y="13192"/>
                  </a:cubicBezTo>
                  <a:cubicBezTo>
                    <a:pt x="13780" y="13024"/>
                    <a:pt x="13696" y="12940"/>
                    <a:pt x="13696" y="12688"/>
                  </a:cubicBezTo>
                  <a:lnTo>
                    <a:pt x="14284" y="12688"/>
                  </a:lnTo>
                  <a:cubicBezTo>
                    <a:pt x="14788" y="12688"/>
                    <a:pt x="15208" y="12267"/>
                    <a:pt x="15208" y="11763"/>
                  </a:cubicBezTo>
                  <a:cubicBezTo>
                    <a:pt x="15208" y="11427"/>
                    <a:pt x="15040" y="11259"/>
                    <a:pt x="14788" y="11007"/>
                  </a:cubicBezTo>
                  <a:lnTo>
                    <a:pt x="15208" y="11007"/>
                  </a:lnTo>
                  <a:cubicBezTo>
                    <a:pt x="15628" y="11007"/>
                    <a:pt x="15964" y="10671"/>
                    <a:pt x="15964" y="10251"/>
                  </a:cubicBezTo>
                  <a:cubicBezTo>
                    <a:pt x="15964" y="10083"/>
                    <a:pt x="15880" y="9915"/>
                    <a:pt x="15880" y="9831"/>
                  </a:cubicBezTo>
                  <a:cubicBezTo>
                    <a:pt x="16636" y="9831"/>
                    <a:pt x="17140" y="9159"/>
                    <a:pt x="17140" y="8235"/>
                  </a:cubicBezTo>
                  <a:cubicBezTo>
                    <a:pt x="17140" y="7478"/>
                    <a:pt x="16636" y="6722"/>
                    <a:pt x="15880" y="6470"/>
                  </a:cubicBezTo>
                  <a:cubicBezTo>
                    <a:pt x="15964" y="6302"/>
                    <a:pt x="15964" y="5966"/>
                    <a:pt x="15964" y="5714"/>
                  </a:cubicBezTo>
                  <a:cubicBezTo>
                    <a:pt x="15964" y="4706"/>
                    <a:pt x="15208" y="3866"/>
                    <a:pt x="14368" y="3529"/>
                  </a:cubicBezTo>
                  <a:lnTo>
                    <a:pt x="14368" y="3361"/>
                  </a:lnTo>
                  <a:cubicBezTo>
                    <a:pt x="14368" y="2521"/>
                    <a:pt x="13780" y="1849"/>
                    <a:pt x="12939" y="1849"/>
                  </a:cubicBezTo>
                  <a:lnTo>
                    <a:pt x="12687" y="1849"/>
                  </a:lnTo>
                  <a:cubicBezTo>
                    <a:pt x="12855" y="1681"/>
                    <a:pt x="12939" y="1429"/>
                    <a:pt x="12939" y="1261"/>
                  </a:cubicBezTo>
                  <a:cubicBezTo>
                    <a:pt x="12939" y="505"/>
                    <a:pt x="12435" y="1"/>
                    <a:pt x="1167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76" name="Google Shape;1676;p39"/>
            <p:cNvSpPr/>
            <p:nvPr/>
          </p:nvSpPr>
          <p:spPr>
            <a:xfrm>
              <a:off x="6432450" y="2981400"/>
              <a:ext cx="357100" cy="357100"/>
            </a:xfrm>
            <a:custGeom>
              <a:avLst/>
              <a:gdLst/>
              <a:ahLst/>
              <a:cxnLst/>
              <a:rect l="l" t="t" r="r" b="b"/>
              <a:pathLst>
                <a:path w="14284" h="14284" extrusionOk="0">
                  <a:moveTo>
                    <a:pt x="6050" y="1"/>
                  </a:moveTo>
                  <a:cubicBezTo>
                    <a:pt x="5377" y="1"/>
                    <a:pt x="4789" y="505"/>
                    <a:pt x="4789" y="1261"/>
                  </a:cubicBezTo>
                  <a:cubicBezTo>
                    <a:pt x="4789" y="1429"/>
                    <a:pt x="4957" y="1681"/>
                    <a:pt x="5041" y="1849"/>
                  </a:cubicBezTo>
                  <a:lnTo>
                    <a:pt x="3697" y="1849"/>
                  </a:lnTo>
                  <a:cubicBezTo>
                    <a:pt x="2857" y="1849"/>
                    <a:pt x="2185" y="2521"/>
                    <a:pt x="2185" y="3361"/>
                  </a:cubicBezTo>
                  <a:lnTo>
                    <a:pt x="2185" y="3613"/>
                  </a:lnTo>
                  <a:cubicBezTo>
                    <a:pt x="1345" y="4034"/>
                    <a:pt x="840" y="4790"/>
                    <a:pt x="840" y="5714"/>
                  </a:cubicBezTo>
                  <a:cubicBezTo>
                    <a:pt x="840" y="6386"/>
                    <a:pt x="1008" y="6890"/>
                    <a:pt x="1429" y="7310"/>
                  </a:cubicBezTo>
                  <a:lnTo>
                    <a:pt x="1177" y="7310"/>
                  </a:lnTo>
                  <a:cubicBezTo>
                    <a:pt x="504" y="7310"/>
                    <a:pt x="0" y="7814"/>
                    <a:pt x="0" y="8403"/>
                  </a:cubicBezTo>
                  <a:cubicBezTo>
                    <a:pt x="0" y="8991"/>
                    <a:pt x="504" y="9411"/>
                    <a:pt x="1177" y="9411"/>
                  </a:cubicBezTo>
                  <a:lnTo>
                    <a:pt x="1429" y="9411"/>
                  </a:lnTo>
                  <a:cubicBezTo>
                    <a:pt x="1261" y="9663"/>
                    <a:pt x="1177" y="9915"/>
                    <a:pt x="1177" y="10167"/>
                  </a:cubicBezTo>
                  <a:cubicBezTo>
                    <a:pt x="1177" y="10755"/>
                    <a:pt x="1681" y="11427"/>
                    <a:pt x="2269" y="11427"/>
                  </a:cubicBezTo>
                  <a:lnTo>
                    <a:pt x="2269" y="11679"/>
                  </a:lnTo>
                  <a:cubicBezTo>
                    <a:pt x="2269" y="12604"/>
                    <a:pt x="3025" y="13360"/>
                    <a:pt x="3949" y="13360"/>
                  </a:cubicBezTo>
                  <a:cubicBezTo>
                    <a:pt x="3949" y="13864"/>
                    <a:pt x="4369" y="14284"/>
                    <a:pt x="5041" y="14284"/>
                  </a:cubicBezTo>
                  <a:lnTo>
                    <a:pt x="9831" y="14284"/>
                  </a:lnTo>
                  <a:cubicBezTo>
                    <a:pt x="10419" y="14284"/>
                    <a:pt x="10923" y="13864"/>
                    <a:pt x="10923" y="13192"/>
                  </a:cubicBezTo>
                  <a:cubicBezTo>
                    <a:pt x="10923" y="13024"/>
                    <a:pt x="10839" y="12940"/>
                    <a:pt x="10839" y="12688"/>
                  </a:cubicBezTo>
                  <a:lnTo>
                    <a:pt x="11427" y="12688"/>
                  </a:lnTo>
                  <a:cubicBezTo>
                    <a:pt x="11931" y="12688"/>
                    <a:pt x="12351" y="12267"/>
                    <a:pt x="12351" y="11763"/>
                  </a:cubicBezTo>
                  <a:cubicBezTo>
                    <a:pt x="12351" y="11427"/>
                    <a:pt x="12183" y="11259"/>
                    <a:pt x="11931" y="11007"/>
                  </a:cubicBezTo>
                  <a:lnTo>
                    <a:pt x="12351" y="11007"/>
                  </a:lnTo>
                  <a:cubicBezTo>
                    <a:pt x="12771" y="11007"/>
                    <a:pt x="13107" y="10671"/>
                    <a:pt x="13107" y="10251"/>
                  </a:cubicBezTo>
                  <a:cubicBezTo>
                    <a:pt x="13107" y="10083"/>
                    <a:pt x="13023" y="9915"/>
                    <a:pt x="13023" y="9831"/>
                  </a:cubicBezTo>
                  <a:cubicBezTo>
                    <a:pt x="13611" y="9831"/>
                    <a:pt x="14284" y="9159"/>
                    <a:pt x="14284" y="8235"/>
                  </a:cubicBezTo>
                  <a:cubicBezTo>
                    <a:pt x="14284" y="7478"/>
                    <a:pt x="13779" y="6722"/>
                    <a:pt x="13023" y="6470"/>
                  </a:cubicBezTo>
                  <a:cubicBezTo>
                    <a:pt x="13107" y="6302"/>
                    <a:pt x="13107" y="5966"/>
                    <a:pt x="13107" y="5714"/>
                  </a:cubicBezTo>
                  <a:cubicBezTo>
                    <a:pt x="13107" y="4706"/>
                    <a:pt x="12519" y="3866"/>
                    <a:pt x="11511" y="3529"/>
                  </a:cubicBezTo>
                  <a:lnTo>
                    <a:pt x="11511" y="3361"/>
                  </a:lnTo>
                  <a:cubicBezTo>
                    <a:pt x="11511" y="2521"/>
                    <a:pt x="10923" y="1849"/>
                    <a:pt x="10083" y="1849"/>
                  </a:cubicBezTo>
                  <a:lnTo>
                    <a:pt x="9831" y="1849"/>
                  </a:lnTo>
                  <a:cubicBezTo>
                    <a:pt x="9999" y="1681"/>
                    <a:pt x="10083" y="1429"/>
                    <a:pt x="10083" y="1261"/>
                  </a:cubicBezTo>
                  <a:cubicBezTo>
                    <a:pt x="10083" y="505"/>
                    <a:pt x="9578" y="1"/>
                    <a:pt x="88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77" name="Google Shape;1677;p39"/>
            <p:cNvSpPr/>
            <p:nvPr/>
          </p:nvSpPr>
          <p:spPr>
            <a:xfrm>
              <a:off x="6432450" y="3164150"/>
              <a:ext cx="273075" cy="174350"/>
            </a:xfrm>
            <a:custGeom>
              <a:avLst/>
              <a:gdLst/>
              <a:ahLst/>
              <a:cxnLst/>
              <a:rect l="l" t="t" r="r" b="b"/>
              <a:pathLst>
                <a:path w="10923" h="6974" extrusionOk="0">
                  <a:moveTo>
                    <a:pt x="1092" y="0"/>
                  </a:moveTo>
                  <a:cubicBezTo>
                    <a:pt x="504" y="0"/>
                    <a:pt x="0" y="588"/>
                    <a:pt x="0" y="1093"/>
                  </a:cubicBezTo>
                  <a:cubicBezTo>
                    <a:pt x="0" y="1681"/>
                    <a:pt x="504" y="2101"/>
                    <a:pt x="1092" y="2101"/>
                  </a:cubicBezTo>
                  <a:lnTo>
                    <a:pt x="1429" y="2101"/>
                  </a:lnTo>
                  <a:cubicBezTo>
                    <a:pt x="1261" y="2353"/>
                    <a:pt x="1092" y="2689"/>
                    <a:pt x="1092" y="2857"/>
                  </a:cubicBezTo>
                  <a:cubicBezTo>
                    <a:pt x="1092" y="3529"/>
                    <a:pt x="1681" y="4117"/>
                    <a:pt x="2269" y="4117"/>
                  </a:cubicBezTo>
                  <a:lnTo>
                    <a:pt x="2269" y="4369"/>
                  </a:lnTo>
                  <a:cubicBezTo>
                    <a:pt x="2269" y="5294"/>
                    <a:pt x="3025" y="6050"/>
                    <a:pt x="3949" y="6050"/>
                  </a:cubicBezTo>
                  <a:cubicBezTo>
                    <a:pt x="3949" y="6554"/>
                    <a:pt x="4369" y="6974"/>
                    <a:pt x="5041" y="6974"/>
                  </a:cubicBezTo>
                  <a:lnTo>
                    <a:pt x="9831" y="6974"/>
                  </a:lnTo>
                  <a:cubicBezTo>
                    <a:pt x="10335" y="6974"/>
                    <a:pt x="10923" y="6554"/>
                    <a:pt x="10923" y="5882"/>
                  </a:cubicBezTo>
                  <a:lnTo>
                    <a:pt x="8150" y="5882"/>
                  </a:lnTo>
                  <a:lnTo>
                    <a:pt x="8150" y="5630"/>
                  </a:lnTo>
                  <a:cubicBezTo>
                    <a:pt x="8150" y="5042"/>
                    <a:pt x="7730" y="4621"/>
                    <a:pt x="7310" y="4453"/>
                  </a:cubicBezTo>
                  <a:cubicBezTo>
                    <a:pt x="7646" y="4369"/>
                    <a:pt x="7814" y="4117"/>
                    <a:pt x="7982" y="3781"/>
                  </a:cubicBezTo>
                  <a:lnTo>
                    <a:pt x="9662" y="3781"/>
                  </a:lnTo>
                  <a:cubicBezTo>
                    <a:pt x="10251" y="3781"/>
                    <a:pt x="10923" y="3277"/>
                    <a:pt x="10923" y="2689"/>
                  </a:cubicBezTo>
                  <a:cubicBezTo>
                    <a:pt x="10923" y="2017"/>
                    <a:pt x="10335" y="1513"/>
                    <a:pt x="9662" y="1513"/>
                  </a:cubicBezTo>
                  <a:lnTo>
                    <a:pt x="7562" y="1513"/>
                  </a:lnTo>
                  <a:cubicBezTo>
                    <a:pt x="7562" y="1429"/>
                    <a:pt x="7646" y="1261"/>
                    <a:pt x="7646" y="1177"/>
                  </a:cubicBezTo>
                  <a:cubicBezTo>
                    <a:pt x="7646" y="588"/>
                    <a:pt x="7142" y="0"/>
                    <a:pt x="638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78" name="Google Shape;1678;p39"/>
            <p:cNvSpPr/>
            <p:nvPr/>
          </p:nvSpPr>
          <p:spPr>
            <a:xfrm>
              <a:off x="6558475" y="2981400"/>
              <a:ext cx="197475" cy="128150"/>
            </a:xfrm>
            <a:custGeom>
              <a:avLst/>
              <a:gdLst/>
              <a:ahLst/>
              <a:cxnLst/>
              <a:rect l="l" t="t" r="r" b="b"/>
              <a:pathLst>
                <a:path w="7899" h="5126" extrusionOk="0">
                  <a:moveTo>
                    <a:pt x="2437" y="1"/>
                  </a:moveTo>
                  <a:cubicBezTo>
                    <a:pt x="2437" y="85"/>
                    <a:pt x="2269" y="169"/>
                    <a:pt x="2269" y="253"/>
                  </a:cubicBezTo>
                  <a:cubicBezTo>
                    <a:pt x="2269" y="673"/>
                    <a:pt x="2605" y="1093"/>
                    <a:pt x="3025" y="1261"/>
                  </a:cubicBezTo>
                  <a:cubicBezTo>
                    <a:pt x="2857" y="1345"/>
                    <a:pt x="2605" y="1429"/>
                    <a:pt x="2521" y="1765"/>
                  </a:cubicBezTo>
                  <a:lnTo>
                    <a:pt x="1009" y="1765"/>
                  </a:lnTo>
                  <a:cubicBezTo>
                    <a:pt x="505" y="1765"/>
                    <a:pt x="0" y="2185"/>
                    <a:pt x="0" y="2773"/>
                  </a:cubicBezTo>
                  <a:cubicBezTo>
                    <a:pt x="0" y="3361"/>
                    <a:pt x="421" y="3866"/>
                    <a:pt x="1009" y="3866"/>
                  </a:cubicBezTo>
                  <a:lnTo>
                    <a:pt x="2857" y="3866"/>
                  </a:lnTo>
                  <a:lnTo>
                    <a:pt x="2857" y="4034"/>
                  </a:lnTo>
                  <a:cubicBezTo>
                    <a:pt x="2857" y="4622"/>
                    <a:pt x="3277" y="5126"/>
                    <a:pt x="3865" y="5126"/>
                  </a:cubicBezTo>
                  <a:lnTo>
                    <a:pt x="7898" y="5126"/>
                  </a:lnTo>
                  <a:cubicBezTo>
                    <a:pt x="7646" y="4286"/>
                    <a:pt x="7142" y="3782"/>
                    <a:pt x="6386" y="3529"/>
                  </a:cubicBezTo>
                  <a:lnTo>
                    <a:pt x="6386" y="3361"/>
                  </a:lnTo>
                  <a:cubicBezTo>
                    <a:pt x="6386" y="2521"/>
                    <a:pt x="5798" y="1849"/>
                    <a:pt x="4958" y="1849"/>
                  </a:cubicBezTo>
                  <a:lnTo>
                    <a:pt x="4705" y="1849"/>
                  </a:lnTo>
                  <a:cubicBezTo>
                    <a:pt x="4790" y="1681"/>
                    <a:pt x="4958" y="1429"/>
                    <a:pt x="4958" y="1261"/>
                  </a:cubicBezTo>
                  <a:cubicBezTo>
                    <a:pt x="4958" y="505"/>
                    <a:pt x="4369" y="1"/>
                    <a:pt x="36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79" name="Google Shape;1679;p39"/>
            <p:cNvSpPr/>
            <p:nvPr/>
          </p:nvSpPr>
          <p:spPr>
            <a:xfrm>
              <a:off x="6279100" y="3496025"/>
              <a:ext cx="46250" cy="165950"/>
            </a:xfrm>
            <a:custGeom>
              <a:avLst/>
              <a:gdLst/>
              <a:ahLst/>
              <a:cxnLst/>
              <a:rect l="l" t="t" r="r" b="b"/>
              <a:pathLst>
                <a:path w="1850" h="6638" extrusionOk="0">
                  <a:moveTo>
                    <a:pt x="421" y="0"/>
                  </a:moveTo>
                  <a:lnTo>
                    <a:pt x="1" y="6638"/>
                  </a:lnTo>
                  <a:lnTo>
                    <a:pt x="1849" y="6638"/>
                  </a:lnTo>
                  <a:lnTo>
                    <a:pt x="1513" y="0"/>
                  </a:lnTo>
                  <a:close/>
                </a:path>
              </a:pathLst>
            </a:custGeom>
            <a:solidFill>
              <a:srgbClr val="7A452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80" name="Google Shape;1680;p39"/>
            <p:cNvSpPr/>
            <p:nvPr/>
          </p:nvSpPr>
          <p:spPr>
            <a:xfrm>
              <a:off x="6125775" y="3193550"/>
              <a:ext cx="392825" cy="336100"/>
            </a:xfrm>
            <a:custGeom>
              <a:avLst/>
              <a:gdLst/>
              <a:ahLst/>
              <a:cxnLst/>
              <a:rect l="l" t="t" r="r" b="b"/>
              <a:pathLst>
                <a:path w="15713" h="13444" extrusionOk="0">
                  <a:moveTo>
                    <a:pt x="5378" y="1"/>
                  </a:moveTo>
                  <a:cubicBezTo>
                    <a:pt x="4790" y="1"/>
                    <a:pt x="4285" y="505"/>
                    <a:pt x="4285" y="1177"/>
                  </a:cubicBezTo>
                  <a:cubicBezTo>
                    <a:pt x="4285" y="1345"/>
                    <a:pt x="4369" y="1597"/>
                    <a:pt x="4453" y="1765"/>
                  </a:cubicBezTo>
                  <a:lnTo>
                    <a:pt x="3193" y="1765"/>
                  </a:lnTo>
                  <a:cubicBezTo>
                    <a:pt x="2521" y="1765"/>
                    <a:pt x="1849" y="2437"/>
                    <a:pt x="1849" y="3193"/>
                  </a:cubicBezTo>
                  <a:lnTo>
                    <a:pt x="1849" y="3445"/>
                  </a:lnTo>
                  <a:cubicBezTo>
                    <a:pt x="1093" y="3781"/>
                    <a:pt x="589" y="4538"/>
                    <a:pt x="589" y="5378"/>
                  </a:cubicBezTo>
                  <a:cubicBezTo>
                    <a:pt x="589" y="5966"/>
                    <a:pt x="757" y="6470"/>
                    <a:pt x="1177" y="6806"/>
                  </a:cubicBezTo>
                  <a:lnTo>
                    <a:pt x="1009" y="6806"/>
                  </a:lnTo>
                  <a:cubicBezTo>
                    <a:pt x="505" y="6806"/>
                    <a:pt x="0" y="7226"/>
                    <a:pt x="0" y="7898"/>
                  </a:cubicBezTo>
                  <a:cubicBezTo>
                    <a:pt x="0" y="8403"/>
                    <a:pt x="421" y="8907"/>
                    <a:pt x="1009" y="8907"/>
                  </a:cubicBezTo>
                  <a:lnTo>
                    <a:pt x="1345" y="8907"/>
                  </a:lnTo>
                  <a:cubicBezTo>
                    <a:pt x="1093" y="9159"/>
                    <a:pt x="1093" y="9327"/>
                    <a:pt x="1093" y="9663"/>
                  </a:cubicBezTo>
                  <a:cubicBezTo>
                    <a:pt x="1093" y="10335"/>
                    <a:pt x="1681" y="10839"/>
                    <a:pt x="2185" y="10839"/>
                  </a:cubicBezTo>
                  <a:lnTo>
                    <a:pt x="2185" y="11007"/>
                  </a:lnTo>
                  <a:cubicBezTo>
                    <a:pt x="2185" y="11847"/>
                    <a:pt x="2941" y="12604"/>
                    <a:pt x="3781" y="12604"/>
                  </a:cubicBezTo>
                  <a:cubicBezTo>
                    <a:pt x="3781" y="13108"/>
                    <a:pt x="4201" y="13444"/>
                    <a:pt x="4705" y="13444"/>
                  </a:cubicBezTo>
                  <a:lnTo>
                    <a:pt x="11847" y="13444"/>
                  </a:lnTo>
                  <a:cubicBezTo>
                    <a:pt x="12351" y="13444"/>
                    <a:pt x="12771" y="13024"/>
                    <a:pt x="12771" y="12520"/>
                  </a:cubicBezTo>
                  <a:cubicBezTo>
                    <a:pt x="12771" y="12267"/>
                    <a:pt x="12687" y="12183"/>
                    <a:pt x="12687" y="12099"/>
                  </a:cubicBezTo>
                  <a:lnTo>
                    <a:pt x="13275" y="12099"/>
                  </a:lnTo>
                  <a:cubicBezTo>
                    <a:pt x="13864" y="12099"/>
                    <a:pt x="14116" y="11679"/>
                    <a:pt x="14116" y="11259"/>
                  </a:cubicBezTo>
                  <a:cubicBezTo>
                    <a:pt x="14116" y="10923"/>
                    <a:pt x="14032" y="10671"/>
                    <a:pt x="13696" y="10503"/>
                  </a:cubicBezTo>
                  <a:lnTo>
                    <a:pt x="14116" y="10503"/>
                  </a:lnTo>
                  <a:cubicBezTo>
                    <a:pt x="14536" y="10503"/>
                    <a:pt x="14872" y="10167"/>
                    <a:pt x="14872" y="9831"/>
                  </a:cubicBezTo>
                  <a:cubicBezTo>
                    <a:pt x="14872" y="9747"/>
                    <a:pt x="14788" y="9579"/>
                    <a:pt x="14788" y="9411"/>
                  </a:cubicBezTo>
                  <a:cubicBezTo>
                    <a:pt x="15208" y="9243"/>
                    <a:pt x="15712" y="8655"/>
                    <a:pt x="15712" y="7814"/>
                  </a:cubicBezTo>
                  <a:cubicBezTo>
                    <a:pt x="15712" y="7058"/>
                    <a:pt x="15208" y="6386"/>
                    <a:pt x="14536" y="6134"/>
                  </a:cubicBezTo>
                  <a:cubicBezTo>
                    <a:pt x="14704" y="5882"/>
                    <a:pt x="14704" y="5714"/>
                    <a:pt x="14704" y="5378"/>
                  </a:cubicBezTo>
                  <a:cubicBezTo>
                    <a:pt x="14704" y="4454"/>
                    <a:pt x="14032" y="3613"/>
                    <a:pt x="13191" y="3361"/>
                  </a:cubicBezTo>
                  <a:lnTo>
                    <a:pt x="13191" y="3193"/>
                  </a:lnTo>
                  <a:cubicBezTo>
                    <a:pt x="13191" y="2437"/>
                    <a:pt x="12603" y="1765"/>
                    <a:pt x="11847" y="1765"/>
                  </a:cubicBezTo>
                  <a:lnTo>
                    <a:pt x="11595" y="1765"/>
                  </a:lnTo>
                  <a:cubicBezTo>
                    <a:pt x="11679" y="1597"/>
                    <a:pt x="11847" y="1345"/>
                    <a:pt x="11847" y="1177"/>
                  </a:cubicBezTo>
                  <a:cubicBezTo>
                    <a:pt x="11847" y="505"/>
                    <a:pt x="11259" y="1"/>
                    <a:pt x="1067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81" name="Google Shape;1681;p39"/>
            <p:cNvSpPr/>
            <p:nvPr/>
          </p:nvSpPr>
          <p:spPr>
            <a:xfrm>
              <a:off x="6104775" y="3193550"/>
              <a:ext cx="325600" cy="336100"/>
            </a:xfrm>
            <a:custGeom>
              <a:avLst/>
              <a:gdLst/>
              <a:ahLst/>
              <a:cxnLst/>
              <a:rect l="l" t="t" r="r" b="b"/>
              <a:pathLst>
                <a:path w="13024" h="13444" extrusionOk="0">
                  <a:moveTo>
                    <a:pt x="5461" y="1"/>
                  </a:moveTo>
                  <a:cubicBezTo>
                    <a:pt x="4789" y="1"/>
                    <a:pt x="4285" y="505"/>
                    <a:pt x="4285" y="1177"/>
                  </a:cubicBezTo>
                  <a:cubicBezTo>
                    <a:pt x="4285" y="1345"/>
                    <a:pt x="4369" y="1597"/>
                    <a:pt x="4453" y="1765"/>
                  </a:cubicBezTo>
                  <a:lnTo>
                    <a:pt x="3193" y="1765"/>
                  </a:lnTo>
                  <a:cubicBezTo>
                    <a:pt x="2521" y="1765"/>
                    <a:pt x="1849" y="2437"/>
                    <a:pt x="1849" y="3193"/>
                  </a:cubicBezTo>
                  <a:lnTo>
                    <a:pt x="1849" y="3445"/>
                  </a:lnTo>
                  <a:cubicBezTo>
                    <a:pt x="1092" y="3781"/>
                    <a:pt x="588" y="4538"/>
                    <a:pt x="588" y="5378"/>
                  </a:cubicBezTo>
                  <a:cubicBezTo>
                    <a:pt x="588" y="5966"/>
                    <a:pt x="840" y="6470"/>
                    <a:pt x="1261" y="6806"/>
                  </a:cubicBezTo>
                  <a:lnTo>
                    <a:pt x="1008" y="6806"/>
                  </a:lnTo>
                  <a:cubicBezTo>
                    <a:pt x="504" y="6806"/>
                    <a:pt x="0" y="7226"/>
                    <a:pt x="0" y="7898"/>
                  </a:cubicBezTo>
                  <a:cubicBezTo>
                    <a:pt x="0" y="8403"/>
                    <a:pt x="420" y="8907"/>
                    <a:pt x="1008" y="8907"/>
                  </a:cubicBezTo>
                  <a:lnTo>
                    <a:pt x="1345" y="8907"/>
                  </a:lnTo>
                  <a:cubicBezTo>
                    <a:pt x="1261" y="9159"/>
                    <a:pt x="1092" y="9327"/>
                    <a:pt x="1092" y="9663"/>
                  </a:cubicBezTo>
                  <a:cubicBezTo>
                    <a:pt x="1092" y="10335"/>
                    <a:pt x="1681" y="10839"/>
                    <a:pt x="2185" y="10839"/>
                  </a:cubicBezTo>
                  <a:lnTo>
                    <a:pt x="2185" y="11007"/>
                  </a:lnTo>
                  <a:cubicBezTo>
                    <a:pt x="2185" y="11847"/>
                    <a:pt x="2941" y="12604"/>
                    <a:pt x="3781" y="12604"/>
                  </a:cubicBezTo>
                  <a:cubicBezTo>
                    <a:pt x="3781" y="13108"/>
                    <a:pt x="4201" y="13444"/>
                    <a:pt x="4705" y="13444"/>
                  </a:cubicBezTo>
                  <a:lnTo>
                    <a:pt x="9074" y="13444"/>
                  </a:lnTo>
                  <a:cubicBezTo>
                    <a:pt x="9662" y="13444"/>
                    <a:pt x="10083" y="13024"/>
                    <a:pt x="10083" y="12520"/>
                  </a:cubicBezTo>
                  <a:cubicBezTo>
                    <a:pt x="10083" y="12267"/>
                    <a:pt x="9914" y="12183"/>
                    <a:pt x="9914" y="12099"/>
                  </a:cubicBezTo>
                  <a:lnTo>
                    <a:pt x="10587" y="12099"/>
                  </a:lnTo>
                  <a:cubicBezTo>
                    <a:pt x="11091" y="12099"/>
                    <a:pt x="11427" y="11679"/>
                    <a:pt x="11427" y="11259"/>
                  </a:cubicBezTo>
                  <a:cubicBezTo>
                    <a:pt x="11427" y="10923"/>
                    <a:pt x="11343" y="10671"/>
                    <a:pt x="11007" y="10503"/>
                  </a:cubicBezTo>
                  <a:lnTo>
                    <a:pt x="11427" y="10503"/>
                  </a:lnTo>
                  <a:cubicBezTo>
                    <a:pt x="11847" y="10503"/>
                    <a:pt x="12183" y="10167"/>
                    <a:pt x="12183" y="9831"/>
                  </a:cubicBezTo>
                  <a:cubicBezTo>
                    <a:pt x="12183" y="9747"/>
                    <a:pt x="12015" y="9579"/>
                    <a:pt x="12015" y="9411"/>
                  </a:cubicBezTo>
                  <a:cubicBezTo>
                    <a:pt x="12435" y="9243"/>
                    <a:pt x="13023" y="8655"/>
                    <a:pt x="13023" y="7814"/>
                  </a:cubicBezTo>
                  <a:cubicBezTo>
                    <a:pt x="13023" y="7058"/>
                    <a:pt x="12435" y="6386"/>
                    <a:pt x="11847" y="6134"/>
                  </a:cubicBezTo>
                  <a:cubicBezTo>
                    <a:pt x="11931" y="5882"/>
                    <a:pt x="11931" y="5714"/>
                    <a:pt x="11931" y="5378"/>
                  </a:cubicBezTo>
                  <a:cubicBezTo>
                    <a:pt x="11931" y="4454"/>
                    <a:pt x="11343" y="3613"/>
                    <a:pt x="10503" y="3361"/>
                  </a:cubicBezTo>
                  <a:lnTo>
                    <a:pt x="10503" y="3193"/>
                  </a:lnTo>
                  <a:cubicBezTo>
                    <a:pt x="10503" y="2437"/>
                    <a:pt x="9830" y="1765"/>
                    <a:pt x="9074" y="1765"/>
                  </a:cubicBezTo>
                  <a:lnTo>
                    <a:pt x="8906" y="1765"/>
                  </a:lnTo>
                  <a:cubicBezTo>
                    <a:pt x="8990" y="1597"/>
                    <a:pt x="9074" y="1345"/>
                    <a:pt x="9074" y="1177"/>
                  </a:cubicBezTo>
                  <a:cubicBezTo>
                    <a:pt x="9074" y="505"/>
                    <a:pt x="8570" y="1"/>
                    <a:pt x="798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82" name="Google Shape;1682;p39"/>
            <p:cNvSpPr/>
            <p:nvPr/>
          </p:nvSpPr>
          <p:spPr>
            <a:xfrm>
              <a:off x="6096375" y="3370000"/>
              <a:ext cx="254175" cy="165950"/>
            </a:xfrm>
            <a:custGeom>
              <a:avLst/>
              <a:gdLst/>
              <a:ahLst/>
              <a:cxnLst/>
              <a:rect l="l" t="t" r="r" b="b"/>
              <a:pathLst>
                <a:path w="10167" h="6638" extrusionOk="0">
                  <a:moveTo>
                    <a:pt x="1008" y="0"/>
                  </a:moveTo>
                  <a:cubicBezTo>
                    <a:pt x="504" y="0"/>
                    <a:pt x="0" y="420"/>
                    <a:pt x="0" y="1008"/>
                  </a:cubicBezTo>
                  <a:cubicBezTo>
                    <a:pt x="0" y="1597"/>
                    <a:pt x="420" y="2101"/>
                    <a:pt x="1008" y="2101"/>
                  </a:cubicBezTo>
                  <a:lnTo>
                    <a:pt x="1344" y="2101"/>
                  </a:lnTo>
                  <a:cubicBezTo>
                    <a:pt x="1260" y="2269"/>
                    <a:pt x="1176" y="2521"/>
                    <a:pt x="1176" y="2857"/>
                  </a:cubicBezTo>
                  <a:cubicBezTo>
                    <a:pt x="1176" y="3445"/>
                    <a:pt x="1681" y="3949"/>
                    <a:pt x="2185" y="3949"/>
                  </a:cubicBezTo>
                  <a:lnTo>
                    <a:pt x="2185" y="4201"/>
                  </a:lnTo>
                  <a:cubicBezTo>
                    <a:pt x="2185" y="5041"/>
                    <a:pt x="2941" y="5798"/>
                    <a:pt x="3781" y="5798"/>
                  </a:cubicBezTo>
                  <a:cubicBezTo>
                    <a:pt x="3781" y="6302"/>
                    <a:pt x="4201" y="6638"/>
                    <a:pt x="4705" y="6638"/>
                  </a:cubicBezTo>
                  <a:lnTo>
                    <a:pt x="9158" y="6638"/>
                  </a:lnTo>
                  <a:cubicBezTo>
                    <a:pt x="9662" y="6638"/>
                    <a:pt x="10082" y="6218"/>
                    <a:pt x="10082" y="5630"/>
                  </a:cubicBezTo>
                  <a:lnTo>
                    <a:pt x="7562" y="5630"/>
                  </a:lnTo>
                  <a:cubicBezTo>
                    <a:pt x="7730" y="5209"/>
                    <a:pt x="7730" y="5125"/>
                    <a:pt x="7730" y="4957"/>
                  </a:cubicBezTo>
                  <a:cubicBezTo>
                    <a:pt x="7730" y="4369"/>
                    <a:pt x="7478" y="3949"/>
                    <a:pt x="6890" y="3865"/>
                  </a:cubicBezTo>
                  <a:cubicBezTo>
                    <a:pt x="7226" y="3781"/>
                    <a:pt x="7478" y="3529"/>
                    <a:pt x="7478" y="3361"/>
                  </a:cubicBezTo>
                  <a:lnTo>
                    <a:pt x="8990" y="3361"/>
                  </a:lnTo>
                  <a:cubicBezTo>
                    <a:pt x="9662" y="3361"/>
                    <a:pt x="10166" y="2857"/>
                    <a:pt x="10166" y="2269"/>
                  </a:cubicBezTo>
                  <a:cubicBezTo>
                    <a:pt x="10166" y="1681"/>
                    <a:pt x="9662" y="1261"/>
                    <a:pt x="8990" y="1261"/>
                  </a:cubicBezTo>
                  <a:lnTo>
                    <a:pt x="7058" y="1261"/>
                  </a:lnTo>
                  <a:lnTo>
                    <a:pt x="7058" y="1008"/>
                  </a:lnTo>
                  <a:cubicBezTo>
                    <a:pt x="7058" y="420"/>
                    <a:pt x="6470" y="0"/>
                    <a:pt x="588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83" name="Google Shape;1683;p39"/>
            <p:cNvSpPr/>
            <p:nvPr/>
          </p:nvSpPr>
          <p:spPr>
            <a:xfrm>
              <a:off x="6222400" y="3195650"/>
              <a:ext cx="182750" cy="119750"/>
            </a:xfrm>
            <a:custGeom>
              <a:avLst/>
              <a:gdLst/>
              <a:ahLst/>
              <a:cxnLst/>
              <a:rect l="l" t="t" r="r" b="b"/>
              <a:pathLst>
                <a:path w="7310" h="4790" extrusionOk="0">
                  <a:moveTo>
                    <a:pt x="2101" y="1"/>
                  </a:moveTo>
                  <a:cubicBezTo>
                    <a:pt x="2101" y="169"/>
                    <a:pt x="2017" y="253"/>
                    <a:pt x="2017" y="337"/>
                  </a:cubicBezTo>
                  <a:cubicBezTo>
                    <a:pt x="2017" y="757"/>
                    <a:pt x="2269" y="1093"/>
                    <a:pt x="2689" y="1177"/>
                  </a:cubicBezTo>
                  <a:cubicBezTo>
                    <a:pt x="2521" y="1261"/>
                    <a:pt x="2269" y="1429"/>
                    <a:pt x="2269" y="1681"/>
                  </a:cubicBezTo>
                  <a:lnTo>
                    <a:pt x="925" y="1681"/>
                  </a:lnTo>
                  <a:cubicBezTo>
                    <a:pt x="420" y="1681"/>
                    <a:pt x="0" y="2101"/>
                    <a:pt x="0" y="2689"/>
                  </a:cubicBezTo>
                  <a:cubicBezTo>
                    <a:pt x="0" y="3193"/>
                    <a:pt x="420" y="3613"/>
                    <a:pt x="925" y="3613"/>
                  </a:cubicBezTo>
                  <a:lnTo>
                    <a:pt x="2605" y="3613"/>
                  </a:lnTo>
                  <a:lnTo>
                    <a:pt x="2605" y="3782"/>
                  </a:lnTo>
                  <a:cubicBezTo>
                    <a:pt x="2605" y="4370"/>
                    <a:pt x="3025" y="4790"/>
                    <a:pt x="3529" y="4790"/>
                  </a:cubicBezTo>
                  <a:lnTo>
                    <a:pt x="7310" y="4790"/>
                  </a:lnTo>
                  <a:cubicBezTo>
                    <a:pt x="6890" y="4034"/>
                    <a:pt x="6386" y="3613"/>
                    <a:pt x="5798" y="3361"/>
                  </a:cubicBezTo>
                  <a:lnTo>
                    <a:pt x="5798" y="3193"/>
                  </a:lnTo>
                  <a:cubicBezTo>
                    <a:pt x="5798" y="2437"/>
                    <a:pt x="5125" y="1849"/>
                    <a:pt x="4369" y="1849"/>
                  </a:cubicBezTo>
                  <a:lnTo>
                    <a:pt x="4201" y="1849"/>
                  </a:lnTo>
                  <a:cubicBezTo>
                    <a:pt x="4285" y="1597"/>
                    <a:pt x="4369" y="1345"/>
                    <a:pt x="4369" y="1177"/>
                  </a:cubicBezTo>
                  <a:cubicBezTo>
                    <a:pt x="4369" y="589"/>
                    <a:pt x="3865" y="1"/>
                    <a:pt x="327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84" name="Google Shape;1684;p39"/>
            <p:cNvSpPr/>
            <p:nvPr/>
          </p:nvSpPr>
          <p:spPr>
            <a:xfrm>
              <a:off x="7073100" y="3451925"/>
              <a:ext cx="56725" cy="210050"/>
            </a:xfrm>
            <a:custGeom>
              <a:avLst/>
              <a:gdLst/>
              <a:ahLst/>
              <a:cxnLst/>
              <a:rect l="l" t="t" r="r" b="b"/>
              <a:pathLst>
                <a:path w="2269" h="8402" extrusionOk="0">
                  <a:moveTo>
                    <a:pt x="504" y="0"/>
                  </a:moveTo>
                  <a:lnTo>
                    <a:pt x="0" y="8402"/>
                  </a:lnTo>
                  <a:lnTo>
                    <a:pt x="2269" y="8402"/>
                  </a:lnTo>
                  <a:lnTo>
                    <a:pt x="1765" y="0"/>
                  </a:lnTo>
                  <a:close/>
                </a:path>
              </a:pathLst>
            </a:custGeom>
            <a:solidFill>
              <a:srgbClr val="7A452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85" name="Google Shape;1685;p39"/>
            <p:cNvSpPr/>
            <p:nvPr/>
          </p:nvSpPr>
          <p:spPr>
            <a:xfrm>
              <a:off x="7083600" y="3498125"/>
              <a:ext cx="16825" cy="163850"/>
            </a:xfrm>
            <a:custGeom>
              <a:avLst/>
              <a:gdLst/>
              <a:ahLst/>
              <a:cxnLst/>
              <a:rect l="l" t="t" r="r" b="b"/>
              <a:pathLst>
                <a:path w="673" h="6554" extrusionOk="0">
                  <a:moveTo>
                    <a:pt x="504" y="0"/>
                  </a:moveTo>
                  <a:cubicBezTo>
                    <a:pt x="420" y="0"/>
                    <a:pt x="336" y="84"/>
                    <a:pt x="336" y="252"/>
                  </a:cubicBezTo>
                  <a:lnTo>
                    <a:pt x="0" y="6554"/>
                  </a:lnTo>
                  <a:lnTo>
                    <a:pt x="672" y="6554"/>
                  </a:lnTo>
                  <a:lnTo>
                    <a:pt x="672" y="252"/>
                  </a:lnTo>
                  <a:cubicBezTo>
                    <a:pt x="672" y="84"/>
                    <a:pt x="588" y="0"/>
                    <a:pt x="504" y="0"/>
                  </a:cubicBezTo>
                  <a:close/>
                </a:path>
              </a:pathLst>
            </a:custGeom>
            <a:solidFill>
              <a:srgbClr val="A55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86" name="Google Shape;1686;p39"/>
            <p:cNvSpPr/>
            <p:nvPr/>
          </p:nvSpPr>
          <p:spPr>
            <a:xfrm>
              <a:off x="6867250" y="3065425"/>
              <a:ext cx="510425" cy="428525"/>
            </a:xfrm>
            <a:custGeom>
              <a:avLst/>
              <a:gdLst/>
              <a:ahLst/>
              <a:cxnLst/>
              <a:rect l="l" t="t" r="r" b="b"/>
              <a:pathLst>
                <a:path w="20417" h="17141" extrusionOk="0">
                  <a:moveTo>
                    <a:pt x="7058" y="0"/>
                  </a:moveTo>
                  <a:cubicBezTo>
                    <a:pt x="6218" y="0"/>
                    <a:pt x="5462" y="589"/>
                    <a:pt x="5462" y="1429"/>
                  </a:cubicBezTo>
                  <a:cubicBezTo>
                    <a:pt x="5462" y="1765"/>
                    <a:pt x="5630" y="1933"/>
                    <a:pt x="5714" y="2185"/>
                  </a:cubicBezTo>
                  <a:lnTo>
                    <a:pt x="4117" y="2185"/>
                  </a:lnTo>
                  <a:cubicBezTo>
                    <a:pt x="3193" y="2185"/>
                    <a:pt x="2353" y="2941"/>
                    <a:pt x="2353" y="3949"/>
                  </a:cubicBezTo>
                  <a:lnTo>
                    <a:pt x="2353" y="4285"/>
                  </a:lnTo>
                  <a:cubicBezTo>
                    <a:pt x="1429" y="4706"/>
                    <a:pt x="756" y="5630"/>
                    <a:pt x="756" y="6806"/>
                  </a:cubicBezTo>
                  <a:cubicBezTo>
                    <a:pt x="756" y="7562"/>
                    <a:pt x="1093" y="8150"/>
                    <a:pt x="1597" y="8654"/>
                  </a:cubicBezTo>
                  <a:lnTo>
                    <a:pt x="1429" y="8654"/>
                  </a:lnTo>
                  <a:cubicBezTo>
                    <a:pt x="672" y="8654"/>
                    <a:pt x="0" y="9243"/>
                    <a:pt x="0" y="9999"/>
                  </a:cubicBezTo>
                  <a:cubicBezTo>
                    <a:pt x="0" y="10671"/>
                    <a:pt x="672" y="11259"/>
                    <a:pt x="1429" y="11259"/>
                  </a:cubicBezTo>
                  <a:lnTo>
                    <a:pt x="1849" y="11259"/>
                  </a:lnTo>
                  <a:cubicBezTo>
                    <a:pt x="1597" y="11427"/>
                    <a:pt x="1513" y="11847"/>
                    <a:pt x="1513" y="12183"/>
                  </a:cubicBezTo>
                  <a:cubicBezTo>
                    <a:pt x="1513" y="13023"/>
                    <a:pt x="2101" y="13612"/>
                    <a:pt x="2857" y="13780"/>
                  </a:cubicBezTo>
                  <a:lnTo>
                    <a:pt x="2857" y="13948"/>
                  </a:lnTo>
                  <a:cubicBezTo>
                    <a:pt x="2857" y="15040"/>
                    <a:pt x="3781" y="15964"/>
                    <a:pt x="4873" y="15964"/>
                  </a:cubicBezTo>
                  <a:cubicBezTo>
                    <a:pt x="4873" y="16552"/>
                    <a:pt x="5378" y="17140"/>
                    <a:pt x="6134" y="17140"/>
                  </a:cubicBezTo>
                  <a:lnTo>
                    <a:pt x="15292" y="17140"/>
                  </a:lnTo>
                  <a:cubicBezTo>
                    <a:pt x="15880" y="17140"/>
                    <a:pt x="16552" y="16552"/>
                    <a:pt x="16552" y="15964"/>
                  </a:cubicBezTo>
                  <a:cubicBezTo>
                    <a:pt x="16552" y="15712"/>
                    <a:pt x="16384" y="15544"/>
                    <a:pt x="16300" y="15460"/>
                  </a:cubicBezTo>
                  <a:lnTo>
                    <a:pt x="17056" y="15460"/>
                  </a:lnTo>
                  <a:cubicBezTo>
                    <a:pt x="17644" y="15460"/>
                    <a:pt x="18232" y="14872"/>
                    <a:pt x="18232" y="14368"/>
                  </a:cubicBezTo>
                  <a:cubicBezTo>
                    <a:pt x="18232" y="13948"/>
                    <a:pt x="17980" y="13780"/>
                    <a:pt x="17644" y="13528"/>
                  </a:cubicBezTo>
                  <a:lnTo>
                    <a:pt x="18232" y="13528"/>
                  </a:lnTo>
                  <a:cubicBezTo>
                    <a:pt x="18737" y="13528"/>
                    <a:pt x="19157" y="13107"/>
                    <a:pt x="19157" y="12687"/>
                  </a:cubicBezTo>
                  <a:cubicBezTo>
                    <a:pt x="19157" y="12519"/>
                    <a:pt x="18989" y="12351"/>
                    <a:pt x="18905" y="12183"/>
                  </a:cubicBezTo>
                  <a:cubicBezTo>
                    <a:pt x="19745" y="11679"/>
                    <a:pt x="20417" y="10839"/>
                    <a:pt x="20417" y="9831"/>
                  </a:cubicBezTo>
                  <a:cubicBezTo>
                    <a:pt x="20417" y="8906"/>
                    <a:pt x="19745" y="8066"/>
                    <a:pt x="18821" y="7730"/>
                  </a:cubicBezTo>
                  <a:cubicBezTo>
                    <a:pt x="18905" y="7478"/>
                    <a:pt x="18989" y="7142"/>
                    <a:pt x="18989" y="6806"/>
                  </a:cubicBezTo>
                  <a:cubicBezTo>
                    <a:pt x="18989" y="5546"/>
                    <a:pt x="18148" y="4621"/>
                    <a:pt x="17140" y="4201"/>
                  </a:cubicBezTo>
                  <a:lnTo>
                    <a:pt x="17140" y="3949"/>
                  </a:lnTo>
                  <a:cubicBezTo>
                    <a:pt x="17140" y="3025"/>
                    <a:pt x="16300" y="2185"/>
                    <a:pt x="15376" y="2185"/>
                  </a:cubicBezTo>
                  <a:lnTo>
                    <a:pt x="15124" y="2185"/>
                  </a:lnTo>
                  <a:cubicBezTo>
                    <a:pt x="15292" y="1933"/>
                    <a:pt x="15376" y="1681"/>
                    <a:pt x="15376" y="1429"/>
                  </a:cubicBezTo>
                  <a:cubicBezTo>
                    <a:pt x="15376" y="589"/>
                    <a:pt x="14620" y="0"/>
                    <a:pt x="1377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87" name="Google Shape;1687;p39"/>
            <p:cNvSpPr/>
            <p:nvPr/>
          </p:nvSpPr>
          <p:spPr>
            <a:xfrm>
              <a:off x="6842050" y="3065425"/>
              <a:ext cx="422200" cy="428525"/>
            </a:xfrm>
            <a:custGeom>
              <a:avLst/>
              <a:gdLst/>
              <a:ahLst/>
              <a:cxnLst/>
              <a:rect l="l" t="t" r="r" b="b"/>
              <a:pathLst>
                <a:path w="16888" h="17141" extrusionOk="0">
                  <a:moveTo>
                    <a:pt x="7058" y="0"/>
                  </a:moveTo>
                  <a:cubicBezTo>
                    <a:pt x="6133" y="0"/>
                    <a:pt x="5461" y="589"/>
                    <a:pt x="5461" y="1429"/>
                  </a:cubicBezTo>
                  <a:cubicBezTo>
                    <a:pt x="5461" y="1765"/>
                    <a:pt x="5545" y="1933"/>
                    <a:pt x="5629" y="2185"/>
                  </a:cubicBezTo>
                  <a:lnTo>
                    <a:pt x="4033" y="2185"/>
                  </a:lnTo>
                  <a:cubicBezTo>
                    <a:pt x="3109" y="2185"/>
                    <a:pt x="2269" y="2941"/>
                    <a:pt x="2269" y="3949"/>
                  </a:cubicBezTo>
                  <a:lnTo>
                    <a:pt x="2269" y="4285"/>
                  </a:lnTo>
                  <a:cubicBezTo>
                    <a:pt x="1344" y="4706"/>
                    <a:pt x="756" y="5630"/>
                    <a:pt x="756" y="6806"/>
                  </a:cubicBezTo>
                  <a:cubicBezTo>
                    <a:pt x="756" y="7562"/>
                    <a:pt x="1008" y="8150"/>
                    <a:pt x="1596" y="8654"/>
                  </a:cubicBezTo>
                  <a:lnTo>
                    <a:pt x="1344" y="8654"/>
                  </a:lnTo>
                  <a:cubicBezTo>
                    <a:pt x="588" y="8654"/>
                    <a:pt x="0" y="9243"/>
                    <a:pt x="0" y="9999"/>
                  </a:cubicBezTo>
                  <a:cubicBezTo>
                    <a:pt x="0" y="10671"/>
                    <a:pt x="588" y="11259"/>
                    <a:pt x="1344" y="11259"/>
                  </a:cubicBezTo>
                  <a:lnTo>
                    <a:pt x="1764" y="11259"/>
                  </a:lnTo>
                  <a:cubicBezTo>
                    <a:pt x="1596" y="11427"/>
                    <a:pt x="1428" y="11847"/>
                    <a:pt x="1428" y="12183"/>
                  </a:cubicBezTo>
                  <a:cubicBezTo>
                    <a:pt x="1428" y="13023"/>
                    <a:pt x="2101" y="13612"/>
                    <a:pt x="2857" y="13780"/>
                  </a:cubicBezTo>
                  <a:lnTo>
                    <a:pt x="2857" y="13948"/>
                  </a:lnTo>
                  <a:cubicBezTo>
                    <a:pt x="2857" y="15040"/>
                    <a:pt x="3781" y="15964"/>
                    <a:pt x="4789" y="15964"/>
                  </a:cubicBezTo>
                  <a:cubicBezTo>
                    <a:pt x="4789" y="16552"/>
                    <a:pt x="5377" y="17140"/>
                    <a:pt x="6049" y="17140"/>
                  </a:cubicBezTo>
                  <a:lnTo>
                    <a:pt x="11763" y="17140"/>
                  </a:lnTo>
                  <a:cubicBezTo>
                    <a:pt x="12351" y="17140"/>
                    <a:pt x="13023" y="16552"/>
                    <a:pt x="13023" y="15964"/>
                  </a:cubicBezTo>
                  <a:cubicBezTo>
                    <a:pt x="13023" y="15712"/>
                    <a:pt x="12855" y="15544"/>
                    <a:pt x="12771" y="15460"/>
                  </a:cubicBezTo>
                  <a:lnTo>
                    <a:pt x="13527" y="15460"/>
                  </a:lnTo>
                  <a:cubicBezTo>
                    <a:pt x="14199" y="15460"/>
                    <a:pt x="14703" y="14872"/>
                    <a:pt x="14703" y="14368"/>
                  </a:cubicBezTo>
                  <a:cubicBezTo>
                    <a:pt x="14703" y="13948"/>
                    <a:pt x="14451" y="13780"/>
                    <a:pt x="14199" y="13528"/>
                  </a:cubicBezTo>
                  <a:lnTo>
                    <a:pt x="14703" y="13528"/>
                  </a:lnTo>
                  <a:cubicBezTo>
                    <a:pt x="15208" y="13528"/>
                    <a:pt x="15628" y="13107"/>
                    <a:pt x="15628" y="12687"/>
                  </a:cubicBezTo>
                  <a:cubicBezTo>
                    <a:pt x="15628" y="12519"/>
                    <a:pt x="15544" y="12351"/>
                    <a:pt x="15460" y="12183"/>
                  </a:cubicBezTo>
                  <a:cubicBezTo>
                    <a:pt x="16300" y="11679"/>
                    <a:pt x="16888" y="10839"/>
                    <a:pt x="16888" y="9831"/>
                  </a:cubicBezTo>
                  <a:cubicBezTo>
                    <a:pt x="16888" y="8906"/>
                    <a:pt x="16300" y="8066"/>
                    <a:pt x="15292" y="7730"/>
                  </a:cubicBezTo>
                  <a:cubicBezTo>
                    <a:pt x="15460" y="7478"/>
                    <a:pt x="15544" y="7142"/>
                    <a:pt x="15544" y="6806"/>
                  </a:cubicBezTo>
                  <a:cubicBezTo>
                    <a:pt x="15544" y="5546"/>
                    <a:pt x="14703" y="4621"/>
                    <a:pt x="13611" y="4201"/>
                  </a:cubicBezTo>
                  <a:lnTo>
                    <a:pt x="13611" y="3949"/>
                  </a:lnTo>
                  <a:cubicBezTo>
                    <a:pt x="13611" y="3025"/>
                    <a:pt x="12771" y="2185"/>
                    <a:pt x="11847" y="2185"/>
                  </a:cubicBezTo>
                  <a:lnTo>
                    <a:pt x="11679" y="2185"/>
                  </a:lnTo>
                  <a:cubicBezTo>
                    <a:pt x="11763" y="1933"/>
                    <a:pt x="11847" y="1681"/>
                    <a:pt x="11847" y="1429"/>
                  </a:cubicBezTo>
                  <a:cubicBezTo>
                    <a:pt x="11847" y="589"/>
                    <a:pt x="11091" y="0"/>
                    <a:pt x="1025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88" name="Google Shape;1688;p39"/>
            <p:cNvSpPr/>
            <p:nvPr/>
          </p:nvSpPr>
          <p:spPr>
            <a:xfrm>
              <a:off x="6842050" y="3283875"/>
              <a:ext cx="325600" cy="210075"/>
            </a:xfrm>
            <a:custGeom>
              <a:avLst/>
              <a:gdLst/>
              <a:ahLst/>
              <a:cxnLst/>
              <a:rect l="l" t="t" r="r" b="b"/>
              <a:pathLst>
                <a:path w="13024" h="8403" extrusionOk="0">
                  <a:moveTo>
                    <a:pt x="1344" y="0"/>
                  </a:moveTo>
                  <a:cubicBezTo>
                    <a:pt x="588" y="0"/>
                    <a:pt x="0" y="505"/>
                    <a:pt x="0" y="1261"/>
                  </a:cubicBezTo>
                  <a:cubicBezTo>
                    <a:pt x="0" y="1933"/>
                    <a:pt x="588" y="2521"/>
                    <a:pt x="1344" y="2521"/>
                  </a:cubicBezTo>
                  <a:lnTo>
                    <a:pt x="1764" y="2521"/>
                  </a:lnTo>
                  <a:cubicBezTo>
                    <a:pt x="1596" y="2689"/>
                    <a:pt x="1428" y="3109"/>
                    <a:pt x="1428" y="3445"/>
                  </a:cubicBezTo>
                  <a:cubicBezTo>
                    <a:pt x="1428" y="4285"/>
                    <a:pt x="2101" y="4874"/>
                    <a:pt x="2857" y="5042"/>
                  </a:cubicBezTo>
                  <a:lnTo>
                    <a:pt x="2857" y="5210"/>
                  </a:lnTo>
                  <a:cubicBezTo>
                    <a:pt x="2857" y="6302"/>
                    <a:pt x="3781" y="7226"/>
                    <a:pt x="4789" y="7226"/>
                  </a:cubicBezTo>
                  <a:cubicBezTo>
                    <a:pt x="4789" y="7814"/>
                    <a:pt x="5377" y="8402"/>
                    <a:pt x="6049" y="8402"/>
                  </a:cubicBezTo>
                  <a:lnTo>
                    <a:pt x="11763" y="8402"/>
                  </a:lnTo>
                  <a:cubicBezTo>
                    <a:pt x="12351" y="8402"/>
                    <a:pt x="13023" y="7814"/>
                    <a:pt x="13023" y="7226"/>
                  </a:cubicBezTo>
                  <a:cubicBezTo>
                    <a:pt x="13023" y="7142"/>
                    <a:pt x="9746" y="7142"/>
                    <a:pt x="9746" y="7142"/>
                  </a:cubicBezTo>
                  <a:lnTo>
                    <a:pt x="9746" y="6470"/>
                  </a:lnTo>
                  <a:cubicBezTo>
                    <a:pt x="9746" y="5882"/>
                    <a:pt x="9326" y="5294"/>
                    <a:pt x="8738" y="5126"/>
                  </a:cubicBezTo>
                  <a:cubicBezTo>
                    <a:pt x="8990" y="5042"/>
                    <a:pt x="9326" y="4790"/>
                    <a:pt x="9410" y="4369"/>
                  </a:cubicBezTo>
                  <a:lnTo>
                    <a:pt x="11427" y="4369"/>
                  </a:lnTo>
                  <a:cubicBezTo>
                    <a:pt x="12267" y="4369"/>
                    <a:pt x="12855" y="3781"/>
                    <a:pt x="12855" y="3025"/>
                  </a:cubicBezTo>
                  <a:cubicBezTo>
                    <a:pt x="12855" y="2269"/>
                    <a:pt x="12267" y="1681"/>
                    <a:pt x="11427" y="1681"/>
                  </a:cubicBezTo>
                  <a:lnTo>
                    <a:pt x="8906" y="1681"/>
                  </a:lnTo>
                  <a:cubicBezTo>
                    <a:pt x="8906" y="1513"/>
                    <a:pt x="8990" y="1429"/>
                    <a:pt x="8990" y="1345"/>
                  </a:cubicBezTo>
                  <a:cubicBezTo>
                    <a:pt x="8990" y="589"/>
                    <a:pt x="8402" y="0"/>
                    <a:pt x="756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89" name="Google Shape;1689;p39"/>
            <p:cNvSpPr/>
            <p:nvPr/>
          </p:nvSpPr>
          <p:spPr>
            <a:xfrm>
              <a:off x="6989075" y="3065425"/>
              <a:ext cx="235275" cy="147050"/>
            </a:xfrm>
            <a:custGeom>
              <a:avLst/>
              <a:gdLst/>
              <a:ahLst/>
              <a:cxnLst/>
              <a:rect l="l" t="t" r="r" b="b"/>
              <a:pathLst>
                <a:path w="9411" h="5882" extrusionOk="0">
                  <a:moveTo>
                    <a:pt x="2857" y="0"/>
                  </a:moveTo>
                  <a:cubicBezTo>
                    <a:pt x="2857" y="84"/>
                    <a:pt x="2689" y="168"/>
                    <a:pt x="2689" y="252"/>
                  </a:cubicBezTo>
                  <a:cubicBezTo>
                    <a:pt x="2689" y="841"/>
                    <a:pt x="3109" y="1261"/>
                    <a:pt x="3529" y="1429"/>
                  </a:cubicBezTo>
                  <a:cubicBezTo>
                    <a:pt x="3277" y="1513"/>
                    <a:pt x="3025" y="1765"/>
                    <a:pt x="2941" y="2101"/>
                  </a:cubicBezTo>
                  <a:lnTo>
                    <a:pt x="1261" y="2101"/>
                  </a:lnTo>
                  <a:cubicBezTo>
                    <a:pt x="589" y="2101"/>
                    <a:pt x="0" y="2605"/>
                    <a:pt x="0" y="3193"/>
                  </a:cubicBezTo>
                  <a:cubicBezTo>
                    <a:pt x="0" y="3865"/>
                    <a:pt x="505" y="4369"/>
                    <a:pt x="1261" y="4369"/>
                  </a:cubicBezTo>
                  <a:lnTo>
                    <a:pt x="3445" y="4369"/>
                  </a:lnTo>
                  <a:cubicBezTo>
                    <a:pt x="3445" y="4453"/>
                    <a:pt x="3361" y="4621"/>
                    <a:pt x="3361" y="4706"/>
                  </a:cubicBezTo>
                  <a:cubicBezTo>
                    <a:pt x="3361" y="5294"/>
                    <a:pt x="3865" y="5882"/>
                    <a:pt x="4621" y="5882"/>
                  </a:cubicBezTo>
                  <a:lnTo>
                    <a:pt x="9411" y="5882"/>
                  </a:lnTo>
                  <a:cubicBezTo>
                    <a:pt x="9243" y="5126"/>
                    <a:pt x="8486" y="4537"/>
                    <a:pt x="7730" y="4201"/>
                  </a:cubicBezTo>
                  <a:lnTo>
                    <a:pt x="7730" y="3949"/>
                  </a:lnTo>
                  <a:cubicBezTo>
                    <a:pt x="7730" y="3025"/>
                    <a:pt x="6890" y="2185"/>
                    <a:pt x="5966" y="2185"/>
                  </a:cubicBezTo>
                  <a:lnTo>
                    <a:pt x="5798" y="2185"/>
                  </a:lnTo>
                  <a:cubicBezTo>
                    <a:pt x="5882" y="2017"/>
                    <a:pt x="5966" y="1681"/>
                    <a:pt x="5966" y="1429"/>
                  </a:cubicBezTo>
                  <a:cubicBezTo>
                    <a:pt x="5966" y="589"/>
                    <a:pt x="5210" y="0"/>
                    <a:pt x="436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692" name="Google Shape;1692;p39"/>
          <p:cNvGrpSpPr/>
          <p:nvPr/>
        </p:nvGrpSpPr>
        <p:grpSpPr>
          <a:xfrm flipH="1">
            <a:off x="6948531" y="3017298"/>
            <a:ext cx="1184168" cy="532142"/>
            <a:chOff x="5863200" y="2981400"/>
            <a:chExt cx="1514475" cy="680575"/>
          </a:xfrm>
        </p:grpSpPr>
        <p:sp>
          <p:nvSpPr>
            <p:cNvPr id="1693" name="Google Shape;1693;p39"/>
            <p:cNvSpPr/>
            <p:nvPr/>
          </p:nvSpPr>
          <p:spPr>
            <a:xfrm>
              <a:off x="6037550" y="3496025"/>
              <a:ext cx="46225" cy="165950"/>
            </a:xfrm>
            <a:custGeom>
              <a:avLst/>
              <a:gdLst/>
              <a:ahLst/>
              <a:cxnLst/>
              <a:rect l="l" t="t" r="r" b="b"/>
              <a:pathLst>
                <a:path w="1849" h="6638" extrusionOk="0">
                  <a:moveTo>
                    <a:pt x="421" y="0"/>
                  </a:moveTo>
                  <a:lnTo>
                    <a:pt x="1" y="6638"/>
                  </a:lnTo>
                  <a:lnTo>
                    <a:pt x="1849" y="6638"/>
                  </a:lnTo>
                  <a:lnTo>
                    <a:pt x="1513" y="0"/>
                  </a:lnTo>
                  <a:close/>
                </a:path>
              </a:pathLst>
            </a:custGeom>
            <a:solidFill>
              <a:srgbClr val="7A452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94" name="Google Shape;1694;p39"/>
            <p:cNvSpPr/>
            <p:nvPr/>
          </p:nvSpPr>
          <p:spPr>
            <a:xfrm>
              <a:off x="5880025" y="3193550"/>
              <a:ext cx="397000" cy="336100"/>
            </a:xfrm>
            <a:custGeom>
              <a:avLst/>
              <a:gdLst/>
              <a:ahLst/>
              <a:cxnLst/>
              <a:rect l="l" t="t" r="r" b="b"/>
              <a:pathLst>
                <a:path w="15880" h="13444" extrusionOk="0">
                  <a:moveTo>
                    <a:pt x="5461" y="1"/>
                  </a:moveTo>
                  <a:cubicBezTo>
                    <a:pt x="4873" y="1"/>
                    <a:pt x="4369" y="505"/>
                    <a:pt x="4369" y="1177"/>
                  </a:cubicBezTo>
                  <a:cubicBezTo>
                    <a:pt x="4369" y="1345"/>
                    <a:pt x="4453" y="1597"/>
                    <a:pt x="4537" y="1765"/>
                  </a:cubicBezTo>
                  <a:lnTo>
                    <a:pt x="3277" y="1765"/>
                  </a:lnTo>
                  <a:cubicBezTo>
                    <a:pt x="2521" y="1765"/>
                    <a:pt x="1933" y="2437"/>
                    <a:pt x="1933" y="3193"/>
                  </a:cubicBezTo>
                  <a:lnTo>
                    <a:pt x="1933" y="3445"/>
                  </a:lnTo>
                  <a:cubicBezTo>
                    <a:pt x="1176" y="3781"/>
                    <a:pt x="672" y="4538"/>
                    <a:pt x="672" y="5378"/>
                  </a:cubicBezTo>
                  <a:cubicBezTo>
                    <a:pt x="672" y="5966"/>
                    <a:pt x="840" y="6470"/>
                    <a:pt x="1260" y="6806"/>
                  </a:cubicBezTo>
                  <a:lnTo>
                    <a:pt x="1092" y="6806"/>
                  </a:lnTo>
                  <a:cubicBezTo>
                    <a:pt x="588" y="6806"/>
                    <a:pt x="0" y="7226"/>
                    <a:pt x="0" y="7898"/>
                  </a:cubicBezTo>
                  <a:cubicBezTo>
                    <a:pt x="0" y="8403"/>
                    <a:pt x="420" y="8907"/>
                    <a:pt x="1092" y="8907"/>
                  </a:cubicBezTo>
                  <a:lnTo>
                    <a:pt x="1428" y="8907"/>
                  </a:lnTo>
                  <a:cubicBezTo>
                    <a:pt x="1260" y="9159"/>
                    <a:pt x="1176" y="9327"/>
                    <a:pt x="1176" y="9663"/>
                  </a:cubicBezTo>
                  <a:cubicBezTo>
                    <a:pt x="1176" y="10335"/>
                    <a:pt x="1681" y="10839"/>
                    <a:pt x="2269" y="10839"/>
                  </a:cubicBezTo>
                  <a:lnTo>
                    <a:pt x="2269" y="11007"/>
                  </a:lnTo>
                  <a:cubicBezTo>
                    <a:pt x="2269" y="11847"/>
                    <a:pt x="2941" y="12604"/>
                    <a:pt x="3781" y="12604"/>
                  </a:cubicBezTo>
                  <a:cubicBezTo>
                    <a:pt x="3781" y="13108"/>
                    <a:pt x="4201" y="13444"/>
                    <a:pt x="4789" y="13444"/>
                  </a:cubicBezTo>
                  <a:lnTo>
                    <a:pt x="11931" y="13444"/>
                  </a:lnTo>
                  <a:cubicBezTo>
                    <a:pt x="12435" y="13444"/>
                    <a:pt x="12855" y="13024"/>
                    <a:pt x="12855" y="12520"/>
                  </a:cubicBezTo>
                  <a:cubicBezTo>
                    <a:pt x="12855" y="12267"/>
                    <a:pt x="12771" y="12183"/>
                    <a:pt x="12771" y="12099"/>
                  </a:cubicBezTo>
                  <a:lnTo>
                    <a:pt x="13359" y="12099"/>
                  </a:lnTo>
                  <a:cubicBezTo>
                    <a:pt x="13863" y="12099"/>
                    <a:pt x="14199" y="11679"/>
                    <a:pt x="14199" y="11259"/>
                  </a:cubicBezTo>
                  <a:cubicBezTo>
                    <a:pt x="14199" y="10923"/>
                    <a:pt x="14031" y="10671"/>
                    <a:pt x="13779" y="10503"/>
                  </a:cubicBezTo>
                  <a:lnTo>
                    <a:pt x="14199" y="10503"/>
                  </a:lnTo>
                  <a:cubicBezTo>
                    <a:pt x="14620" y="10503"/>
                    <a:pt x="14956" y="10167"/>
                    <a:pt x="14956" y="9831"/>
                  </a:cubicBezTo>
                  <a:cubicBezTo>
                    <a:pt x="14956" y="9747"/>
                    <a:pt x="14872" y="9579"/>
                    <a:pt x="14872" y="9411"/>
                  </a:cubicBezTo>
                  <a:cubicBezTo>
                    <a:pt x="15376" y="9243"/>
                    <a:pt x="15880" y="8655"/>
                    <a:pt x="15880" y="7814"/>
                  </a:cubicBezTo>
                  <a:cubicBezTo>
                    <a:pt x="15880" y="7058"/>
                    <a:pt x="15376" y="6386"/>
                    <a:pt x="14704" y="6134"/>
                  </a:cubicBezTo>
                  <a:cubicBezTo>
                    <a:pt x="14872" y="5882"/>
                    <a:pt x="14872" y="5714"/>
                    <a:pt x="14872" y="5378"/>
                  </a:cubicBezTo>
                  <a:cubicBezTo>
                    <a:pt x="14872" y="4454"/>
                    <a:pt x="14199" y="3613"/>
                    <a:pt x="13359" y="3361"/>
                  </a:cubicBezTo>
                  <a:lnTo>
                    <a:pt x="13359" y="3193"/>
                  </a:lnTo>
                  <a:cubicBezTo>
                    <a:pt x="13359" y="2437"/>
                    <a:pt x="12771" y="1765"/>
                    <a:pt x="12015" y="1765"/>
                  </a:cubicBezTo>
                  <a:lnTo>
                    <a:pt x="11679" y="1765"/>
                  </a:lnTo>
                  <a:cubicBezTo>
                    <a:pt x="11763" y="1597"/>
                    <a:pt x="11931" y="1345"/>
                    <a:pt x="11931" y="1177"/>
                  </a:cubicBezTo>
                  <a:cubicBezTo>
                    <a:pt x="11931" y="505"/>
                    <a:pt x="11343" y="1"/>
                    <a:pt x="1075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95" name="Google Shape;1695;p39"/>
            <p:cNvSpPr/>
            <p:nvPr/>
          </p:nvSpPr>
          <p:spPr>
            <a:xfrm>
              <a:off x="5863200" y="3193550"/>
              <a:ext cx="325600" cy="336100"/>
            </a:xfrm>
            <a:custGeom>
              <a:avLst/>
              <a:gdLst/>
              <a:ahLst/>
              <a:cxnLst/>
              <a:rect l="l" t="t" r="r" b="b"/>
              <a:pathLst>
                <a:path w="13024" h="13444" extrusionOk="0">
                  <a:moveTo>
                    <a:pt x="5378" y="1"/>
                  </a:moveTo>
                  <a:cubicBezTo>
                    <a:pt x="4790" y="1"/>
                    <a:pt x="4286" y="505"/>
                    <a:pt x="4286" y="1177"/>
                  </a:cubicBezTo>
                  <a:cubicBezTo>
                    <a:pt x="4286" y="1345"/>
                    <a:pt x="4370" y="1597"/>
                    <a:pt x="4454" y="1765"/>
                  </a:cubicBezTo>
                  <a:lnTo>
                    <a:pt x="3194" y="1765"/>
                  </a:lnTo>
                  <a:cubicBezTo>
                    <a:pt x="2522" y="1765"/>
                    <a:pt x="1849" y="2437"/>
                    <a:pt x="1849" y="3193"/>
                  </a:cubicBezTo>
                  <a:lnTo>
                    <a:pt x="1849" y="3445"/>
                  </a:lnTo>
                  <a:cubicBezTo>
                    <a:pt x="1093" y="3781"/>
                    <a:pt x="589" y="4538"/>
                    <a:pt x="589" y="5378"/>
                  </a:cubicBezTo>
                  <a:cubicBezTo>
                    <a:pt x="589" y="5966"/>
                    <a:pt x="757" y="6470"/>
                    <a:pt x="1177" y="6806"/>
                  </a:cubicBezTo>
                  <a:lnTo>
                    <a:pt x="1009" y="6806"/>
                  </a:lnTo>
                  <a:cubicBezTo>
                    <a:pt x="505" y="6806"/>
                    <a:pt x="1" y="7226"/>
                    <a:pt x="1" y="7898"/>
                  </a:cubicBezTo>
                  <a:cubicBezTo>
                    <a:pt x="1" y="8403"/>
                    <a:pt x="421" y="8907"/>
                    <a:pt x="1009" y="8907"/>
                  </a:cubicBezTo>
                  <a:lnTo>
                    <a:pt x="1345" y="8907"/>
                  </a:lnTo>
                  <a:cubicBezTo>
                    <a:pt x="1261" y="9159"/>
                    <a:pt x="1093" y="9327"/>
                    <a:pt x="1093" y="9663"/>
                  </a:cubicBezTo>
                  <a:cubicBezTo>
                    <a:pt x="1093" y="10335"/>
                    <a:pt x="1681" y="10839"/>
                    <a:pt x="2185" y="10839"/>
                  </a:cubicBezTo>
                  <a:lnTo>
                    <a:pt x="2185" y="11007"/>
                  </a:lnTo>
                  <a:cubicBezTo>
                    <a:pt x="2185" y="11847"/>
                    <a:pt x="2942" y="12604"/>
                    <a:pt x="3782" y="12604"/>
                  </a:cubicBezTo>
                  <a:cubicBezTo>
                    <a:pt x="3782" y="13108"/>
                    <a:pt x="4202" y="13444"/>
                    <a:pt x="4706" y="13444"/>
                  </a:cubicBezTo>
                  <a:lnTo>
                    <a:pt x="9075" y="13444"/>
                  </a:lnTo>
                  <a:cubicBezTo>
                    <a:pt x="9663" y="13444"/>
                    <a:pt x="10083" y="13024"/>
                    <a:pt x="10083" y="12520"/>
                  </a:cubicBezTo>
                  <a:cubicBezTo>
                    <a:pt x="10083" y="12267"/>
                    <a:pt x="9915" y="12183"/>
                    <a:pt x="9915" y="12099"/>
                  </a:cubicBezTo>
                  <a:lnTo>
                    <a:pt x="10587" y="12099"/>
                  </a:lnTo>
                  <a:cubicBezTo>
                    <a:pt x="11092" y="12099"/>
                    <a:pt x="11428" y="11679"/>
                    <a:pt x="11428" y="11259"/>
                  </a:cubicBezTo>
                  <a:cubicBezTo>
                    <a:pt x="11428" y="10923"/>
                    <a:pt x="11344" y="10671"/>
                    <a:pt x="11008" y="10503"/>
                  </a:cubicBezTo>
                  <a:lnTo>
                    <a:pt x="11428" y="10503"/>
                  </a:lnTo>
                  <a:cubicBezTo>
                    <a:pt x="11848" y="10503"/>
                    <a:pt x="12184" y="10167"/>
                    <a:pt x="12184" y="9831"/>
                  </a:cubicBezTo>
                  <a:cubicBezTo>
                    <a:pt x="12184" y="9747"/>
                    <a:pt x="12016" y="9579"/>
                    <a:pt x="12016" y="9411"/>
                  </a:cubicBezTo>
                  <a:cubicBezTo>
                    <a:pt x="12436" y="9243"/>
                    <a:pt x="13024" y="8655"/>
                    <a:pt x="13024" y="7814"/>
                  </a:cubicBezTo>
                  <a:cubicBezTo>
                    <a:pt x="13024" y="7058"/>
                    <a:pt x="12436" y="6386"/>
                    <a:pt x="11848" y="6134"/>
                  </a:cubicBezTo>
                  <a:cubicBezTo>
                    <a:pt x="11932" y="5882"/>
                    <a:pt x="11932" y="5714"/>
                    <a:pt x="11932" y="5378"/>
                  </a:cubicBezTo>
                  <a:cubicBezTo>
                    <a:pt x="11932" y="4454"/>
                    <a:pt x="11344" y="3613"/>
                    <a:pt x="10503" y="3361"/>
                  </a:cubicBezTo>
                  <a:lnTo>
                    <a:pt x="10503" y="3193"/>
                  </a:lnTo>
                  <a:cubicBezTo>
                    <a:pt x="10503" y="2437"/>
                    <a:pt x="9831" y="1765"/>
                    <a:pt x="9075" y="1765"/>
                  </a:cubicBezTo>
                  <a:lnTo>
                    <a:pt x="8907" y="1765"/>
                  </a:lnTo>
                  <a:cubicBezTo>
                    <a:pt x="8991" y="1597"/>
                    <a:pt x="9075" y="1345"/>
                    <a:pt x="9075" y="1177"/>
                  </a:cubicBezTo>
                  <a:cubicBezTo>
                    <a:pt x="9075" y="505"/>
                    <a:pt x="8571" y="1"/>
                    <a:pt x="798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96" name="Google Shape;1696;p39"/>
            <p:cNvSpPr/>
            <p:nvPr/>
          </p:nvSpPr>
          <p:spPr>
            <a:xfrm>
              <a:off x="6621475" y="3304875"/>
              <a:ext cx="56750" cy="357100"/>
            </a:xfrm>
            <a:custGeom>
              <a:avLst/>
              <a:gdLst/>
              <a:ahLst/>
              <a:cxnLst/>
              <a:rect l="l" t="t" r="r" b="b"/>
              <a:pathLst>
                <a:path w="2270" h="14284" extrusionOk="0">
                  <a:moveTo>
                    <a:pt x="505" y="1"/>
                  </a:moveTo>
                  <a:lnTo>
                    <a:pt x="1" y="14284"/>
                  </a:lnTo>
                  <a:lnTo>
                    <a:pt x="2270" y="14284"/>
                  </a:lnTo>
                  <a:lnTo>
                    <a:pt x="1765" y="1"/>
                  </a:lnTo>
                  <a:close/>
                </a:path>
              </a:pathLst>
            </a:custGeom>
            <a:solidFill>
              <a:srgbClr val="7A452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97" name="Google Shape;1697;p39"/>
            <p:cNvSpPr/>
            <p:nvPr/>
          </p:nvSpPr>
          <p:spPr>
            <a:xfrm>
              <a:off x="6455550" y="2981400"/>
              <a:ext cx="428525" cy="357100"/>
            </a:xfrm>
            <a:custGeom>
              <a:avLst/>
              <a:gdLst/>
              <a:ahLst/>
              <a:cxnLst/>
              <a:rect l="l" t="t" r="r" b="b"/>
              <a:pathLst>
                <a:path w="17141" h="14284" extrusionOk="0">
                  <a:moveTo>
                    <a:pt x="5966" y="1"/>
                  </a:moveTo>
                  <a:cubicBezTo>
                    <a:pt x="5294" y="1"/>
                    <a:pt x="4706" y="505"/>
                    <a:pt x="4706" y="1261"/>
                  </a:cubicBezTo>
                  <a:cubicBezTo>
                    <a:pt x="4706" y="1429"/>
                    <a:pt x="4874" y="1681"/>
                    <a:pt x="4958" y="1849"/>
                  </a:cubicBezTo>
                  <a:lnTo>
                    <a:pt x="3613" y="1849"/>
                  </a:lnTo>
                  <a:cubicBezTo>
                    <a:pt x="2689" y="1849"/>
                    <a:pt x="2101" y="2521"/>
                    <a:pt x="2101" y="3361"/>
                  </a:cubicBezTo>
                  <a:lnTo>
                    <a:pt x="2101" y="3613"/>
                  </a:lnTo>
                  <a:cubicBezTo>
                    <a:pt x="1261" y="4034"/>
                    <a:pt x="757" y="4790"/>
                    <a:pt x="757" y="5714"/>
                  </a:cubicBezTo>
                  <a:cubicBezTo>
                    <a:pt x="757" y="6386"/>
                    <a:pt x="925" y="6890"/>
                    <a:pt x="1345" y="7310"/>
                  </a:cubicBezTo>
                  <a:lnTo>
                    <a:pt x="1177" y="7310"/>
                  </a:lnTo>
                  <a:cubicBezTo>
                    <a:pt x="505" y="7310"/>
                    <a:pt x="0" y="7814"/>
                    <a:pt x="0" y="8403"/>
                  </a:cubicBezTo>
                  <a:cubicBezTo>
                    <a:pt x="0" y="8991"/>
                    <a:pt x="505" y="9411"/>
                    <a:pt x="1177" y="9411"/>
                  </a:cubicBezTo>
                  <a:lnTo>
                    <a:pt x="1513" y="9411"/>
                  </a:lnTo>
                  <a:cubicBezTo>
                    <a:pt x="1261" y="9663"/>
                    <a:pt x="1177" y="9915"/>
                    <a:pt x="1177" y="10167"/>
                  </a:cubicBezTo>
                  <a:cubicBezTo>
                    <a:pt x="1177" y="10755"/>
                    <a:pt x="1681" y="11427"/>
                    <a:pt x="2269" y="11427"/>
                  </a:cubicBezTo>
                  <a:lnTo>
                    <a:pt x="2269" y="11679"/>
                  </a:lnTo>
                  <a:cubicBezTo>
                    <a:pt x="2269" y="12604"/>
                    <a:pt x="3025" y="13360"/>
                    <a:pt x="3949" y="13360"/>
                  </a:cubicBezTo>
                  <a:cubicBezTo>
                    <a:pt x="3949" y="13864"/>
                    <a:pt x="4369" y="14284"/>
                    <a:pt x="5042" y="14284"/>
                  </a:cubicBezTo>
                  <a:lnTo>
                    <a:pt x="12687" y="14284"/>
                  </a:lnTo>
                  <a:cubicBezTo>
                    <a:pt x="13192" y="14284"/>
                    <a:pt x="13780" y="13864"/>
                    <a:pt x="13780" y="13192"/>
                  </a:cubicBezTo>
                  <a:cubicBezTo>
                    <a:pt x="13780" y="13024"/>
                    <a:pt x="13696" y="12940"/>
                    <a:pt x="13696" y="12688"/>
                  </a:cubicBezTo>
                  <a:lnTo>
                    <a:pt x="14284" y="12688"/>
                  </a:lnTo>
                  <a:cubicBezTo>
                    <a:pt x="14788" y="12688"/>
                    <a:pt x="15208" y="12267"/>
                    <a:pt x="15208" y="11763"/>
                  </a:cubicBezTo>
                  <a:cubicBezTo>
                    <a:pt x="15208" y="11427"/>
                    <a:pt x="15040" y="11259"/>
                    <a:pt x="14788" y="11007"/>
                  </a:cubicBezTo>
                  <a:lnTo>
                    <a:pt x="15208" y="11007"/>
                  </a:lnTo>
                  <a:cubicBezTo>
                    <a:pt x="15628" y="11007"/>
                    <a:pt x="15964" y="10671"/>
                    <a:pt x="15964" y="10251"/>
                  </a:cubicBezTo>
                  <a:cubicBezTo>
                    <a:pt x="15964" y="10083"/>
                    <a:pt x="15880" y="9915"/>
                    <a:pt x="15880" y="9831"/>
                  </a:cubicBezTo>
                  <a:cubicBezTo>
                    <a:pt x="16636" y="9831"/>
                    <a:pt x="17140" y="9159"/>
                    <a:pt x="17140" y="8235"/>
                  </a:cubicBezTo>
                  <a:cubicBezTo>
                    <a:pt x="17140" y="7478"/>
                    <a:pt x="16636" y="6722"/>
                    <a:pt x="15880" y="6470"/>
                  </a:cubicBezTo>
                  <a:cubicBezTo>
                    <a:pt x="15964" y="6302"/>
                    <a:pt x="15964" y="5966"/>
                    <a:pt x="15964" y="5714"/>
                  </a:cubicBezTo>
                  <a:cubicBezTo>
                    <a:pt x="15964" y="4706"/>
                    <a:pt x="15208" y="3866"/>
                    <a:pt x="14368" y="3529"/>
                  </a:cubicBezTo>
                  <a:lnTo>
                    <a:pt x="14368" y="3361"/>
                  </a:lnTo>
                  <a:cubicBezTo>
                    <a:pt x="14368" y="2521"/>
                    <a:pt x="13780" y="1849"/>
                    <a:pt x="12939" y="1849"/>
                  </a:cubicBezTo>
                  <a:lnTo>
                    <a:pt x="12687" y="1849"/>
                  </a:lnTo>
                  <a:cubicBezTo>
                    <a:pt x="12855" y="1681"/>
                    <a:pt x="12939" y="1429"/>
                    <a:pt x="12939" y="1261"/>
                  </a:cubicBezTo>
                  <a:cubicBezTo>
                    <a:pt x="12939" y="505"/>
                    <a:pt x="12435" y="1"/>
                    <a:pt x="1167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98" name="Google Shape;1698;p39"/>
            <p:cNvSpPr/>
            <p:nvPr/>
          </p:nvSpPr>
          <p:spPr>
            <a:xfrm>
              <a:off x="6432450" y="2981400"/>
              <a:ext cx="357100" cy="357100"/>
            </a:xfrm>
            <a:custGeom>
              <a:avLst/>
              <a:gdLst/>
              <a:ahLst/>
              <a:cxnLst/>
              <a:rect l="l" t="t" r="r" b="b"/>
              <a:pathLst>
                <a:path w="14284" h="14284" extrusionOk="0">
                  <a:moveTo>
                    <a:pt x="6050" y="1"/>
                  </a:moveTo>
                  <a:cubicBezTo>
                    <a:pt x="5377" y="1"/>
                    <a:pt x="4789" y="505"/>
                    <a:pt x="4789" y="1261"/>
                  </a:cubicBezTo>
                  <a:cubicBezTo>
                    <a:pt x="4789" y="1429"/>
                    <a:pt x="4957" y="1681"/>
                    <a:pt x="5041" y="1849"/>
                  </a:cubicBezTo>
                  <a:lnTo>
                    <a:pt x="3697" y="1849"/>
                  </a:lnTo>
                  <a:cubicBezTo>
                    <a:pt x="2857" y="1849"/>
                    <a:pt x="2185" y="2521"/>
                    <a:pt x="2185" y="3361"/>
                  </a:cubicBezTo>
                  <a:lnTo>
                    <a:pt x="2185" y="3613"/>
                  </a:lnTo>
                  <a:cubicBezTo>
                    <a:pt x="1345" y="4034"/>
                    <a:pt x="840" y="4790"/>
                    <a:pt x="840" y="5714"/>
                  </a:cubicBezTo>
                  <a:cubicBezTo>
                    <a:pt x="840" y="6386"/>
                    <a:pt x="1008" y="6890"/>
                    <a:pt x="1429" y="7310"/>
                  </a:cubicBezTo>
                  <a:lnTo>
                    <a:pt x="1177" y="7310"/>
                  </a:lnTo>
                  <a:cubicBezTo>
                    <a:pt x="504" y="7310"/>
                    <a:pt x="0" y="7814"/>
                    <a:pt x="0" y="8403"/>
                  </a:cubicBezTo>
                  <a:cubicBezTo>
                    <a:pt x="0" y="8991"/>
                    <a:pt x="504" y="9411"/>
                    <a:pt x="1177" y="9411"/>
                  </a:cubicBezTo>
                  <a:lnTo>
                    <a:pt x="1429" y="9411"/>
                  </a:lnTo>
                  <a:cubicBezTo>
                    <a:pt x="1261" y="9663"/>
                    <a:pt x="1177" y="9915"/>
                    <a:pt x="1177" y="10167"/>
                  </a:cubicBezTo>
                  <a:cubicBezTo>
                    <a:pt x="1177" y="10755"/>
                    <a:pt x="1681" y="11427"/>
                    <a:pt x="2269" y="11427"/>
                  </a:cubicBezTo>
                  <a:lnTo>
                    <a:pt x="2269" y="11679"/>
                  </a:lnTo>
                  <a:cubicBezTo>
                    <a:pt x="2269" y="12604"/>
                    <a:pt x="3025" y="13360"/>
                    <a:pt x="3949" y="13360"/>
                  </a:cubicBezTo>
                  <a:cubicBezTo>
                    <a:pt x="3949" y="13864"/>
                    <a:pt x="4369" y="14284"/>
                    <a:pt x="5041" y="14284"/>
                  </a:cubicBezTo>
                  <a:lnTo>
                    <a:pt x="9831" y="14284"/>
                  </a:lnTo>
                  <a:cubicBezTo>
                    <a:pt x="10419" y="14284"/>
                    <a:pt x="10923" y="13864"/>
                    <a:pt x="10923" y="13192"/>
                  </a:cubicBezTo>
                  <a:cubicBezTo>
                    <a:pt x="10923" y="13024"/>
                    <a:pt x="10839" y="12940"/>
                    <a:pt x="10839" y="12688"/>
                  </a:cubicBezTo>
                  <a:lnTo>
                    <a:pt x="11427" y="12688"/>
                  </a:lnTo>
                  <a:cubicBezTo>
                    <a:pt x="11931" y="12688"/>
                    <a:pt x="12351" y="12267"/>
                    <a:pt x="12351" y="11763"/>
                  </a:cubicBezTo>
                  <a:cubicBezTo>
                    <a:pt x="12351" y="11427"/>
                    <a:pt x="12183" y="11259"/>
                    <a:pt x="11931" y="11007"/>
                  </a:cubicBezTo>
                  <a:lnTo>
                    <a:pt x="12351" y="11007"/>
                  </a:lnTo>
                  <a:cubicBezTo>
                    <a:pt x="12771" y="11007"/>
                    <a:pt x="13107" y="10671"/>
                    <a:pt x="13107" y="10251"/>
                  </a:cubicBezTo>
                  <a:cubicBezTo>
                    <a:pt x="13107" y="10083"/>
                    <a:pt x="13023" y="9915"/>
                    <a:pt x="13023" y="9831"/>
                  </a:cubicBezTo>
                  <a:cubicBezTo>
                    <a:pt x="13611" y="9831"/>
                    <a:pt x="14284" y="9159"/>
                    <a:pt x="14284" y="8235"/>
                  </a:cubicBezTo>
                  <a:cubicBezTo>
                    <a:pt x="14284" y="7478"/>
                    <a:pt x="13779" y="6722"/>
                    <a:pt x="13023" y="6470"/>
                  </a:cubicBezTo>
                  <a:cubicBezTo>
                    <a:pt x="13107" y="6302"/>
                    <a:pt x="13107" y="5966"/>
                    <a:pt x="13107" y="5714"/>
                  </a:cubicBezTo>
                  <a:cubicBezTo>
                    <a:pt x="13107" y="4706"/>
                    <a:pt x="12519" y="3866"/>
                    <a:pt x="11511" y="3529"/>
                  </a:cubicBezTo>
                  <a:lnTo>
                    <a:pt x="11511" y="3361"/>
                  </a:lnTo>
                  <a:cubicBezTo>
                    <a:pt x="11511" y="2521"/>
                    <a:pt x="10923" y="1849"/>
                    <a:pt x="10083" y="1849"/>
                  </a:cubicBezTo>
                  <a:lnTo>
                    <a:pt x="9831" y="1849"/>
                  </a:lnTo>
                  <a:cubicBezTo>
                    <a:pt x="9999" y="1681"/>
                    <a:pt x="10083" y="1429"/>
                    <a:pt x="10083" y="1261"/>
                  </a:cubicBezTo>
                  <a:cubicBezTo>
                    <a:pt x="10083" y="505"/>
                    <a:pt x="9578" y="1"/>
                    <a:pt x="88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99" name="Google Shape;1699;p39"/>
            <p:cNvSpPr/>
            <p:nvPr/>
          </p:nvSpPr>
          <p:spPr>
            <a:xfrm>
              <a:off x="6279100" y="3496025"/>
              <a:ext cx="46250" cy="165950"/>
            </a:xfrm>
            <a:custGeom>
              <a:avLst/>
              <a:gdLst/>
              <a:ahLst/>
              <a:cxnLst/>
              <a:rect l="l" t="t" r="r" b="b"/>
              <a:pathLst>
                <a:path w="1850" h="6638" extrusionOk="0">
                  <a:moveTo>
                    <a:pt x="421" y="0"/>
                  </a:moveTo>
                  <a:lnTo>
                    <a:pt x="1" y="6638"/>
                  </a:lnTo>
                  <a:lnTo>
                    <a:pt x="1849" y="6638"/>
                  </a:lnTo>
                  <a:lnTo>
                    <a:pt x="1513" y="0"/>
                  </a:lnTo>
                  <a:close/>
                </a:path>
              </a:pathLst>
            </a:custGeom>
            <a:solidFill>
              <a:srgbClr val="7A452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00" name="Google Shape;1700;p39"/>
            <p:cNvSpPr/>
            <p:nvPr/>
          </p:nvSpPr>
          <p:spPr>
            <a:xfrm>
              <a:off x="6125775" y="3193550"/>
              <a:ext cx="392825" cy="336100"/>
            </a:xfrm>
            <a:custGeom>
              <a:avLst/>
              <a:gdLst/>
              <a:ahLst/>
              <a:cxnLst/>
              <a:rect l="l" t="t" r="r" b="b"/>
              <a:pathLst>
                <a:path w="15713" h="13444" extrusionOk="0">
                  <a:moveTo>
                    <a:pt x="5378" y="1"/>
                  </a:moveTo>
                  <a:cubicBezTo>
                    <a:pt x="4790" y="1"/>
                    <a:pt x="4285" y="505"/>
                    <a:pt x="4285" y="1177"/>
                  </a:cubicBezTo>
                  <a:cubicBezTo>
                    <a:pt x="4285" y="1345"/>
                    <a:pt x="4369" y="1597"/>
                    <a:pt x="4453" y="1765"/>
                  </a:cubicBezTo>
                  <a:lnTo>
                    <a:pt x="3193" y="1765"/>
                  </a:lnTo>
                  <a:cubicBezTo>
                    <a:pt x="2521" y="1765"/>
                    <a:pt x="1849" y="2437"/>
                    <a:pt x="1849" y="3193"/>
                  </a:cubicBezTo>
                  <a:lnTo>
                    <a:pt x="1849" y="3445"/>
                  </a:lnTo>
                  <a:cubicBezTo>
                    <a:pt x="1093" y="3781"/>
                    <a:pt x="589" y="4538"/>
                    <a:pt x="589" y="5378"/>
                  </a:cubicBezTo>
                  <a:cubicBezTo>
                    <a:pt x="589" y="5966"/>
                    <a:pt x="757" y="6470"/>
                    <a:pt x="1177" y="6806"/>
                  </a:cubicBezTo>
                  <a:lnTo>
                    <a:pt x="1009" y="6806"/>
                  </a:lnTo>
                  <a:cubicBezTo>
                    <a:pt x="505" y="6806"/>
                    <a:pt x="0" y="7226"/>
                    <a:pt x="0" y="7898"/>
                  </a:cubicBezTo>
                  <a:cubicBezTo>
                    <a:pt x="0" y="8403"/>
                    <a:pt x="421" y="8907"/>
                    <a:pt x="1009" y="8907"/>
                  </a:cubicBezTo>
                  <a:lnTo>
                    <a:pt x="1345" y="8907"/>
                  </a:lnTo>
                  <a:cubicBezTo>
                    <a:pt x="1093" y="9159"/>
                    <a:pt x="1093" y="9327"/>
                    <a:pt x="1093" y="9663"/>
                  </a:cubicBezTo>
                  <a:cubicBezTo>
                    <a:pt x="1093" y="10335"/>
                    <a:pt x="1681" y="10839"/>
                    <a:pt x="2185" y="10839"/>
                  </a:cubicBezTo>
                  <a:lnTo>
                    <a:pt x="2185" y="11007"/>
                  </a:lnTo>
                  <a:cubicBezTo>
                    <a:pt x="2185" y="11847"/>
                    <a:pt x="2941" y="12604"/>
                    <a:pt x="3781" y="12604"/>
                  </a:cubicBezTo>
                  <a:cubicBezTo>
                    <a:pt x="3781" y="13108"/>
                    <a:pt x="4201" y="13444"/>
                    <a:pt x="4705" y="13444"/>
                  </a:cubicBezTo>
                  <a:lnTo>
                    <a:pt x="11847" y="13444"/>
                  </a:lnTo>
                  <a:cubicBezTo>
                    <a:pt x="12351" y="13444"/>
                    <a:pt x="12771" y="13024"/>
                    <a:pt x="12771" y="12520"/>
                  </a:cubicBezTo>
                  <a:cubicBezTo>
                    <a:pt x="12771" y="12267"/>
                    <a:pt x="12687" y="12183"/>
                    <a:pt x="12687" y="12099"/>
                  </a:cubicBezTo>
                  <a:lnTo>
                    <a:pt x="13275" y="12099"/>
                  </a:lnTo>
                  <a:cubicBezTo>
                    <a:pt x="13864" y="12099"/>
                    <a:pt x="14116" y="11679"/>
                    <a:pt x="14116" y="11259"/>
                  </a:cubicBezTo>
                  <a:cubicBezTo>
                    <a:pt x="14116" y="10923"/>
                    <a:pt x="14032" y="10671"/>
                    <a:pt x="13696" y="10503"/>
                  </a:cubicBezTo>
                  <a:lnTo>
                    <a:pt x="14116" y="10503"/>
                  </a:lnTo>
                  <a:cubicBezTo>
                    <a:pt x="14536" y="10503"/>
                    <a:pt x="14872" y="10167"/>
                    <a:pt x="14872" y="9831"/>
                  </a:cubicBezTo>
                  <a:cubicBezTo>
                    <a:pt x="14872" y="9747"/>
                    <a:pt x="14788" y="9579"/>
                    <a:pt x="14788" y="9411"/>
                  </a:cubicBezTo>
                  <a:cubicBezTo>
                    <a:pt x="15208" y="9243"/>
                    <a:pt x="15712" y="8655"/>
                    <a:pt x="15712" y="7814"/>
                  </a:cubicBezTo>
                  <a:cubicBezTo>
                    <a:pt x="15712" y="7058"/>
                    <a:pt x="15208" y="6386"/>
                    <a:pt x="14536" y="6134"/>
                  </a:cubicBezTo>
                  <a:cubicBezTo>
                    <a:pt x="14704" y="5882"/>
                    <a:pt x="14704" y="5714"/>
                    <a:pt x="14704" y="5378"/>
                  </a:cubicBezTo>
                  <a:cubicBezTo>
                    <a:pt x="14704" y="4454"/>
                    <a:pt x="14032" y="3613"/>
                    <a:pt x="13191" y="3361"/>
                  </a:cubicBezTo>
                  <a:lnTo>
                    <a:pt x="13191" y="3193"/>
                  </a:lnTo>
                  <a:cubicBezTo>
                    <a:pt x="13191" y="2437"/>
                    <a:pt x="12603" y="1765"/>
                    <a:pt x="11847" y="1765"/>
                  </a:cubicBezTo>
                  <a:lnTo>
                    <a:pt x="11595" y="1765"/>
                  </a:lnTo>
                  <a:cubicBezTo>
                    <a:pt x="11679" y="1597"/>
                    <a:pt x="11847" y="1345"/>
                    <a:pt x="11847" y="1177"/>
                  </a:cubicBezTo>
                  <a:cubicBezTo>
                    <a:pt x="11847" y="505"/>
                    <a:pt x="11259" y="1"/>
                    <a:pt x="1067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01" name="Google Shape;1701;p39"/>
            <p:cNvSpPr/>
            <p:nvPr/>
          </p:nvSpPr>
          <p:spPr>
            <a:xfrm>
              <a:off x="6104775" y="3193550"/>
              <a:ext cx="325600" cy="336100"/>
            </a:xfrm>
            <a:custGeom>
              <a:avLst/>
              <a:gdLst/>
              <a:ahLst/>
              <a:cxnLst/>
              <a:rect l="l" t="t" r="r" b="b"/>
              <a:pathLst>
                <a:path w="13024" h="13444" extrusionOk="0">
                  <a:moveTo>
                    <a:pt x="5461" y="1"/>
                  </a:moveTo>
                  <a:cubicBezTo>
                    <a:pt x="4789" y="1"/>
                    <a:pt x="4285" y="505"/>
                    <a:pt x="4285" y="1177"/>
                  </a:cubicBezTo>
                  <a:cubicBezTo>
                    <a:pt x="4285" y="1345"/>
                    <a:pt x="4369" y="1597"/>
                    <a:pt x="4453" y="1765"/>
                  </a:cubicBezTo>
                  <a:lnTo>
                    <a:pt x="3193" y="1765"/>
                  </a:lnTo>
                  <a:cubicBezTo>
                    <a:pt x="2521" y="1765"/>
                    <a:pt x="1849" y="2437"/>
                    <a:pt x="1849" y="3193"/>
                  </a:cubicBezTo>
                  <a:lnTo>
                    <a:pt x="1849" y="3445"/>
                  </a:lnTo>
                  <a:cubicBezTo>
                    <a:pt x="1092" y="3781"/>
                    <a:pt x="588" y="4538"/>
                    <a:pt x="588" y="5378"/>
                  </a:cubicBezTo>
                  <a:cubicBezTo>
                    <a:pt x="588" y="5966"/>
                    <a:pt x="840" y="6470"/>
                    <a:pt x="1261" y="6806"/>
                  </a:cubicBezTo>
                  <a:lnTo>
                    <a:pt x="1008" y="6806"/>
                  </a:lnTo>
                  <a:cubicBezTo>
                    <a:pt x="504" y="6806"/>
                    <a:pt x="0" y="7226"/>
                    <a:pt x="0" y="7898"/>
                  </a:cubicBezTo>
                  <a:cubicBezTo>
                    <a:pt x="0" y="8403"/>
                    <a:pt x="420" y="8907"/>
                    <a:pt x="1008" y="8907"/>
                  </a:cubicBezTo>
                  <a:lnTo>
                    <a:pt x="1345" y="8907"/>
                  </a:lnTo>
                  <a:cubicBezTo>
                    <a:pt x="1261" y="9159"/>
                    <a:pt x="1092" y="9327"/>
                    <a:pt x="1092" y="9663"/>
                  </a:cubicBezTo>
                  <a:cubicBezTo>
                    <a:pt x="1092" y="10335"/>
                    <a:pt x="1681" y="10839"/>
                    <a:pt x="2185" y="10839"/>
                  </a:cubicBezTo>
                  <a:lnTo>
                    <a:pt x="2185" y="11007"/>
                  </a:lnTo>
                  <a:cubicBezTo>
                    <a:pt x="2185" y="11847"/>
                    <a:pt x="2941" y="12604"/>
                    <a:pt x="3781" y="12604"/>
                  </a:cubicBezTo>
                  <a:cubicBezTo>
                    <a:pt x="3781" y="13108"/>
                    <a:pt x="4201" y="13444"/>
                    <a:pt x="4705" y="13444"/>
                  </a:cubicBezTo>
                  <a:lnTo>
                    <a:pt x="9074" y="13444"/>
                  </a:lnTo>
                  <a:cubicBezTo>
                    <a:pt x="9662" y="13444"/>
                    <a:pt x="10083" y="13024"/>
                    <a:pt x="10083" y="12520"/>
                  </a:cubicBezTo>
                  <a:cubicBezTo>
                    <a:pt x="10083" y="12267"/>
                    <a:pt x="9914" y="12183"/>
                    <a:pt x="9914" y="12099"/>
                  </a:cubicBezTo>
                  <a:lnTo>
                    <a:pt x="10587" y="12099"/>
                  </a:lnTo>
                  <a:cubicBezTo>
                    <a:pt x="11091" y="12099"/>
                    <a:pt x="11427" y="11679"/>
                    <a:pt x="11427" y="11259"/>
                  </a:cubicBezTo>
                  <a:cubicBezTo>
                    <a:pt x="11427" y="10923"/>
                    <a:pt x="11343" y="10671"/>
                    <a:pt x="11007" y="10503"/>
                  </a:cubicBezTo>
                  <a:lnTo>
                    <a:pt x="11427" y="10503"/>
                  </a:lnTo>
                  <a:cubicBezTo>
                    <a:pt x="11847" y="10503"/>
                    <a:pt x="12183" y="10167"/>
                    <a:pt x="12183" y="9831"/>
                  </a:cubicBezTo>
                  <a:cubicBezTo>
                    <a:pt x="12183" y="9747"/>
                    <a:pt x="12015" y="9579"/>
                    <a:pt x="12015" y="9411"/>
                  </a:cubicBezTo>
                  <a:cubicBezTo>
                    <a:pt x="12435" y="9243"/>
                    <a:pt x="13023" y="8655"/>
                    <a:pt x="13023" y="7814"/>
                  </a:cubicBezTo>
                  <a:cubicBezTo>
                    <a:pt x="13023" y="7058"/>
                    <a:pt x="12435" y="6386"/>
                    <a:pt x="11847" y="6134"/>
                  </a:cubicBezTo>
                  <a:cubicBezTo>
                    <a:pt x="11931" y="5882"/>
                    <a:pt x="11931" y="5714"/>
                    <a:pt x="11931" y="5378"/>
                  </a:cubicBezTo>
                  <a:cubicBezTo>
                    <a:pt x="11931" y="4454"/>
                    <a:pt x="11343" y="3613"/>
                    <a:pt x="10503" y="3361"/>
                  </a:cubicBezTo>
                  <a:lnTo>
                    <a:pt x="10503" y="3193"/>
                  </a:lnTo>
                  <a:cubicBezTo>
                    <a:pt x="10503" y="2437"/>
                    <a:pt x="9830" y="1765"/>
                    <a:pt x="9074" y="1765"/>
                  </a:cubicBezTo>
                  <a:lnTo>
                    <a:pt x="8906" y="1765"/>
                  </a:lnTo>
                  <a:cubicBezTo>
                    <a:pt x="8990" y="1597"/>
                    <a:pt x="9074" y="1345"/>
                    <a:pt x="9074" y="1177"/>
                  </a:cubicBezTo>
                  <a:cubicBezTo>
                    <a:pt x="9074" y="505"/>
                    <a:pt x="8570" y="1"/>
                    <a:pt x="798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02" name="Google Shape;1702;p39"/>
            <p:cNvSpPr/>
            <p:nvPr/>
          </p:nvSpPr>
          <p:spPr>
            <a:xfrm>
              <a:off x="6703400" y="3519125"/>
              <a:ext cx="44150" cy="142850"/>
            </a:xfrm>
            <a:custGeom>
              <a:avLst/>
              <a:gdLst/>
              <a:ahLst/>
              <a:cxnLst/>
              <a:rect l="l" t="t" r="r" b="b"/>
              <a:pathLst>
                <a:path w="1766" h="5714" extrusionOk="0">
                  <a:moveTo>
                    <a:pt x="421" y="1"/>
                  </a:moveTo>
                  <a:lnTo>
                    <a:pt x="1" y="5714"/>
                  </a:lnTo>
                  <a:lnTo>
                    <a:pt x="1765" y="5714"/>
                  </a:lnTo>
                  <a:lnTo>
                    <a:pt x="1429" y="1"/>
                  </a:lnTo>
                  <a:close/>
                </a:path>
              </a:pathLst>
            </a:custGeom>
            <a:solidFill>
              <a:srgbClr val="7A452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03" name="Google Shape;1703;p39"/>
            <p:cNvSpPr/>
            <p:nvPr/>
          </p:nvSpPr>
          <p:spPr>
            <a:xfrm>
              <a:off x="6571075" y="3264975"/>
              <a:ext cx="338200" cy="281475"/>
            </a:xfrm>
            <a:custGeom>
              <a:avLst/>
              <a:gdLst/>
              <a:ahLst/>
              <a:cxnLst/>
              <a:rect l="l" t="t" r="r" b="b"/>
              <a:pathLst>
                <a:path w="13528" h="11259" extrusionOk="0">
                  <a:moveTo>
                    <a:pt x="4622" y="0"/>
                  </a:moveTo>
                  <a:cubicBezTo>
                    <a:pt x="4117" y="0"/>
                    <a:pt x="3613" y="420"/>
                    <a:pt x="3613" y="924"/>
                  </a:cubicBezTo>
                  <a:cubicBezTo>
                    <a:pt x="3613" y="1177"/>
                    <a:pt x="3697" y="1261"/>
                    <a:pt x="3697" y="1429"/>
                  </a:cubicBezTo>
                  <a:lnTo>
                    <a:pt x="2605" y="1429"/>
                  </a:lnTo>
                  <a:cubicBezTo>
                    <a:pt x="2017" y="1429"/>
                    <a:pt x="1513" y="2017"/>
                    <a:pt x="1513" y="2605"/>
                  </a:cubicBezTo>
                  <a:lnTo>
                    <a:pt x="1513" y="2857"/>
                  </a:lnTo>
                  <a:cubicBezTo>
                    <a:pt x="841" y="3109"/>
                    <a:pt x="421" y="3781"/>
                    <a:pt x="421" y="4537"/>
                  </a:cubicBezTo>
                  <a:cubicBezTo>
                    <a:pt x="421" y="5041"/>
                    <a:pt x="673" y="5462"/>
                    <a:pt x="925" y="5798"/>
                  </a:cubicBezTo>
                  <a:lnTo>
                    <a:pt x="841" y="5798"/>
                  </a:lnTo>
                  <a:cubicBezTo>
                    <a:pt x="337" y="5798"/>
                    <a:pt x="1" y="6218"/>
                    <a:pt x="1" y="6638"/>
                  </a:cubicBezTo>
                  <a:cubicBezTo>
                    <a:pt x="1" y="7142"/>
                    <a:pt x="421" y="7478"/>
                    <a:pt x="841" y="7478"/>
                  </a:cubicBezTo>
                  <a:lnTo>
                    <a:pt x="1093" y="7478"/>
                  </a:lnTo>
                  <a:cubicBezTo>
                    <a:pt x="925" y="7646"/>
                    <a:pt x="841" y="7898"/>
                    <a:pt x="841" y="8066"/>
                  </a:cubicBezTo>
                  <a:cubicBezTo>
                    <a:pt x="841" y="8570"/>
                    <a:pt x="1261" y="8990"/>
                    <a:pt x="1765" y="9158"/>
                  </a:cubicBezTo>
                  <a:lnTo>
                    <a:pt x="1765" y="9242"/>
                  </a:lnTo>
                  <a:cubicBezTo>
                    <a:pt x="1765" y="9999"/>
                    <a:pt x="2437" y="10503"/>
                    <a:pt x="3193" y="10503"/>
                  </a:cubicBezTo>
                  <a:cubicBezTo>
                    <a:pt x="3193" y="10923"/>
                    <a:pt x="3613" y="11259"/>
                    <a:pt x="4033" y="11259"/>
                  </a:cubicBezTo>
                  <a:lnTo>
                    <a:pt x="10083" y="11259"/>
                  </a:lnTo>
                  <a:cubicBezTo>
                    <a:pt x="10503" y="11259"/>
                    <a:pt x="10923" y="10923"/>
                    <a:pt x="10923" y="10419"/>
                  </a:cubicBezTo>
                  <a:cubicBezTo>
                    <a:pt x="10923" y="10251"/>
                    <a:pt x="10923" y="10083"/>
                    <a:pt x="10839" y="9999"/>
                  </a:cubicBezTo>
                  <a:lnTo>
                    <a:pt x="11343" y="9999"/>
                  </a:lnTo>
                  <a:cubicBezTo>
                    <a:pt x="11763" y="9999"/>
                    <a:pt x="12099" y="9663"/>
                    <a:pt x="12099" y="9242"/>
                  </a:cubicBezTo>
                  <a:cubicBezTo>
                    <a:pt x="12099" y="8990"/>
                    <a:pt x="12015" y="8822"/>
                    <a:pt x="11763" y="8570"/>
                  </a:cubicBezTo>
                  <a:lnTo>
                    <a:pt x="12099" y="8570"/>
                  </a:lnTo>
                  <a:cubicBezTo>
                    <a:pt x="12435" y="8570"/>
                    <a:pt x="12687" y="8402"/>
                    <a:pt x="12687" y="7982"/>
                  </a:cubicBezTo>
                  <a:cubicBezTo>
                    <a:pt x="12687" y="7898"/>
                    <a:pt x="12687" y="7730"/>
                    <a:pt x="12603" y="7646"/>
                  </a:cubicBezTo>
                  <a:lnTo>
                    <a:pt x="12603" y="7646"/>
                  </a:lnTo>
                  <a:cubicBezTo>
                    <a:pt x="12640" y="7652"/>
                    <a:pt x="12677" y="7655"/>
                    <a:pt x="12712" y="7655"/>
                  </a:cubicBezTo>
                  <a:cubicBezTo>
                    <a:pt x="13167" y="7655"/>
                    <a:pt x="13528" y="7171"/>
                    <a:pt x="13528" y="6470"/>
                  </a:cubicBezTo>
                  <a:cubicBezTo>
                    <a:pt x="13528" y="5882"/>
                    <a:pt x="13108" y="5209"/>
                    <a:pt x="12519" y="5125"/>
                  </a:cubicBezTo>
                  <a:cubicBezTo>
                    <a:pt x="12603" y="4957"/>
                    <a:pt x="12603" y="4705"/>
                    <a:pt x="12603" y="4537"/>
                  </a:cubicBezTo>
                  <a:cubicBezTo>
                    <a:pt x="12603" y="3697"/>
                    <a:pt x="12099" y="3025"/>
                    <a:pt x="11343" y="2857"/>
                  </a:cubicBezTo>
                  <a:lnTo>
                    <a:pt x="11343" y="2605"/>
                  </a:lnTo>
                  <a:cubicBezTo>
                    <a:pt x="11343" y="2017"/>
                    <a:pt x="10839" y="1429"/>
                    <a:pt x="10167" y="1429"/>
                  </a:cubicBezTo>
                  <a:lnTo>
                    <a:pt x="10083" y="1429"/>
                  </a:lnTo>
                  <a:cubicBezTo>
                    <a:pt x="10167" y="1345"/>
                    <a:pt x="10167" y="1177"/>
                    <a:pt x="10167" y="924"/>
                  </a:cubicBezTo>
                  <a:cubicBezTo>
                    <a:pt x="10167" y="420"/>
                    <a:pt x="9747" y="0"/>
                    <a:pt x="915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04" name="Google Shape;1704;p39"/>
            <p:cNvSpPr/>
            <p:nvPr/>
          </p:nvSpPr>
          <p:spPr>
            <a:xfrm>
              <a:off x="6556375" y="3264975"/>
              <a:ext cx="277275" cy="281475"/>
            </a:xfrm>
            <a:custGeom>
              <a:avLst/>
              <a:gdLst/>
              <a:ahLst/>
              <a:cxnLst/>
              <a:rect l="l" t="t" r="r" b="b"/>
              <a:pathLst>
                <a:path w="11091" h="11259" extrusionOk="0">
                  <a:moveTo>
                    <a:pt x="4621" y="0"/>
                  </a:moveTo>
                  <a:cubicBezTo>
                    <a:pt x="4033" y="0"/>
                    <a:pt x="3529" y="420"/>
                    <a:pt x="3529" y="924"/>
                  </a:cubicBezTo>
                  <a:cubicBezTo>
                    <a:pt x="3529" y="1177"/>
                    <a:pt x="3613" y="1261"/>
                    <a:pt x="3613" y="1429"/>
                  </a:cubicBezTo>
                  <a:lnTo>
                    <a:pt x="2605" y="1429"/>
                  </a:lnTo>
                  <a:cubicBezTo>
                    <a:pt x="1933" y="1429"/>
                    <a:pt x="1429" y="2017"/>
                    <a:pt x="1429" y="2605"/>
                  </a:cubicBezTo>
                  <a:lnTo>
                    <a:pt x="1429" y="2857"/>
                  </a:lnTo>
                  <a:cubicBezTo>
                    <a:pt x="841" y="3109"/>
                    <a:pt x="420" y="3781"/>
                    <a:pt x="420" y="4537"/>
                  </a:cubicBezTo>
                  <a:cubicBezTo>
                    <a:pt x="420" y="5041"/>
                    <a:pt x="589" y="5462"/>
                    <a:pt x="925" y="5798"/>
                  </a:cubicBezTo>
                  <a:lnTo>
                    <a:pt x="841" y="5798"/>
                  </a:lnTo>
                  <a:cubicBezTo>
                    <a:pt x="252" y="5798"/>
                    <a:pt x="0" y="6218"/>
                    <a:pt x="0" y="6638"/>
                  </a:cubicBezTo>
                  <a:cubicBezTo>
                    <a:pt x="0" y="7142"/>
                    <a:pt x="420" y="7478"/>
                    <a:pt x="841" y="7478"/>
                  </a:cubicBezTo>
                  <a:lnTo>
                    <a:pt x="1009" y="7478"/>
                  </a:lnTo>
                  <a:cubicBezTo>
                    <a:pt x="925" y="7646"/>
                    <a:pt x="841" y="7898"/>
                    <a:pt x="841" y="8066"/>
                  </a:cubicBezTo>
                  <a:cubicBezTo>
                    <a:pt x="841" y="8570"/>
                    <a:pt x="1261" y="8990"/>
                    <a:pt x="1765" y="9158"/>
                  </a:cubicBezTo>
                  <a:lnTo>
                    <a:pt x="1765" y="9242"/>
                  </a:lnTo>
                  <a:cubicBezTo>
                    <a:pt x="1765" y="9999"/>
                    <a:pt x="2353" y="10503"/>
                    <a:pt x="3109" y="10503"/>
                  </a:cubicBezTo>
                  <a:cubicBezTo>
                    <a:pt x="3109" y="10923"/>
                    <a:pt x="3529" y="11259"/>
                    <a:pt x="3949" y="11259"/>
                  </a:cubicBezTo>
                  <a:lnTo>
                    <a:pt x="7730" y="11259"/>
                  </a:lnTo>
                  <a:cubicBezTo>
                    <a:pt x="8150" y="11259"/>
                    <a:pt x="8570" y="10923"/>
                    <a:pt x="8570" y="10419"/>
                  </a:cubicBezTo>
                  <a:cubicBezTo>
                    <a:pt x="8570" y="10251"/>
                    <a:pt x="8570" y="10083"/>
                    <a:pt x="8486" y="9999"/>
                  </a:cubicBezTo>
                  <a:lnTo>
                    <a:pt x="8990" y="9999"/>
                  </a:lnTo>
                  <a:cubicBezTo>
                    <a:pt x="9411" y="9999"/>
                    <a:pt x="9747" y="9663"/>
                    <a:pt x="9747" y="9242"/>
                  </a:cubicBezTo>
                  <a:cubicBezTo>
                    <a:pt x="9747" y="8990"/>
                    <a:pt x="9663" y="8822"/>
                    <a:pt x="9411" y="8570"/>
                  </a:cubicBezTo>
                  <a:lnTo>
                    <a:pt x="9747" y="8570"/>
                  </a:lnTo>
                  <a:cubicBezTo>
                    <a:pt x="10083" y="8570"/>
                    <a:pt x="10335" y="8402"/>
                    <a:pt x="10335" y="7982"/>
                  </a:cubicBezTo>
                  <a:cubicBezTo>
                    <a:pt x="10335" y="7898"/>
                    <a:pt x="10335" y="7730"/>
                    <a:pt x="10251" y="7646"/>
                  </a:cubicBezTo>
                  <a:lnTo>
                    <a:pt x="10251" y="7646"/>
                  </a:lnTo>
                  <a:cubicBezTo>
                    <a:pt x="10281" y="7652"/>
                    <a:pt x="10312" y="7655"/>
                    <a:pt x="10343" y="7655"/>
                  </a:cubicBezTo>
                  <a:cubicBezTo>
                    <a:pt x="10730" y="7655"/>
                    <a:pt x="11091" y="7171"/>
                    <a:pt x="11091" y="6470"/>
                  </a:cubicBezTo>
                  <a:cubicBezTo>
                    <a:pt x="11091" y="5882"/>
                    <a:pt x="10671" y="5209"/>
                    <a:pt x="10083" y="5125"/>
                  </a:cubicBezTo>
                  <a:cubicBezTo>
                    <a:pt x="10167" y="4957"/>
                    <a:pt x="10167" y="4705"/>
                    <a:pt x="10167" y="4537"/>
                  </a:cubicBezTo>
                  <a:cubicBezTo>
                    <a:pt x="10167" y="3697"/>
                    <a:pt x="9663" y="3025"/>
                    <a:pt x="8906" y="2857"/>
                  </a:cubicBezTo>
                  <a:lnTo>
                    <a:pt x="8906" y="2605"/>
                  </a:lnTo>
                  <a:cubicBezTo>
                    <a:pt x="8906" y="2017"/>
                    <a:pt x="8402" y="1429"/>
                    <a:pt x="7730" y="1429"/>
                  </a:cubicBezTo>
                  <a:lnTo>
                    <a:pt x="7646" y="1429"/>
                  </a:lnTo>
                  <a:cubicBezTo>
                    <a:pt x="7730" y="1345"/>
                    <a:pt x="7730" y="1177"/>
                    <a:pt x="7730" y="924"/>
                  </a:cubicBezTo>
                  <a:cubicBezTo>
                    <a:pt x="7730" y="420"/>
                    <a:pt x="7310" y="0"/>
                    <a:pt x="67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05" name="Google Shape;1705;p39"/>
            <p:cNvSpPr/>
            <p:nvPr/>
          </p:nvSpPr>
          <p:spPr>
            <a:xfrm>
              <a:off x="7073100" y="3451925"/>
              <a:ext cx="56725" cy="210050"/>
            </a:xfrm>
            <a:custGeom>
              <a:avLst/>
              <a:gdLst/>
              <a:ahLst/>
              <a:cxnLst/>
              <a:rect l="l" t="t" r="r" b="b"/>
              <a:pathLst>
                <a:path w="2269" h="8402" extrusionOk="0">
                  <a:moveTo>
                    <a:pt x="504" y="0"/>
                  </a:moveTo>
                  <a:lnTo>
                    <a:pt x="0" y="8402"/>
                  </a:lnTo>
                  <a:lnTo>
                    <a:pt x="2269" y="8402"/>
                  </a:lnTo>
                  <a:lnTo>
                    <a:pt x="1765" y="0"/>
                  </a:lnTo>
                  <a:close/>
                </a:path>
              </a:pathLst>
            </a:custGeom>
            <a:solidFill>
              <a:srgbClr val="7A452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06" name="Google Shape;1706;p39"/>
            <p:cNvSpPr/>
            <p:nvPr/>
          </p:nvSpPr>
          <p:spPr>
            <a:xfrm>
              <a:off x="6867250" y="3065425"/>
              <a:ext cx="510425" cy="428525"/>
            </a:xfrm>
            <a:custGeom>
              <a:avLst/>
              <a:gdLst/>
              <a:ahLst/>
              <a:cxnLst/>
              <a:rect l="l" t="t" r="r" b="b"/>
              <a:pathLst>
                <a:path w="20417" h="17141" extrusionOk="0">
                  <a:moveTo>
                    <a:pt x="7058" y="0"/>
                  </a:moveTo>
                  <a:cubicBezTo>
                    <a:pt x="6218" y="0"/>
                    <a:pt x="5462" y="589"/>
                    <a:pt x="5462" y="1429"/>
                  </a:cubicBezTo>
                  <a:cubicBezTo>
                    <a:pt x="5462" y="1765"/>
                    <a:pt x="5630" y="1933"/>
                    <a:pt x="5714" y="2185"/>
                  </a:cubicBezTo>
                  <a:lnTo>
                    <a:pt x="4117" y="2185"/>
                  </a:lnTo>
                  <a:cubicBezTo>
                    <a:pt x="3193" y="2185"/>
                    <a:pt x="2353" y="2941"/>
                    <a:pt x="2353" y="3949"/>
                  </a:cubicBezTo>
                  <a:lnTo>
                    <a:pt x="2353" y="4285"/>
                  </a:lnTo>
                  <a:cubicBezTo>
                    <a:pt x="1429" y="4706"/>
                    <a:pt x="756" y="5630"/>
                    <a:pt x="756" y="6806"/>
                  </a:cubicBezTo>
                  <a:cubicBezTo>
                    <a:pt x="756" y="7562"/>
                    <a:pt x="1093" y="8150"/>
                    <a:pt x="1597" y="8654"/>
                  </a:cubicBezTo>
                  <a:lnTo>
                    <a:pt x="1429" y="8654"/>
                  </a:lnTo>
                  <a:cubicBezTo>
                    <a:pt x="672" y="8654"/>
                    <a:pt x="0" y="9243"/>
                    <a:pt x="0" y="9999"/>
                  </a:cubicBezTo>
                  <a:cubicBezTo>
                    <a:pt x="0" y="10671"/>
                    <a:pt x="672" y="11259"/>
                    <a:pt x="1429" y="11259"/>
                  </a:cubicBezTo>
                  <a:lnTo>
                    <a:pt x="1849" y="11259"/>
                  </a:lnTo>
                  <a:cubicBezTo>
                    <a:pt x="1597" y="11427"/>
                    <a:pt x="1513" y="11847"/>
                    <a:pt x="1513" y="12183"/>
                  </a:cubicBezTo>
                  <a:cubicBezTo>
                    <a:pt x="1513" y="13023"/>
                    <a:pt x="2101" y="13612"/>
                    <a:pt x="2857" y="13780"/>
                  </a:cubicBezTo>
                  <a:lnTo>
                    <a:pt x="2857" y="13948"/>
                  </a:lnTo>
                  <a:cubicBezTo>
                    <a:pt x="2857" y="15040"/>
                    <a:pt x="3781" y="15964"/>
                    <a:pt x="4873" y="15964"/>
                  </a:cubicBezTo>
                  <a:cubicBezTo>
                    <a:pt x="4873" y="16552"/>
                    <a:pt x="5378" y="17140"/>
                    <a:pt x="6134" y="17140"/>
                  </a:cubicBezTo>
                  <a:lnTo>
                    <a:pt x="15292" y="17140"/>
                  </a:lnTo>
                  <a:cubicBezTo>
                    <a:pt x="15880" y="17140"/>
                    <a:pt x="16552" y="16552"/>
                    <a:pt x="16552" y="15964"/>
                  </a:cubicBezTo>
                  <a:cubicBezTo>
                    <a:pt x="16552" y="15712"/>
                    <a:pt x="16384" y="15544"/>
                    <a:pt x="16300" y="15460"/>
                  </a:cubicBezTo>
                  <a:lnTo>
                    <a:pt x="17056" y="15460"/>
                  </a:lnTo>
                  <a:cubicBezTo>
                    <a:pt x="17644" y="15460"/>
                    <a:pt x="18232" y="14872"/>
                    <a:pt x="18232" y="14368"/>
                  </a:cubicBezTo>
                  <a:cubicBezTo>
                    <a:pt x="18232" y="13948"/>
                    <a:pt x="17980" y="13780"/>
                    <a:pt x="17644" y="13528"/>
                  </a:cubicBezTo>
                  <a:lnTo>
                    <a:pt x="18232" y="13528"/>
                  </a:lnTo>
                  <a:cubicBezTo>
                    <a:pt x="18737" y="13528"/>
                    <a:pt x="19157" y="13107"/>
                    <a:pt x="19157" y="12687"/>
                  </a:cubicBezTo>
                  <a:cubicBezTo>
                    <a:pt x="19157" y="12519"/>
                    <a:pt x="18989" y="12351"/>
                    <a:pt x="18905" y="12183"/>
                  </a:cubicBezTo>
                  <a:cubicBezTo>
                    <a:pt x="19745" y="11679"/>
                    <a:pt x="20417" y="10839"/>
                    <a:pt x="20417" y="9831"/>
                  </a:cubicBezTo>
                  <a:cubicBezTo>
                    <a:pt x="20417" y="8906"/>
                    <a:pt x="19745" y="8066"/>
                    <a:pt x="18821" y="7730"/>
                  </a:cubicBezTo>
                  <a:cubicBezTo>
                    <a:pt x="18905" y="7478"/>
                    <a:pt x="18989" y="7142"/>
                    <a:pt x="18989" y="6806"/>
                  </a:cubicBezTo>
                  <a:cubicBezTo>
                    <a:pt x="18989" y="5546"/>
                    <a:pt x="18148" y="4621"/>
                    <a:pt x="17140" y="4201"/>
                  </a:cubicBezTo>
                  <a:lnTo>
                    <a:pt x="17140" y="3949"/>
                  </a:lnTo>
                  <a:cubicBezTo>
                    <a:pt x="17140" y="3025"/>
                    <a:pt x="16300" y="2185"/>
                    <a:pt x="15376" y="2185"/>
                  </a:cubicBezTo>
                  <a:lnTo>
                    <a:pt x="15124" y="2185"/>
                  </a:lnTo>
                  <a:cubicBezTo>
                    <a:pt x="15292" y="1933"/>
                    <a:pt x="15376" y="1681"/>
                    <a:pt x="15376" y="1429"/>
                  </a:cubicBezTo>
                  <a:cubicBezTo>
                    <a:pt x="15376" y="589"/>
                    <a:pt x="14620" y="0"/>
                    <a:pt x="1377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07" name="Google Shape;1707;p39"/>
            <p:cNvSpPr/>
            <p:nvPr/>
          </p:nvSpPr>
          <p:spPr>
            <a:xfrm>
              <a:off x="6842050" y="3065425"/>
              <a:ext cx="422200" cy="428525"/>
            </a:xfrm>
            <a:custGeom>
              <a:avLst/>
              <a:gdLst/>
              <a:ahLst/>
              <a:cxnLst/>
              <a:rect l="l" t="t" r="r" b="b"/>
              <a:pathLst>
                <a:path w="16888" h="17141" extrusionOk="0">
                  <a:moveTo>
                    <a:pt x="7058" y="0"/>
                  </a:moveTo>
                  <a:cubicBezTo>
                    <a:pt x="6133" y="0"/>
                    <a:pt x="5461" y="589"/>
                    <a:pt x="5461" y="1429"/>
                  </a:cubicBezTo>
                  <a:cubicBezTo>
                    <a:pt x="5461" y="1765"/>
                    <a:pt x="5545" y="1933"/>
                    <a:pt x="5629" y="2185"/>
                  </a:cubicBezTo>
                  <a:lnTo>
                    <a:pt x="4033" y="2185"/>
                  </a:lnTo>
                  <a:cubicBezTo>
                    <a:pt x="3109" y="2185"/>
                    <a:pt x="2269" y="2941"/>
                    <a:pt x="2269" y="3949"/>
                  </a:cubicBezTo>
                  <a:lnTo>
                    <a:pt x="2269" y="4285"/>
                  </a:lnTo>
                  <a:cubicBezTo>
                    <a:pt x="1344" y="4706"/>
                    <a:pt x="756" y="5630"/>
                    <a:pt x="756" y="6806"/>
                  </a:cubicBezTo>
                  <a:cubicBezTo>
                    <a:pt x="756" y="7562"/>
                    <a:pt x="1008" y="8150"/>
                    <a:pt x="1596" y="8654"/>
                  </a:cubicBezTo>
                  <a:lnTo>
                    <a:pt x="1344" y="8654"/>
                  </a:lnTo>
                  <a:cubicBezTo>
                    <a:pt x="588" y="8654"/>
                    <a:pt x="0" y="9243"/>
                    <a:pt x="0" y="9999"/>
                  </a:cubicBezTo>
                  <a:cubicBezTo>
                    <a:pt x="0" y="10671"/>
                    <a:pt x="588" y="11259"/>
                    <a:pt x="1344" y="11259"/>
                  </a:cubicBezTo>
                  <a:lnTo>
                    <a:pt x="1764" y="11259"/>
                  </a:lnTo>
                  <a:cubicBezTo>
                    <a:pt x="1596" y="11427"/>
                    <a:pt x="1428" y="11847"/>
                    <a:pt x="1428" y="12183"/>
                  </a:cubicBezTo>
                  <a:cubicBezTo>
                    <a:pt x="1428" y="13023"/>
                    <a:pt x="2101" y="13612"/>
                    <a:pt x="2857" y="13780"/>
                  </a:cubicBezTo>
                  <a:lnTo>
                    <a:pt x="2857" y="13948"/>
                  </a:lnTo>
                  <a:cubicBezTo>
                    <a:pt x="2857" y="15040"/>
                    <a:pt x="3781" y="15964"/>
                    <a:pt x="4789" y="15964"/>
                  </a:cubicBezTo>
                  <a:cubicBezTo>
                    <a:pt x="4789" y="16552"/>
                    <a:pt x="5377" y="17140"/>
                    <a:pt x="6049" y="17140"/>
                  </a:cubicBezTo>
                  <a:lnTo>
                    <a:pt x="11763" y="17140"/>
                  </a:lnTo>
                  <a:cubicBezTo>
                    <a:pt x="12351" y="17140"/>
                    <a:pt x="13023" y="16552"/>
                    <a:pt x="13023" y="15964"/>
                  </a:cubicBezTo>
                  <a:cubicBezTo>
                    <a:pt x="13023" y="15712"/>
                    <a:pt x="12855" y="15544"/>
                    <a:pt x="12771" y="15460"/>
                  </a:cubicBezTo>
                  <a:lnTo>
                    <a:pt x="13527" y="15460"/>
                  </a:lnTo>
                  <a:cubicBezTo>
                    <a:pt x="14199" y="15460"/>
                    <a:pt x="14703" y="14872"/>
                    <a:pt x="14703" y="14368"/>
                  </a:cubicBezTo>
                  <a:cubicBezTo>
                    <a:pt x="14703" y="13948"/>
                    <a:pt x="14451" y="13780"/>
                    <a:pt x="14199" y="13528"/>
                  </a:cubicBezTo>
                  <a:lnTo>
                    <a:pt x="14703" y="13528"/>
                  </a:lnTo>
                  <a:cubicBezTo>
                    <a:pt x="15208" y="13528"/>
                    <a:pt x="15628" y="13107"/>
                    <a:pt x="15628" y="12687"/>
                  </a:cubicBezTo>
                  <a:cubicBezTo>
                    <a:pt x="15628" y="12519"/>
                    <a:pt x="15544" y="12351"/>
                    <a:pt x="15460" y="12183"/>
                  </a:cubicBezTo>
                  <a:cubicBezTo>
                    <a:pt x="16300" y="11679"/>
                    <a:pt x="16888" y="10839"/>
                    <a:pt x="16888" y="9831"/>
                  </a:cubicBezTo>
                  <a:cubicBezTo>
                    <a:pt x="16888" y="8906"/>
                    <a:pt x="16300" y="8066"/>
                    <a:pt x="15292" y="7730"/>
                  </a:cubicBezTo>
                  <a:cubicBezTo>
                    <a:pt x="15460" y="7478"/>
                    <a:pt x="15544" y="7142"/>
                    <a:pt x="15544" y="6806"/>
                  </a:cubicBezTo>
                  <a:cubicBezTo>
                    <a:pt x="15544" y="5546"/>
                    <a:pt x="14703" y="4621"/>
                    <a:pt x="13611" y="4201"/>
                  </a:cubicBezTo>
                  <a:lnTo>
                    <a:pt x="13611" y="3949"/>
                  </a:lnTo>
                  <a:cubicBezTo>
                    <a:pt x="13611" y="3025"/>
                    <a:pt x="12771" y="2185"/>
                    <a:pt x="11847" y="2185"/>
                  </a:cubicBezTo>
                  <a:lnTo>
                    <a:pt x="11679" y="2185"/>
                  </a:lnTo>
                  <a:cubicBezTo>
                    <a:pt x="11763" y="1933"/>
                    <a:pt x="11847" y="1681"/>
                    <a:pt x="11847" y="1429"/>
                  </a:cubicBezTo>
                  <a:cubicBezTo>
                    <a:pt x="11847" y="589"/>
                    <a:pt x="11091" y="0"/>
                    <a:pt x="1025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708" name="Google Shape;1708;p39"/>
          <p:cNvGrpSpPr/>
          <p:nvPr/>
        </p:nvGrpSpPr>
        <p:grpSpPr>
          <a:xfrm>
            <a:off x="6226555" y="1114781"/>
            <a:ext cx="2888703" cy="3084488"/>
            <a:chOff x="231800" y="1191800"/>
            <a:chExt cx="2386175" cy="2547900"/>
          </a:xfrm>
        </p:grpSpPr>
        <p:sp>
          <p:nvSpPr>
            <p:cNvPr id="1709" name="Google Shape;1709;p39"/>
            <p:cNvSpPr/>
            <p:nvPr/>
          </p:nvSpPr>
          <p:spPr>
            <a:xfrm>
              <a:off x="530075" y="3697400"/>
              <a:ext cx="1762325" cy="42300"/>
            </a:xfrm>
            <a:custGeom>
              <a:avLst/>
              <a:gdLst/>
              <a:ahLst/>
              <a:cxnLst/>
              <a:rect l="l" t="t" r="r" b="b"/>
              <a:pathLst>
                <a:path w="70493" h="1692" extrusionOk="0">
                  <a:moveTo>
                    <a:pt x="68838" y="1"/>
                  </a:moveTo>
                  <a:cubicBezTo>
                    <a:pt x="68747" y="1"/>
                    <a:pt x="68655" y="4"/>
                    <a:pt x="68561" y="11"/>
                  </a:cubicBezTo>
                  <a:lnTo>
                    <a:pt x="1849" y="11"/>
                  </a:lnTo>
                  <a:cubicBezTo>
                    <a:pt x="841" y="11"/>
                    <a:pt x="1" y="347"/>
                    <a:pt x="1" y="851"/>
                  </a:cubicBezTo>
                  <a:cubicBezTo>
                    <a:pt x="1" y="1272"/>
                    <a:pt x="841" y="1692"/>
                    <a:pt x="1849" y="1692"/>
                  </a:cubicBezTo>
                  <a:lnTo>
                    <a:pt x="68561" y="1692"/>
                  </a:lnTo>
                  <a:cubicBezTo>
                    <a:pt x="69653" y="1692"/>
                    <a:pt x="70493" y="1356"/>
                    <a:pt x="70493" y="851"/>
                  </a:cubicBezTo>
                  <a:cubicBezTo>
                    <a:pt x="70493" y="391"/>
                    <a:pt x="69792" y="1"/>
                    <a:pt x="68838" y="1"/>
                  </a:cubicBezTo>
                  <a:close/>
                </a:path>
              </a:pathLst>
            </a:custGeom>
            <a:solidFill>
              <a:srgbClr val="6A84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10" name="Google Shape;1710;p39"/>
            <p:cNvSpPr/>
            <p:nvPr/>
          </p:nvSpPr>
          <p:spPr>
            <a:xfrm>
              <a:off x="2147450" y="3370000"/>
              <a:ext cx="71450" cy="355000"/>
            </a:xfrm>
            <a:custGeom>
              <a:avLst/>
              <a:gdLst/>
              <a:ahLst/>
              <a:cxnLst/>
              <a:rect l="l" t="t" r="r" b="b"/>
              <a:pathLst>
                <a:path w="2858" h="14200" extrusionOk="0">
                  <a:moveTo>
                    <a:pt x="85" y="0"/>
                  </a:moveTo>
                  <a:cubicBezTo>
                    <a:pt x="85" y="3865"/>
                    <a:pt x="85" y="13107"/>
                    <a:pt x="1" y="14200"/>
                  </a:cubicBezTo>
                  <a:lnTo>
                    <a:pt x="2857" y="14200"/>
                  </a:lnTo>
                  <a:cubicBezTo>
                    <a:pt x="2857" y="13107"/>
                    <a:pt x="2857" y="3865"/>
                    <a:pt x="2689" y="0"/>
                  </a:cubicBezTo>
                  <a:close/>
                </a:path>
              </a:pathLst>
            </a:custGeom>
            <a:solidFill>
              <a:srgbClr val="4054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11" name="Google Shape;1711;p39"/>
            <p:cNvSpPr/>
            <p:nvPr/>
          </p:nvSpPr>
          <p:spPr>
            <a:xfrm>
              <a:off x="2187375" y="3370000"/>
              <a:ext cx="29425" cy="355000"/>
            </a:xfrm>
            <a:custGeom>
              <a:avLst/>
              <a:gdLst/>
              <a:ahLst/>
              <a:cxnLst/>
              <a:rect l="l" t="t" r="r" b="b"/>
              <a:pathLst>
                <a:path w="1177" h="14200" extrusionOk="0">
                  <a:moveTo>
                    <a:pt x="0" y="0"/>
                  </a:moveTo>
                  <a:lnTo>
                    <a:pt x="0" y="14200"/>
                  </a:lnTo>
                  <a:lnTo>
                    <a:pt x="1176" y="14200"/>
                  </a:lnTo>
                  <a:cubicBezTo>
                    <a:pt x="1176" y="13107"/>
                    <a:pt x="1176" y="3865"/>
                    <a:pt x="1092" y="0"/>
                  </a:cubicBezTo>
                  <a:close/>
                </a:path>
              </a:pathLst>
            </a:custGeom>
            <a:solidFill>
              <a:srgbClr val="6C8C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12" name="Google Shape;1712;p39"/>
            <p:cNvSpPr/>
            <p:nvPr/>
          </p:nvSpPr>
          <p:spPr>
            <a:xfrm>
              <a:off x="2155850" y="1624500"/>
              <a:ext cx="56750" cy="1745525"/>
            </a:xfrm>
            <a:custGeom>
              <a:avLst/>
              <a:gdLst/>
              <a:ahLst/>
              <a:cxnLst/>
              <a:rect l="l" t="t" r="r" b="b"/>
              <a:pathLst>
                <a:path w="2270" h="69821" extrusionOk="0">
                  <a:moveTo>
                    <a:pt x="925" y="0"/>
                  </a:moveTo>
                  <a:cubicBezTo>
                    <a:pt x="841" y="2773"/>
                    <a:pt x="1" y="67720"/>
                    <a:pt x="1" y="69820"/>
                  </a:cubicBezTo>
                  <a:lnTo>
                    <a:pt x="2269" y="69820"/>
                  </a:lnTo>
                  <a:cubicBezTo>
                    <a:pt x="2269" y="67720"/>
                    <a:pt x="1429" y="2773"/>
                    <a:pt x="1345" y="0"/>
                  </a:cubicBezTo>
                  <a:close/>
                </a:path>
              </a:pathLst>
            </a:custGeom>
            <a:solidFill>
              <a:srgbClr val="F5F9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13" name="Google Shape;1713;p39"/>
            <p:cNvSpPr/>
            <p:nvPr/>
          </p:nvSpPr>
          <p:spPr>
            <a:xfrm>
              <a:off x="2187375" y="1624500"/>
              <a:ext cx="23125" cy="1745525"/>
            </a:xfrm>
            <a:custGeom>
              <a:avLst/>
              <a:gdLst/>
              <a:ahLst/>
              <a:cxnLst/>
              <a:rect l="l" t="t" r="r" b="b"/>
              <a:pathLst>
                <a:path w="925" h="69821" extrusionOk="0">
                  <a:moveTo>
                    <a:pt x="84" y="0"/>
                  </a:moveTo>
                  <a:lnTo>
                    <a:pt x="84" y="0"/>
                  </a:lnTo>
                  <a:cubicBezTo>
                    <a:pt x="0" y="0"/>
                    <a:pt x="168" y="69820"/>
                    <a:pt x="168" y="69820"/>
                  </a:cubicBezTo>
                  <a:lnTo>
                    <a:pt x="924" y="69820"/>
                  </a:lnTo>
                  <a:cubicBezTo>
                    <a:pt x="840" y="67720"/>
                    <a:pt x="84" y="2773"/>
                    <a:pt x="8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14" name="Google Shape;1714;p39"/>
            <p:cNvSpPr/>
            <p:nvPr/>
          </p:nvSpPr>
          <p:spPr>
            <a:xfrm>
              <a:off x="2166350" y="1191800"/>
              <a:ext cx="69350" cy="422225"/>
            </a:xfrm>
            <a:custGeom>
              <a:avLst/>
              <a:gdLst/>
              <a:ahLst/>
              <a:cxnLst/>
              <a:rect l="l" t="t" r="r" b="b"/>
              <a:pathLst>
                <a:path w="2774" h="16889" extrusionOk="0">
                  <a:moveTo>
                    <a:pt x="1009" y="0"/>
                  </a:moveTo>
                  <a:cubicBezTo>
                    <a:pt x="505" y="0"/>
                    <a:pt x="85" y="4033"/>
                    <a:pt x="85" y="8990"/>
                  </a:cubicBezTo>
                  <a:cubicBezTo>
                    <a:pt x="85" y="13947"/>
                    <a:pt x="1" y="16888"/>
                    <a:pt x="505" y="16888"/>
                  </a:cubicBezTo>
                  <a:cubicBezTo>
                    <a:pt x="1009" y="16720"/>
                    <a:pt x="1513" y="15376"/>
                    <a:pt x="2353" y="13611"/>
                  </a:cubicBezTo>
                  <a:cubicBezTo>
                    <a:pt x="2773" y="12687"/>
                    <a:pt x="1513" y="0"/>
                    <a:pt x="100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15" name="Google Shape;1715;p39"/>
            <p:cNvSpPr/>
            <p:nvPr/>
          </p:nvSpPr>
          <p:spPr>
            <a:xfrm>
              <a:off x="2193675" y="1219100"/>
              <a:ext cx="35725" cy="367600"/>
            </a:xfrm>
            <a:custGeom>
              <a:avLst/>
              <a:gdLst/>
              <a:ahLst/>
              <a:cxnLst/>
              <a:rect l="l" t="t" r="r" b="b"/>
              <a:pathLst>
                <a:path w="1429" h="14704" extrusionOk="0">
                  <a:moveTo>
                    <a:pt x="0" y="0"/>
                  </a:moveTo>
                  <a:lnTo>
                    <a:pt x="0" y="14704"/>
                  </a:lnTo>
                  <a:cubicBezTo>
                    <a:pt x="252" y="14284"/>
                    <a:pt x="588" y="13696"/>
                    <a:pt x="756" y="13107"/>
                  </a:cubicBezTo>
                  <a:lnTo>
                    <a:pt x="1092" y="12519"/>
                  </a:lnTo>
                  <a:cubicBezTo>
                    <a:pt x="1428" y="11679"/>
                    <a:pt x="588" y="2941"/>
                    <a:pt x="0" y="0"/>
                  </a:cubicBez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16" name="Google Shape;1716;p39"/>
            <p:cNvSpPr/>
            <p:nvPr/>
          </p:nvSpPr>
          <p:spPr>
            <a:xfrm>
              <a:off x="1794575" y="1620200"/>
              <a:ext cx="392825" cy="207575"/>
            </a:xfrm>
            <a:custGeom>
              <a:avLst/>
              <a:gdLst/>
              <a:ahLst/>
              <a:cxnLst/>
              <a:rect l="l" t="t" r="r" b="b"/>
              <a:pathLst>
                <a:path w="15713" h="8303" extrusionOk="0">
                  <a:moveTo>
                    <a:pt x="14375" y="0"/>
                  </a:moveTo>
                  <a:cubicBezTo>
                    <a:pt x="13695" y="0"/>
                    <a:pt x="12724" y="115"/>
                    <a:pt x="11595" y="256"/>
                  </a:cubicBezTo>
                  <a:cubicBezTo>
                    <a:pt x="10503" y="340"/>
                    <a:pt x="0" y="7818"/>
                    <a:pt x="252" y="8238"/>
                  </a:cubicBezTo>
                  <a:cubicBezTo>
                    <a:pt x="270" y="8281"/>
                    <a:pt x="326" y="8302"/>
                    <a:pt x="417" y="8302"/>
                  </a:cubicBezTo>
                  <a:cubicBezTo>
                    <a:pt x="1210" y="8302"/>
                    <a:pt x="4662" y="6726"/>
                    <a:pt x="8654" y="4541"/>
                  </a:cubicBezTo>
                  <a:cubicBezTo>
                    <a:pt x="13023" y="2021"/>
                    <a:pt x="15712" y="676"/>
                    <a:pt x="15376" y="256"/>
                  </a:cubicBezTo>
                  <a:cubicBezTo>
                    <a:pt x="15265" y="71"/>
                    <a:pt x="14910" y="0"/>
                    <a:pt x="1437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17" name="Google Shape;1717;p39"/>
            <p:cNvSpPr/>
            <p:nvPr/>
          </p:nvSpPr>
          <p:spPr>
            <a:xfrm>
              <a:off x="1823975" y="1624500"/>
              <a:ext cx="323500" cy="182750"/>
            </a:xfrm>
            <a:custGeom>
              <a:avLst/>
              <a:gdLst/>
              <a:ahLst/>
              <a:cxnLst/>
              <a:rect l="l" t="t" r="r" b="b"/>
              <a:pathLst>
                <a:path w="12940" h="7310" extrusionOk="0">
                  <a:moveTo>
                    <a:pt x="12940" y="0"/>
                  </a:moveTo>
                  <a:cubicBezTo>
                    <a:pt x="12436" y="0"/>
                    <a:pt x="11763" y="84"/>
                    <a:pt x="11175" y="168"/>
                  </a:cubicBezTo>
                  <a:cubicBezTo>
                    <a:pt x="10923" y="168"/>
                    <a:pt x="10671" y="168"/>
                    <a:pt x="10419" y="252"/>
                  </a:cubicBezTo>
                  <a:cubicBezTo>
                    <a:pt x="9663" y="420"/>
                    <a:pt x="2353" y="5461"/>
                    <a:pt x="1" y="7310"/>
                  </a:cubicBezTo>
                  <a:lnTo>
                    <a:pt x="12940" y="0"/>
                  </a:ln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18" name="Google Shape;1718;p39"/>
            <p:cNvSpPr/>
            <p:nvPr/>
          </p:nvSpPr>
          <p:spPr>
            <a:xfrm>
              <a:off x="2183150" y="1616450"/>
              <a:ext cx="378125" cy="222925"/>
            </a:xfrm>
            <a:custGeom>
              <a:avLst/>
              <a:gdLst/>
              <a:ahLst/>
              <a:cxnLst/>
              <a:rect l="l" t="t" r="r" b="b"/>
              <a:pathLst>
                <a:path w="15125" h="8917" extrusionOk="0">
                  <a:moveTo>
                    <a:pt x="506" y="0"/>
                  </a:moveTo>
                  <a:cubicBezTo>
                    <a:pt x="422" y="0"/>
                    <a:pt x="365" y="23"/>
                    <a:pt x="337" y="70"/>
                  </a:cubicBezTo>
                  <a:cubicBezTo>
                    <a:pt x="1" y="490"/>
                    <a:pt x="1093" y="1666"/>
                    <a:pt x="2269" y="3263"/>
                  </a:cubicBezTo>
                  <a:cubicBezTo>
                    <a:pt x="2835" y="4071"/>
                    <a:pt x="13806" y="8916"/>
                    <a:pt x="14877" y="8916"/>
                  </a:cubicBezTo>
                  <a:cubicBezTo>
                    <a:pt x="14920" y="8916"/>
                    <a:pt x="14947" y="8908"/>
                    <a:pt x="14956" y="8892"/>
                  </a:cubicBezTo>
                  <a:cubicBezTo>
                    <a:pt x="15124" y="8472"/>
                    <a:pt x="11932" y="6203"/>
                    <a:pt x="7479" y="3683"/>
                  </a:cubicBezTo>
                  <a:cubicBezTo>
                    <a:pt x="3598" y="1444"/>
                    <a:pt x="1175" y="0"/>
                    <a:pt x="50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19" name="Google Shape;1719;p39"/>
            <p:cNvSpPr/>
            <p:nvPr/>
          </p:nvSpPr>
          <p:spPr>
            <a:xfrm>
              <a:off x="2208375" y="1645500"/>
              <a:ext cx="321400" cy="182750"/>
            </a:xfrm>
            <a:custGeom>
              <a:avLst/>
              <a:gdLst/>
              <a:ahLst/>
              <a:cxnLst/>
              <a:rect l="l" t="t" r="r" b="b"/>
              <a:pathLst>
                <a:path w="12856" h="7310" extrusionOk="0">
                  <a:moveTo>
                    <a:pt x="0" y="0"/>
                  </a:moveTo>
                  <a:lnTo>
                    <a:pt x="0" y="0"/>
                  </a:lnTo>
                  <a:cubicBezTo>
                    <a:pt x="252" y="420"/>
                    <a:pt x="672" y="925"/>
                    <a:pt x="1008" y="1429"/>
                  </a:cubicBezTo>
                  <a:cubicBezTo>
                    <a:pt x="1092" y="1681"/>
                    <a:pt x="1345" y="1849"/>
                    <a:pt x="1429" y="1933"/>
                  </a:cubicBezTo>
                  <a:cubicBezTo>
                    <a:pt x="1849" y="2605"/>
                    <a:pt x="9914" y="6302"/>
                    <a:pt x="12855" y="7310"/>
                  </a:cubicBezTo>
                  <a:lnTo>
                    <a:pt x="0" y="0"/>
                  </a:ln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20" name="Google Shape;1720;p39"/>
            <p:cNvSpPr/>
            <p:nvPr/>
          </p:nvSpPr>
          <p:spPr>
            <a:xfrm>
              <a:off x="2162150" y="1597175"/>
              <a:ext cx="42050" cy="42050"/>
            </a:xfrm>
            <a:custGeom>
              <a:avLst/>
              <a:gdLst/>
              <a:ahLst/>
              <a:cxnLst/>
              <a:rect l="l" t="t" r="r" b="b"/>
              <a:pathLst>
                <a:path w="1682" h="1682" extrusionOk="0">
                  <a:moveTo>
                    <a:pt x="841" y="1"/>
                  </a:moveTo>
                  <a:cubicBezTo>
                    <a:pt x="337" y="1"/>
                    <a:pt x="1" y="421"/>
                    <a:pt x="1" y="841"/>
                  </a:cubicBezTo>
                  <a:cubicBezTo>
                    <a:pt x="1" y="1345"/>
                    <a:pt x="421" y="1681"/>
                    <a:pt x="841" y="1681"/>
                  </a:cubicBezTo>
                  <a:cubicBezTo>
                    <a:pt x="1261" y="1681"/>
                    <a:pt x="1681" y="1345"/>
                    <a:pt x="1681" y="841"/>
                  </a:cubicBezTo>
                  <a:cubicBezTo>
                    <a:pt x="1681" y="337"/>
                    <a:pt x="1261" y="1"/>
                    <a:pt x="84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21" name="Google Shape;1721;p39"/>
            <p:cNvSpPr/>
            <p:nvPr/>
          </p:nvSpPr>
          <p:spPr>
            <a:xfrm>
              <a:off x="2166350" y="1603475"/>
              <a:ext cx="29450" cy="31550"/>
            </a:xfrm>
            <a:custGeom>
              <a:avLst/>
              <a:gdLst/>
              <a:ahLst/>
              <a:cxnLst/>
              <a:rect l="l" t="t" r="r" b="b"/>
              <a:pathLst>
                <a:path w="1178" h="1262" extrusionOk="0">
                  <a:moveTo>
                    <a:pt x="589" y="1"/>
                  </a:moveTo>
                  <a:cubicBezTo>
                    <a:pt x="253" y="1"/>
                    <a:pt x="1" y="169"/>
                    <a:pt x="1" y="589"/>
                  </a:cubicBezTo>
                  <a:cubicBezTo>
                    <a:pt x="1" y="925"/>
                    <a:pt x="253" y="1261"/>
                    <a:pt x="589" y="1261"/>
                  </a:cubicBezTo>
                  <a:cubicBezTo>
                    <a:pt x="1009" y="1261"/>
                    <a:pt x="1177" y="925"/>
                    <a:pt x="1177" y="589"/>
                  </a:cubicBezTo>
                  <a:cubicBezTo>
                    <a:pt x="1177" y="253"/>
                    <a:pt x="925" y="1"/>
                    <a:pt x="589" y="1"/>
                  </a:cubicBezTo>
                  <a:close/>
                </a:path>
              </a:pathLst>
            </a:custGeom>
            <a:solidFill>
              <a:srgbClr val="5068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22" name="Google Shape;1722;p39"/>
            <p:cNvSpPr/>
            <p:nvPr/>
          </p:nvSpPr>
          <p:spPr>
            <a:xfrm>
              <a:off x="1370275" y="3370000"/>
              <a:ext cx="71450" cy="355000"/>
            </a:xfrm>
            <a:custGeom>
              <a:avLst/>
              <a:gdLst/>
              <a:ahLst/>
              <a:cxnLst/>
              <a:rect l="l" t="t" r="r" b="b"/>
              <a:pathLst>
                <a:path w="2858" h="14200" extrusionOk="0">
                  <a:moveTo>
                    <a:pt x="84" y="0"/>
                  </a:moveTo>
                  <a:cubicBezTo>
                    <a:pt x="84" y="3865"/>
                    <a:pt x="84" y="13107"/>
                    <a:pt x="0" y="14200"/>
                  </a:cubicBezTo>
                  <a:lnTo>
                    <a:pt x="2857" y="14200"/>
                  </a:lnTo>
                  <a:cubicBezTo>
                    <a:pt x="2857" y="13107"/>
                    <a:pt x="2857" y="3865"/>
                    <a:pt x="2689" y="0"/>
                  </a:cubicBezTo>
                  <a:close/>
                </a:path>
              </a:pathLst>
            </a:custGeom>
            <a:solidFill>
              <a:srgbClr val="4054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23" name="Google Shape;1723;p39"/>
            <p:cNvSpPr/>
            <p:nvPr/>
          </p:nvSpPr>
          <p:spPr>
            <a:xfrm>
              <a:off x="1410175" y="3370000"/>
              <a:ext cx="31550" cy="355000"/>
            </a:xfrm>
            <a:custGeom>
              <a:avLst/>
              <a:gdLst/>
              <a:ahLst/>
              <a:cxnLst/>
              <a:rect l="l" t="t" r="r" b="b"/>
              <a:pathLst>
                <a:path w="1262" h="14200" extrusionOk="0">
                  <a:moveTo>
                    <a:pt x="1" y="0"/>
                  </a:moveTo>
                  <a:lnTo>
                    <a:pt x="1" y="14200"/>
                  </a:lnTo>
                  <a:lnTo>
                    <a:pt x="1261" y="14200"/>
                  </a:lnTo>
                  <a:cubicBezTo>
                    <a:pt x="1261" y="13107"/>
                    <a:pt x="1261" y="3865"/>
                    <a:pt x="1093" y="0"/>
                  </a:cubicBezTo>
                  <a:close/>
                </a:path>
              </a:pathLst>
            </a:custGeom>
            <a:solidFill>
              <a:srgbClr val="6C8C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24" name="Google Shape;1724;p39"/>
            <p:cNvSpPr/>
            <p:nvPr/>
          </p:nvSpPr>
          <p:spPr>
            <a:xfrm>
              <a:off x="1378675" y="1624500"/>
              <a:ext cx="56750" cy="1745525"/>
            </a:xfrm>
            <a:custGeom>
              <a:avLst/>
              <a:gdLst/>
              <a:ahLst/>
              <a:cxnLst/>
              <a:rect l="l" t="t" r="r" b="b"/>
              <a:pathLst>
                <a:path w="2270" h="69821" extrusionOk="0">
                  <a:moveTo>
                    <a:pt x="925" y="0"/>
                  </a:moveTo>
                  <a:cubicBezTo>
                    <a:pt x="841" y="2773"/>
                    <a:pt x="85" y="67720"/>
                    <a:pt x="1" y="69820"/>
                  </a:cubicBezTo>
                  <a:lnTo>
                    <a:pt x="2269" y="69820"/>
                  </a:lnTo>
                  <a:cubicBezTo>
                    <a:pt x="2185" y="67720"/>
                    <a:pt x="1429" y="2773"/>
                    <a:pt x="1345" y="0"/>
                  </a:cubicBezTo>
                  <a:close/>
                </a:path>
              </a:pathLst>
            </a:custGeom>
            <a:solidFill>
              <a:srgbClr val="F5F9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25" name="Google Shape;1725;p39"/>
            <p:cNvSpPr/>
            <p:nvPr/>
          </p:nvSpPr>
          <p:spPr>
            <a:xfrm>
              <a:off x="1405975" y="1624500"/>
              <a:ext cx="25250" cy="1745525"/>
            </a:xfrm>
            <a:custGeom>
              <a:avLst/>
              <a:gdLst/>
              <a:ahLst/>
              <a:cxnLst/>
              <a:rect l="l" t="t" r="r" b="b"/>
              <a:pathLst>
                <a:path w="1010" h="69821" extrusionOk="0">
                  <a:moveTo>
                    <a:pt x="169" y="0"/>
                  </a:moveTo>
                  <a:lnTo>
                    <a:pt x="169" y="0"/>
                  </a:lnTo>
                  <a:cubicBezTo>
                    <a:pt x="1" y="0"/>
                    <a:pt x="253" y="69820"/>
                    <a:pt x="253" y="69820"/>
                  </a:cubicBezTo>
                  <a:lnTo>
                    <a:pt x="1009" y="69820"/>
                  </a:lnTo>
                  <a:cubicBezTo>
                    <a:pt x="1009" y="67720"/>
                    <a:pt x="253" y="2773"/>
                    <a:pt x="16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26" name="Google Shape;1726;p39"/>
            <p:cNvSpPr/>
            <p:nvPr/>
          </p:nvSpPr>
          <p:spPr>
            <a:xfrm>
              <a:off x="1122425" y="1286175"/>
              <a:ext cx="283575" cy="332825"/>
            </a:xfrm>
            <a:custGeom>
              <a:avLst/>
              <a:gdLst/>
              <a:ahLst/>
              <a:cxnLst/>
              <a:rect l="l" t="t" r="r" b="b"/>
              <a:pathLst>
                <a:path w="11343" h="13313" extrusionOk="0">
                  <a:moveTo>
                    <a:pt x="443" y="1"/>
                  </a:moveTo>
                  <a:cubicBezTo>
                    <a:pt x="434" y="1"/>
                    <a:pt x="426" y="2"/>
                    <a:pt x="420" y="6"/>
                  </a:cubicBezTo>
                  <a:cubicBezTo>
                    <a:pt x="0" y="342"/>
                    <a:pt x="2353" y="3703"/>
                    <a:pt x="5629" y="7484"/>
                  </a:cubicBezTo>
                  <a:cubicBezTo>
                    <a:pt x="8620" y="11025"/>
                    <a:pt x="10431" y="13313"/>
                    <a:pt x="10994" y="13313"/>
                  </a:cubicBezTo>
                  <a:cubicBezTo>
                    <a:pt x="11032" y="13313"/>
                    <a:pt x="11064" y="13302"/>
                    <a:pt x="11091" y="13281"/>
                  </a:cubicBezTo>
                  <a:cubicBezTo>
                    <a:pt x="11343" y="13113"/>
                    <a:pt x="10839" y="11601"/>
                    <a:pt x="10335" y="9668"/>
                  </a:cubicBezTo>
                  <a:cubicBezTo>
                    <a:pt x="10003" y="8757"/>
                    <a:pt x="1092" y="1"/>
                    <a:pt x="44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27" name="Google Shape;1727;p39"/>
            <p:cNvSpPr/>
            <p:nvPr/>
          </p:nvSpPr>
          <p:spPr>
            <a:xfrm>
              <a:off x="1153925" y="1309425"/>
              <a:ext cx="239475" cy="279375"/>
            </a:xfrm>
            <a:custGeom>
              <a:avLst/>
              <a:gdLst/>
              <a:ahLst/>
              <a:cxnLst/>
              <a:rect l="l" t="t" r="r" b="b"/>
              <a:pathLst>
                <a:path w="9579" h="11175" extrusionOk="0">
                  <a:moveTo>
                    <a:pt x="0" y="0"/>
                  </a:moveTo>
                  <a:lnTo>
                    <a:pt x="9579" y="11175"/>
                  </a:lnTo>
                  <a:cubicBezTo>
                    <a:pt x="9495" y="10671"/>
                    <a:pt x="9243" y="9999"/>
                    <a:pt x="9075" y="9494"/>
                  </a:cubicBezTo>
                  <a:cubicBezTo>
                    <a:pt x="8991" y="9326"/>
                    <a:pt x="8991" y="9074"/>
                    <a:pt x="8823" y="8906"/>
                  </a:cubicBezTo>
                  <a:cubicBezTo>
                    <a:pt x="8654" y="8150"/>
                    <a:pt x="2353" y="1849"/>
                    <a:pt x="0" y="0"/>
                  </a:cubicBez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28" name="Google Shape;1728;p39"/>
            <p:cNvSpPr/>
            <p:nvPr/>
          </p:nvSpPr>
          <p:spPr>
            <a:xfrm>
              <a:off x="1233750" y="1630400"/>
              <a:ext cx="184850" cy="389300"/>
            </a:xfrm>
            <a:custGeom>
              <a:avLst/>
              <a:gdLst/>
              <a:ahLst/>
              <a:cxnLst/>
              <a:rect l="l" t="t" r="r" b="b"/>
              <a:pathLst>
                <a:path w="7394" h="15572" extrusionOk="0">
                  <a:moveTo>
                    <a:pt x="6801" y="0"/>
                  </a:moveTo>
                  <a:cubicBezTo>
                    <a:pt x="6338" y="0"/>
                    <a:pt x="5364" y="1111"/>
                    <a:pt x="3949" y="2369"/>
                  </a:cubicBezTo>
                  <a:cubicBezTo>
                    <a:pt x="3277" y="3125"/>
                    <a:pt x="0" y="15476"/>
                    <a:pt x="504" y="15560"/>
                  </a:cubicBezTo>
                  <a:cubicBezTo>
                    <a:pt x="518" y="15568"/>
                    <a:pt x="533" y="15572"/>
                    <a:pt x="550" y="15572"/>
                  </a:cubicBezTo>
                  <a:cubicBezTo>
                    <a:pt x="1049" y="15572"/>
                    <a:pt x="2911" y="11966"/>
                    <a:pt x="4537" y="7494"/>
                  </a:cubicBezTo>
                  <a:cubicBezTo>
                    <a:pt x="6302" y="2873"/>
                    <a:pt x="7394" y="184"/>
                    <a:pt x="6890" y="16"/>
                  </a:cubicBezTo>
                  <a:cubicBezTo>
                    <a:pt x="6863" y="5"/>
                    <a:pt x="6833" y="0"/>
                    <a:pt x="680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29" name="Google Shape;1729;p39"/>
            <p:cNvSpPr/>
            <p:nvPr/>
          </p:nvSpPr>
          <p:spPr>
            <a:xfrm>
              <a:off x="1252650" y="1649700"/>
              <a:ext cx="130250" cy="344500"/>
            </a:xfrm>
            <a:custGeom>
              <a:avLst/>
              <a:gdLst/>
              <a:ahLst/>
              <a:cxnLst/>
              <a:rect l="l" t="t" r="r" b="b"/>
              <a:pathLst>
                <a:path w="5210" h="13780" extrusionOk="0">
                  <a:moveTo>
                    <a:pt x="5210" y="0"/>
                  </a:moveTo>
                  <a:cubicBezTo>
                    <a:pt x="4789" y="336"/>
                    <a:pt x="4369" y="841"/>
                    <a:pt x="3949" y="1261"/>
                  </a:cubicBezTo>
                  <a:lnTo>
                    <a:pt x="3445" y="1765"/>
                  </a:lnTo>
                  <a:cubicBezTo>
                    <a:pt x="2941" y="2353"/>
                    <a:pt x="504" y="10755"/>
                    <a:pt x="0" y="13780"/>
                  </a:cubicBezTo>
                  <a:lnTo>
                    <a:pt x="5210" y="0"/>
                  </a:ln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30" name="Google Shape;1730;p39"/>
            <p:cNvSpPr/>
            <p:nvPr/>
          </p:nvSpPr>
          <p:spPr>
            <a:xfrm>
              <a:off x="1410175" y="1554075"/>
              <a:ext cx="430475" cy="96000"/>
            </a:xfrm>
            <a:custGeom>
              <a:avLst/>
              <a:gdLst/>
              <a:ahLst/>
              <a:cxnLst/>
              <a:rect l="l" t="t" r="r" b="b"/>
              <a:pathLst>
                <a:path w="17219" h="3840" extrusionOk="0">
                  <a:moveTo>
                    <a:pt x="15662" y="1"/>
                  </a:moveTo>
                  <a:cubicBezTo>
                    <a:pt x="14040" y="1"/>
                    <a:pt x="11173" y="335"/>
                    <a:pt x="7983" y="885"/>
                  </a:cubicBezTo>
                  <a:cubicBezTo>
                    <a:pt x="3026" y="1725"/>
                    <a:pt x="1" y="2145"/>
                    <a:pt x="85" y="2565"/>
                  </a:cubicBezTo>
                  <a:cubicBezTo>
                    <a:pt x="169" y="2985"/>
                    <a:pt x="1681" y="3321"/>
                    <a:pt x="3614" y="3825"/>
                  </a:cubicBezTo>
                  <a:cubicBezTo>
                    <a:pt x="3654" y="3835"/>
                    <a:pt x="3710" y="3839"/>
                    <a:pt x="3780" y="3839"/>
                  </a:cubicBezTo>
                  <a:cubicBezTo>
                    <a:pt x="5613" y="3839"/>
                    <a:pt x="17219" y="782"/>
                    <a:pt x="17057" y="297"/>
                  </a:cubicBezTo>
                  <a:cubicBezTo>
                    <a:pt x="17028" y="93"/>
                    <a:pt x="16518" y="1"/>
                    <a:pt x="1566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31" name="Google Shape;1731;p39"/>
            <p:cNvSpPr/>
            <p:nvPr/>
          </p:nvSpPr>
          <p:spPr>
            <a:xfrm>
              <a:off x="1437500" y="1567775"/>
              <a:ext cx="371800" cy="76125"/>
            </a:xfrm>
            <a:custGeom>
              <a:avLst/>
              <a:gdLst/>
              <a:ahLst/>
              <a:cxnLst/>
              <a:rect l="l" t="t" r="r" b="b"/>
              <a:pathLst>
                <a:path w="14872" h="3045" extrusionOk="0">
                  <a:moveTo>
                    <a:pt x="14872" y="1"/>
                  </a:moveTo>
                  <a:lnTo>
                    <a:pt x="0" y="2437"/>
                  </a:lnTo>
                  <a:cubicBezTo>
                    <a:pt x="588" y="2521"/>
                    <a:pt x="1176" y="2773"/>
                    <a:pt x="1849" y="2857"/>
                  </a:cubicBezTo>
                  <a:cubicBezTo>
                    <a:pt x="2017" y="2941"/>
                    <a:pt x="2269" y="2941"/>
                    <a:pt x="2521" y="3025"/>
                  </a:cubicBezTo>
                  <a:cubicBezTo>
                    <a:pt x="2560" y="3038"/>
                    <a:pt x="2621" y="3045"/>
                    <a:pt x="2702" y="3045"/>
                  </a:cubicBezTo>
                  <a:cubicBezTo>
                    <a:pt x="4170" y="3045"/>
                    <a:pt x="12163" y="956"/>
                    <a:pt x="14872" y="1"/>
                  </a:cubicBez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32" name="Google Shape;1732;p39"/>
            <p:cNvSpPr/>
            <p:nvPr/>
          </p:nvSpPr>
          <p:spPr>
            <a:xfrm>
              <a:off x="1380775" y="1599525"/>
              <a:ext cx="50450" cy="45750"/>
            </a:xfrm>
            <a:custGeom>
              <a:avLst/>
              <a:gdLst/>
              <a:ahLst/>
              <a:cxnLst/>
              <a:rect l="l" t="t" r="r" b="b"/>
              <a:pathLst>
                <a:path w="2018" h="1830" extrusionOk="0">
                  <a:moveTo>
                    <a:pt x="1045" y="0"/>
                  </a:moveTo>
                  <a:cubicBezTo>
                    <a:pt x="836" y="0"/>
                    <a:pt x="619" y="84"/>
                    <a:pt x="421" y="243"/>
                  </a:cubicBezTo>
                  <a:cubicBezTo>
                    <a:pt x="1" y="579"/>
                    <a:pt x="1" y="1083"/>
                    <a:pt x="337" y="1503"/>
                  </a:cubicBezTo>
                  <a:cubicBezTo>
                    <a:pt x="470" y="1725"/>
                    <a:pt x="673" y="1830"/>
                    <a:pt x="909" y="1830"/>
                  </a:cubicBezTo>
                  <a:cubicBezTo>
                    <a:pt x="1121" y="1830"/>
                    <a:pt x="1359" y="1746"/>
                    <a:pt x="1597" y="1587"/>
                  </a:cubicBezTo>
                  <a:cubicBezTo>
                    <a:pt x="1849" y="1251"/>
                    <a:pt x="2017" y="747"/>
                    <a:pt x="1681" y="327"/>
                  </a:cubicBezTo>
                  <a:cubicBezTo>
                    <a:pt x="1504" y="105"/>
                    <a:pt x="1279" y="0"/>
                    <a:pt x="104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33" name="Google Shape;1733;p39"/>
            <p:cNvSpPr/>
            <p:nvPr/>
          </p:nvSpPr>
          <p:spPr>
            <a:xfrm>
              <a:off x="1389175" y="1607600"/>
              <a:ext cx="33625" cy="29600"/>
            </a:xfrm>
            <a:custGeom>
              <a:avLst/>
              <a:gdLst/>
              <a:ahLst/>
              <a:cxnLst/>
              <a:rect l="l" t="t" r="r" b="b"/>
              <a:pathLst>
                <a:path w="1345" h="1184" extrusionOk="0">
                  <a:moveTo>
                    <a:pt x="565" y="1"/>
                  </a:moveTo>
                  <a:cubicBezTo>
                    <a:pt x="452" y="1"/>
                    <a:pt x="342" y="28"/>
                    <a:pt x="253" y="88"/>
                  </a:cubicBezTo>
                  <a:cubicBezTo>
                    <a:pt x="85" y="340"/>
                    <a:pt x="1" y="676"/>
                    <a:pt x="169" y="928"/>
                  </a:cubicBezTo>
                  <a:cubicBezTo>
                    <a:pt x="331" y="1091"/>
                    <a:pt x="564" y="1184"/>
                    <a:pt x="754" y="1184"/>
                  </a:cubicBezTo>
                  <a:cubicBezTo>
                    <a:pt x="858" y="1184"/>
                    <a:pt x="949" y="1156"/>
                    <a:pt x="1009" y="1096"/>
                  </a:cubicBezTo>
                  <a:cubicBezTo>
                    <a:pt x="1261" y="844"/>
                    <a:pt x="1345" y="508"/>
                    <a:pt x="1093" y="256"/>
                  </a:cubicBezTo>
                  <a:cubicBezTo>
                    <a:pt x="984" y="93"/>
                    <a:pt x="771" y="1"/>
                    <a:pt x="565" y="1"/>
                  </a:cubicBezTo>
                  <a:close/>
                </a:path>
              </a:pathLst>
            </a:custGeom>
            <a:solidFill>
              <a:srgbClr val="5068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34" name="Google Shape;1734;p39"/>
            <p:cNvSpPr/>
            <p:nvPr/>
          </p:nvSpPr>
          <p:spPr>
            <a:xfrm>
              <a:off x="645600" y="3370000"/>
              <a:ext cx="71450" cy="355000"/>
            </a:xfrm>
            <a:custGeom>
              <a:avLst/>
              <a:gdLst/>
              <a:ahLst/>
              <a:cxnLst/>
              <a:rect l="l" t="t" r="r" b="b"/>
              <a:pathLst>
                <a:path w="2858" h="14200" extrusionOk="0">
                  <a:moveTo>
                    <a:pt x="85" y="0"/>
                  </a:moveTo>
                  <a:cubicBezTo>
                    <a:pt x="85" y="3865"/>
                    <a:pt x="85" y="13107"/>
                    <a:pt x="1" y="14200"/>
                  </a:cubicBezTo>
                  <a:lnTo>
                    <a:pt x="2857" y="14200"/>
                  </a:lnTo>
                  <a:cubicBezTo>
                    <a:pt x="2857" y="13107"/>
                    <a:pt x="2857" y="3865"/>
                    <a:pt x="2689" y="0"/>
                  </a:cubicBezTo>
                  <a:close/>
                </a:path>
              </a:pathLst>
            </a:custGeom>
            <a:solidFill>
              <a:srgbClr val="4054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35" name="Google Shape;1735;p39"/>
            <p:cNvSpPr/>
            <p:nvPr/>
          </p:nvSpPr>
          <p:spPr>
            <a:xfrm>
              <a:off x="685525" y="3370000"/>
              <a:ext cx="31525" cy="355000"/>
            </a:xfrm>
            <a:custGeom>
              <a:avLst/>
              <a:gdLst/>
              <a:ahLst/>
              <a:cxnLst/>
              <a:rect l="l" t="t" r="r" b="b"/>
              <a:pathLst>
                <a:path w="1261" h="14200" extrusionOk="0">
                  <a:moveTo>
                    <a:pt x="0" y="0"/>
                  </a:moveTo>
                  <a:lnTo>
                    <a:pt x="0" y="14200"/>
                  </a:lnTo>
                  <a:lnTo>
                    <a:pt x="1260" y="14200"/>
                  </a:lnTo>
                  <a:cubicBezTo>
                    <a:pt x="1260" y="13107"/>
                    <a:pt x="1260" y="3865"/>
                    <a:pt x="1092" y="0"/>
                  </a:cubicBezTo>
                  <a:close/>
                </a:path>
              </a:pathLst>
            </a:custGeom>
            <a:solidFill>
              <a:srgbClr val="6C8C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36" name="Google Shape;1736;p39"/>
            <p:cNvSpPr/>
            <p:nvPr/>
          </p:nvSpPr>
          <p:spPr>
            <a:xfrm>
              <a:off x="654000" y="1624500"/>
              <a:ext cx="56750" cy="1745525"/>
            </a:xfrm>
            <a:custGeom>
              <a:avLst/>
              <a:gdLst/>
              <a:ahLst/>
              <a:cxnLst/>
              <a:rect l="l" t="t" r="r" b="b"/>
              <a:pathLst>
                <a:path w="2270" h="69821" extrusionOk="0">
                  <a:moveTo>
                    <a:pt x="925" y="0"/>
                  </a:moveTo>
                  <a:cubicBezTo>
                    <a:pt x="841" y="2773"/>
                    <a:pt x="85" y="67720"/>
                    <a:pt x="1" y="69820"/>
                  </a:cubicBezTo>
                  <a:lnTo>
                    <a:pt x="2269" y="69820"/>
                  </a:lnTo>
                  <a:cubicBezTo>
                    <a:pt x="2185" y="67720"/>
                    <a:pt x="1429" y="2773"/>
                    <a:pt x="1345" y="0"/>
                  </a:cubicBezTo>
                  <a:close/>
                </a:path>
              </a:pathLst>
            </a:custGeom>
            <a:solidFill>
              <a:srgbClr val="F5F9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37" name="Google Shape;1737;p39"/>
            <p:cNvSpPr/>
            <p:nvPr/>
          </p:nvSpPr>
          <p:spPr>
            <a:xfrm>
              <a:off x="681325" y="1624500"/>
              <a:ext cx="25225" cy="1745525"/>
            </a:xfrm>
            <a:custGeom>
              <a:avLst/>
              <a:gdLst/>
              <a:ahLst/>
              <a:cxnLst/>
              <a:rect l="l" t="t" r="r" b="b"/>
              <a:pathLst>
                <a:path w="1009" h="69821" extrusionOk="0">
                  <a:moveTo>
                    <a:pt x="168" y="0"/>
                  </a:moveTo>
                  <a:cubicBezTo>
                    <a:pt x="0" y="0"/>
                    <a:pt x="252" y="69820"/>
                    <a:pt x="252" y="69820"/>
                  </a:cubicBezTo>
                  <a:lnTo>
                    <a:pt x="1008" y="69820"/>
                  </a:lnTo>
                  <a:cubicBezTo>
                    <a:pt x="1008" y="67720"/>
                    <a:pt x="252" y="2773"/>
                    <a:pt x="16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38" name="Google Shape;1738;p39"/>
            <p:cNvSpPr/>
            <p:nvPr/>
          </p:nvSpPr>
          <p:spPr>
            <a:xfrm>
              <a:off x="244425" y="1585750"/>
              <a:ext cx="430625" cy="68875"/>
            </a:xfrm>
            <a:custGeom>
              <a:avLst/>
              <a:gdLst/>
              <a:ahLst/>
              <a:cxnLst/>
              <a:rect l="l" t="t" r="r" b="b"/>
              <a:pathLst>
                <a:path w="17225" h="2755" extrusionOk="0">
                  <a:moveTo>
                    <a:pt x="13288" y="0"/>
                  </a:moveTo>
                  <a:cubicBezTo>
                    <a:pt x="10899" y="0"/>
                    <a:pt x="0" y="1757"/>
                    <a:pt x="0" y="2222"/>
                  </a:cubicBezTo>
                  <a:cubicBezTo>
                    <a:pt x="0" y="2584"/>
                    <a:pt x="1525" y="2755"/>
                    <a:pt x="3871" y="2755"/>
                  </a:cubicBezTo>
                  <a:cubicBezTo>
                    <a:pt x="5340" y="2755"/>
                    <a:pt x="7132" y="2688"/>
                    <a:pt x="9074" y="2558"/>
                  </a:cubicBezTo>
                  <a:cubicBezTo>
                    <a:pt x="14115" y="2222"/>
                    <a:pt x="17056" y="2138"/>
                    <a:pt x="17056" y="1634"/>
                  </a:cubicBezTo>
                  <a:cubicBezTo>
                    <a:pt x="17224" y="1214"/>
                    <a:pt x="15712" y="794"/>
                    <a:pt x="13695" y="38"/>
                  </a:cubicBezTo>
                  <a:cubicBezTo>
                    <a:pt x="13625" y="12"/>
                    <a:pt x="13486" y="0"/>
                    <a:pt x="1328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39" name="Google Shape;1739;p39"/>
            <p:cNvSpPr/>
            <p:nvPr/>
          </p:nvSpPr>
          <p:spPr>
            <a:xfrm>
              <a:off x="271725" y="1591650"/>
              <a:ext cx="373900" cy="45475"/>
            </a:xfrm>
            <a:custGeom>
              <a:avLst/>
              <a:gdLst/>
              <a:ahLst/>
              <a:cxnLst/>
              <a:rect l="l" t="t" r="r" b="b"/>
              <a:pathLst>
                <a:path w="14956" h="1819" extrusionOk="0">
                  <a:moveTo>
                    <a:pt x="12119" y="1"/>
                  </a:moveTo>
                  <a:cubicBezTo>
                    <a:pt x="10095" y="1"/>
                    <a:pt x="2774" y="1144"/>
                    <a:pt x="0" y="1818"/>
                  </a:cubicBezTo>
                  <a:lnTo>
                    <a:pt x="14956" y="894"/>
                  </a:lnTo>
                  <a:cubicBezTo>
                    <a:pt x="14452" y="642"/>
                    <a:pt x="13779" y="474"/>
                    <a:pt x="13275" y="222"/>
                  </a:cubicBezTo>
                  <a:cubicBezTo>
                    <a:pt x="13023" y="138"/>
                    <a:pt x="12855" y="138"/>
                    <a:pt x="12603" y="54"/>
                  </a:cubicBezTo>
                  <a:cubicBezTo>
                    <a:pt x="12531" y="18"/>
                    <a:pt x="12363" y="1"/>
                    <a:pt x="12119" y="1"/>
                  </a:cubicBez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40" name="Google Shape;1740;p39"/>
            <p:cNvSpPr/>
            <p:nvPr/>
          </p:nvSpPr>
          <p:spPr>
            <a:xfrm>
              <a:off x="677125" y="1625850"/>
              <a:ext cx="247875" cy="357900"/>
            </a:xfrm>
            <a:custGeom>
              <a:avLst/>
              <a:gdLst/>
              <a:ahLst/>
              <a:cxnLst/>
              <a:rect l="l" t="t" r="r" b="b"/>
              <a:pathLst>
                <a:path w="9915" h="14316" extrusionOk="0">
                  <a:moveTo>
                    <a:pt x="507" y="0"/>
                  </a:moveTo>
                  <a:cubicBezTo>
                    <a:pt x="474" y="0"/>
                    <a:pt x="445" y="10"/>
                    <a:pt x="420" y="30"/>
                  </a:cubicBezTo>
                  <a:cubicBezTo>
                    <a:pt x="0" y="366"/>
                    <a:pt x="420" y="1711"/>
                    <a:pt x="672" y="3727"/>
                  </a:cubicBezTo>
                  <a:cubicBezTo>
                    <a:pt x="922" y="4727"/>
                    <a:pt x="9018" y="14316"/>
                    <a:pt x="9484" y="14316"/>
                  </a:cubicBezTo>
                  <a:cubicBezTo>
                    <a:pt x="9488" y="14316"/>
                    <a:pt x="9491" y="14315"/>
                    <a:pt x="9494" y="14313"/>
                  </a:cubicBezTo>
                  <a:cubicBezTo>
                    <a:pt x="9914" y="13977"/>
                    <a:pt x="8066" y="10533"/>
                    <a:pt x="5209" y="6332"/>
                  </a:cubicBezTo>
                  <a:cubicBezTo>
                    <a:pt x="2523" y="2460"/>
                    <a:pt x="1025" y="0"/>
                    <a:pt x="50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41" name="Google Shape;1741;p39"/>
            <p:cNvSpPr/>
            <p:nvPr/>
          </p:nvSpPr>
          <p:spPr>
            <a:xfrm>
              <a:off x="689725" y="1658100"/>
              <a:ext cx="207975" cy="304600"/>
            </a:xfrm>
            <a:custGeom>
              <a:avLst/>
              <a:gdLst/>
              <a:ahLst/>
              <a:cxnLst/>
              <a:rect l="l" t="t" r="r" b="b"/>
              <a:pathLst>
                <a:path w="8319" h="12184" extrusionOk="0">
                  <a:moveTo>
                    <a:pt x="0" y="0"/>
                  </a:moveTo>
                  <a:lnTo>
                    <a:pt x="0" y="0"/>
                  </a:lnTo>
                  <a:cubicBezTo>
                    <a:pt x="84" y="505"/>
                    <a:pt x="252" y="1177"/>
                    <a:pt x="336" y="1765"/>
                  </a:cubicBezTo>
                  <a:cubicBezTo>
                    <a:pt x="336" y="1933"/>
                    <a:pt x="420" y="2185"/>
                    <a:pt x="420" y="2521"/>
                  </a:cubicBezTo>
                  <a:cubicBezTo>
                    <a:pt x="504" y="3109"/>
                    <a:pt x="6218" y="9999"/>
                    <a:pt x="8318" y="12183"/>
                  </a:cubicBezTo>
                  <a:lnTo>
                    <a:pt x="0" y="0"/>
                  </a:ln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42" name="Google Shape;1742;p39"/>
            <p:cNvSpPr/>
            <p:nvPr/>
          </p:nvSpPr>
          <p:spPr>
            <a:xfrm>
              <a:off x="668700" y="1242050"/>
              <a:ext cx="222700" cy="374525"/>
            </a:xfrm>
            <a:custGeom>
              <a:avLst/>
              <a:gdLst/>
              <a:ahLst/>
              <a:cxnLst/>
              <a:rect l="l" t="t" r="r" b="b"/>
              <a:pathLst>
                <a:path w="8908" h="14981" extrusionOk="0">
                  <a:moveTo>
                    <a:pt x="8454" y="1"/>
                  </a:moveTo>
                  <a:cubicBezTo>
                    <a:pt x="7962" y="1"/>
                    <a:pt x="5830" y="3308"/>
                    <a:pt x="3698" y="7736"/>
                  </a:cubicBezTo>
                  <a:cubicBezTo>
                    <a:pt x="1429" y="12105"/>
                    <a:pt x="1" y="14710"/>
                    <a:pt x="505" y="14962"/>
                  </a:cubicBezTo>
                  <a:cubicBezTo>
                    <a:pt x="530" y="14974"/>
                    <a:pt x="559" y="14980"/>
                    <a:pt x="593" y="14980"/>
                  </a:cubicBezTo>
                  <a:cubicBezTo>
                    <a:pt x="1016" y="14980"/>
                    <a:pt x="2135" y="14029"/>
                    <a:pt x="3614" y="12862"/>
                  </a:cubicBezTo>
                  <a:cubicBezTo>
                    <a:pt x="4454" y="12189"/>
                    <a:pt x="8907" y="259"/>
                    <a:pt x="8487" y="7"/>
                  </a:cubicBezTo>
                  <a:cubicBezTo>
                    <a:pt x="8477" y="3"/>
                    <a:pt x="8466" y="1"/>
                    <a:pt x="845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43" name="Google Shape;1743;p39"/>
            <p:cNvSpPr/>
            <p:nvPr/>
          </p:nvSpPr>
          <p:spPr>
            <a:xfrm>
              <a:off x="706525" y="1269500"/>
              <a:ext cx="163850" cy="327700"/>
            </a:xfrm>
            <a:custGeom>
              <a:avLst/>
              <a:gdLst/>
              <a:ahLst/>
              <a:cxnLst/>
              <a:rect l="l" t="t" r="r" b="b"/>
              <a:pathLst>
                <a:path w="6554" h="13108" extrusionOk="0">
                  <a:moveTo>
                    <a:pt x="6554" y="1"/>
                  </a:moveTo>
                  <a:lnTo>
                    <a:pt x="0" y="13108"/>
                  </a:lnTo>
                  <a:cubicBezTo>
                    <a:pt x="420" y="12772"/>
                    <a:pt x="925" y="12352"/>
                    <a:pt x="1345" y="11932"/>
                  </a:cubicBezTo>
                  <a:cubicBezTo>
                    <a:pt x="1513" y="11848"/>
                    <a:pt x="1681" y="11596"/>
                    <a:pt x="1849" y="11511"/>
                  </a:cubicBezTo>
                  <a:cubicBezTo>
                    <a:pt x="2521" y="11091"/>
                    <a:pt x="5714" y="2942"/>
                    <a:pt x="6554" y="1"/>
                  </a:cubicBez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44" name="Google Shape;1744;p39"/>
            <p:cNvSpPr/>
            <p:nvPr/>
          </p:nvSpPr>
          <p:spPr>
            <a:xfrm>
              <a:off x="658200" y="1599275"/>
              <a:ext cx="44150" cy="46250"/>
            </a:xfrm>
            <a:custGeom>
              <a:avLst/>
              <a:gdLst/>
              <a:ahLst/>
              <a:cxnLst/>
              <a:rect l="l" t="t" r="r" b="b"/>
              <a:pathLst>
                <a:path w="1766" h="1850" extrusionOk="0">
                  <a:moveTo>
                    <a:pt x="841" y="1"/>
                  </a:moveTo>
                  <a:cubicBezTo>
                    <a:pt x="337" y="1"/>
                    <a:pt x="1" y="421"/>
                    <a:pt x="1" y="1009"/>
                  </a:cubicBezTo>
                  <a:cubicBezTo>
                    <a:pt x="1" y="1513"/>
                    <a:pt x="421" y="1849"/>
                    <a:pt x="925" y="1849"/>
                  </a:cubicBezTo>
                  <a:cubicBezTo>
                    <a:pt x="1429" y="1849"/>
                    <a:pt x="1765" y="1429"/>
                    <a:pt x="1765" y="841"/>
                  </a:cubicBezTo>
                  <a:cubicBezTo>
                    <a:pt x="1765" y="421"/>
                    <a:pt x="1345" y="1"/>
                    <a:pt x="84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45" name="Google Shape;1745;p39"/>
            <p:cNvSpPr/>
            <p:nvPr/>
          </p:nvSpPr>
          <p:spPr>
            <a:xfrm>
              <a:off x="666600" y="1607675"/>
              <a:ext cx="29450" cy="29450"/>
            </a:xfrm>
            <a:custGeom>
              <a:avLst/>
              <a:gdLst/>
              <a:ahLst/>
              <a:cxnLst/>
              <a:rect l="l" t="t" r="r" b="b"/>
              <a:pathLst>
                <a:path w="1178" h="1178" extrusionOk="0">
                  <a:moveTo>
                    <a:pt x="505" y="1"/>
                  </a:moveTo>
                  <a:cubicBezTo>
                    <a:pt x="169" y="1"/>
                    <a:pt x="1" y="337"/>
                    <a:pt x="1" y="673"/>
                  </a:cubicBezTo>
                  <a:cubicBezTo>
                    <a:pt x="1" y="925"/>
                    <a:pt x="337" y="1177"/>
                    <a:pt x="589" y="1177"/>
                  </a:cubicBezTo>
                  <a:cubicBezTo>
                    <a:pt x="925" y="1177"/>
                    <a:pt x="1177" y="841"/>
                    <a:pt x="1177" y="505"/>
                  </a:cubicBezTo>
                  <a:cubicBezTo>
                    <a:pt x="1093" y="253"/>
                    <a:pt x="841" y="1"/>
                    <a:pt x="505" y="1"/>
                  </a:cubicBezTo>
                  <a:close/>
                </a:path>
              </a:pathLst>
            </a:custGeom>
            <a:solidFill>
              <a:srgbClr val="5068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46" name="Google Shape;1746;p39"/>
            <p:cNvSpPr/>
            <p:nvPr/>
          </p:nvSpPr>
          <p:spPr>
            <a:xfrm>
              <a:off x="231800" y="1194350"/>
              <a:ext cx="943150" cy="854375"/>
            </a:xfrm>
            <a:custGeom>
              <a:avLst/>
              <a:gdLst/>
              <a:ahLst/>
              <a:cxnLst/>
              <a:rect l="l" t="t" r="r" b="b"/>
              <a:pathLst>
                <a:path w="37726" h="34175" extrusionOk="0">
                  <a:moveTo>
                    <a:pt x="18052" y="0"/>
                  </a:moveTo>
                  <a:cubicBezTo>
                    <a:pt x="17660" y="0"/>
                    <a:pt x="17272" y="21"/>
                    <a:pt x="16889" y="66"/>
                  </a:cubicBezTo>
                  <a:cubicBezTo>
                    <a:pt x="7311" y="654"/>
                    <a:pt x="1" y="8636"/>
                    <a:pt x="505" y="18130"/>
                  </a:cubicBezTo>
                  <a:lnTo>
                    <a:pt x="1345" y="18130"/>
                  </a:lnTo>
                  <a:cubicBezTo>
                    <a:pt x="841" y="8804"/>
                    <a:pt x="8151" y="906"/>
                    <a:pt x="17561" y="234"/>
                  </a:cubicBezTo>
                  <a:cubicBezTo>
                    <a:pt x="18022" y="203"/>
                    <a:pt x="18484" y="184"/>
                    <a:pt x="18941" y="184"/>
                  </a:cubicBezTo>
                  <a:cubicBezTo>
                    <a:pt x="19733" y="184"/>
                    <a:pt x="20512" y="242"/>
                    <a:pt x="21258" y="402"/>
                  </a:cubicBezTo>
                  <a:cubicBezTo>
                    <a:pt x="20212" y="156"/>
                    <a:pt x="19122" y="0"/>
                    <a:pt x="18052" y="0"/>
                  </a:cubicBezTo>
                  <a:close/>
                  <a:moveTo>
                    <a:pt x="25879" y="1915"/>
                  </a:moveTo>
                  <a:lnTo>
                    <a:pt x="25543" y="2587"/>
                  </a:lnTo>
                  <a:cubicBezTo>
                    <a:pt x="33945" y="6872"/>
                    <a:pt x="37306" y="16954"/>
                    <a:pt x="33105" y="25356"/>
                  </a:cubicBezTo>
                  <a:cubicBezTo>
                    <a:pt x="32600" y="26532"/>
                    <a:pt x="31844" y="27456"/>
                    <a:pt x="31172" y="28381"/>
                  </a:cubicBezTo>
                  <a:cubicBezTo>
                    <a:pt x="32096" y="27372"/>
                    <a:pt x="32937" y="26112"/>
                    <a:pt x="33525" y="24768"/>
                  </a:cubicBezTo>
                  <a:cubicBezTo>
                    <a:pt x="37726" y="16366"/>
                    <a:pt x="34365" y="6116"/>
                    <a:pt x="25879" y="1915"/>
                  </a:cubicBezTo>
                  <a:close/>
                  <a:moveTo>
                    <a:pt x="1513" y="22415"/>
                  </a:moveTo>
                  <a:cubicBezTo>
                    <a:pt x="1933" y="23928"/>
                    <a:pt x="2606" y="25188"/>
                    <a:pt x="3446" y="26448"/>
                  </a:cubicBezTo>
                  <a:cubicBezTo>
                    <a:pt x="6777" y="31445"/>
                    <a:pt x="12307" y="34174"/>
                    <a:pt x="17993" y="34174"/>
                  </a:cubicBezTo>
                  <a:cubicBezTo>
                    <a:pt x="21198" y="34174"/>
                    <a:pt x="24453" y="33307"/>
                    <a:pt x="27391" y="31489"/>
                  </a:cubicBezTo>
                  <a:lnTo>
                    <a:pt x="27055" y="30817"/>
                  </a:lnTo>
                  <a:cubicBezTo>
                    <a:pt x="24185" y="32581"/>
                    <a:pt x="20986" y="33419"/>
                    <a:pt x="17823" y="33419"/>
                  </a:cubicBezTo>
                  <a:cubicBezTo>
                    <a:pt x="12098" y="33419"/>
                    <a:pt x="6495" y="30671"/>
                    <a:pt x="3194" y="25692"/>
                  </a:cubicBezTo>
                  <a:cubicBezTo>
                    <a:pt x="2438" y="24600"/>
                    <a:pt x="1933" y="23592"/>
                    <a:pt x="1513" y="22415"/>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47" name="Google Shape;1747;p39"/>
            <p:cNvSpPr/>
            <p:nvPr/>
          </p:nvSpPr>
          <p:spPr>
            <a:xfrm>
              <a:off x="345225" y="1304400"/>
              <a:ext cx="703700" cy="634325"/>
            </a:xfrm>
            <a:custGeom>
              <a:avLst/>
              <a:gdLst/>
              <a:ahLst/>
              <a:cxnLst/>
              <a:rect l="l" t="t" r="r" b="b"/>
              <a:pathLst>
                <a:path w="28148" h="25373" extrusionOk="0">
                  <a:moveTo>
                    <a:pt x="13887" y="0"/>
                  </a:moveTo>
                  <a:cubicBezTo>
                    <a:pt x="13825" y="0"/>
                    <a:pt x="13762" y="1"/>
                    <a:pt x="13698" y="2"/>
                  </a:cubicBezTo>
                  <a:lnTo>
                    <a:pt x="13698" y="2"/>
                  </a:lnTo>
                  <a:cubicBezTo>
                    <a:pt x="14467" y="15"/>
                    <a:pt x="15211" y="90"/>
                    <a:pt x="15881" y="201"/>
                  </a:cubicBezTo>
                  <a:cubicBezTo>
                    <a:pt x="15204" y="78"/>
                    <a:pt x="14573" y="0"/>
                    <a:pt x="13887" y="0"/>
                  </a:cubicBezTo>
                  <a:close/>
                  <a:moveTo>
                    <a:pt x="13462" y="0"/>
                  </a:moveTo>
                  <a:cubicBezTo>
                    <a:pt x="13150" y="0"/>
                    <a:pt x="12835" y="11"/>
                    <a:pt x="12520" y="33"/>
                  </a:cubicBezTo>
                  <a:cubicBezTo>
                    <a:pt x="5462" y="453"/>
                    <a:pt x="1" y="6503"/>
                    <a:pt x="421" y="13392"/>
                  </a:cubicBezTo>
                  <a:lnTo>
                    <a:pt x="1009" y="13392"/>
                  </a:lnTo>
                  <a:cubicBezTo>
                    <a:pt x="673" y="6503"/>
                    <a:pt x="6050" y="621"/>
                    <a:pt x="13108" y="33"/>
                  </a:cubicBezTo>
                  <a:cubicBezTo>
                    <a:pt x="13311" y="16"/>
                    <a:pt x="13507" y="6"/>
                    <a:pt x="13698" y="2"/>
                  </a:cubicBezTo>
                  <a:lnTo>
                    <a:pt x="13698" y="2"/>
                  </a:lnTo>
                  <a:cubicBezTo>
                    <a:pt x="13620" y="1"/>
                    <a:pt x="13541" y="0"/>
                    <a:pt x="13462" y="0"/>
                  </a:cubicBezTo>
                  <a:close/>
                  <a:moveTo>
                    <a:pt x="19325" y="1377"/>
                  </a:moveTo>
                  <a:lnTo>
                    <a:pt x="19073" y="1882"/>
                  </a:lnTo>
                  <a:cubicBezTo>
                    <a:pt x="25207" y="5074"/>
                    <a:pt x="27727" y="12552"/>
                    <a:pt x="24619" y="18769"/>
                  </a:cubicBezTo>
                  <a:cubicBezTo>
                    <a:pt x="24199" y="19610"/>
                    <a:pt x="23694" y="20366"/>
                    <a:pt x="23106" y="21038"/>
                  </a:cubicBezTo>
                  <a:cubicBezTo>
                    <a:pt x="23947" y="20366"/>
                    <a:pt x="24619" y="19358"/>
                    <a:pt x="25039" y="18433"/>
                  </a:cubicBezTo>
                  <a:cubicBezTo>
                    <a:pt x="28147" y="12216"/>
                    <a:pt x="25627" y="4654"/>
                    <a:pt x="19325" y="1377"/>
                  </a:cubicBezTo>
                  <a:close/>
                  <a:moveTo>
                    <a:pt x="1261" y="16753"/>
                  </a:moveTo>
                  <a:cubicBezTo>
                    <a:pt x="1513" y="17677"/>
                    <a:pt x="2017" y="18769"/>
                    <a:pt x="2690" y="19610"/>
                  </a:cubicBezTo>
                  <a:cubicBezTo>
                    <a:pt x="5157" y="23364"/>
                    <a:pt x="9301" y="25372"/>
                    <a:pt x="13528" y="25372"/>
                  </a:cubicBezTo>
                  <a:cubicBezTo>
                    <a:pt x="15923" y="25372"/>
                    <a:pt x="18344" y="24728"/>
                    <a:pt x="20502" y="23391"/>
                  </a:cubicBezTo>
                  <a:lnTo>
                    <a:pt x="20334" y="22970"/>
                  </a:lnTo>
                  <a:cubicBezTo>
                    <a:pt x="18163" y="24297"/>
                    <a:pt x="15765" y="24931"/>
                    <a:pt x="13400" y="24931"/>
                  </a:cubicBezTo>
                  <a:cubicBezTo>
                    <a:pt x="9174" y="24931"/>
                    <a:pt x="5053" y="22907"/>
                    <a:pt x="2522" y="19190"/>
                  </a:cubicBezTo>
                  <a:cubicBezTo>
                    <a:pt x="2017" y="18433"/>
                    <a:pt x="1597" y="17593"/>
                    <a:pt x="1261" y="16753"/>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48" name="Google Shape;1748;p39"/>
            <p:cNvSpPr/>
            <p:nvPr/>
          </p:nvSpPr>
          <p:spPr>
            <a:xfrm>
              <a:off x="456575" y="1406050"/>
              <a:ext cx="472625" cy="429750"/>
            </a:xfrm>
            <a:custGeom>
              <a:avLst/>
              <a:gdLst/>
              <a:ahLst/>
              <a:cxnLst/>
              <a:rect l="l" t="t" r="r" b="b"/>
              <a:pathLst>
                <a:path w="18905" h="17190" extrusionOk="0">
                  <a:moveTo>
                    <a:pt x="10344" y="141"/>
                  </a:moveTo>
                  <a:cubicBezTo>
                    <a:pt x="10424" y="150"/>
                    <a:pt x="10505" y="159"/>
                    <a:pt x="10586" y="168"/>
                  </a:cubicBezTo>
                  <a:cubicBezTo>
                    <a:pt x="10504" y="158"/>
                    <a:pt x="10424" y="149"/>
                    <a:pt x="10344" y="141"/>
                  </a:cubicBezTo>
                  <a:close/>
                  <a:moveTo>
                    <a:pt x="8402" y="0"/>
                  </a:moveTo>
                  <a:cubicBezTo>
                    <a:pt x="3529" y="336"/>
                    <a:pt x="0" y="4285"/>
                    <a:pt x="168" y="8990"/>
                  </a:cubicBezTo>
                  <a:lnTo>
                    <a:pt x="504" y="8990"/>
                  </a:lnTo>
                  <a:cubicBezTo>
                    <a:pt x="252" y="4369"/>
                    <a:pt x="3949" y="420"/>
                    <a:pt x="8654" y="84"/>
                  </a:cubicBezTo>
                  <a:cubicBezTo>
                    <a:pt x="9244" y="84"/>
                    <a:pt x="9769" y="84"/>
                    <a:pt x="10344" y="141"/>
                  </a:cubicBezTo>
                  <a:lnTo>
                    <a:pt x="10344" y="141"/>
                  </a:lnTo>
                  <a:cubicBezTo>
                    <a:pt x="9684" y="67"/>
                    <a:pt x="9076" y="0"/>
                    <a:pt x="8402" y="0"/>
                  </a:cubicBezTo>
                  <a:close/>
                  <a:moveTo>
                    <a:pt x="12939" y="1008"/>
                  </a:moveTo>
                  <a:lnTo>
                    <a:pt x="12771" y="1344"/>
                  </a:lnTo>
                  <a:cubicBezTo>
                    <a:pt x="16972" y="3529"/>
                    <a:pt x="18652" y="8570"/>
                    <a:pt x="16552" y="12771"/>
                  </a:cubicBezTo>
                  <a:cubicBezTo>
                    <a:pt x="16300" y="13359"/>
                    <a:pt x="15964" y="13863"/>
                    <a:pt x="15544" y="14367"/>
                  </a:cubicBezTo>
                  <a:cubicBezTo>
                    <a:pt x="16048" y="13779"/>
                    <a:pt x="16468" y="13107"/>
                    <a:pt x="16804" y="12519"/>
                  </a:cubicBezTo>
                  <a:cubicBezTo>
                    <a:pt x="18904" y="8318"/>
                    <a:pt x="17224" y="3109"/>
                    <a:pt x="12939" y="1008"/>
                  </a:cubicBezTo>
                  <a:close/>
                  <a:moveTo>
                    <a:pt x="672" y="11175"/>
                  </a:moveTo>
                  <a:cubicBezTo>
                    <a:pt x="924" y="12099"/>
                    <a:pt x="1260" y="12687"/>
                    <a:pt x="1680" y="13359"/>
                  </a:cubicBezTo>
                  <a:cubicBezTo>
                    <a:pt x="3338" y="15819"/>
                    <a:pt x="6119" y="17190"/>
                    <a:pt x="8983" y="17190"/>
                  </a:cubicBezTo>
                  <a:cubicBezTo>
                    <a:pt x="10619" y="17190"/>
                    <a:pt x="12283" y="16743"/>
                    <a:pt x="13779" y="15796"/>
                  </a:cubicBezTo>
                  <a:lnTo>
                    <a:pt x="13527" y="15544"/>
                  </a:lnTo>
                  <a:cubicBezTo>
                    <a:pt x="12094" y="16439"/>
                    <a:pt x="10503" y="16868"/>
                    <a:pt x="8925" y="16868"/>
                  </a:cubicBezTo>
                  <a:cubicBezTo>
                    <a:pt x="6062" y="16868"/>
                    <a:pt x="3246" y="15455"/>
                    <a:pt x="1512" y="12855"/>
                  </a:cubicBezTo>
                  <a:cubicBezTo>
                    <a:pt x="1260" y="12351"/>
                    <a:pt x="924" y="11847"/>
                    <a:pt x="672" y="11175"/>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49" name="Google Shape;1749;p39"/>
            <p:cNvSpPr/>
            <p:nvPr/>
          </p:nvSpPr>
          <p:spPr>
            <a:xfrm>
              <a:off x="912375" y="1196050"/>
              <a:ext cx="959950" cy="854025"/>
            </a:xfrm>
            <a:custGeom>
              <a:avLst/>
              <a:gdLst/>
              <a:ahLst/>
              <a:cxnLst/>
              <a:rect l="l" t="t" r="r" b="b"/>
              <a:pathLst>
                <a:path w="38398" h="34161" extrusionOk="0">
                  <a:moveTo>
                    <a:pt x="19733" y="0"/>
                  </a:moveTo>
                  <a:cubicBezTo>
                    <a:pt x="15907" y="0"/>
                    <a:pt x="12051" y="1239"/>
                    <a:pt x="8822" y="3779"/>
                  </a:cubicBezTo>
                  <a:lnTo>
                    <a:pt x="9242" y="4283"/>
                  </a:lnTo>
                  <a:cubicBezTo>
                    <a:pt x="12465" y="1785"/>
                    <a:pt x="16295" y="566"/>
                    <a:pt x="20096" y="566"/>
                  </a:cubicBezTo>
                  <a:cubicBezTo>
                    <a:pt x="25115" y="566"/>
                    <a:pt x="30081" y="2692"/>
                    <a:pt x="33524" y="6804"/>
                  </a:cubicBezTo>
                  <a:cubicBezTo>
                    <a:pt x="34280" y="7728"/>
                    <a:pt x="35036" y="8820"/>
                    <a:pt x="35540" y="9828"/>
                  </a:cubicBezTo>
                  <a:cubicBezTo>
                    <a:pt x="34868" y="8484"/>
                    <a:pt x="34196" y="7308"/>
                    <a:pt x="33188" y="6300"/>
                  </a:cubicBezTo>
                  <a:cubicBezTo>
                    <a:pt x="29751" y="2146"/>
                    <a:pt x="24767" y="0"/>
                    <a:pt x="19733" y="0"/>
                  </a:cubicBezTo>
                  <a:close/>
                  <a:moveTo>
                    <a:pt x="5546" y="7140"/>
                  </a:moveTo>
                  <a:cubicBezTo>
                    <a:pt x="4789" y="8316"/>
                    <a:pt x="4117" y="9576"/>
                    <a:pt x="3529" y="10921"/>
                  </a:cubicBezTo>
                  <a:cubicBezTo>
                    <a:pt x="0" y="19659"/>
                    <a:pt x="4453" y="29489"/>
                    <a:pt x="13275" y="32934"/>
                  </a:cubicBezTo>
                  <a:lnTo>
                    <a:pt x="13527" y="32346"/>
                  </a:lnTo>
                  <a:cubicBezTo>
                    <a:pt x="4873" y="28901"/>
                    <a:pt x="420" y="19071"/>
                    <a:pt x="3865" y="10417"/>
                  </a:cubicBezTo>
                  <a:cubicBezTo>
                    <a:pt x="4285" y="9240"/>
                    <a:pt x="4957" y="8148"/>
                    <a:pt x="5546" y="7140"/>
                  </a:cubicBezTo>
                  <a:close/>
                  <a:moveTo>
                    <a:pt x="18064" y="34110"/>
                  </a:moveTo>
                  <a:lnTo>
                    <a:pt x="18064" y="34110"/>
                  </a:lnTo>
                  <a:cubicBezTo>
                    <a:pt x="18258" y="34124"/>
                    <a:pt x="18454" y="34133"/>
                    <a:pt x="18653" y="34138"/>
                  </a:cubicBezTo>
                  <a:lnTo>
                    <a:pt x="18653" y="34138"/>
                  </a:lnTo>
                  <a:cubicBezTo>
                    <a:pt x="18458" y="34131"/>
                    <a:pt x="18262" y="34121"/>
                    <a:pt x="18064" y="34110"/>
                  </a:cubicBezTo>
                  <a:close/>
                  <a:moveTo>
                    <a:pt x="36885" y="14449"/>
                  </a:moveTo>
                  <a:lnTo>
                    <a:pt x="36129" y="14618"/>
                  </a:lnTo>
                  <a:cubicBezTo>
                    <a:pt x="37473" y="23692"/>
                    <a:pt x="31087" y="32346"/>
                    <a:pt x="21761" y="33942"/>
                  </a:cubicBezTo>
                  <a:cubicBezTo>
                    <a:pt x="20839" y="34065"/>
                    <a:pt x="19916" y="34143"/>
                    <a:pt x="19026" y="34143"/>
                  </a:cubicBezTo>
                  <a:cubicBezTo>
                    <a:pt x="18901" y="34143"/>
                    <a:pt x="18776" y="34141"/>
                    <a:pt x="18653" y="34138"/>
                  </a:cubicBezTo>
                  <a:lnTo>
                    <a:pt x="18653" y="34138"/>
                  </a:lnTo>
                  <a:cubicBezTo>
                    <a:pt x="19004" y="34152"/>
                    <a:pt x="19353" y="34160"/>
                    <a:pt x="19700" y="34160"/>
                  </a:cubicBezTo>
                  <a:cubicBezTo>
                    <a:pt x="20634" y="34160"/>
                    <a:pt x="21559" y="34102"/>
                    <a:pt x="22517" y="33942"/>
                  </a:cubicBezTo>
                  <a:cubicBezTo>
                    <a:pt x="31928" y="32346"/>
                    <a:pt x="38397" y="23692"/>
                    <a:pt x="36885" y="14449"/>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50" name="Google Shape;1750;p39"/>
            <p:cNvSpPr/>
            <p:nvPr/>
          </p:nvSpPr>
          <p:spPr>
            <a:xfrm>
              <a:off x="1042600" y="1304750"/>
              <a:ext cx="709975" cy="636100"/>
            </a:xfrm>
            <a:custGeom>
              <a:avLst/>
              <a:gdLst/>
              <a:ahLst/>
              <a:cxnLst/>
              <a:rect l="l" t="t" r="r" b="b"/>
              <a:pathLst>
                <a:path w="28399" h="25444" extrusionOk="0">
                  <a:moveTo>
                    <a:pt x="14564" y="0"/>
                  </a:moveTo>
                  <a:cubicBezTo>
                    <a:pt x="11693" y="0"/>
                    <a:pt x="8800" y="926"/>
                    <a:pt x="6386" y="2792"/>
                  </a:cubicBezTo>
                  <a:lnTo>
                    <a:pt x="6722" y="3212"/>
                  </a:lnTo>
                  <a:cubicBezTo>
                    <a:pt x="9116" y="1362"/>
                    <a:pt x="11965" y="467"/>
                    <a:pt x="14801" y="467"/>
                  </a:cubicBezTo>
                  <a:cubicBezTo>
                    <a:pt x="18290" y="467"/>
                    <a:pt x="21760" y="1821"/>
                    <a:pt x="24342" y="4415"/>
                  </a:cubicBezTo>
                  <a:lnTo>
                    <a:pt x="24342" y="4415"/>
                  </a:lnTo>
                  <a:cubicBezTo>
                    <a:pt x="21791" y="1481"/>
                    <a:pt x="18194" y="0"/>
                    <a:pt x="14564" y="0"/>
                  </a:cubicBezTo>
                  <a:close/>
                  <a:moveTo>
                    <a:pt x="24342" y="4415"/>
                  </a:moveTo>
                  <a:cubicBezTo>
                    <a:pt x="24407" y="4489"/>
                    <a:pt x="24471" y="4564"/>
                    <a:pt x="24534" y="4640"/>
                  </a:cubicBezTo>
                  <a:cubicBezTo>
                    <a:pt x="24690" y="4796"/>
                    <a:pt x="24834" y="4958"/>
                    <a:pt x="24971" y="5127"/>
                  </a:cubicBezTo>
                  <a:lnTo>
                    <a:pt x="24971" y="5127"/>
                  </a:lnTo>
                  <a:cubicBezTo>
                    <a:pt x="24937" y="5077"/>
                    <a:pt x="24904" y="5027"/>
                    <a:pt x="24870" y="4976"/>
                  </a:cubicBezTo>
                  <a:cubicBezTo>
                    <a:pt x="24699" y="4783"/>
                    <a:pt x="24523" y="4596"/>
                    <a:pt x="24342" y="4415"/>
                  </a:cubicBezTo>
                  <a:close/>
                  <a:moveTo>
                    <a:pt x="24971" y="5127"/>
                  </a:moveTo>
                  <a:cubicBezTo>
                    <a:pt x="25441" y="5833"/>
                    <a:pt x="25906" y="6545"/>
                    <a:pt x="26299" y="7329"/>
                  </a:cubicBezTo>
                  <a:cubicBezTo>
                    <a:pt x="25898" y="6528"/>
                    <a:pt x="25498" y="5780"/>
                    <a:pt x="24971" y="5127"/>
                  </a:cubicBezTo>
                  <a:close/>
                  <a:moveTo>
                    <a:pt x="4033" y="5312"/>
                  </a:moveTo>
                  <a:lnTo>
                    <a:pt x="4033" y="5312"/>
                  </a:lnTo>
                  <a:cubicBezTo>
                    <a:pt x="3445" y="6153"/>
                    <a:pt x="2941" y="7077"/>
                    <a:pt x="2521" y="8169"/>
                  </a:cubicBezTo>
                  <a:cubicBezTo>
                    <a:pt x="0" y="14639"/>
                    <a:pt x="3193" y="21864"/>
                    <a:pt x="9831" y="24553"/>
                  </a:cubicBezTo>
                  <a:lnTo>
                    <a:pt x="10083" y="24133"/>
                  </a:lnTo>
                  <a:cubicBezTo>
                    <a:pt x="3529" y="21444"/>
                    <a:pt x="252" y="14218"/>
                    <a:pt x="2773" y="7749"/>
                  </a:cubicBezTo>
                  <a:cubicBezTo>
                    <a:pt x="3109" y="6909"/>
                    <a:pt x="3529" y="6069"/>
                    <a:pt x="4033" y="5312"/>
                  </a:cubicBezTo>
                  <a:close/>
                  <a:moveTo>
                    <a:pt x="13444" y="25393"/>
                  </a:moveTo>
                  <a:lnTo>
                    <a:pt x="13444" y="25393"/>
                  </a:lnTo>
                  <a:cubicBezTo>
                    <a:pt x="13520" y="25401"/>
                    <a:pt x="13598" y="25407"/>
                    <a:pt x="13676" y="25412"/>
                  </a:cubicBezTo>
                  <a:lnTo>
                    <a:pt x="13676" y="25412"/>
                  </a:lnTo>
                  <a:cubicBezTo>
                    <a:pt x="13597" y="25406"/>
                    <a:pt x="13519" y="25400"/>
                    <a:pt x="13444" y="25393"/>
                  </a:cubicBezTo>
                  <a:close/>
                  <a:moveTo>
                    <a:pt x="27391" y="10774"/>
                  </a:moveTo>
                  <a:lnTo>
                    <a:pt x="26887" y="10858"/>
                  </a:lnTo>
                  <a:cubicBezTo>
                    <a:pt x="27895" y="17663"/>
                    <a:pt x="23106" y="24049"/>
                    <a:pt x="16132" y="25225"/>
                  </a:cubicBezTo>
                  <a:cubicBezTo>
                    <a:pt x="15456" y="25348"/>
                    <a:pt x="14779" y="25426"/>
                    <a:pt x="14135" y="25426"/>
                  </a:cubicBezTo>
                  <a:cubicBezTo>
                    <a:pt x="13980" y="25426"/>
                    <a:pt x="13827" y="25421"/>
                    <a:pt x="13676" y="25412"/>
                  </a:cubicBezTo>
                  <a:lnTo>
                    <a:pt x="13676" y="25412"/>
                  </a:lnTo>
                  <a:cubicBezTo>
                    <a:pt x="13949" y="25432"/>
                    <a:pt x="14241" y="25443"/>
                    <a:pt x="14543" y="25443"/>
                  </a:cubicBezTo>
                  <a:cubicBezTo>
                    <a:pt x="15218" y="25443"/>
                    <a:pt x="15944" y="25385"/>
                    <a:pt x="16636" y="25225"/>
                  </a:cubicBezTo>
                  <a:cubicBezTo>
                    <a:pt x="23694" y="24049"/>
                    <a:pt x="28399" y="17663"/>
                    <a:pt x="27391" y="10774"/>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51" name="Google Shape;1751;p39"/>
            <p:cNvSpPr/>
            <p:nvPr/>
          </p:nvSpPr>
          <p:spPr>
            <a:xfrm>
              <a:off x="1160225" y="1408875"/>
              <a:ext cx="481025" cy="428125"/>
            </a:xfrm>
            <a:custGeom>
              <a:avLst/>
              <a:gdLst/>
              <a:ahLst/>
              <a:cxnLst/>
              <a:rect l="l" t="t" r="r" b="b"/>
              <a:pathLst>
                <a:path w="19241" h="17125" extrusionOk="0">
                  <a:moveTo>
                    <a:pt x="9817" y="1"/>
                  </a:moveTo>
                  <a:cubicBezTo>
                    <a:pt x="7881" y="1"/>
                    <a:pt x="5925" y="628"/>
                    <a:pt x="4286" y="1904"/>
                  </a:cubicBezTo>
                  <a:lnTo>
                    <a:pt x="4538" y="2156"/>
                  </a:lnTo>
                  <a:cubicBezTo>
                    <a:pt x="6077" y="903"/>
                    <a:pt x="7951" y="306"/>
                    <a:pt x="9836" y="306"/>
                  </a:cubicBezTo>
                  <a:cubicBezTo>
                    <a:pt x="12376" y="306"/>
                    <a:pt x="14936" y="1390"/>
                    <a:pt x="16720" y="3416"/>
                  </a:cubicBezTo>
                  <a:cubicBezTo>
                    <a:pt x="17140" y="3836"/>
                    <a:pt x="17393" y="4424"/>
                    <a:pt x="17729" y="4928"/>
                  </a:cubicBezTo>
                  <a:cubicBezTo>
                    <a:pt x="17393" y="4256"/>
                    <a:pt x="17140" y="3668"/>
                    <a:pt x="16552" y="3164"/>
                  </a:cubicBezTo>
                  <a:cubicBezTo>
                    <a:pt x="14839" y="1070"/>
                    <a:pt x="12345" y="1"/>
                    <a:pt x="9817" y="1"/>
                  </a:cubicBezTo>
                  <a:close/>
                  <a:moveTo>
                    <a:pt x="2689" y="3584"/>
                  </a:moveTo>
                  <a:cubicBezTo>
                    <a:pt x="2444" y="3911"/>
                    <a:pt x="2119" y="4476"/>
                    <a:pt x="1870" y="5049"/>
                  </a:cubicBezTo>
                  <a:lnTo>
                    <a:pt x="1870" y="5049"/>
                  </a:lnTo>
                  <a:cubicBezTo>
                    <a:pt x="2122" y="4531"/>
                    <a:pt x="2351" y="4058"/>
                    <a:pt x="2689" y="3584"/>
                  </a:cubicBezTo>
                  <a:close/>
                  <a:moveTo>
                    <a:pt x="1870" y="5049"/>
                  </a:moveTo>
                  <a:cubicBezTo>
                    <a:pt x="1809" y="5174"/>
                    <a:pt x="1746" y="5301"/>
                    <a:pt x="1681" y="5432"/>
                  </a:cubicBezTo>
                  <a:cubicBezTo>
                    <a:pt x="1" y="9885"/>
                    <a:pt x="2185" y="14759"/>
                    <a:pt x="6638" y="16439"/>
                  </a:cubicBezTo>
                  <a:lnTo>
                    <a:pt x="6722" y="16187"/>
                  </a:lnTo>
                  <a:cubicBezTo>
                    <a:pt x="2269" y="14338"/>
                    <a:pt x="85" y="9549"/>
                    <a:pt x="1849" y="5096"/>
                  </a:cubicBezTo>
                  <a:cubicBezTo>
                    <a:pt x="1856" y="5080"/>
                    <a:pt x="1863" y="5064"/>
                    <a:pt x="1870" y="5049"/>
                  </a:cubicBezTo>
                  <a:close/>
                  <a:moveTo>
                    <a:pt x="18149" y="7197"/>
                  </a:moveTo>
                  <a:cubicBezTo>
                    <a:pt x="18821" y="11818"/>
                    <a:pt x="15628" y="16187"/>
                    <a:pt x="10923" y="16859"/>
                  </a:cubicBezTo>
                  <a:cubicBezTo>
                    <a:pt x="10251" y="17027"/>
                    <a:pt x="9663" y="17027"/>
                    <a:pt x="8991" y="17027"/>
                  </a:cubicBezTo>
                  <a:cubicBezTo>
                    <a:pt x="9310" y="17098"/>
                    <a:pt x="9630" y="17124"/>
                    <a:pt x="9949" y="17124"/>
                  </a:cubicBezTo>
                  <a:cubicBezTo>
                    <a:pt x="10386" y="17124"/>
                    <a:pt x="10823" y="17076"/>
                    <a:pt x="11259" y="17027"/>
                  </a:cubicBezTo>
                  <a:cubicBezTo>
                    <a:pt x="15964" y="16271"/>
                    <a:pt x="19241" y="11818"/>
                    <a:pt x="18485" y="7197"/>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52" name="Google Shape;1752;p39"/>
            <p:cNvSpPr/>
            <p:nvPr/>
          </p:nvSpPr>
          <p:spPr>
            <a:xfrm>
              <a:off x="1687450" y="1193900"/>
              <a:ext cx="930525" cy="849850"/>
            </a:xfrm>
            <a:custGeom>
              <a:avLst/>
              <a:gdLst/>
              <a:ahLst/>
              <a:cxnLst/>
              <a:rect l="l" t="t" r="r" b="b"/>
              <a:pathLst>
                <a:path w="37221" h="33994" extrusionOk="0">
                  <a:moveTo>
                    <a:pt x="15208" y="336"/>
                  </a:moveTo>
                  <a:cubicBezTo>
                    <a:pt x="14199" y="625"/>
                    <a:pt x="13251" y="1037"/>
                    <a:pt x="12312" y="1573"/>
                  </a:cubicBezTo>
                  <a:lnTo>
                    <a:pt x="12312" y="1573"/>
                  </a:lnTo>
                  <a:cubicBezTo>
                    <a:pt x="13236" y="1124"/>
                    <a:pt x="14201" y="751"/>
                    <a:pt x="15208" y="336"/>
                  </a:cubicBezTo>
                  <a:close/>
                  <a:moveTo>
                    <a:pt x="20081" y="0"/>
                  </a:moveTo>
                  <a:lnTo>
                    <a:pt x="20081" y="672"/>
                  </a:lnTo>
                  <a:cubicBezTo>
                    <a:pt x="29491" y="1008"/>
                    <a:pt x="36969" y="8570"/>
                    <a:pt x="36969" y="17812"/>
                  </a:cubicBezTo>
                  <a:cubicBezTo>
                    <a:pt x="36969" y="19073"/>
                    <a:pt x="36801" y="20249"/>
                    <a:pt x="36549" y="21425"/>
                  </a:cubicBezTo>
                  <a:cubicBezTo>
                    <a:pt x="36885" y="19997"/>
                    <a:pt x="37053" y="18652"/>
                    <a:pt x="37053" y="17224"/>
                  </a:cubicBezTo>
                  <a:cubicBezTo>
                    <a:pt x="37221" y="7814"/>
                    <a:pt x="29491" y="168"/>
                    <a:pt x="20081" y="0"/>
                  </a:cubicBezTo>
                  <a:close/>
                  <a:moveTo>
                    <a:pt x="12312" y="1573"/>
                  </a:moveTo>
                  <a:cubicBezTo>
                    <a:pt x="11926" y="1760"/>
                    <a:pt x="11547" y="1962"/>
                    <a:pt x="11175" y="2185"/>
                  </a:cubicBezTo>
                  <a:cubicBezTo>
                    <a:pt x="2857" y="6806"/>
                    <a:pt x="0" y="17056"/>
                    <a:pt x="4621" y="25206"/>
                  </a:cubicBezTo>
                  <a:lnTo>
                    <a:pt x="5294" y="24870"/>
                  </a:lnTo>
                  <a:cubicBezTo>
                    <a:pt x="757" y="16804"/>
                    <a:pt x="3529" y="6554"/>
                    <a:pt x="11847" y="1849"/>
                  </a:cubicBezTo>
                  <a:cubicBezTo>
                    <a:pt x="12002" y="1753"/>
                    <a:pt x="12157" y="1661"/>
                    <a:pt x="12312" y="1573"/>
                  </a:cubicBezTo>
                  <a:close/>
                  <a:moveTo>
                    <a:pt x="7562" y="29155"/>
                  </a:moveTo>
                  <a:cubicBezTo>
                    <a:pt x="7721" y="29299"/>
                    <a:pt x="7882" y="29436"/>
                    <a:pt x="8046" y="29568"/>
                  </a:cubicBezTo>
                  <a:lnTo>
                    <a:pt x="8046" y="29568"/>
                  </a:lnTo>
                  <a:cubicBezTo>
                    <a:pt x="7884" y="29429"/>
                    <a:pt x="7723" y="29291"/>
                    <a:pt x="7562" y="29155"/>
                  </a:cubicBezTo>
                  <a:close/>
                  <a:moveTo>
                    <a:pt x="34028" y="25290"/>
                  </a:moveTo>
                  <a:cubicBezTo>
                    <a:pt x="30839" y="30606"/>
                    <a:pt x="25116" y="33536"/>
                    <a:pt x="19216" y="33536"/>
                  </a:cubicBezTo>
                  <a:cubicBezTo>
                    <a:pt x="16257" y="33536"/>
                    <a:pt x="13253" y="32799"/>
                    <a:pt x="10503" y="31255"/>
                  </a:cubicBezTo>
                  <a:cubicBezTo>
                    <a:pt x="9668" y="30699"/>
                    <a:pt x="8833" y="30200"/>
                    <a:pt x="8046" y="29568"/>
                  </a:cubicBezTo>
                  <a:lnTo>
                    <a:pt x="8046" y="29568"/>
                  </a:lnTo>
                  <a:cubicBezTo>
                    <a:pt x="8980" y="30367"/>
                    <a:pt x="9933" y="31174"/>
                    <a:pt x="11007" y="31675"/>
                  </a:cubicBezTo>
                  <a:cubicBezTo>
                    <a:pt x="13785" y="33247"/>
                    <a:pt x="16808" y="33994"/>
                    <a:pt x="19779" y="33994"/>
                  </a:cubicBezTo>
                  <a:cubicBezTo>
                    <a:pt x="25704" y="33994"/>
                    <a:pt x="31427" y="31026"/>
                    <a:pt x="34616" y="25710"/>
                  </a:cubicBezTo>
                  <a:lnTo>
                    <a:pt x="34028" y="2529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53" name="Google Shape;1753;p39"/>
            <p:cNvSpPr/>
            <p:nvPr/>
          </p:nvSpPr>
          <p:spPr>
            <a:xfrm>
              <a:off x="1813475" y="1301025"/>
              <a:ext cx="693175" cy="635850"/>
            </a:xfrm>
            <a:custGeom>
              <a:avLst/>
              <a:gdLst/>
              <a:ahLst/>
              <a:cxnLst/>
              <a:rect l="l" t="t" r="r" b="b"/>
              <a:pathLst>
                <a:path w="27727" h="25434" extrusionOk="0">
                  <a:moveTo>
                    <a:pt x="11427" y="504"/>
                  </a:moveTo>
                  <a:lnTo>
                    <a:pt x="11427" y="504"/>
                  </a:lnTo>
                  <a:cubicBezTo>
                    <a:pt x="11270" y="536"/>
                    <a:pt x="11112" y="576"/>
                    <a:pt x="10955" y="624"/>
                  </a:cubicBezTo>
                  <a:lnTo>
                    <a:pt x="10955" y="624"/>
                  </a:lnTo>
                  <a:cubicBezTo>
                    <a:pt x="11112" y="580"/>
                    <a:pt x="11270" y="541"/>
                    <a:pt x="11427" y="504"/>
                  </a:cubicBezTo>
                  <a:close/>
                  <a:moveTo>
                    <a:pt x="15040" y="0"/>
                  </a:moveTo>
                  <a:lnTo>
                    <a:pt x="15040" y="504"/>
                  </a:lnTo>
                  <a:cubicBezTo>
                    <a:pt x="21987" y="670"/>
                    <a:pt x="27469" y="6208"/>
                    <a:pt x="27639" y="13033"/>
                  </a:cubicBezTo>
                  <a:lnTo>
                    <a:pt x="27639" y="13033"/>
                  </a:lnTo>
                  <a:cubicBezTo>
                    <a:pt x="27642" y="12946"/>
                    <a:pt x="27643" y="12859"/>
                    <a:pt x="27643" y="12771"/>
                  </a:cubicBezTo>
                  <a:cubicBezTo>
                    <a:pt x="27727" y="5881"/>
                    <a:pt x="22098" y="168"/>
                    <a:pt x="15040" y="0"/>
                  </a:cubicBezTo>
                  <a:close/>
                  <a:moveTo>
                    <a:pt x="27639" y="13033"/>
                  </a:moveTo>
                  <a:cubicBezTo>
                    <a:pt x="27606" y="14110"/>
                    <a:pt x="27385" y="15115"/>
                    <a:pt x="27307" y="16048"/>
                  </a:cubicBezTo>
                  <a:cubicBezTo>
                    <a:pt x="27559" y="15124"/>
                    <a:pt x="27643" y="14283"/>
                    <a:pt x="27643" y="13359"/>
                  </a:cubicBezTo>
                  <a:cubicBezTo>
                    <a:pt x="27643" y="13250"/>
                    <a:pt x="27642" y="13142"/>
                    <a:pt x="27639" y="13033"/>
                  </a:cubicBezTo>
                  <a:close/>
                  <a:moveTo>
                    <a:pt x="10955" y="624"/>
                  </a:moveTo>
                  <a:cubicBezTo>
                    <a:pt x="10023" y="879"/>
                    <a:pt x="9109" y="1249"/>
                    <a:pt x="8318" y="1681"/>
                  </a:cubicBezTo>
                  <a:cubicBezTo>
                    <a:pt x="2101" y="5125"/>
                    <a:pt x="1" y="12771"/>
                    <a:pt x="3445" y="18904"/>
                  </a:cubicBezTo>
                  <a:lnTo>
                    <a:pt x="4033" y="18652"/>
                  </a:lnTo>
                  <a:cubicBezTo>
                    <a:pt x="589" y="12687"/>
                    <a:pt x="2689" y="5041"/>
                    <a:pt x="8907" y="1512"/>
                  </a:cubicBezTo>
                  <a:cubicBezTo>
                    <a:pt x="9589" y="1171"/>
                    <a:pt x="10272" y="830"/>
                    <a:pt x="10955" y="624"/>
                  </a:cubicBezTo>
                  <a:close/>
                  <a:moveTo>
                    <a:pt x="25458" y="18904"/>
                  </a:moveTo>
                  <a:cubicBezTo>
                    <a:pt x="23001" y="22814"/>
                    <a:pt x="18724" y="24979"/>
                    <a:pt x="14356" y="24979"/>
                  </a:cubicBezTo>
                  <a:cubicBezTo>
                    <a:pt x="12153" y="24979"/>
                    <a:pt x="9926" y="24428"/>
                    <a:pt x="7898" y="23273"/>
                  </a:cubicBezTo>
                  <a:cubicBezTo>
                    <a:pt x="7058" y="22853"/>
                    <a:pt x="6302" y="22349"/>
                    <a:pt x="5714" y="21762"/>
                  </a:cubicBezTo>
                  <a:lnTo>
                    <a:pt x="5714" y="21762"/>
                  </a:lnTo>
                  <a:cubicBezTo>
                    <a:pt x="6386" y="22434"/>
                    <a:pt x="7394" y="23190"/>
                    <a:pt x="8318" y="23694"/>
                  </a:cubicBezTo>
                  <a:cubicBezTo>
                    <a:pt x="10341" y="24873"/>
                    <a:pt x="12569" y="25433"/>
                    <a:pt x="14775" y="25433"/>
                  </a:cubicBezTo>
                  <a:cubicBezTo>
                    <a:pt x="19169" y="25433"/>
                    <a:pt x="23473" y="23212"/>
                    <a:pt x="25879" y="19241"/>
                  </a:cubicBezTo>
                  <a:lnTo>
                    <a:pt x="25458" y="18904"/>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54" name="Google Shape;1754;p39"/>
            <p:cNvSpPr/>
            <p:nvPr/>
          </p:nvSpPr>
          <p:spPr>
            <a:xfrm>
              <a:off x="1935300" y="1406050"/>
              <a:ext cx="464225" cy="426650"/>
            </a:xfrm>
            <a:custGeom>
              <a:avLst/>
              <a:gdLst/>
              <a:ahLst/>
              <a:cxnLst/>
              <a:rect l="l" t="t" r="r" b="b"/>
              <a:pathLst>
                <a:path w="18569" h="17066" extrusionOk="0">
                  <a:moveTo>
                    <a:pt x="7562" y="168"/>
                  </a:moveTo>
                  <a:lnTo>
                    <a:pt x="7562" y="168"/>
                  </a:lnTo>
                  <a:cubicBezTo>
                    <a:pt x="7328" y="256"/>
                    <a:pt x="7084" y="354"/>
                    <a:pt x="6840" y="455"/>
                  </a:cubicBezTo>
                  <a:lnTo>
                    <a:pt x="6840" y="455"/>
                  </a:lnTo>
                  <a:cubicBezTo>
                    <a:pt x="7077" y="362"/>
                    <a:pt x="7320" y="272"/>
                    <a:pt x="7562" y="168"/>
                  </a:cubicBezTo>
                  <a:close/>
                  <a:moveTo>
                    <a:pt x="6840" y="455"/>
                  </a:moveTo>
                  <a:cubicBezTo>
                    <a:pt x="6686" y="516"/>
                    <a:pt x="6534" y="578"/>
                    <a:pt x="6386" y="646"/>
                  </a:cubicBezTo>
                  <a:lnTo>
                    <a:pt x="6386" y="646"/>
                  </a:lnTo>
                  <a:cubicBezTo>
                    <a:pt x="6536" y="582"/>
                    <a:pt x="6688" y="518"/>
                    <a:pt x="6840" y="455"/>
                  </a:cubicBezTo>
                  <a:close/>
                  <a:moveTo>
                    <a:pt x="10083" y="0"/>
                  </a:moveTo>
                  <a:lnTo>
                    <a:pt x="10083" y="336"/>
                  </a:lnTo>
                  <a:cubicBezTo>
                    <a:pt x="14734" y="419"/>
                    <a:pt x="18481" y="4196"/>
                    <a:pt x="18567" y="8746"/>
                  </a:cubicBezTo>
                  <a:lnTo>
                    <a:pt x="18567" y="8746"/>
                  </a:lnTo>
                  <a:cubicBezTo>
                    <a:pt x="18568" y="8687"/>
                    <a:pt x="18569" y="8629"/>
                    <a:pt x="18569" y="8570"/>
                  </a:cubicBezTo>
                  <a:cubicBezTo>
                    <a:pt x="18569" y="3865"/>
                    <a:pt x="14788" y="84"/>
                    <a:pt x="10083" y="0"/>
                  </a:cubicBezTo>
                  <a:close/>
                  <a:moveTo>
                    <a:pt x="18567" y="8746"/>
                  </a:moveTo>
                  <a:cubicBezTo>
                    <a:pt x="18555" y="9443"/>
                    <a:pt x="18472" y="10128"/>
                    <a:pt x="18317" y="10671"/>
                  </a:cubicBezTo>
                  <a:cubicBezTo>
                    <a:pt x="18485" y="10166"/>
                    <a:pt x="18569" y="9578"/>
                    <a:pt x="18569" y="8906"/>
                  </a:cubicBezTo>
                  <a:cubicBezTo>
                    <a:pt x="18569" y="8853"/>
                    <a:pt x="18568" y="8799"/>
                    <a:pt x="18567" y="8746"/>
                  </a:cubicBezTo>
                  <a:close/>
                  <a:moveTo>
                    <a:pt x="6386" y="646"/>
                  </a:moveTo>
                  <a:cubicBezTo>
                    <a:pt x="6088" y="774"/>
                    <a:pt x="5801" y="899"/>
                    <a:pt x="5546" y="1008"/>
                  </a:cubicBezTo>
                  <a:cubicBezTo>
                    <a:pt x="1429" y="3361"/>
                    <a:pt x="1" y="8486"/>
                    <a:pt x="2269" y="12603"/>
                  </a:cubicBezTo>
                  <a:lnTo>
                    <a:pt x="2605" y="12519"/>
                  </a:lnTo>
                  <a:cubicBezTo>
                    <a:pt x="253" y="8402"/>
                    <a:pt x="1765" y="3193"/>
                    <a:pt x="5882" y="924"/>
                  </a:cubicBezTo>
                  <a:cubicBezTo>
                    <a:pt x="6043" y="817"/>
                    <a:pt x="6212" y="727"/>
                    <a:pt x="6386" y="646"/>
                  </a:cubicBezTo>
                  <a:close/>
                  <a:moveTo>
                    <a:pt x="17057" y="12687"/>
                  </a:moveTo>
                  <a:cubicBezTo>
                    <a:pt x="15369" y="15274"/>
                    <a:pt x="12477" y="16770"/>
                    <a:pt x="9514" y="16770"/>
                  </a:cubicBezTo>
                  <a:cubicBezTo>
                    <a:pt x="8051" y="16770"/>
                    <a:pt x="6571" y="16405"/>
                    <a:pt x="5210" y="15628"/>
                  </a:cubicBezTo>
                  <a:cubicBezTo>
                    <a:pt x="4706" y="15292"/>
                    <a:pt x="4202" y="15040"/>
                    <a:pt x="3782" y="14620"/>
                  </a:cubicBezTo>
                  <a:lnTo>
                    <a:pt x="3782" y="14620"/>
                  </a:lnTo>
                  <a:cubicBezTo>
                    <a:pt x="4286" y="15124"/>
                    <a:pt x="4874" y="15544"/>
                    <a:pt x="5546" y="15964"/>
                  </a:cubicBezTo>
                  <a:cubicBezTo>
                    <a:pt x="6901" y="16710"/>
                    <a:pt x="8383" y="17066"/>
                    <a:pt x="9849" y="17066"/>
                  </a:cubicBezTo>
                  <a:cubicBezTo>
                    <a:pt x="12837" y="17066"/>
                    <a:pt x="15758" y="15589"/>
                    <a:pt x="17393" y="12939"/>
                  </a:cubicBezTo>
                  <a:lnTo>
                    <a:pt x="17057" y="12687"/>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755" name="Google Shape;1755;p39"/>
          <p:cNvGrpSpPr/>
          <p:nvPr/>
        </p:nvGrpSpPr>
        <p:grpSpPr>
          <a:xfrm>
            <a:off x="582600" y="3341475"/>
            <a:ext cx="2008075" cy="207975"/>
            <a:chOff x="582600" y="3330075"/>
            <a:chExt cx="2008075" cy="207975"/>
          </a:xfrm>
        </p:grpSpPr>
        <p:sp>
          <p:nvSpPr>
            <p:cNvPr id="1756" name="Google Shape;1756;p39"/>
            <p:cNvSpPr/>
            <p:nvPr/>
          </p:nvSpPr>
          <p:spPr>
            <a:xfrm>
              <a:off x="1036300" y="3355300"/>
              <a:ext cx="252075" cy="180650"/>
            </a:xfrm>
            <a:custGeom>
              <a:avLst/>
              <a:gdLst/>
              <a:ahLst/>
              <a:cxnLst/>
              <a:rect l="l" t="t" r="r" b="b"/>
              <a:pathLst>
                <a:path w="10083" h="7226" extrusionOk="0">
                  <a:moveTo>
                    <a:pt x="3529" y="0"/>
                  </a:moveTo>
                  <a:cubicBezTo>
                    <a:pt x="3193" y="0"/>
                    <a:pt x="2857" y="336"/>
                    <a:pt x="2857" y="756"/>
                  </a:cubicBezTo>
                  <a:cubicBezTo>
                    <a:pt x="2857" y="840"/>
                    <a:pt x="2857" y="1092"/>
                    <a:pt x="2941" y="1176"/>
                  </a:cubicBezTo>
                  <a:lnTo>
                    <a:pt x="2101" y="1176"/>
                  </a:lnTo>
                  <a:cubicBezTo>
                    <a:pt x="1597" y="1176"/>
                    <a:pt x="1261" y="1596"/>
                    <a:pt x="1261" y="2017"/>
                  </a:cubicBezTo>
                  <a:lnTo>
                    <a:pt x="1261" y="2269"/>
                  </a:lnTo>
                  <a:cubicBezTo>
                    <a:pt x="757" y="2437"/>
                    <a:pt x="420" y="2941"/>
                    <a:pt x="420" y="3529"/>
                  </a:cubicBezTo>
                  <a:cubicBezTo>
                    <a:pt x="420" y="3949"/>
                    <a:pt x="504" y="4201"/>
                    <a:pt x="841" y="4453"/>
                  </a:cubicBezTo>
                  <a:lnTo>
                    <a:pt x="757" y="4453"/>
                  </a:lnTo>
                  <a:cubicBezTo>
                    <a:pt x="420" y="4453"/>
                    <a:pt x="84" y="4789"/>
                    <a:pt x="84" y="5041"/>
                  </a:cubicBezTo>
                  <a:cubicBezTo>
                    <a:pt x="0" y="5293"/>
                    <a:pt x="336" y="5629"/>
                    <a:pt x="757" y="5629"/>
                  </a:cubicBezTo>
                  <a:lnTo>
                    <a:pt x="925" y="5629"/>
                  </a:lnTo>
                  <a:cubicBezTo>
                    <a:pt x="841" y="5713"/>
                    <a:pt x="757" y="5965"/>
                    <a:pt x="757" y="6050"/>
                  </a:cubicBezTo>
                  <a:cubicBezTo>
                    <a:pt x="757" y="6470"/>
                    <a:pt x="1093" y="6806"/>
                    <a:pt x="1513" y="6806"/>
                  </a:cubicBezTo>
                  <a:lnTo>
                    <a:pt x="1513" y="6890"/>
                  </a:lnTo>
                  <a:cubicBezTo>
                    <a:pt x="1513" y="6974"/>
                    <a:pt x="1513" y="7058"/>
                    <a:pt x="1597" y="7226"/>
                  </a:cubicBezTo>
                  <a:lnTo>
                    <a:pt x="9074" y="7226"/>
                  </a:lnTo>
                  <a:lnTo>
                    <a:pt x="9074" y="6974"/>
                  </a:lnTo>
                  <a:cubicBezTo>
                    <a:pt x="9074" y="6806"/>
                    <a:pt x="8906" y="6638"/>
                    <a:pt x="8822" y="6554"/>
                  </a:cubicBezTo>
                  <a:lnTo>
                    <a:pt x="9074" y="6554"/>
                  </a:lnTo>
                  <a:cubicBezTo>
                    <a:pt x="9243" y="6554"/>
                    <a:pt x="9495" y="6302"/>
                    <a:pt x="9495" y="6134"/>
                  </a:cubicBezTo>
                  <a:cubicBezTo>
                    <a:pt x="9495" y="6050"/>
                    <a:pt x="9495" y="5881"/>
                    <a:pt x="9327" y="5881"/>
                  </a:cubicBezTo>
                  <a:cubicBezTo>
                    <a:pt x="9747" y="5797"/>
                    <a:pt x="10083" y="5377"/>
                    <a:pt x="10083" y="4873"/>
                  </a:cubicBezTo>
                  <a:cubicBezTo>
                    <a:pt x="10083" y="4369"/>
                    <a:pt x="9747" y="3949"/>
                    <a:pt x="9327" y="3781"/>
                  </a:cubicBezTo>
                  <a:cubicBezTo>
                    <a:pt x="9327" y="3697"/>
                    <a:pt x="9495" y="3529"/>
                    <a:pt x="9495" y="3361"/>
                  </a:cubicBezTo>
                  <a:cubicBezTo>
                    <a:pt x="9495" y="2773"/>
                    <a:pt x="9074" y="2269"/>
                    <a:pt x="8486" y="2101"/>
                  </a:cubicBezTo>
                  <a:lnTo>
                    <a:pt x="8486" y="2017"/>
                  </a:lnTo>
                  <a:cubicBezTo>
                    <a:pt x="8486" y="1512"/>
                    <a:pt x="8066" y="1176"/>
                    <a:pt x="7646" y="1176"/>
                  </a:cubicBezTo>
                  <a:lnTo>
                    <a:pt x="7562" y="1176"/>
                  </a:lnTo>
                  <a:cubicBezTo>
                    <a:pt x="7646" y="1092"/>
                    <a:pt x="7646" y="1008"/>
                    <a:pt x="7646" y="756"/>
                  </a:cubicBezTo>
                  <a:cubicBezTo>
                    <a:pt x="7646" y="336"/>
                    <a:pt x="7394" y="0"/>
                    <a:pt x="697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57" name="Google Shape;1757;p39"/>
            <p:cNvSpPr/>
            <p:nvPr/>
          </p:nvSpPr>
          <p:spPr>
            <a:xfrm>
              <a:off x="1023700" y="3355300"/>
              <a:ext cx="210075" cy="180650"/>
            </a:xfrm>
            <a:custGeom>
              <a:avLst/>
              <a:gdLst/>
              <a:ahLst/>
              <a:cxnLst/>
              <a:rect l="l" t="t" r="r" b="b"/>
              <a:pathLst>
                <a:path w="8403" h="7226" extrusionOk="0">
                  <a:moveTo>
                    <a:pt x="3613" y="0"/>
                  </a:moveTo>
                  <a:cubicBezTo>
                    <a:pt x="3193" y="0"/>
                    <a:pt x="2941" y="336"/>
                    <a:pt x="2941" y="756"/>
                  </a:cubicBezTo>
                  <a:cubicBezTo>
                    <a:pt x="2941" y="840"/>
                    <a:pt x="2941" y="1092"/>
                    <a:pt x="3025" y="1176"/>
                  </a:cubicBezTo>
                  <a:lnTo>
                    <a:pt x="2185" y="1176"/>
                  </a:lnTo>
                  <a:cubicBezTo>
                    <a:pt x="1681" y="1176"/>
                    <a:pt x="1345" y="1596"/>
                    <a:pt x="1345" y="2017"/>
                  </a:cubicBezTo>
                  <a:lnTo>
                    <a:pt x="1345" y="2269"/>
                  </a:lnTo>
                  <a:cubicBezTo>
                    <a:pt x="840" y="2437"/>
                    <a:pt x="504" y="2941"/>
                    <a:pt x="504" y="3529"/>
                  </a:cubicBezTo>
                  <a:cubicBezTo>
                    <a:pt x="504" y="3949"/>
                    <a:pt x="588" y="4201"/>
                    <a:pt x="924" y="4453"/>
                  </a:cubicBezTo>
                  <a:lnTo>
                    <a:pt x="840" y="4453"/>
                  </a:lnTo>
                  <a:cubicBezTo>
                    <a:pt x="504" y="4453"/>
                    <a:pt x="168" y="4789"/>
                    <a:pt x="168" y="5041"/>
                  </a:cubicBezTo>
                  <a:cubicBezTo>
                    <a:pt x="0" y="5293"/>
                    <a:pt x="336" y="5629"/>
                    <a:pt x="588" y="5629"/>
                  </a:cubicBezTo>
                  <a:lnTo>
                    <a:pt x="840" y="5629"/>
                  </a:lnTo>
                  <a:cubicBezTo>
                    <a:pt x="756" y="5713"/>
                    <a:pt x="588" y="5965"/>
                    <a:pt x="588" y="6050"/>
                  </a:cubicBezTo>
                  <a:cubicBezTo>
                    <a:pt x="588" y="6470"/>
                    <a:pt x="924" y="6806"/>
                    <a:pt x="1345" y="6806"/>
                  </a:cubicBezTo>
                  <a:lnTo>
                    <a:pt x="1345" y="6890"/>
                  </a:lnTo>
                  <a:cubicBezTo>
                    <a:pt x="1345" y="6974"/>
                    <a:pt x="1345" y="7058"/>
                    <a:pt x="1429" y="7226"/>
                  </a:cubicBezTo>
                  <a:lnTo>
                    <a:pt x="7226" y="7226"/>
                  </a:lnTo>
                  <a:lnTo>
                    <a:pt x="7226" y="6974"/>
                  </a:lnTo>
                  <a:cubicBezTo>
                    <a:pt x="7226" y="6806"/>
                    <a:pt x="7142" y="6638"/>
                    <a:pt x="6974" y="6554"/>
                  </a:cubicBezTo>
                  <a:lnTo>
                    <a:pt x="7310" y="6554"/>
                  </a:lnTo>
                  <a:cubicBezTo>
                    <a:pt x="7562" y="6554"/>
                    <a:pt x="7730" y="6302"/>
                    <a:pt x="7730" y="6134"/>
                  </a:cubicBezTo>
                  <a:cubicBezTo>
                    <a:pt x="7730" y="6050"/>
                    <a:pt x="7730" y="5881"/>
                    <a:pt x="7646" y="5881"/>
                  </a:cubicBezTo>
                  <a:cubicBezTo>
                    <a:pt x="8066" y="5797"/>
                    <a:pt x="8402" y="5377"/>
                    <a:pt x="8402" y="4873"/>
                  </a:cubicBezTo>
                  <a:cubicBezTo>
                    <a:pt x="8402" y="4369"/>
                    <a:pt x="8066" y="3949"/>
                    <a:pt x="7646" y="3781"/>
                  </a:cubicBezTo>
                  <a:cubicBezTo>
                    <a:pt x="7646" y="3697"/>
                    <a:pt x="7730" y="3529"/>
                    <a:pt x="7730" y="3361"/>
                  </a:cubicBezTo>
                  <a:cubicBezTo>
                    <a:pt x="7730" y="2773"/>
                    <a:pt x="7310" y="2269"/>
                    <a:pt x="6806" y="2101"/>
                  </a:cubicBezTo>
                  <a:lnTo>
                    <a:pt x="6806" y="2017"/>
                  </a:lnTo>
                  <a:cubicBezTo>
                    <a:pt x="6806" y="1512"/>
                    <a:pt x="6386" y="1176"/>
                    <a:pt x="5966" y="1176"/>
                  </a:cubicBezTo>
                  <a:lnTo>
                    <a:pt x="5882" y="1176"/>
                  </a:lnTo>
                  <a:cubicBezTo>
                    <a:pt x="5966" y="1092"/>
                    <a:pt x="5966" y="1008"/>
                    <a:pt x="5966" y="756"/>
                  </a:cubicBezTo>
                  <a:cubicBezTo>
                    <a:pt x="5966" y="336"/>
                    <a:pt x="5630" y="0"/>
                    <a:pt x="520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58" name="Google Shape;1758;p39"/>
            <p:cNvSpPr/>
            <p:nvPr/>
          </p:nvSpPr>
          <p:spPr>
            <a:xfrm>
              <a:off x="1023700" y="3462425"/>
              <a:ext cx="159650" cy="73525"/>
            </a:xfrm>
            <a:custGeom>
              <a:avLst/>
              <a:gdLst/>
              <a:ahLst/>
              <a:cxnLst/>
              <a:rect l="l" t="t" r="r" b="b"/>
              <a:pathLst>
                <a:path w="6386" h="2941" extrusionOk="0">
                  <a:moveTo>
                    <a:pt x="588" y="0"/>
                  </a:moveTo>
                  <a:cubicBezTo>
                    <a:pt x="252" y="0"/>
                    <a:pt x="0" y="252"/>
                    <a:pt x="0" y="588"/>
                  </a:cubicBezTo>
                  <a:cubicBezTo>
                    <a:pt x="0" y="1008"/>
                    <a:pt x="336" y="1344"/>
                    <a:pt x="588" y="1344"/>
                  </a:cubicBezTo>
                  <a:lnTo>
                    <a:pt x="840" y="1344"/>
                  </a:lnTo>
                  <a:cubicBezTo>
                    <a:pt x="756" y="1428"/>
                    <a:pt x="588" y="1680"/>
                    <a:pt x="588" y="1765"/>
                  </a:cubicBezTo>
                  <a:cubicBezTo>
                    <a:pt x="588" y="2185"/>
                    <a:pt x="924" y="2521"/>
                    <a:pt x="1345" y="2521"/>
                  </a:cubicBezTo>
                  <a:lnTo>
                    <a:pt x="1345" y="2605"/>
                  </a:lnTo>
                  <a:cubicBezTo>
                    <a:pt x="1345" y="2689"/>
                    <a:pt x="1345" y="2773"/>
                    <a:pt x="1429" y="2941"/>
                  </a:cubicBezTo>
                  <a:lnTo>
                    <a:pt x="4705" y="2941"/>
                  </a:lnTo>
                  <a:cubicBezTo>
                    <a:pt x="4621" y="2773"/>
                    <a:pt x="4453" y="2605"/>
                    <a:pt x="4285" y="2605"/>
                  </a:cubicBezTo>
                  <a:cubicBezTo>
                    <a:pt x="4537" y="2521"/>
                    <a:pt x="4621" y="2353"/>
                    <a:pt x="4621" y="2269"/>
                  </a:cubicBezTo>
                  <a:lnTo>
                    <a:pt x="5630" y="2269"/>
                  </a:lnTo>
                  <a:cubicBezTo>
                    <a:pt x="6050" y="2269"/>
                    <a:pt x="6386" y="1933"/>
                    <a:pt x="6386" y="1512"/>
                  </a:cubicBezTo>
                  <a:cubicBezTo>
                    <a:pt x="6386" y="1092"/>
                    <a:pt x="6050" y="840"/>
                    <a:pt x="5630" y="840"/>
                  </a:cubicBezTo>
                  <a:lnTo>
                    <a:pt x="4369" y="840"/>
                  </a:lnTo>
                  <a:lnTo>
                    <a:pt x="4369" y="672"/>
                  </a:lnTo>
                  <a:cubicBezTo>
                    <a:pt x="4369" y="252"/>
                    <a:pt x="4033" y="0"/>
                    <a:pt x="36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59" name="Google Shape;1759;p39"/>
            <p:cNvSpPr/>
            <p:nvPr/>
          </p:nvSpPr>
          <p:spPr>
            <a:xfrm>
              <a:off x="1097200" y="3353200"/>
              <a:ext cx="117675" cy="75625"/>
            </a:xfrm>
            <a:custGeom>
              <a:avLst/>
              <a:gdLst/>
              <a:ahLst/>
              <a:cxnLst/>
              <a:rect l="l" t="t" r="r" b="b"/>
              <a:pathLst>
                <a:path w="4707" h="3025" extrusionOk="0">
                  <a:moveTo>
                    <a:pt x="1345" y="0"/>
                  </a:moveTo>
                  <a:lnTo>
                    <a:pt x="1345" y="252"/>
                  </a:lnTo>
                  <a:cubicBezTo>
                    <a:pt x="1345" y="588"/>
                    <a:pt x="1597" y="756"/>
                    <a:pt x="1765" y="756"/>
                  </a:cubicBezTo>
                  <a:cubicBezTo>
                    <a:pt x="1681" y="756"/>
                    <a:pt x="1513" y="840"/>
                    <a:pt x="1429" y="1092"/>
                  </a:cubicBezTo>
                  <a:lnTo>
                    <a:pt x="589" y="1092"/>
                  </a:lnTo>
                  <a:cubicBezTo>
                    <a:pt x="337" y="1092"/>
                    <a:pt x="1" y="1428"/>
                    <a:pt x="1" y="1680"/>
                  </a:cubicBezTo>
                  <a:cubicBezTo>
                    <a:pt x="1" y="2017"/>
                    <a:pt x="337" y="2353"/>
                    <a:pt x="589" y="2353"/>
                  </a:cubicBezTo>
                  <a:lnTo>
                    <a:pt x="1681" y="2353"/>
                  </a:lnTo>
                  <a:lnTo>
                    <a:pt x="1681" y="2437"/>
                  </a:lnTo>
                  <a:cubicBezTo>
                    <a:pt x="1681" y="2773"/>
                    <a:pt x="2017" y="3025"/>
                    <a:pt x="2269" y="3025"/>
                  </a:cubicBezTo>
                  <a:lnTo>
                    <a:pt x="4706" y="3025"/>
                  </a:lnTo>
                  <a:cubicBezTo>
                    <a:pt x="4538" y="2689"/>
                    <a:pt x="4202" y="2353"/>
                    <a:pt x="3782" y="2101"/>
                  </a:cubicBezTo>
                  <a:lnTo>
                    <a:pt x="3782" y="2017"/>
                  </a:lnTo>
                  <a:cubicBezTo>
                    <a:pt x="3782" y="1512"/>
                    <a:pt x="3362" y="1176"/>
                    <a:pt x="2942" y="1176"/>
                  </a:cubicBezTo>
                  <a:lnTo>
                    <a:pt x="2858" y="1176"/>
                  </a:lnTo>
                  <a:cubicBezTo>
                    <a:pt x="2942" y="1092"/>
                    <a:pt x="2942" y="1008"/>
                    <a:pt x="2942" y="756"/>
                  </a:cubicBezTo>
                  <a:cubicBezTo>
                    <a:pt x="2942" y="336"/>
                    <a:pt x="2606" y="0"/>
                    <a:pt x="218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60" name="Google Shape;1760;p39"/>
            <p:cNvSpPr/>
            <p:nvPr/>
          </p:nvSpPr>
          <p:spPr>
            <a:xfrm>
              <a:off x="2130650" y="3359500"/>
              <a:ext cx="256275" cy="178550"/>
            </a:xfrm>
            <a:custGeom>
              <a:avLst/>
              <a:gdLst/>
              <a:ahLst/>
              <a:cxnLst/>
              <a:rect l="l" t="t" r="r" b="b"/>
              <a:pathLst>
                <a:path w="10251" h="7142" extrusionOk="0">
                  <a:moveTo>
                    <a:pt x="3613" y="0"/>
                  </a:moveTo>
                  <a:cubicBezTo>
                    <a:pt x="3193" y="0"/>
                    <a:pt x="2857" y="252"/>
                    <a:pt x="2857" y="672"/>
                  </a:cubicBezTo>
                  <a:cubicBezTo>
                    <a:pt x="2857" y="840"/>
                    <a:pt x="2857" y="1008"/>
                    <a:pt x="2941" y="1092"/>
                  </a:cubicBezTo>
                  <a:lnTo>
                    <a:pt x="2101" y="1092"/>
                  </a:lnTo>
                  <a:cubicBezTo>
                    <a:pt x="1597" y="1092"/>
                    <a:pt x="1177" y="1597"/>
                    <a:pt x="1177" y="1933"/>
                  </a:cubicBezTo>
                  <a:lnTo>
                    <a:pt x="1177" y="2185"/>
                  </a:lnTo>
                  <a:cubicBezTo>
                    <a:pt x="673" y="2437"/>
                    <a:pt x="337" y="2941"/>
                    <a:pt x="337" y="3445"/>
                  </a:cubicBezTo>
                  <a:cubicBezTo>
                    <a:pt x="337" y="3865"/>
                    <a:pt x="421" y="4201"/>
                    <a:pt x="757" y="4369"/>
                  </a:cubicBezTo>
                  <a:lnTo>
                    <a:pt x="673" y="4369"/>
                  </a:lnTo>
                  <a:cubicBezTo>
                    <a:pt x="337" y="4369"/>
                    <a:pt x="0" y="4705"/>
                    <a:pt x="0" y="5041"/>
                  </a:cubicBezTo>
                  <a:cubicBezTo>
                    <a:pt x="0" y="5209"/>
                    <a:pt x="337" y="5545"/>
                    <a:pt x="673" y="5545"/>
                  </a:cubicBezTo>
                  <a:lnTo>
                    <a:pt x="841" y="5545"/>
                  </a:lnTo>
                  <a:cubicBezTo>
                    <a:pt x="757" y="5629"/>
                    <a:pt x="673" y="5882"/>
                    <a:pt x="673" y="5966"/>
                  </a:cubicBezTo>
                  <a:cubicBezTo>
                    <a:pt x="673" y="6386"/>
                    <a:pt x="1009" y="6722"/>
                    <a:pt x="1429" y="6722"/>
                  </a:cubicBezTo>
                  <a:lnTo>
                    <a:pt x="1429" y="6806"/>
                  </a:lnTo>
                  <a:cubicBezTo>
                    <a:pt x="1429" y="6890"/>
                    <a:pt x="1429" y="7058"/>
                    <a:pt x="1513" y="7142"/>
                  </a:cubicBezTo>
                  <a:lnTo>
                    <a:pt x="9075" y="7142"/>
                  </a:lnTo>
                  <a:lnTo>
                    <a:pt x="9075" y="6890"/>
                  </a:lnTo>
                  <a:cubicBezTo>
                    <a:pt x="9075" y="6722"/>
                    <a:pt x="8991" y="6638"/>
                    <a:pt x="8823" y="6470"/>
                  </a:cubicBezTo>
                  <a:lnTo>
                    <a:pt x="9159" y="6470"/>
                  </a:lnTo>
                  <a:cubicBezTo>
                    <a:pt x="9411" y="6470"/>
                    <a:pt x="9579" y="6302"/>
                    <a:pt x="9579" y="6050"/>
                  </a:cubicBezTo>
                  <a:cubicBezTo>
                    <a:pt x="9579" y="5966"/>
                    <a:pt x="9579" y="5882"/>
                    <a:pt x="9495" y="5882"/>
                  </a:cubicBezTo>
                  <a:cubicBezTo>
                    <a:pt x="9915" y="5797"/>
                    <a:pt x="10251" y="5293"/>
                    <a:pt x="10251" y="4789"/>
                  </a:cubicBezTo>
                  <a:cubicBezTo>
                    <a:pt x="10251" y="4285"/>
                    <a:pt x="9915" y="3865"/>
                    <a:pt x="9495" y="3781"/>
                  </a:cubicBezTo>
                  <a:cubicBezTo>
                    <a:pt x="9579" y="3697"/>
                    <a:pt x="9579" y="3445"/>
                    <a:pt x="9579" y="3361"/>
                  </a:cubicBezTo>
                  <a:cubicBezTo>
                    <a:pt x="9579" y="2689"/>
                    <a:pt x="9159" y="2185"/>
                    <a:pt x="8654" y="2101"/>
                  </a:cubicBezTo>
                  <a:lnTo>
                    <a:pt x="8654" y="1933"/>
                  </a:lnTo>
                  <a:cubicBezTo>
                    <a:pt x="8654" y="1428"/>
                    <a:pt x="8234" y="1092"/>
                    <a:pt x="7646" y="1092"/>
                  </a:cubicBezTo>
                  <a:lnTo>
                    <a:pt x="7562" y="1092"/>
                  </a:lnTo>
                  <a:cubicBezTo>
                    <a:pt x="7646" y="1008"/>
                    <a:pt x="7646" y="924"/>
                    <a:pt x="7646" y="672"/>
                  </a:cubicBezTo>
                  <a:cubicBezTo>
                    <a:pt x="7646" y="252"/>
                    <a:pt x="7394" y="0"/>
                    <a:pt x="697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61" name="Google Shape;1761;p39"/>
            <p:cNvSpPr/>
            <p:nvPr/>
          </p:nvSpPr>
          <p:spPr>
            <a:xfrm>
              <a:off x="2115950" y="3359500"/>
              <a:ext cx="212175" cy="178550"/>
            </a:xfrm>
            <a:custGeom>
              <a:avLst/>
              <a:gdLst/>
              <a:ahLst/>
              <a:cxnLst/>
              <a:rect l="l" t="t" r="r" b="b"/>
              <a:pathLst>
                <a:path w="8487" h="7142" extrusionOk="0">
                  <a:moveTo>
                    <a:pt x="3529" y="0"/>
                  </a:moveTo>
                  <a:cubicBezTo>
                    <a:pt x="3109" y="0"/>
                    <a:pt x="2773" y="252"/>
                    <a:pt x="2773" y="672"/>
                  </a:cubicBezTo>
                  <a:cubicBezTo>
                    <a:pt x="2773" y="840"/>
                    <a:pt x="2773" y="1008"/>
                    <a:pt x="2941" y="1092"/>
                  </a:cubicBezTo>
                  <a:lnTo>
                    <a:pt x="2101" y="1092"/>
                  </a:lnTo>
                  <a:cubicBezTo>
                    <a:pt x="1513" y="1092"/>
                    <a:pt x="1093" y="1597"/>
                    <a:pt x="1093" y="1933"/>
                  </a:cubicBezTo>
                  <a:lnTo>
                    <a:pt x="1093" y="2185"/>
                  </a:lnTo>
                  <a:cubicBezTo>
                    <a:pt x="588" y="2437"/>
                    <a:pt x="252" y="2941"/>
                    <a:pt x="252" y="3445"/>
                  </a:cubicBezTo>
                  <a:cubicBezTo>
                    <a:pt x="252" y="3865"/>
                    <a:pt x="420" y="4201"/>
                    <a:pt x="673" y="4369"/>
                  </a:cubicBezTo>
                  <a:lnTo>
                    <a:pt x="588" y="4369"/>
                  </a:lnTo>
                  <a:cubicBezTo>
                    <a:pt x="336" y="4369"/>
                    <a:pt x="0" y="4705"/>
                    <a:pt x="0" y="5041"/>
                  </a:cubicBezTo>
                  <a:cubicBezTo>
                    <a:pt x="84" y="5209"/>
                    <a:pt x="420" y="5545"/>
                    <a:pt x="757" y="5545"/>
                  </a:cubicBezTo>
                  <a:lnTo>
                    <a:pt x="925" y="5545"/>
                  </a:lnTo>
                  <a:cubicBezTo>
                    <a:pt x="841" y="5629"/>
                    <a:pt x="757" y="5882"/>
                    <a:pt x="757" y="5966"/>
                  </a:cubicBezTo>
                  <a:cubicBezTo>
                    <a:pt x="757" y="6386"/>
                    <a:pt x="1009" y="6722"/>
                    <a:pt x="1429" y="6722"/>
                  </a:cubicBezTo>
                  <a:lnTo>
                    <a:pt x="1429" y="6806"/>
                  </a:lnTo>
                  <a:cubicBezTo>
                    <a:pt x="1429" y="6890"/>
                    <a:pt x="1429" y="7058"/>
                    <a:pt x="1597" y="7142"/>
                  </a:cubicBezTo>
                  <a:lnTo>
                    <a:pt x="7310" y="7142"/>
                  </a:lnTo>
                  <a:lnTo>
                    <a:pt x="7310" y="6890"/>
                  </a:lnTo>
                  <a:cubicBezTo>
                    <a:pt x="7310" y="6722"/>
                    <a:pt x="7226" y="6638"/>
                    <a:pt x="7142" y="6470"/>
                  </a:cubicBezTo>
                  <a:lnTo>
                    <a:pt x="7394" y="6470"/>
                  </a:lnTo>
                  <a:cubicBezTo>
                    <a:pt x="7646" y="6470"/>
                    <a:pt x="7898" y="6302"/>
                    <a:pt x="7898" y="6050"/>
                  </a:cubicBezTo>
                  <a:cubicBezTo>
                    <a:pt x="7898" y="5966"/>
                    <a:pt x="7898" y="5882"/>
                    <a:pt x="7730" y="5882"/>
                  </a:cubicBezTo>
                  <a:cubicBezTo>
                    <a:pt x="8150" y="5797"/>
                    <a:pt x="8486" y="5293"/>
                    <a:pt x="8486" y="4789"/>
                  </a:cubicBezTo>
                  <a:cubicBezTo>
                    <a:pt x="8486" y="4285"/>
                    <a:pt x="8150" y="3865"/>
                    <a:pt x="7730" y="3781"/>
                  </a:cubicBezTo>
                  <a:cubicBezTo>
                    <a:pt x="7730" y="3697"/>
                    <a:pt x="7898" y="3445"/>
                    <a:pt x="7898" y="3361"/>
                  </a:cubicBezTo>
                  <a:cubicBezTo>
                    <a:pt x="7898" y="2689"/>
                    <a:pt x="7394" y="2185"/>
                    <a:pt x="6890" y="2101"/>
                  </a:cubicBezTo>
                  <a:lnTo>
                    <a:pt x="6890" y="1933"/>
                  </a:lnTo>
                  <a:cubicBezTo>
                    <a:pt x="6890" y="1428"/>
                    <a:pt x="6470" y="1092"/>
                    <a:pt x="5966" y="1092"/>
                  </a:cubicBezTo>
                  <a:lnTo>
                    <a:pt x="5882" y="1092"/>
                  </a:lnTo>
                  <a:cubicBezTo>
                    <a:pt x="5966" y="1008"/>
                    <a:pt x="5966" y="924"/>
                    <a:pt x="5966" y="672"/>
                  </a:cubicBezTo>
                  <a:cubicBezTo>
                    <a:pt x="5966" y="252"/>
                    <a:pt x="5630" y="0"/>
                    <a:pt x="521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62" name="Google Shape;1762;p39"/>
            <p:cNvSpPr/>
            <p:nvPr/>
          </p:nvSpPr>
          <p:spPr>
            <a:xfrm>
              <a:off x="2118050" y="3462425"/>
              <a:ext cx="163850" cy="75625"/>
            </a:xfrm>
            <a:custGeom>
              <a:avLst/>
              <a:gdLst/>
              <a:ahLst/>
              <a:cxnLst/>
              <a:rect l="l" t="t" r="r" b="b"/>
              <a:pathLst>
                <a:path w="6554" h="3025" extrusionOk="0">
                  <a:moveTo>
                    <a:pt x="589" y="0"/>
                  </a:moveTo>
                  <a:cubicBezTo>
                    <a:pt x="336" y="0"/>
                    <a:pt x="0" y="252"/>
                    <a:pt x="0" y="588"/>
                  </a:cubicBezTo>
                  <a:cubicBezTo>
                    <a:pt x="0" y="1092"/>
                    <a:pt x="336" y="1428"/>
                    <a:pt x="673" y="1428"/>
                  </a:cubicBezTo>
                  <a:lnTo>
                    <a:pt x="841" y="1428"/>
                  </a:lnTo>
                  <a:cubicBezTo>
                    <a:pt x="757" y="1512"/>
                    <a:pt x="673" y="1765"/>
                    <a:pt x="673" y="1849"/>
                  </a:cubicBezTo>
                  <a:cubicBezTo>
                    <a:pt x="673" y="2269"/>
                    <a:pt x="925" y="2605"/>
                    <a:pt x="1345" y="2605"/>
                  </a:cubicBezTo>
                  <a:lnTo>
                    <a:pt x="1345" y="2689"/>
                  </a:lnTo>
                  <a:cubicBezTo>
                    <a:pt x="1345" y="2773"/>
                    <a:pt x="1345" y="2941"/>
                    <a:pt x="1513" y="3025"/>
                  </a:cubicBezTo>
                  <a:lnTo>
                    <a:pt x="4873" y="3025"/>
                  </a:lnTo>
                  <a:cubicBezTo>
                    <a:pt x="4705" y="2941"/>
                    <a:pt x="4621" y="2689"/>
                    <a:pt x="4453" y="2689"/>
                  </a:cubicBezTo>
                  <a:cubicBezTo>
                    <a:pt x="4621" y="2689"/>
                    <a:pt x="4705" y="2521"/>
                    <a:pt x="4705" y="2353"/>
                  </a:cubicBezTo>
                  <a:lnTo>
                    <a:pt x="5798" y="2353"/>
                  </a:lnTo>
                  <a:cubicBezTo>
                    <a:pt x="6218" y="2353"/>
                    <a:pt x="6554" y="2101"/>
                    <a:pt x="6554" y="1680"/>
                  </a:cubicBezTo>
                  <a:cubicBezTo>
                    <a:pt x="6554" y="1260"/>
                    <a:pt x="6218" y="924"/>
                    <a:pt x="5798" y="924"/>
                  </a:cubicBezTo>
                  <a:lnTo>
                    <a:pt x="4537" y="924"/>
                  </a:lnTo>
                  <a:lnTo>
                    <a:pt x="4537" y="672"/>
                  </a:lnTo>
                  <a:cubicBezTo>
                    <a:pt x="4537" y="252"/>
                    <a:pt x="4201" y="0"/>
                    <a:pt x="378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63" name="Google Shape;1763;p39"/>
            <p:cNvSpPr/>
            <p:nvPr/>
          </p:nvSpPr>
          <p:spPr>
            <a:xfrm>
              <a:off x="2191575" y="3357400"/>
              <a:ext cx="117650" cy="75625"/>
            </a:xfrm>
            <a:custGeom>
              <a:avLst/>
              <a:gdLst/>
              <a:ahLst/>
              <a:cxnLst/>
              <a:rect l="l" t="t" r="r" b="b"/>
              <a:pathLst>
                <a:path w="4706" h="3025" extrusionOk="0">
                  <a:moveTo>
                    <a:pt x="1428" y="0"/>
                  </a:moveTo>
                  <a:lnTo>
                    <a:pt x="1428" y="168"/>
                  </a:lnTo>
                  <a:cubicBezTo>
                    <a:pt x="1428" y="504"/>
                    <a:pt x="1680" y="672"/>
                    <a:pt x="1848" y="672"/>
                  </a:cubicBezTo>
                  <a:cubicBezTo>
                    <a:pt x="1764" y="672"/>
                    <a:pt x="1680" y="840"/>
                    <a:pt x="1596" y="1008"/>
                  </a:cubicBezTo>
                  <a:lnTo>
                    <a:pt x="672" y="1008"/>
                  </a:lnTo>
                  <a:cubicBezTo>
                    <a:pt x="336" y="1008"/>
                    <a:pt x="0" y="1344"/>
                    <a:pt x="0" y="1681"/>
                  </a:cubicBezTo>
                  <a:cubicBezTo>
                    <a:pt x="0" y="1933"/>
                    <a:pt x="336" y="2269"/>
                    <a:pt x="672" y="2269"/>
                  </a:cubicBezTo>
                  <a:lnTo>
                    <a:pt x="1680" y="2269"/>
                  </a:lnTo>
                  <a:lnTo>
                    <a:pt x="1680" y="2353"/>
                  </a:lnTo>
                  <a:cubicBezTo>
                    <a:pt x="1680" y="2689"/>
                    <a:pt x="2017" y="3025"/>
                    <a:pt x="2269" y="3025"/>
                  </a:cubicBezTo>
                  <a:lnTo>
                    <a:pt x="4705" y="3025"/>
                  </a:lnTo>
                  <a:cubicBezTo>
                    <a:pt x="4621" y="2521"/>
                    <a:pt x="4285" y="2185"/>
                    <a:pt x="3865" y="2101"/>
                  </a:cubicBezTo>
                  <a:lnTo>
                    <a:pt x="3865" y="1933"/>
                  </a:lnTo>
                  <a:cubicBezTo>
                    <a:pt x="3865" y="1428"/>
                    <a:pt x="3445" y="1092"/>
                    <a:pt x="2941" y="1092"/>
                  </a:cubicBezTo>
                  <a:lnTo>
                    <a:pt x="2857" y="1092"/>
                  </a:lnTo>
                  <a:cubicBezTo>
                    <a:pt x="2941" y="1008"/>
                    <a:pt x="2941" y="924"/>
                    <a:pt x="2941" y="672"/>
                  </a:cubicBezTo>
                  <a:cubicBezTo>
                    <a:pt x="2941" y="252"/>
                    <a:pt x="2605" y="0"/>
                    <a:pt x="218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64" name="Google Shape;1764;p39"/>
            <p:cNvSpPr/>
            <p:nvPr/>
          </p:nvSpPr>
          <p:spPr>
            <a:xfrm>
              <a:off x="593100" y="3405700"/>
              <a:ext cx="172250" cy="130250"/>
            </a:xfrm>
            <a:custGeom>
              <a:avLst/>
              <a:gdLst/>
              <a:ahLst/>
              <a:cxnLst/>
              <a:rect l="l" t="t" r="r" b="b"/>
              <a:pathLst>
                <a:path w="6890" h="5210" extrusionOk="0">
                  <a:moveTo>
                    <a:pt x="2353" y="1"/>
                  </a:moveTo>
                  <a:cubicBezTo>
                    <a:pt x="2101" y="1"/>
                    <a:pt x="1849" y="253"/>
                    <a:pt x="1849" y="589"/>
                  </a:cubicBezTo>
                  <a:cubicBezTo>
                    <a:pt x="1849" y="673"/>
                    <a:pt x="1849" y="757"/>
                    <a:pt x="1933" y="841"/>
                  </a:cubicBezTo>
                  <a:lnTo>
                    <a:pt x="1429" y="841"/>
                  </a:lnTo>
                  <a:cubicBezTo>
                    <a:pt x="1093" y="841"/>
                    <a:pt x="840" y="1177"/>
                    <a:pt x="840" y="1513"/>
                  </a:cubicBezTo>
                  <a:lnTo>
                    <a:pt x="840" y="1597"/>
                  </a:lnTo>
                  <a:cubicBezTo>
                    <a:pt x="504" y="1681"/>
                    <a:pt x="252" y="2017"/>
                    <a:pt x="252" y="2437"/>
                  </a:cubicBezTo>
                  <a:cubicBezTo>
                    <a:pt x="252" y="2689"/>
                    <a:pt x="420" y="2941"/>
                    <a:pt x="588" y="3109"/>
                  </a:cubicBezTo>
                  <a:cubicBezTo>
                    <a:pt x="252" y="3109"/>
                    <a:pt x="84" y="3277"/>
                    <a:pt x="84" y="3529"/>
                  </a:cubicBezTo>
                  <a:cubicBezTo>
                    <a:pt x="0" y="3781"/>
                    <a:pt x="168" y="4034"/>
                    <a:pt x="504" y="4034"/>
                  </a:cubicBezTo>
                  <a:lnTo>
                    <a:pt x="588" y="4034"/>
                  </a:lnTo>
                  <a:cubicBezTo>
                    <a:pt x="504" y="4118"/>
                    <a:pt x="504" y="4202"/>
                    <a:pt x="504" y="4370"/>
                  </a:cubicBezTo>
                  <a:cubicBezTo>
                    <a:pt x="504" y="4622"/>
                    <a:pt x="756" y="4874"/>
                    <a:pt x="1009" y="4874"/>
                  </a:cubicBezTo>
                  <a:lnTo>
                    <a:pt x="1009" y="5210"/>
                  </a:lnTo>
                  <a:lnTo>
                    <a:pt x="6134" y="5210"/>
                  </a:lnTo>
                  <a:lnTo>
                    <a:pt x="6134" y="5042"/>
                  </a:lnTo>
                  <a:cubicBezTo>
                    <a:pt x="6134" y="4958"/>
                    <a:pt x="6050" y="4874"/>
                    <a:pt x="5966" y="4790"/>
                  </a:cubicBezTo>
                  <a:lnTo>
                    <a:pt x="6134" y="4790"/>
                  </a:lnTo>
                  <a:cubicBezTo>
                    <a:pt x="6386" y="4790"/>
                    <a:pt x="6470" y="4622"/>
                    <a:pt x="6470" y="4454"/>
                  </a:cubicBezTo>
                  <a:cubicBezTo>
                    <a:pt x="6470" y="4370"/>
                    <a:pt x="6470" y="4370"/>
                    <a:pt x="6386" y="4202"/>
                  </a:cubicBezTo>
                  <a:cubicBezTo>
                    <a:pt x="6722" y="4118"/>
                    <a:pt x="6890" y="3781"/>
                    <a:pt x="6890" y="3529"/>
                  </a:cubicBezTo>
                  <a:cubicBezTo>
                    <a:pt x="6890" y="3193"/>
                    <a:pt x="6722" y="2857"/>
                    <a:pt x="6386" y="2773"/>
                  </a:cubicBezTo>
                  <a:cubicBezTo>
                    <a:pt x="6386" y="2689"/>
                    <a:pt x="6470" y="2521"/>
                    <a:pt x="6470" y="2437"/>
                  </a:cubicBezTo>
                  <a:cubicBezTo>
                    <a:pt x="6470" y="2017"/>
                    <a:pt x="6134" y="1681"/>
                    <a:pt x="5882" y="1597"/>
                  </a:cubicBezTo>
                  <a:lnTo>
                    <a:pt x="5882" y="1513"/>
                  </a:lnTo>
                  <a:cubicBezTo>
                    <a:pt x="5882" y="1177"/>
                    <a:pt x="5546" y="841"/>
                    <a:pt x="5209" y="841"/>
                  </a:cubicBezTo>
                  <a:lnTo>
                    <a:pt x="5209" y="589"/>
                  </a:lnTo>
                  <a:cubicBezTo>
                    <a:pt x="5209" y="253"/>
                    <a:pt x="5041" y="1"/>
                    <a:pt x="470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65" name="Google Shape;1765;p39"/>
            <p:cNvSpPr/>
            <p:nvPr/>
          </p:nvSpPr>
          <p:spPr>
            <a:xfrm>
              <a:off x="582600" y="3483425"/>
              <a:ext cx="111350" cy="52525"/>
            </a:xfrm>
            <a:custGeom>
              <a:avLst/>
              <a:gdLst/>
              <a:ahLst/>
              <a:cxnLst/>
              <a:rect l="l" t="t" r="r" b="b"/>
              <a:pathLst>
                <a:path w="4454" h="2101" extrusionOk="0">
                  <a:moveTo>
                    <a:pt x="504" y="0"/>
                  </a:moveTo>
                  <a:cubicBezTo>
                    <a:pt x="168" y="0"/>
                    <a:pt x="0" y="168"/>
                    <a:pt x="0" y="420"/>
                  </a:cubicBezTo>
                  <a:cubicBezTo>
                    <a:pt x="84" y="672"/>
                    <a:pt x="336" y="925"/>
                    <a:pt x="504" y="925"/>
                  </a:cubicBezTo>
                  <a:lnTo>
                    <a:pt x="588" y="925"/>
                  </a:lnTo>
                  <a:cubicBezTo>
                    <a:pt x="504" y="1009"/>
                    <a:pt x="504" y="1093"/>
                    <a:pt x="504" y="1261"/>
                  </a:cubicBezTo>
                  <a:cubicBezTo>
                    <a:pt x="504" y="1513"/>
                    <a:pt x="756" y="1765"/>
                    <a:pt x="1008" y="1765"/>
                  </a:cubicBezTo>
                  <a:lnTo>
                    <a:pt x="1008" y="2101"/>
                  </a:lnTo>
                  <a:lnTo>
                    <a:pt x="3361" y="2101"/>
                  </a:lnTo>
                  <a:cubicBezTo>
                    <a:pt x="3277" y="1933"/>
                    <a:pt x="3277" y="1849"/>
                    <a:pt x="3025" y="1849"/>
                  </a:cubicBezTo>
                  <a:cubicBezTo>
                    <a:pt x="3109" y="1849"/>
                    <a:pt x="3277" y="1765"/>
                    <a:pt x="3277" y="1681"/>
                  </a:cubicBezTo>
                  <a:lnTo>
                    <a:pt x="3949" y="1681"/>
                  </a:lnTo>
                  <a:cubicBezTo>
                    <a:pt x="4285" y="1681"/>
                    <a:pt x="4453" y="1429"/>
                    <a:pt x="4453" y="1093"/>
                  </a:cubicBezTo>
                  <a:cubicBezTo>
                    <a:pt x="4453" y="840"/>
                    <a:pt x="4285" y="588"/>
                    <a:pt x="3949" y="588"/>
                  </a:cubicBezTo>
                  <a:lnTo>
                    <a:pt x="3109" y="588"/>
                  </a:lnTo>
                  <a:lnTo>
                    <a:pt x="3109" y="504"/>
                  </a:lnTo>
                  <a:cubicBezTo>
                    <a:pt x="3109" y="168"/>
                    <a:pt x="2941" y="0"/>
                    <a:pt x="260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66" name="Google Shape;1766;p39"/>
            <p:cNvSpPr/>
            <p:nvPr/>
          </p:nvSpPr>
          <p:spPr>
            <a:xfrm>
              <a:off x="635100" y="3409900"/>
              <a:ext cx="81950" cy="52550"/>
            </a:xfrm>
            <a:custGeom>
              <a:avLst/>
              <a:gdLst/>
              <a:ahLst/>
              <a:cxnLst/>
              <a:rect l="l" t="t" r="r" b="b"/>
              <a:pathLst>
                <a:path w="3278" h="2102" extrusionOk="0">
                  <a:moveTo>
                    <a:pt x="925" y="1"/>
                  </a:moveTo>
                  <a:lnTo>
                    <a:pt x="925" y="85"/>
                  </a:lnTo>
                  <a:cubicBezTo>
                    <a:pt x="925" y="253"/>
                    <a:pt x="1009" y="421"/>
                    <a:pt x="1261" y="505"/>
                  </a:cubicBezTo>
                  <a:cubicBezTo>
                    <a:pt x="1177" y="505"/>
                    <a:pt x="1009" y="589"/>
                    <a:pt x="1009" y="673"/>
                  </a:cubicBezTo>
                  <a:lnTo>
                    <a:pt x="421" y="673"/>
                  </a:lnTo>
                  <a:cubicBezTo>
                    <a:pt x="169" y="673"/>
                    <a:pt x="1" y="925"/>
                    <a:pt x="1" y="1093"/>
                  </a:cubicBezTo>
                  <a:cubicBezTo>
                    <a:pt x="1" y="1345"/>
                    <a:pt x="169" y="1513"/>
                    <a:pt x="421" y="1513"/>
                  </a:cubicBezTo>
                  <a:lnTo>
                    <a:pt x="1177" y="1513"/>
                  </a:lnTo>
                  <a:lnTo>
                    <a:pt x="1177" y="1681"/>
                  </a:lnTo>
                  <a:cubicBezTo>
                    <a:pt x="1177" y="1849"/>
                    <a:pt x="1345" y="2101"/>
                    <a:pt x="1597" y="2101"/>
                  </a:cubicBezTo>
                  <a:lnTo>
                    <a:pt x="3277" y="2101"/>
                  </a:lnTo>
                  <a:cubicBezTo>
                    <a:pt x="3109" y="1765"/>
                    <a:pt x="2941" y="1513"/>
                    <a:pt x="2605" y="1429"/>
                  </a:cubicBezTo>
                  <a:cubicBezTo>
                    <a:pt x="2605" y="1009"/>
                    <a:pt x="2269" y="841"/>
                    <a:pt x="2017" y="841"/>
                  </a:cubicBezTo>
                  <a:lnTo>
                    <a:pt x="2017" y="505"/>
                  </a:lnTo>
                  <a:cubicBezTo>
                    <a:pt x="2017" y="169"/>
                    <a:pt x="1765" y="1"/>
                    <a:pt x="142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67" name="Google Shape;1767;p39"/>
            <p:cNvSpPr/>
            <p:nvPr/>
          </p:nvSpPr>
          <p:spPr>
            <a:xfrm>
              <a:off x="1939500" y="3405700"/>
              <a:ext cx="180675" cy="132350"/>
            </a:xfrm>
            <a:custGeom>
              <a:avLst/>
              <a:gdLst/>
              <a:ahLst/>
              <a:cxnLst/>
              <a:rect l="l" t="t" r="r" b="b"/>
              <a:pathLst>
                <a:path w="7227" h="5294" extrusionOk="0">
                  <a:moveTo>
                    <a:pt x="2521" y="1"/>
                  </a:moveTo>
                  <a:cubicBezTo>
                    <a:pt x="2185" y="1"/>
                    <a:pt x="2017" y="253"/>
                    <a:pt x="2017" y="589"/>
                  </a:cubicBezTo>
                  <a:cubicBezTo>
                    <a:pt x="2017" y="673"/>
                    <a:pt x="2017" y="757"/>
                    <a:pt x="2101" y="841"/>
                  </a:cubicBezTo>
                  <a:lnTo>
                    <a:pt x="1597" y="841"/>
                  </a:lnTo>
                  <a:cubicBezTo>
                    <a:pt x="1261" y="841"/>
                    <a:pt x="925" y="1177"/>
                    <a:pt x="925" y="1513"/>
                  </a:cubicBezTo>
                  <a:lnTo>
                    <a:pt x="925" y="1597"/>
                  </a:lnTo>
                  <a:cubicBezTo>
                    <a:pt x="673" y="1681"/>
                    <a:pt x="337" y="2101"/>
                    <a:pt x="337" y="2437"/>
                  </a:cubicBezTo>
                  <a:cubicBezTo>
                    <a:pt x="337" y="2773"/>
                    <a:pt x="421" y="2941"/>
                    <a:pt x="673" y="3193"/>
                  </a:cubicBezTo>
                  <a:cubicBezTo>
                    <a:pt x="337" y="3193"/>
                    <a:pt x="85" y="3361"/>
                    <a:pt x="85" y="3613"/>
                  </a:cubicBezTo>
                  <a:cubicBezTo>
                    <a:pt x="1" y="3949"/>
                    <a:pt x="253" y="4118"/>
                    <a:pt x="421" y="4118"/>
                  </a:cubicBezTo>
                  <a:lnTo>
                    <a:pt x="505" y="4118"/>
                  </a:lnTo>
                  <a:cubicBezTo>
                    <a:pt x="421" y="4202"/>
                    <a:pt x="421" y="4370"/>
                    <a:pt x="421" y="4454"/>
                  </a:cubicBezTo>
                  <a:cubicBezTo>
                    <a:pt x="421" y="4790"/>
                    <a:pt x="673" y="4958"/>
                    <a:pt x="925" y="4958"/>
                  </a:cubicBezTo>
                  <a:lnTo>
                    <a:pt x="925" y="5294"/>
                  </a:lnTo>
                  <a:lnTo>
                    <a:pt x="6386" y="5294"/>
                  </a:lnTo>
                  <a:lnTo>
                    <a:pt x="6386" y="5210"/>
                  </a:lnTo>
                  <a:cubicBezTo>
                    <a:pt x="6386" y="5042"/>
                    <a:pt x="6302" y="4958"/>
                    <a:pt x="6218" y="4874"/>
                  </a:cubicBezTo>
                  <a:lnTo>
                    <a:pt x="6554" y="4874"/>
                  </a:lnTo>
                  <a:cubicBezTo>
                    <a:pt x="6722" y="4874"/>
                    <a:pt x="6806" y="4790"/>
                    <a:pt x="6806" y="4538"/>
                  </a:cubicBezTo>
                  <a:cubicBezTo>
                    <a:pt x="6806" y="4454"/>
                    <a:pt x="6806" y="4454"/>
                    <a:pt x="6722" y="4370"/>
                  </a:cubicBezTo>
                  <a:cubicBezTo>
                    <a:pt x="7058" y="4202"/>
                    <a:pt x="7226" y="3949"/>
                    <a:pt x="7226" y="3613"/>
                  </a:cubicBezTo>
                  <a:cubicBezTo>
                    <a:pt x="7226" y="3277"/>
                    <a:pt x="7058" y="2941"/>
                    <a:pt x="6722" y="2857"/>
                  </a:cubicBezTo>
                  <a:cubicBezTo>
                    <a:pt x="6722" y="2773"/>
                    <a:pt x="6806" y="2689"/>
                    <a:pt x="6806" y="2521"/>
                  </a:cubicBezTo>
                  <a:cubicBezTo>
                    <a:pt x="6806" y="2101"/>
                    <a:pt x="6554" y="1681"/>
                    <a:pt x="6050" y="1597"/>
                  </a:cubicBezTo>
                  <a:lnTo>
                    <a:pt x="6050" y="1513"/>
                  </a:lnTo>
                  <a:cubicBezTo>
                    <a:pt x="6050" y="1177"/>
                    <a:pt x="5798" y="841"/>
                    <a:pt x="5462" y="841"/>
                  </a:cubicBezTo>
                  <a:lnTo>
                    <a:pt x="5462" y="589"/>
                  </a:lnTo>
                  <a:cubicBezTo>
                    <a:pt x="5462" y="253"/>
                    <a:pt x="5294" y="1"/>
                    <a:pt x="495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68" name="Google Shape;1768;p39"/>
            <p:cNvSpPr/>
            <p:nvPr/>
          </p:nvSpPr>
          <p:spPr>
            <a:xfrm>
              <a:off x="1926900" y="3485525"/>
              <a:ext cx="117650" cy="52525"/>
            </a:xfrm>
            <a:custGeom>
              <a:avLst/>
              <a:gdLst/>
              <a:ahLst/>
              <a:cxnLst/>
              <a:rect l="l" t="t" r="r" b="b"/>
              <a:pathLst>
                <a:path w="4706" h="2101" extrusionOk="0">
                  <a:moveTo>
                    <a:pt x="505" y="0"/>
                  </a:moveTo>
                  <a:cubicBezTo>
                    <a:pt x="169" y="0"/>
                    <a:pt x="1" y="168"/>
                    <a:pt x="1" y="504"/>
                  </a:cubicBezTo>
                  <a:cubicBezTo>
                    <a:pt x="85" y="756"/>
                    <a:pt x="253" y="925"/>
                    <a:pt x="505" y="925"/>
                  </a:cubicBezTo>
                  <a:lnTo>
                    <a:pt x="757" y="925"/>
                  </a:lnTo>
                  <a:cubicBezTo>
                    <a:pt x="589" y="1009"/>
                    <a:pt x="589" y="1177"/>
                    <a:pt x="589" y="1261"/>
                  </a:cubicBezTo>
                  <a:cubicBezTo>
                    <a:pt x="589" y="1597"/>
                    <a:pt x="841" y="1765"/>
                    <a:pt x="1177" y="1765"/>
                  </a:cubicBezTo>
                  <a:lnTo>
                    <a:pt x="1177" y="2101"/>
                  </a:lnTo>
                  <a:lnTo>
                    <a:pt x="3529" y="2101"/>
                  </a:lnTo>
                  <a:cubicBezTo>
                    <a:pt x="3445" y="2017"/>
                    <a:pt x="3361" y="1849"/>
                    <a:pt x="3277" y="1849"/>
                  </a:cubicBezTo>
                  <a:cubicBezTo>
                    <a:pt x="3361" y="1849"/>
                    <a:pt x="3445" y="1765"/>
                    <a:pt x="3445" y="1681"/>
                  </a:cubicBezTo>
                  <a:lnTo>
                    <a:pt x="4202" y="1681"/>
                  </a:lnTo>
                  <a:cubicBezTo>
                    <a:pt x="4538" y="1681"/>
                    <a:pt x="4706" y="1429"/>
                    <a:pt x="4706" y="1093"/>
                  </a:cubicBezTo>
                  <a:cubicBezTo>
                    <a:pt x="4706" y="841"/>
                    <a:pt x="4538" y="588"/>
                    <a:pt x="4202" y="588"/>
                  </a:cubicBezTo>
                  <a:lnTo>
                    <a:pt x="3277" y="588"/>
                  </a:lnTo>
                  <a:lnTo>
                    <a:pt x="3277" y="504"/>
                  </a:lnTo>
                  <a:cubicBezTo>
                    <a:pt x="3277" y="168"/>
                    <a:pt x="3025" y="0"/>
                    <a:pt x="268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69" name="Google Shape;1769;p39"/>
            <p:cNvSpPr/>
            <p:nvPr/>
          </p:nvSpPr>
          <p:spPr>
            <a:xfrm>
              <a:off x="1985725" y="3405700"/>
              <a:ext cx="81925" cy="52550"/>
            </a:xfrm>
            <a:custGeom>
              <a:avLst/>
              <a:gdLst/>
              <a:ahLst/>
              <a:cxnLst/>
              <a:rect l="l" t="t" r="r" b="b"/>
              <a:pathLst>
                <a:path w="3277" h="2102" extrusionOk="0">
                  <a:moveTo>
                    <a:pt x="1008" y="1"/>
                  </a:moveTo>
                  <a:lnTo>
                    <a:pt x="1008" y="169"/>
                  </a:lnTo>
                  <a:cubicBezTo>
                    <a:pt x="1008" y="337"/>
                    <a:pt x="1092" y="421"/>
                    <a:pt x="1344" y="589"/>
                  </a:cubicBezTo>
                  <a:cubicBezTo>
                    <a:pt x="1176" y="589"/>
                    <a:pt x="1092" y="673"/>
                    <a:pt x="1092" y="757"/>
                  </a:cubicBezTo>
                  <a:lnTo>
                    <a:pt x="504" y="757"/>
                  </a:lnTo>
                  <a:cubicBezTo>
                    <a:pt x="252" y="757"/>
                    <a:pt x="0" y="1009"/>
                    <a:pt x="0" y="1177"/>
                  </a:cubicBezTo>
                  <a:cubicBezTo>
                    <a:pt x="0" y="1429"/>
                    <a:pt x="252" y="1597"/>
                    <a:pt x="504" y="1597"/>
                  </a:cubicBezTo>
                  <a:lnTo>
                    <a:pt x="1176" y="1597"/>
                  </a:lnTo>
                  <a:lnTo>
                    <a:pt x="1176" y="1681"/>
                  </a:lnTo>
                  <a:cubicBezTo>
                    <a:pt x="1176" y="1933"/>
                    <a:pt x="1428" y="2101"/>
                    <a:pt x="1597" y="2101"/>
                  </a:cubicBezTo>
                  <a:lnTo>
                    <a:pt x="3277" y="2101"/>
                  </a:lnTo>
                  <a:cubicBezTo>
                    <a:pt x="3193" y="1933"/>
                    <a:pt x="2857" y="1681"/>
                    <a:pt x="2689" y="1597"/>
                  </a:cubicBezTo>
                  <a:cubicBezTo>
                    <a:pt x="2689" y="1177"/>
                    <a:pt x="2353" y="841"/>
                    <a:pt x="2017" y="841"/>
                  </a:cubicBezTo>
                  <a:lnTo>
                    <a:pt x="2017" y="589"/>
                  </a:lnTo>
                  <a:cubicBezTo>
                    <a:pt x="2017" y="253"/>
                    <a:pt x="1849" y="1"/>
                    <a:pt x="151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70" name="Google Shape;1770;p39"/>
            <p:cNvSpPr/>
            <p:nvPr/>
          </p:nvSpPr>
          <p:spPr>
            <a:xfrm>
              <a:off x="744325" y="3374200"/>
              <a:ext cx="239475" cy="163850"/>
            </a:xfrm>
            <a:custGeom>
              <a:avLst/>
              <a:gdLst/>
              <a:ahLst/>
              <a:cxnLst/>
              <a:rect l="l" t="t" r="r" b="b"/>
              <a:pathLst>
                <a:path w="9579" h="6554" extrusionOk="0">
                  <a:moveTo>
                    <a:pt x="3361" y="0"/>
                  </a:moveTo>
                  <a:cubicBezTo>
                    <a:pt x="2941" y="0"/>
                    <a:pt x="2689" y="336"/>
                    <a:pt x="2689" y="672"/>
                  </a:cubicBezTo>
                  <a:cubicBezTo>
                    <a:pt x="2689" y="756"/>
                    <a:pt x="2689" y="840"/>
                    <a:pt x="2773" y="924"/>
                  </a:cubicBezTo>
                  <a:lnTo>
                    <a:pt x="2017" y="924"/>
                  </a:lnTo>
                  <a:cubicBezTo>
                    <a:pt x="1597" y="924"/>
                    <a:pt x="1177" y="1261"/>
                    <a:pt x="1177" y="1681"/>
                  </a:cubicBezTo>
                  <a:lnTo>
                    <a:pt x="1177" y="1933"/>
                  </a:lnTo>
                  <a:cubicBezTo>
                    <a:pt x="757" y="2101"/>
                    <a:pt x="421" y="2521"/>
                    <a:pt x="421" y="3025"/>
                  </a:cubicBezTo>
                  <a:cubicBezTo>
                    <a:pt x="421" y="3361"/>
                    <a:pt x="589" y="3697"/>
                    <a:pt x="757" y="3865"/>
                  </a:cubicBezTo>
                  <a:lnTo>
                    <a:pt x="673" y="3865"/>
                  </a:lnTo>
                  <a:cubicBezTo>
                    <a:pt x="337" y="3865"/>
                    <a:pt x="1" y="4117"/>
                    <a:pt x="1" y="4537"/>
                  </a:cubicBezTo>
                  <a:cubicBezTo>
                    <a:pt x="337" y="4789"/>
                    <a:pt x="673" y="4957"/>
                    <a:pt x="1009" y="4957"/>
                  </a:cubicBezTo>
                  <a:lnTo>
                    <a:pt x="1177" y="4957"/>
                  </a:lnTo>
                  <a:cubicBezTo>
                    <a:pt x="1093" y="5041"/>
                    <a:pt x="1093" y="5209"/>
                    <a:pt x="1093" y="5378"/>
                  </a:cubicBezTo>
                  <a:cubicBezTo>
                    <a:pt x="1093" y="5714"/>
                    <a:pt x="1429" y="6050"/>
                    <a:pt x="1681" y="6134"/>
                  </a:cubicBezTo>
                  <a:lnTo>
                    <a:pt x="1681" y="6218"/>
                  </a:lnTo>
                  <a:cubicBezTo>
                    <a:pt x="1681" y="6302"/>
                    <a:pt x="1681" y="6470"/>
                    <a:pt x="1849" y="6554"/>
                  </a:cubicBezTo>
                  <a:lnTo>
                    <a:pt x="8571" y="6554"/>
                  </a:lnTo>
                  <a:lnTo>
                    <a:pt x="8571" y="6302"/>
                  </a:lnTo>
                  <a:cubicBezTo>
                    <a:pt x="8571" y="6134"/>
                    <a:pt x="8403" y="6050"/>
                    <a:pt x="8319" y="5882"/>
                  </a:cubicBezTo>
                  <a:lnTo>
                    <a:pt x="8571" y="5882"/>
                  </a:lnTo>
                  <a:cubicBezTo>
                    <a:pt x="8739" y="5882"/>
                    <a:pt x="8907" y="5714"/>
                    <a:pt x="8907" y="5462"/>
                  </a:cubicBezTo>
                  <a:cubicBezTo>
                    <a:pt x="8907" y="5378"/>
                    <a:pt x="8907" y="5378"/>
                    <a:pt x="8823" y="5294"/>
                  </a:cubicBezTo>
                  <a:cubicBezTo>
                    <a:pt x="9243" y="5209"/>
                    <a:pt x="9579" y="4705"/>
                    <a:pt x="9579" y="4285"/>
                  </a:cubicBezTo>
                  <a:cubicBezTo>
                    <a:pt x="9579" y="3865"/>
                    <a:pt x="9243" y="3445"/>
                    <a:pt x="8823" y="3361"/>
                  </a:cubicBezTo>
                  <a:cubicBezTo>
                    <a:pt x="8823" y="3277"/>
                    <a:pt x="8907" y="3025"/>
                    <a:pt x="8907" y="2941"/>
                  </a:cubicBezTo>
                  <a:cubicBezTo>
                    <a:pt x="8907" y="2437"/>
                    <a:pt x="8655" y="1933"/>
                    <a:pt x="8067" y="1765"/>
                  </a:cubicBezTo>
                  <a:lnTo>
                    <a:pt x="8067" y="1681"/>
                  </a:lnTo>
                  <a:cubicBezTo>
                    <a:pt x="8067" y="1261"/>
                    <a:pt x="7814" y="924"/>
                    <a:pt x="7226" y="924"/>
                  </a:cubicBezTo>
                  <a:lnTo>
                    <a:pt x="7058" y="924"/>
                  </a:lnTo>
                  <a:cubicBezTo>
                    <a:pt x="7142" y="840"/>
                    <a:pt x="7142" y="756"/>
                    <a:pt x="7142" y="672"/>
                  </a:cubicBezTo>
                  <a:cubicBezTo>
                    <a:pt x="7142" y="252"/>
                    <a:pt x="6890" y="0"/>
                    <a:pt x="647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71" name="Google Shape;1771;p39"/>
            <p:cNvSpPr/>
            <p:nvPr/>
          </p:nvSpPr>
          <p:spPr>
            <a:xfrm>
              <a:off x="738025" y="3374200"/>
              <a:ext cx="195375" cy="163850"/>
            </a:xfrm>
            <a:custGeom>
              <a:avLst/>
              <a:gdLst/>
              <a:ahLst/>
              <a:cxnLst/>
              <a:rect l="l" t="t" r="r" b="b"/>
              <a:pathLst>
                <a:path w="7815" h="6554" extrusionOk="0">
                  <a:moveTo>
                    <a:pt x="3361" y="0"/>
                  </a:moveTo>
                  <a:cubicBezTo>
                    <a:pt x="2941" y="0"/>
                    <a:pt x="2605" y="336"/>
                    <a:pt x="2605" y="672"/>
                  </a:cubicBezTo>
                  <a:cubicBezTo>
                    <a:pt x="2605" y="756"/>
                    <a:pt x="2605" y="840"/>
                    <a:pt x="2689" y="924"/>
                  </a:cubicBezTo>
                  <a:lnTo>
                    <a:pt x="1933" y="924"/>
                  </a:lnTo>
                  <a:cubicBezTo>
                    <a:pt x="1513" y="924"/>
                    <a:pt x="1093" y="1261"/>
                    <a:pt x="1093" y="1681"/>
                  </a:cubicBezTo>
                  <a:lnTo>
                    <a:pt x="1093" y="1933"/>
                  </a:lnTo>
                  <a:cubicBezTo>
                    <a:pt x="673" y="2101"/>
                    <a:pt x="421" y="2521"/>
                    <a:pt x="421" y="3025"/>
                  </a:cubicBezTo>
                  <a:cubicBezTo>
                    <a:pt x="421" y="3361"/>
                    <a:pt x="505" y="3697"/>
                    <a:pt x="673" y="3865"/>
                  </a:cubicBezTo>
                  <a:lnTo>
                    <a:pt x="589" y="3865"/>
                  </a:lnTo>
                  <a:cubicBezTo>
                    <a:pt x="253" y="3865"/>
                    <a:pt x="1" y="4117"/>
                    <a:pt x="1" y="4537"/>
                  </a:cubicBezTo>
                  <a:cubicBezTo>
                    <a:pt x="85" y="4789"/>
                    <a:pt x="337" y="4957"/>
                    <a:pt x="673" y="4957"/>
                  </a:cubicBezTo>
                  <a:lnTo>
                    <a:pt x="925" y="4957"/>
                  </a:lnTo>
                  <a:cubicBezTo>
                    <a:pt x="757" y="5041"/>
                    <a:pt x="757" y="5209"/>
                    <a:pt x="757" y="5378"/>
                  </a:cubicBezTo>
                  <a:cubicBezTo>
                    <a:pt x="757" y="5714"/>
                    <a:pt x="1093" y="6050"/>
                    <a:pt x="1429" y="6134"/>
                  </a:cubicBezTo>
                  <a:lnTo>
                    <a:pt x="1429" y="6218"/>
                  </a:lnTo>
                  <a:cubicBezTo>
                    <a:pt x="1429" y="6302"/>
                    <a:pt x="1429" y="6470"/>
                    <a:pt x="1513" y="6554"/>
                  </a:cubicBezTo>
                  <a:lnTo>
                    <a:pt x="6806" y="6554"/>
                  </a:lnTo>
                  <a:lnTo>
                    <a:pt x="6806" y="6302"/>
                  </a:lnTo>
                  <a:cubicBezTo>
                    <a:pt x="6806" y="6134"/>
                    <a:pt x="6722" y="6050"/>
                    <a:pt x="6554" y="5882"/>
                  </a:cubicBezTo>
                  <a:lnTo>
                    <a:pt x="6806" y="5882"/>
                  </a:lnTo>
                  <a:cubicBezTo>
                    <a:pt x="6974" y="5882"/>
                    <a:pt x="7226" y="5714"/>
                    <a:pt x="7226" y="5462"/>
                  </a:cubicBezTo>
                  <a:cubicBezTo>
                    <a:pt x="7226" y="5378"/>
                    <a:pt x="7226" y="5378"/>
                    <a:pt x="7058" y="5294"/>
                  </a:cubicBezTo>
                  <a:cubicBezTo>
                    <a:pt x="7478" y="5209"/>
                    <a:pt x="7814" y="4705"/>
                    <a:pt x="7814" y="4285"/>
                  </a:cubicBezTo>
                  <a:cubicBezTo>
                    <a:pt x="7814" y="3865"/>
                    <a:pt x="7478" y="3445"/>
                    <a:pt x="7058" y="3361"/>
                  </a:cubicBezTo>
                  <a:cubicBezTo>
                    <a:pt x="7058" y="3277"/>
                    <a:pt x="7226" y="3025"/>
                    <a:pt x="7226" y="2941"/>
                  </a:cubicBezTo>
                  <a:cubicBezTo>
                    <a:pt x="7226" y="2437"/>
                    <a:pt x="6890" y="1933"/>
                    <a:pt x="6386" y="1765"/>
                  </a:cubicBezTo>
                  <a:lnTo>
                    <a:pt x="6386" y="1681"/>
                  </a:lnTo>
                  <a:cubicBezTo>
                    <a:pt x="6386" y="1261"/>
                    <a:pt x="6050" y="924"/>
                    <a:pt x="5546" y="924"/>
                  </a:cubicBezTo>
                  <a:lnTo>
                    <a:pt x="5378" y="924"/>
                  </a:lnTo>
                  <a:cubicBezTo>
                    <a:pt x="5546" y="840"/>
                    <a:pt x="5546" y="756"/>
                    <a:pt x="5546" y="672"/>
                  </a:cubicBezTo>
                  <a:cubicBezTo>
                    <a:pt x="5546" y="252"/>
                    <a:pt x="5210" y="0"/>
                    <a:pt x="479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72" name="Google Shape;1772;p39"/>
            <p:cNvSpPr/>
            <p:nvPr/>
          </p:nvSpPr>
          <p:spPr>
            <a:xfrm>
              <a:off x="735925" y="3468725"/>
              <a:ext cx="149150" cy="69325"/>
            </a:xfrm>
            <a:custGeom>
              <a:avLst/>
              <a:gdLst/>
              <a:ahLst/>
              <a:cxnLst/>
              <a:rect l="l" t="t" r="r" b="b"/>
              <a:pathLst>
                <a:path w="5966" h="2773" extrusionOk="0">
                  <a:moveTo>
                    <a:pt x="673" y="0"/>
                  </a:moveTo>
                  <a:cubicBezTo>
                    <a:pt x="337" y="0"/>
                    <a:pt x="1" y="252"/>
                    <a:pt x="1" y="672"/>
                  </a:cubicBezTo>
                  <a:cubicBezTo>
                    <a:pt x="169" y="1008"/>
                    <a:pt x="421" y="1176"/>
                    <a:pt x="757" y="1176"/>
                  </a:cubicBezTo>
                  <a:lnTo>
                    <a:pt x="1009" y="1176"/>
                  </a:lnTo>
                  <a:cubicBezTo>
                    <a:pt x="841" y="1260"/>
                    <a:pt x="841" y="1428"/>
                    <a:pt x="841" y="1597"/>
                  </a:cubicBezTo>
                  <a:cubicBezTo>
                    <a:pt x="841" y="1933"/>
                    <a:pt x="1177" y="2269"/>
                    <a:pt x="1513" y="2353"/>
                  </a:cubicBezTo>
                  <a:lnTo>
                    <a:pt x="1513" y="2437"/>
                  </a:lnTo>
                  <a:cubicBezTo>
                    <a:pt x="1513" y="2521"/>
                    <a:pt x="1513" y="2689"/>
                    <a:pt x="1597" y="2773"/>
                  </a:cubicBezTo>
                  <a:lnTo>
                    <a:pt x="4538" y="2773"/>
                  </a:lnTo>
                  <a:lnTo>
                    <a:pt x="4286" y="2437"/>
                  </a:lnTo>
                  <a:cubicBezTo>
                    <a:pt x="4454" y="2437"/>
                    <a:pt x="4538" y="2269"/>
                    <a:pt x="4538" y="2101"/>
                  </a:cubicBezTo>
                  <a:lnTo>
                    <a:pt x="5294" y="2101"/>
                  </a:lnTo>
                  <a:cubicBezTo>
                    <a:pt x="5630" y="2101"/>
                    <a:pt x="5966" y="1849"/>
                    <a:pt x="5966" y="1513"/>
                  </a:cubicBezTo>
                  <a:cubicBezTo>
                    <a:pt x="5966" y="1176"/>
                    <a:pt x="5714" y="756"/>
                    <a:pt x="5294" y="756"/>
                  </a:cubicBezTo>
                  <a:lnTo>
                    <a:pt x="4118" y="756"/>
                  </a:lnTo>
                  <a:lnTo>
                    <a:pt x="4118" y="672"/>
                  </a:lnTo>
                  <a:cubicBezTo>
                    <a:pt x="4118" y="336"/>
                    <a:pt x="3865" y="0"/>
                    <a:pt x="352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73" name="Google Shape;1773;p39"/>
            <p:cNvSpPr/>
            <p:nvPr/>
          </p:nvSpPr>
          <p:spPr>
            <a:xfrm>
              <a:off x="807350" y="3374200"/>
              <a:ext cx="105050" cy="69325"/>
            </a:xfrm>
            <a:custGeom>
              <a:avLst/>
              <a:gdLst/>
              <a:ahLst/>
              <a:cxnLst/>
              <a:rect l="l" t="t" r="r" b="b"/>
              <a:pathLst>
                <a:path w="4202" h="2773" extrusionOk="0">
                  <a:moveTo>
                    <a:pt x="1093" y="0"/>
                  </a:moveTo>
                  <a:lnTo>
                    <a:pt x="1093" y="252"/>
                  </a:lnTo>
                  <a:cubicBezTo>
                    <a:pt x="1093" y="420"/>
                    <a:pt x="1261" y="672"/>
                    <a:pt x="1513" y="756"/>
                  </a:cubicBezTo>
                  <a:cubicBezTo>
                    <a:pt x="1345" y="756"/>
                    <a:pt x="1261" y="840"/>
                    <a:pt x="1261" y="1093"/>
                  </a:cubicBezTo>
                  <a:lnTo>
                    <a:pt x="588" y="1093"/>
                  </a:lnTo>
                  <a:cubicBezTo>
                    <a:pt x="252" y="1093"/>
                    <a:pt x="0" y="1261"/>
                    <a:pt x="0" y="1597"/>
                  </a:cubicBezTo>
                  <a:cubicBezTo>
                    <a:pt x="0" y="1933"/>
                    <a:pt x="252" y="2101"/>
                    <a:pt x="588" y="2101"/>
                  </a:cubicBezTo>
                  <a:lnTo>
                    <a:pt x="1513" y="2101"/>
                  </a:lnTo>
                  <a:lnTo>
                    <a:pt x="1513" y="2269"/>
                  </a:lnTo>
                  <a:cubicBezTo>
                    <a:pt x="1513" y="2521"/>
                    <a:pt x="1681" y="2773"/>
                    <a:pt x="2017" y="2773"/>
                  </a:cubicBezTo>
                  <a:lnTo>
                    <a:pt x="4201" y="2773"/>
                  </a:lnTo>
                  <a:cubicBezTo>
                    <a:pt x="4117" y="2269"/>
                    <a:pt x="3781" y="1933"/>
                    <a:pt x="3361" y="1849"/>
                  </a:cubicBezTo>
                  <a:lnTo>
                    <a:pt x="3361" y="1681"/>
                  </a:lnTo>
                  <a:cubicBezTo>
                    <a:pt x="3361" y="1261"/>
                    <a:pt x="3109" y="1009"/>
                    <a:pt x="2521" y="1009"/>
                  </a:cubicBezTo>
                  <a:lnTo>
                    <a:pt x="2437" y="1009"/>
                  </a:lnTo>
                  <a:cubicBezTo>
                    <a:pt x="2521" y="840"/>
                    <a:pt x="2521" y="756"/>
                    <a:pt x="2521" y="672"/>
                  </a:cubicBezTo>
                  <a:cubicBezTo>
                    <a:pt x="2521" y="252"/>
                    <a:pt x="2185" y="0"/>
                    <a:pt x="18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74" name="Google Shape;1774;p39"/>
            <p:cNvSpPr/>
            <p:nvPr/>
          </p:nvSpPr>
          <p:spPr>
            <a:xfrm>
              <a:off x="2410025" y="3405700"/>
              <a:ext cx="180650" cy="132350"/>
            </a:xfrm>
            <a:custGeom>
              <a:avLst/>
              <a:gdLst/>
              <a:ahLst/>
              <a:cxnLst/>
              <a:rect l="l" t="t" r="r" b="b"/>
              <a:pathLst>
                <a:path w="7226" h="5294" extrusionOk="0">
                  <a:moveTo>
                    <a:pt x="2521" y="1"/>
                  </a:moveTo>
                  <a:cubicBezTo>
                    <a:pt x="2185" y="1"/>
                    <a:pt x="2017" y="253"/>
                    <a:pt x="2017" y="589"/>
                  </a:cubicBezTo>
                  <a:cubicBezTo>
                    <a:pt x="2017" y="673"/>
                    <a:pt x="2017" y="757"/>
                    <a:pt x="2101" y="841"/>
                  </a:cubicBezTo>
                  <a:lnTo>
                    <a:pt x="1428" y="841"/>
                  </a:lnTo>
                  <a:cubicBezTo>
                    <a:pt x="1176" y="841"/>
                    <a:pt x="840" y="1177"/>
                    <a:pt x="840" y="1513"/>
                  </a:cubicBezTo>
                  <a:lnTo>
                    <a:pt x="840" y="1597"/>
                  </a:lnTo>
                  <a:cubicBezTo>
                    <a:pt x="504" y="1681"/>
                    <a:pt x="168" y="2101"/>
                    <a:pt x="168" y="2437"/>
                  </a:cubicBezTo>
                  <a:cubicBezTo>
                    <a:pt x="168" y="2773"/>
                    <a:pt x="336" y="2941"/>
                    <a:pt x="504" y="3193"/>
                  </a:cubicBezTo>
                  <a:cubicBezTo>
                    <a:pt x="168" y="3193"/>
                    <a:pt x="0" y="3361"/>
                    <a:pt x="0" y="3613"/>
                  </a:cubicBezTo>
                  <a:cubicBezTo>
                    <a:pt x="0" y="3949"/>
                    <a:pt x="168" y="4118"/>
                    <a:pt x="504" y="4118"/>
                  </a:cubicBezTo>
                  <a:lnTo>
                    <a:pt x="588" y="4118"/>
                  </a:lnTo>
                  <a:cubicBezTo>
                    <a:pt x="504" y="4202"/>
                    <a:pt x="504" y="4370"/>
                    <a:pt x="504" y="4454"/>
                  </a:cubicBezTo>
                  <a:cubicBezTo>
                    <a:pt x="504" y="4790"/>
                    <a:pt x="756" y="4958"/>
                    <a:pt x="1008" y="4958"/>
                  </a:cubicBezTo>
                  <a:lnTo>
                    <a:pt x="1008" y="5294"/>
                  </a:lnTo>
                  <a:lnTo>
                    <a:pt x="6470" y="5294"/>
                  </a:lnTo>
                  <a:lnTo>
                    <a:pt x="6470" y="5210"/>
                  </a:lnTo>
                  <a:cubicBezTo>
                    <a:pt x="6470" y="5042"/>
                    <a:pt x="6386" y="4958"/>
                    <a:pt x="6302" y="4874"/>
                  </a:cubicBezTo>
                  <a:lnTo>
                    <a:pt x="6470" y="4874"/>
                  </a:lnTo>
                  <a:cubicBezTo>
                    <a:pt x="6722" y="4874"/>
                    <a:pt x="6806" y="4790"/>
                    <a:pt x="6806" y="4538"/>
                  </a:cubicBezTo>
                  <a:cubicBezTo>
                    <a:pt x="6806" y="4454"/>
                    <a:pt x="6806" y="4454"/>
                    <a:pt x="6722" y="4370"/>
                  </a:cubicBezTo>
                  <a:cubicBezTo>
                    <a:pt x="7058" y="4202"/>
                    <a:pt x="7226" y="3949"/>
                    <a:pt x="7226" y="3613"/>
                  </a:cubicBezTo>
                  <a:cubicBezTo>
                    <a:pt x="7226" y="3277"/>
                    <a:pt x="7058" y="2941"/>
                    <a:pt x="6722" y="2857"/>
                  </a:cubicBezTo>
                  <a:cubicBezTo>
                    <a:pt x="6722" y="2773"/>
                    <a:pt x="6806" y="2689"/>
                    <a:pt x="6806" y="2521"/>
                  </a:cubicBezTo>
                  <a:cubicBezTo>
                    <a:pt x="6806" y="2101"/>
                    <a:pt x="6470" y="1681"/>
                    <a:pt x="6049" y="1597"/>
                  </a:cubicBezTo>
                  <a:lnTo>
                    <a:pt x="6049" y="1513"/>
                  </a:lnTo>
                  <a:cubicBezTo>
                    <a:pt x="6049" y="1177"/>
                    <a:pt x="5797" y="841"/>
                    <a:pt x="5461" y="841"/>
                  </a:cubicBezTo>
                  <a:lnTo>
                    <a:pt x="5461" y="589"/>
                  </a:lnTo>
                  <a:cubicBezTo>
                    <a:pt x="5461" y="253"/>
                    <a:pt x="5209" y="1"/>
                    <a:pt x="49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75" name="Google Shape;1775;p39"/>
            <p:cNvSpPr/>
            <p:nvPr/>
          </p:nvSpPr>
          <p:spPr>
            <a:xfrm>
              <a:off x="2401600" y="3405700"/>
              <a:ext cx="147075" cy="132350"/>
            </a:xfrm>
            <a:custGeom>
              <a:avLst/>
              <a:gdLst/>
              <a:ahLst/>
              <a:cxnLst/>
              <a:rect l="l" t="t" r="r" b="b"/>
              <a:pathLst>
                <a:path w="5883" h="5294" extrusionOk="0">
                  <a:moveTo>
                    <a:pt x="2438" y="1"/>
                  </a:moveTo>
                  <a:cubicBezTo>
                    <a:pt x="2101" y="1"/>
                    <a:pt x="1933" y="253"/>
                    <a:pt x="1933" y="589"/>
                  </a:cubicBezTo>
                  <a:cubicBezTo>
                    <a:pt x="1933" y="673"/>
                    <a:pt x="1933" y="757"/>
                    <a:pt x="2017" y="841"/>
                  </a:cubicBezTo>
                  <a:lnTo>
                    <a:pt x="1513" y="841"/>
                  </a:lnTo>
                  <a:cubicBezTo>
                    <a:pt x="1177" y="841"/>
                    <a:pt x="841" y="1177"/>
                    <a:pt x="841" y="1513"/>
                  </a:cubicBezTo>
                  <a:lnTo>
                    <a:pt x="841" y="1597"/>
                  </a:lnTo>
                  <a:cubicBezTo>
                    <a:pt x="505" y="1681"/>
                    <a:pt x="253" y="2101"/>
                    <a:pt x="253" y="2437"/>
                  </a:cubicBezTo>
                  <a:cubicBezTo>
                    <a:pt x="253" y="2773"/>
                    <a:pt x="337" y="2941"/>
                    <a:pt x="505" y="3193"/>
                  </a:cubicBezTo>
                  <a:cubicBezTo>
                    <a:pt x="253" y="3193"/>
                    <a:pt x="1" y="3361"/>
                    <a:pt x="1" y="3613"/>
                  </a:cubicBezTo>
                  <a:cubicBezTo>
                    <a:pt x="1" y="3949"/>
                    <a:pt x="253" y="4118"/>
                    <a:pt x="421" y="4118"/>
                  </a:cubicBezTo>
                  <a:lnTo>
                    <a:pt x="505" y="4118"/>
                  </a:lnTo>
                  <a:cubicBezTo>
                    <a:pt x="421" y="4202"/>
                    <a:pt x="421" y="4370"/>
                    <a:pt x="421" y="4454"/>
                  </a:cubicBezTo>
                  <a:cubicBezTo>
                    <a:pt x="421" y="4790"/>
                    <a:pt x="673" y="4958"/>
                    <a:pt x="925" y="4958"/>
                  </a:cubicBezTo>
                  <a:lnTo>
                    <a:pt x="925" y="5294"/>
                  </a:lnTo>
                  <a:lnTo>
                    <a:pt x="5126" y="5294"/>
                  </a:lnTo>
                  <a:lnTo>
                    <a:pt x="5126" y="5210"/>
                  </a:lnTo>
                  <a:cubicBezTo>
                    <a:pt x="5126" y="5042"/>
                    <a:pt x="5042" y="4958"/>
                    <a:pt x="4958" y="4874"/>
                  </a:cubicBezTo>
                  <a:lnTo>
                    <a:pt x="5126" y="4874"/>
                  </a:lnTo>
                  <a:cubicBezTo>
                    <a:pt x="5378" y="4874"/>
                    <a:pt x="5462" y="4790"/>
                    <a:pt x="5462" y="4538"/>
                  </a:cubicBezTo>
                  <a:cubicBezTo>
                    <a:pt x="5462" y="4454"/>
                    <a:pt x="5462" y="4454"/>
                    <a:pt x="5378" y="4370"/>
                  </a:cubicBezTo>
                  <a:cubicBezTo>
                    <a:pt x="5714" y="4202"/>
                    <a:pt x="5882" y="3949"/>
                    <a:pt x="5882" y="3613"/>
                  </a:cubicBezTo>
                  <a:cubicBezTo>
                    <a:pt x="5882" y="3277"/>
                    <a:pt x="5714" y="2941"/>
                    <a:pt x="5378" y="2857"/>
                  </a:cubicBezTo>
                  <a:cubicBezTo>
                    <a:pt x="5378" y="2773"/>
                    <a:pt x="5462" y="2689"/>
                    <a:pt x="5462" y="2521"/>
                  </a:cubicBezTo>
                  <a:cubicBezTo>
                    <a:pt x="5462" y="2101"/>
                    <a:pt x="5126" y="1681"/>
                    <a:pt x="4706" y="1597"/>
                  </a:cubicBezTo>
                  <a:lnTo>
                    <a:pt x="4706" y="1513"/>
                  </a:lnTo>
                  <a:cubicBezTo>
                    <a:pt x="4706" y="1177"/>
                    <a:pt x="4454" y="841"/>
                    <a:pt x="4118" y="841"/>
                  </a:cubicBezTo>
                  <a:lnTo>
                    <a:pt x="4118" y="589"/>
                  </a:lnTo>
                  <a:cubicBezTo>
                    <a:pt x="4118" y="253"/>
                    <a:pt x="3866" y="1"/>
                    <a:pt x="36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76" name="Google Shape;1776;p39"/>
            <p:cNvSpPr/>
            <p:nvPr/>
          </p:nvSpPr>
          <p:spPr>
            <a:xfrm>
              <a:off x="2397400" y="3485525"/>
              <a:ext cx="117675" cy="52525"/>
            </a:xfrm>
            <a:custGeom>
              <a:avLst/>
              <a:gdLst/>
              <a:ahLst/>
              <a:cxnLst/>
              <a:rect l="l" t="t" r="r" b="b"/>
              <a:pathLst>
                <a:path w="4707" h="2101" extrusionOk="0">
                  <a:moveTo>
                    <a:pt x="505" y="0"/>
                  </a:moveTo>
                  <a:cubicBezTo>
                    <a:pt x="169" y="0"/>
                    <a:pt x="1" y="168"/>
                    <a:pt x="1" y="504"/>
                  </a:cubicBezTo>
                  <a:cubicBezTo>
                    <a:pt x="169" y="756"/>
                    <a:pt x="421" y="925"/>
                    <a:pt x="589" y="925"/>
                  </a:cubicBezTo>
                  <a:lnTo>
                    <a:pt x="673" y="925"/>
                  </a:lnTo>
                  <a:cubicBezTo>
                    <a:pt x="589" y="1009"/>
                    <a:pt x="589" y="1177"/>
                    <a:pt x="589" y="1261"/>
                  </a:cubicBezTo>
                  <a:cubicBezTo>
                    <a:pt x="589" y="1597"/>
                    <a:pt x="841" y="1765"/>
                    <a:pt x="1093" y="1765"/>
                  </a:cubicBezTo>
                  <a:lnTo>
                    <a:pt x="1093" y="2101"/>
                  </a:lnTo>
                  <a:lnTo>
                    <a:pt x="3530" y="2101"/>
                  </a:lnTo>
                  <a:cubicBezTo>
                    <a:pt x="3446" y="2017"/>
                    <a:pt x="3362" y="1849"/>
                    <a:pt x="3194" y="1849"/>
                  </a:cubicBezTo>
                  <a:cubicBezTo>
                    <a:pt x="3362" y="1849"/>
                    <a:pt x="3446" y="1765"/>
                    <a:pt x="3446" y="1681"/>
                  </a:cubicBezTo>
                  <a:lnTo>
                    <a:pt x="4202" y="1681"/>
                  </a:lnTo>
                  <a:cubicBezTo>
                    <a:pt x="4454" y="1681"/>
                    <a:pt x="4706" y="1429"/>
                    <a:pt x="4706" y="1093"/>
                  </a:cubicBezTo>
                  <a:cubicBezTo>
                    <a:pt x="4706" y="841"/>
                    <a:pt x="4454" y="588"/>
                    <a:pt x="4202" y="588"/>
                  </a:cubicBezTo>
                  <a:lnTo>
                    <a:pt x="3194" y="588"/>
                  </a:lnTo>
                  <a:lnTo>
                    <a:pt x="3194" y="504"/>
                  </a:lnTo>
                  <a:cubicBezTo>
                    <a:pt x="3194" y="168"/>
                    <a:pt x="3026" y="0"/>
                    <a:pt x="269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77" name="Google Shape;1777;p39"/>
            <p:cNvSpPr/>
            <p:nvPr/>
          </p:nvSpPr>
          <p:spPr>
            <a:xfrm>
              <a:off x="2456225" y="3405700"/>
              <a:ext cx="81950" cy="52550"/>
            </a:xfrm>
            <a:custGeom>
              <a:avLst/>
              <a:gdLst/>
              <a:ahLst/>
              <a:cxnLst/>
              <a:rect l="l" t="t" r="r" b="b"/>
              <a:pathLst>
                <a:path w="3278" h="2102" extrusionOk="0">
                  <a:moveTo>
                    <a:pt x="1009" y="1"/>
                  </a:moveTo>
                  <a:lnTo>
                    <a:pt x="1009" y="169"/>
                  </a:lnTo>
                  <a:cubicBezTo>
                    <a:pt x="1009" y="337"/>
                    <a:pt x="1093" y="421"/>
                    <a:pt x="1261" y="589"/>
                  </a:cubicBezTo>
                  <a:cubicBezTo>
                    <a:pt x="1177" y="589"/>
                    <a:pt x="1093" y="673"/>
                    <a:pt x="1093" y="757"/>
                  </a:cubicBezTo>
                  <a:lnTo>
                    <a:pt x="421" y="757"/>
                  </a:lnTo>
                  <a:cubicBezTo>
                    <a:pt x="253" y="757"/>
                    <a:pt x="0" y="1009"/>
                    <a:pt x="0" y="1177"/>
                  </a:cubicBezTo>
                  <a:cubicBezTo>
                    <a:pt x="0" y="1429"/>
                    <a:pt x="253" y="1597"/>
                    <a:pt x="421" y="1597"/>
                  </a:cubicBezTo>
                  <a:lnTo>
                    <a:pt x="1177" y="1597"/>
                  </a:lnTo>
                  <a:lnTo>
                    <a:pt x="1177" y="1681"/>
                  </a:lnTo>
                  <a:cubicBezTo>
                    <a:pt x="1177" y="1933"/>
                    <a:pt x="1429" y="2101"/>
                    <a:pt x="1597" y="2101"/>
                  </a:cubicBezTo>
                  <a:lnTo>
                    <a:pt x="3277" y="2101"/>
                  </a:lnTo>
                  <a:cubicBezTo>
                    <a:pt x="3193" y="1933"/>
                    <a:pt x="2941" y="1681"/>
                    <a:pt x="2689" y="1597"/>
                  </a:cubicBezTo>
                  <a:cubicBezTo>
                    <a:pt x="2689" y="1177"/>
                    <a:pt x="2353" y="841"/>
                    <a:pt x="2017" y="841"/>
                  </a:cubicBezTo>
                  <a:lnTo>
                    <a:pt x="2017" y="589"/>
                  </a:lnTo>
                  <a:cubicBezTo>
                    <a:pt x="2017" y="253"/>
                    <a:pt x="1849" y="1"/>
                    <a:pt x="15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78" name="Google Shape;1778;p39"/>
            <p:cNvSpPr/>
            <p:nvPr/>
          </p:nvSpPr>
          <p:spPr>
            <a:xfrm>
              <a:off x="1273650" y="3330075"/>
              <a:ext cx="277300" cy="203775"/>
            </a:xfrm>
            <a:custGeom>
              <a:avLst/>
              <a:gdLst/>
              <a:ahLst/>
              <a:cxnLst/>
              <a:rect l="l" t="t" r="r" b="b"/>
              <a:pathLst>
                <a:path w="11092" h="8151" extrusionOk="0">
                  <a:moveTo>
                    <a:pt x="3865" y="1"/>
                  </a:moveTo>
                  <a:cubicBezTo>
                    <a:pt x="3445" y="1"/>
                    <a:pt x="3025" y="337"/>
                    <a:pt x="3025" y="841"/>
                  </a:cubicBezTo>
                  <a:cubicBezTo>
                    <a:pt x="3025" y="925"/>
                    <a:pt x="3025" y="1177"/>
                    <a:pt x="3109" y="1261"/>
                  </a:cubicBezTo>
                  <a:lnTo>
                    <a:pt x="2269" y="1261"/>
                  </a:lnTo>
                  <a:cubicBezTo>
                    <a:pt x="1765" y="1261"/>
                    <a:pt x="1345" y="1681"/>
                    <a:pt x="1345" y="2185"/>
                  </a:cubicBezTo>
                  <a:lnTo>
                    <a:pt x="1345" y="2437"/>
                  </a:lnTo>
                  <a:cubicBezTo>
                    <a:pt x="841" y="2605"/>
                    <a:pt x="505" y="3194"/>
                    <a:pt x="505" y="3782"/>
                  </a:cubicBezTo>
                  <a:cubicBezTo>
                    <a:pt x="505" y="4202"/>
                    <a:pt x="673" y="4538"/>
                    <a:pt x="925" y="4874"/>
                  </a:cubicBezTo>
                  <a:lnTo>
                    <a:pt x="841" y="4874"/>
                  </a:lnTo>
                  <a:cubicBezTo>
                    <a:pt x="421" y="4874"/>
                    <a:pt x="85" y="5126"/>
                    <a:pt x="85" y="5546"/>
                  </a:cubicBezTo>
                  <a:cubicBezTo>
                    <a:pt x="1" y="6134"/>
                    <a:pt x="337" y="6386"/>
                    <a:pt x="673" y="6386"/>
                  </a:cubicBezTo>
                  <a:lnTo>
                    <a:pt x="925" y="6386"/>
                  </a:lnTo>
                  <a:cubicBezTo>
                    <a:pt x="841" y="6470"/>
                    <a:pt x="673" y="6722"/>
                    <a:pt x="673" y="6974"/>
                  </a:cubicBezTo>
                  <a:cubicBezTo>
                    <a:pt x="673" y="7395"/>
                    <a:pt x="1009" y="7815"/>
                    <a:pt x="1429" y="7815"/>
                  </a:cubicBezTo>
                  <a:lnTo>
                    <a:pt x="1429" y="7899"/>
                  </a:lnTo>
                  <a:cubicBezTo>
                    <a:pt x="1429" y="7983"/>
                    <a:pt x="1429" y="8067"/>
                    <a:pt x="1513" y="8151"/>
                  </a:cubicBezTo>
                  <a:lnTo>
                    <a:pt x="9831" y="8151"/>
                  </a:lnTo>
                  <a:lnTo>
                    <a:pt x="9831" y="7983"/>
                  </a:lnTo>
                  <a:cubicBezTo>
                    <a:pt x="9831" y="7731"/>
                    <a:pt x="9747" y="7563"/>
                    <a:pt x="9495" y="7479"/>
                  </a:cubicBezTo>
                  <a:lnTo>
                    <a:pt x="9831" y="7479"/>
                  </a:lnTo>
                  <a:cubicBezTo>
                    <a:pt x="10167" y="7479"/>
                    <a:pt x="10335" y="7227"/>
                    <a:pt x="10335" y="6890"/>
                  </a:cubicBezTo>
                  <a:cubicBezTo>
                    <a:pt x="10335" y="6806"/>
                    <a:pt x="10335" y="6722"/>
                    <a:pt x="10251" y="6638"/>
                  </a:cubicBezTo>
                  <a:cubicBezTo>
                    <a:pt x="10755" y="6386"/>
                    <a:pt x="11091" y="5966"/>
                    <a:pt x="11091" y="5462"/>
                  </a:cubicBezTo>
                  <a:cubicBezTo>
                    <a:pt x="11091" y="4958"/>
                    <a:pt x="10755" y="4370"/>
                    <a:pt x="10251" y="4286"/>
                  </a:cubicBezTo>
                  <a:cubicBezTo>
                    <a:pt x="10335" y="4202"/>
                    <a:pt x="10335" y="4034"/>
                    <a:pt x="10335" y="3782"/>
                  </a:cubicBezTo>
                  <a:cubicBezTo>
                    <a:pt x="10335" y="3194"/>
                    <a:pt x="9915" y="2521"/>
                    <a:pt x="9327" y="2269"/>
                  </a:cubicBezTo>
                  <a:lnTo>
                    <a:pt x="9327" y="2185"/>
                  </a:lnTo>
                  <a:cubicBezTo>
                    <a:pt x="9327" y="1681"/>
                    <a:pt x="8907" y="1261"/>
                    <a:pt x="8403" y="1261"/>
                  </a:cubicBezTo>
                  <a:lnTo>
                    <a:pt x="8234" y="1261"/>
                  </a:lnTo>
                  <a:cubicBezTo>
                    <a:pt x="8403" y="1177"/>
                    <a:pt x="8403" y="925"/>
                    <a:pt x="8403" y="841"/>
                  </a:cubicBezTo>
                  <a:cubicBezTo>
                    <a:pt x="8403" y="421"/>
                    <a:pt x="7982" y="1"/>
                    <a:pt x="756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79" name="Google Shape;1779;p39"/>
            <p:cNvSpPr/>
            <p:nvPr/>
          </p:nvSpPr>
          <p:spPr>
            <a:xfrm>
              <a:off x="1258950" y="3330075"/>
              <a:ext cx="231075" cy="203775"/>
            </a:xfrm>
            <a:custGeom>
              <a:avLst/>
              <a:gdLst/>
              <a:ahLst/>
              <a:cxnLst/>
              <a:rect l="l" t="t" r="r" b="b"/>
              <a:pathLst>
                <a:path w="9243" h="8151" extrusionOk="0">
                  <a:moveTo>
                    <a:pt x="3949" y="1"/>
                  </a:moveTo>
                  <a:cubicBezTo>
                    <a:pt x="3529" y="1"/>
                    <a:pt x="3109" y="337"/>
                    <a:pt x="3109" y="841"/>
                  </a:cubicBezTo>
                  <a:cubicBezTo>
                    <a:pt x="3109" y="925"/>
                    <a:pt x="3109" y="1177"/>
                    <a:pt x="3193" y="1261"/>
                  </a:cubicBezTo>
                  <a:lnTo>
                    <a:pt x="2269" y="1261"/>
                  </a:lnTo>
                  <a:cubicBezTo>
                    <a:pt x="1681" y="1261"/>
                    <a:pt x="1261" y="1681"/>
                    <a:pt x="1261" y="2185"/>
                  </a:cubicBezTo>
                  <a:lnTo>
                    <a:pt x="1261" y="2437"/>
                  </a:lnTo>
                  <a:cubicBezTo>
                    <a:pt x="757" y="2605"/>
                    <a:pt x="421" y="3194"/>
                    <a:pt x="421" y="3782"/>
                  </a:cubicBezTo>
                  <a:cubicBezTo>
                    <a:pt x="421" y="4202"/>
                    <a:pt x="673" y="4538"/>
                    <a:pt x="841" y="4874"/>
                  </a:cubicBezTo>
                  <a:lnTo>
                    <a:pt x="757" y="4874"/>
                  </a:lnTo>
                  <a:cubicBezTo>
                    <a:pt x="337" y="4874"/>
                    <a:pt x="0" y="5126"/>
                    <a:pt x="0" y="5546"/>
                  </a:cubicBezTo>
                  <a:cubicBezTo>
                    <a:pt x="0" y="6134"/>
                    <a:pt x="337" y="6386"/>
                    <a:pt x="757" y="6386"/>
                  </a:cubicBezTo>
                  <a:lnTo>
                    <a:pt x="1009" y="6386"/>
                  </a:lnTo>
                  <a:cubicBezTo>
                    <a:pt x="841" y="6470"/>
                    <a:pt x="757" y="6722"/>
                    <a:pt x="757" y="6974"/>
                  </a:cubicBezTo>
                  <a:cubicBezTo>
                    <a:pt x="757" y="7395"/>
                    <a:pt x="1093" y="7815"/>
                    <a:pt x="1513" y="7815"/>
                  </a:cubicBezTo>
                  <a:lnTo>
                    <a:pt x="1513" y="7899"/>
                  </a:lnTo>
                  <a:cubicBezTo>
                    <a:pt x="1513" y="7983"/>
                    <a:pt x="1513" y="8067"/>
                    <a:pt x="1597" y="8151"/>
                  </a:cubicBezTo>
                  <a:lnTo>
                    <a:pt x="7982" y="8151"/>
                  </a:lnTo>
                  <a:lnTo>
                    <a:pt x="7982" y="7983"/>
                  </a:lnTo>
                  <a:cubicBezTo>
                    <a:pt x="7982" y="7731"/>
                    <a:pt x="7898" y="7563"/>
                    <a:pt x="7730" y="7479"/>
                  </a:cubicBezTo>
                  <a:lnTo>
                    <a:pt x="7982" y="7479"/>
                  </a:lnTo>
                  <a:cubicBezTo>
                    <a:pt x="8318" y="7479"/>
                    <a:pt x="8570" y="7227"/>
                    <a:pt x="8570" y="6890"/>
                  </a:cubicBezTo>
                  <a:cubicBezTo>
                    <a:pt x="8570" y="6806"/>
                    <a:pt x="8570" y="6722"/>
                    <a:pt x="8402" y="6638"/>
                  </a:cubicBezTo>
                  <a:cubicBezTo>
                    <a:pt x="8991" y="6386"/>
                    <a:pt x="9243" y="5966"/>
                    <a:pt x="9243" y="5462"/>
                  </a:cubicBezTo>
                  <a:cubicBezTo>
                    <a:pt x="9243" y="4958"/>
                    <a:pt x="8991" y="4370"/>
                    <a:pt x="8402" y="4286"/>
                  </a:cubicBezTo>
                  <a:cubicBezTo>
                    <a:pt x="8570" y="4202"/>
                    <a:pt x="8570" y="4034"/>
                    <a:pt x="8570" y="3782"/>
                  </a:cubicBezTo>
                  <a:cubicBezTo>
                    <a:pt x="8570" y="3194"/>
                    <a:pt x="8150" y="2521"/>
                    <a:pt x="7478" y="2269"/>
                  </a:cubicBezTo>
                  <a:lnTo>
                    <a:pt x="7478" y="2185"/>
                  </a:lnTo>
                  <a:cubicBezTo>
                    <a:pt x="7478" y="1681"/>
                    <a:pt x="7058" y="1261"/>
                    <a:pt x="6554" y="1261"/>
                  </a:cubicBezTo>
                  <a:lnTo>
                    <a:pt x="6470" y="1261"/>
                  </a:lnTo>
                  <a:cubicBezTo>
                    <a:pt x="6554" y="1177"/>
                    <a:pt x="6554" y="925"/>
                    <a:pt x="6554" y="841"/>
                  </a:cubicBezTo>
                  <a:cubicBezTo>
                    <a:pt x="6554" y="421"/>
                    <a:pt x="6134" y="1"/>
                    <a:pt x="57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80" name="Google Shape;1780;p39"/>
            <p:cNvSpPr/>
            <p:nvPr/>
          </p:nvSpPr>
          <p:spPr>
            <a:xfrm>
              <a:off x="1258950" y="3456125"/>
              <a:ext cx="182775" cy="77725"/>
            </a:xfrm>
            <a:custGeom>
              <a:avLst/>
              <a:gdLst/>
              <a:ahLst/>
              <a:cxnLst/>
              <a:rect l="l" t="t" r="r" b="b"/>
              <a:pathLst>
                <a:path w="7311" h="3109" extrusionOk="0">
                  <a:moveTo>
                    <a:pt x="841" y="0"/>
                  </a:moveTo>
                  <a:cubicBezTo>
                    <a:pt x="421" y="0"/>
                    <a:pt x="168" y="336"/>
                    <a:pt x="168" y="756"/>
                  </a:cubicBezTo>
                  <a:cubicBezTo>
                    <a:pt x="0" y="1092"/>
                    <a:pt x="337" y="1344"/>
                    <a:pt x="757" y="1344"/>
                  </a:cubicBezTo>
                  <a:lnTo>
                    <a:pt x="1009" y="1344"/>
                  </a:lnTo>
                  <a:cubicBezTo>
                    <a:pt x="841" y="1428"/>
                    <a:pt x="757" y="1680"/>
                    <a:pt x="757" y="1932"/>
                  </a:cubicBezTo>
                  <a:cubicBezTo>
                    <a:pt x="757" y="2353"/>
                    <a:pt x="1093" y="2773"/>
                    <a:pt x="1513" y="2773"/>
                  </a:cubicBezTo>
                  <a:lnTo>
                    <a:pt x="1513" y="2857"/>
                  </a:lnTo>
                  <a:cubicBezTo>
                    <a:pt x="1513" y="2941"/>
                    <a:pt x="1513" y="3025"/>
                    <a:pt x="1597" y="3109"/>
                  </a:cubicBezTo>
                  <a:lnTo>
                    <a:pt x="5294" y="3109"/>
                  </a:lnTo>
                  <a:cubicBezTo>
                    <a:pt x="5210" y="2941"/>
                    <a:pt x="5042" y="2857"/>
                    <a:pt x="4874" y="2857"/>
                  </a:cubicBezTo>
                  <a:cubicBezTo>
                    <a:pt x="5042" y="2773"/>
                    <a:pt x="5210" y="2605"/>
                    <a:pt x="5294" y="2437"/>
                  </a:cubicBezTo>
                  <a:lnTo>
                    <a:pt x="6470" y="2437"/>
                  </a:lnTo>
                  <a:cubicBezTo>
                    <a:pt x="6890" y="2437"/>
                    <a:pt x="7310" y="2101"/>
                    <a:pt x="7310" y="1680"/>
                  </a:cubicBezTo>
                  <a:cubicBezTo>
                    <a:pt x="7310" y="1260"/>
                    <a:pt x="6974" y="924"/>
                    <a:pt x="6470" y="924"/>
                  </a:cubicBezTo>
                  <a:lnTo>
                    <a:pt x="5042" y="924"/>
                  </a:lnTo>
                  <a:lnTo>
                    <a:pt x="5042" y="756"/>
                  </a:lnTo>
                  <a:cubicBezTo>
                    <a:pt x="5042" y="336"/>
                    <a:pt x="4790" y="0"/>
                    <a:pt x="420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81" name="Google Shape;1781;p39"/>
            <p:cNvSpPr/>
            <p:nvPr/>
          </p:nvSpPr>
          <p:spPr>
            <a:xfrm>
              <a:off x="1347175" y="3336375"/>
              <a:ext cx="126050" cy="77750"/>
            </a:xfrm>
            <a:custGeom>
              <a:avLst/>
              <a:gdLst/>
              <a:ahLst/>
              <a:cxnLst/>
              <a:rect l="l" t="t" r="r" b="b"/>
              <a:pathLst>
                <a:path w="5042" h="3110" extrusionOk="0">
                  <a:moveTo>
                    <a:pt x="1345" y="1"/>
                  </a:moveTo>
                  <a:lnTo>
                    <a:pt x="1345" y="169"/>
                  </a:lnTo>
                  <a:cubicBezTo>
                    <a:pt x="1345" y="505"/>
                    <a:pt x="1513" y="673"/>
                    <a:pt x="1849" y="841"/>
                  </a:cubicBezTo>
                  <a:cubicBezTo>
                    <a:pt x="1681" y="841"/>
                    <a:pt x="1513" y="1009"/>
                    <a:pt x="1513" y="1093"/>
                  </a:cubicBezTo>
                  <a:lnTo>
                    <a:pt x="588" y="1093"/>
                  </a:lnTo>
                  <a:cubicBezTo>
                    <a:pt x="168" y="1093"/>
                    <a:pt x="0" y="1429"/>
                    <a:pt x="0" y="1765"/>
                  </a:cubicBezTo>
                  <a:cubicBezTo>
                    <a:pt x="0" y="2017"/>
                    <a:pt x="252" y="2353"/>
                    <a:pt x="588" y="2353"/>
                  </a:cubicBezTo>
                  <a:lnTo>
                    <a:pt x="1765" y="2353"/>
                  </a:lnTo>
                  <a:lnTo>
                    <a:pt x="1765" y="2437"/>
                  </a:lnTo>
                  <a:cubicBezTo>
                    <a:pt x="1765" y="2774"/>
                    <a:pt x="2101" y="3110"/>
                    <a:pt x="2353" y="3110"/>
                  </a:cubicBezTo>
                  <a:lnTo>
                    <a:pt x="5041" y="3110"/>
                  </a:lnTo>
                  <a:cubicBezTo>
                    <a:pt x="4705" y="2774"/>
                    <a:pt x="4369" y="2353"/>
                    <a:pt x="3949" y="2269"/>
                  </a:cubicBezTo>
                  <a:lnTo>
                    <a:pt x="3949" y="2185"/>
                  </a:lnTo>
                  <a:cubicBezTo>
                    <a:pt x="3949" y="1681"/>
                    <a:pt x="3529" y="1261"/>
                    <a:pt x="3025" y="1261"/>
                  </a:cubicBezTo>
                  <a:lnTo>
                    <a:pt x="2941" y="1261"/>
                  </a:lnTo>
                  <a:cubicBezTo>
                    <a:pt x="3025" y="1093"/>
                    <a:pt x="3025" y="925"/>
                    <a:pt x="3025" y="841"/>
                  </a:cubicBezTo>
                  <a:cubicBezTo>
                    <a:pt x="3025" y="421"/>
                    <a:pt x="2605" y="1"/>
                    <a:pt x="218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1690" name="Google Shape;1690;p39"/>
          <p:cNvSpPr txBox="1">
            <a:spLocks noGrp="1"/>
          </p:cNvSpPr>
          <p:nvPr>
            <p:ph type="ctrTitle"/>
          </p:nvPr>
        </p:nvSpPr>
        <p:spPr>
          <a:xfrm>
            <a:off x="-125047" y="1039447"/>
            <a:ext cx="7018214" cy="4453597"/>
          </a:xfrm>
          <a:prstGeom prst="rect">
            <a:avLst/>
          </a:prstGeom>
        </p:spPr>
        <p:txBody>
          <a:bodyPr spcFirstLastPara="1" wrap="square" lIns="91425" tIns="91425" rIns="91425" bIns="91425" anchor="ctr" anchorCtr="0">
            <a:noAutofit/>
          </a:bodyPr>
          <a:lstStyle/>
          <a:p>
            <a:pPr lvl="0" algn="ctr"/>
            <a:r>
              <a:rPr lang="en" sz="2800" dirty="0">
                <a:solidFill>
                  <a:schemeClr val="accent6"/>
                </a:solidFill>
              </a:rPr>
              <a:t>predicting Renewable Energy supply shortfalls using Time-series forecasting</a:t>
            </a:r>
            <a:br>
              <a:rPr lang="en" sz="1800" dirty="0">
                <a:solidFill>
                  <a:schemeClr val="accent6"/>
                </a:solidFill>
              </a:rPr>
            </a:br>
            <a:br>
              <a:rPr lang="en" sz="1800" dirty="0">
                <a:solidFill>
                  <a:schemeClr val="accent6"/>
                </a:solidFill>
              </a:rPr>
            </a:br>
            <a:br>
              <a:rPr lang="en" sz="1800" dirty="0">
                <a:solidFill>
                  <a:schemeClr val="accent6"/>
                </a:solidFill>
              </a:rPr>
            </a:br>
            <a:r>
              <a:rPr lang="en-US" sz="1800" dirty="0"/>
              <a:t>A Germany-based energy analytics system using forecasting, scenario analysis, battery storage optimization, and an interactive dashboard</a:t>
            </a:r>
            <a:endParaRPr sz="1800" dirty="0"/>
          </a:p>
        </p:txBody>
      </p:sp>
      <p:sp>
        <p:nvSpPr>
          <p:cNvPr id="6" name="TextBox 5">
            <a:extLst>
              <a:ext uri="{FF2B5EF4-FFF2-40B4-BE49-F238E27FC236}">
                <a16:creationId xmlns:a16="http://schemas.microsoft.com/office/drawing/2014/main" id="{ED41BE35-6DAB-FF48-F4A2-15922BC632A2}"/>
              </a:ext>
            </a:extLst>
          </p:cNvPr>
          <p:cNvSpPr txBox="1"/>
          <p:nvPr/>
        </p:nvSpPr>
        <p:spPr>
          <a:xfrm>
            <a:off x="1086338" y="359507"/>
            <a:ext cx="4923692" cy="523220"/>
          </a:xfrm>
          <a:prstGeom prst="rect">
            <a:avLst/>
          </a:prstGeom>
          <a:noFill/>
        </p:spPr>
        <p:txBody>
          <a:bodyPr wrap="square" rtlCol="0">
            <a:spAutoFit/>
          </a:bodyPr>
          <a:lstStyle/>
          <a:p>
            <a:r>
              <a:rPr lang="en-US" dirty="0">
                <a:solidFill>
                  <a:schemeClr val="accent4"/>
                </a:solidFill>
              </a:rPr>
              <a:t>Presented by: Kaitlyn Khan, Varsha Roopchand, Micah Hosein, Adam Mohammed and Daniel Mangal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242"/>
        <p:cNvGrpSpPr/>
        <p:nvPr/>
      </p:nvGrpSpPr>
      <p:grpSpPr>
        <a:xfrm>
          <a:off x="0" y="0"/>
          <a:ext cx="0" cy="0"/>
          <a:chOff x="0" y="0"/>
          <a:chExt cx="0" cy="0"/>
        </a:xfrm>
      </p:grpSpPr>
      <p:sp>
        <p:nvSpPr>
          <p:cNvPr id="4" name="Rounded Rectangle 3">
            <a:extLst>
              <a:ext uri="{FF2B5EF4-FFF2-40B4-BE49-F238E27FC236}">
                <a16:creationId xmlns:a16="http://schemas.microsoft.com/office/drawing/2014/main" id="{8E7E9050-FCA5-726B-F769-1CBE2E162CE7}"/>
              </a:ext>
            </a:extLst>
          </p:cNvPr>
          <p:cNvSpPr/>
          <p:nvPr/>
        </p:nvSpPr>
        <p:spPr>
          <a:xfrm>
            <a:off x="5964950" y="1472795"/>
            <a:ext cx="2270700" cy="2522614"/>
          </a:xfrm>
          <a:prstGeom prst="round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ounded Rectangle 2">
            <a:extLst>
              <a:ext uri="{FF2B5EF4-FFF2-40B4-BE49-F238E27FC236}">
                <a16:creationId xmlns:a16="http://schemas.microsoft.com/office/drawing/2014/main" id="{A2264F05-AD5E-093B-C6A3-F13DF9F1BD9B}"/>
              </a:ext>
            </a:extLst>
          </p:cNvPr>
          <p:cNvSpPr/>
          <p:nvPr/>
        </p:nvSpPr>
        <p:spPr>
          <a:xfrm>
            <a:off x="3420406" y="1510625"/>
            <a:ext cx="2270700" cy="2522614"/>
          </a:xfrm>
          <a:prstGeom prst="round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ounded Rectangle 1">
            <a:extLst>
              <a:ext uri="{FF2B5EF4-FFF2-40B4-BE49-F238E27FC236}">
                <a16:creationId xmlns:a16="http://schemas.microsoft.com/office/drawing/2014/main" id="{1D935B69-59FC-F2F9-8625-8DAD601F971B}"/>
              </a:ext>
            </a:extLst>
          </p:cNvPr>
          <p:cNvSpPr/>
          <p:nvPr/>
        </p:nvSpPr>
        <p:spPr>
          <a:xfrm>
            <a:off x="889913" y="1482436"/>
            <a:ext cx="2270700" cy="2522614"/>
          </a:xfrm>
          <a:prstGeom prst="round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43" name="Google Shape;2243;p47"/>
          <p:cNvSpPr/>
          <p:nvPr/>
        </p:nvSpPr>
        <p:spPr>
          <a:xfrm flipH="1">
            <a:off x="8379458" y="4720575"/>
            <a:ext cx="331670" cy="42300"/>
          </a:xfrm>
          <a:custGeom>
            <a:avLst/>
            <a:gdLst/>
            <a:ahLst/>
            <a:cxnLst/>
            <a:rect l="l" t="t" r="r" b="b"/>
            <a:pathLst>
              <a:path w="70493" h="1692" extrusionOk="0">
                <a:moveTo>
                  <a:pt x="68838" y="1"/>
                </a:moveTo>
                <a:cubicBezTo>
                  <a:pt x="68747" y="1"/>
                  <a:pt x="68655" y="4"/>
                  <a:pt x="68561" y="11"/>
                </a:cubicBezTo>
                <a:lnTo>
                  <a:pt x="1849" y="11"/>
                </a:lnTo>
                <a:cubicBezTo>
                  <a:pt x="841" y="11"/>
                  <a:pt x="1" y="347"/>
                  <a:pt x="1" y="851"/>
                </a:cubicBezTo>
                <a:cubicBezTo>
                  <a:pt x="1" y="1272"/>
                  <a:pt x="841" y="1692"/>
                  <a:pt x="1849" y="1692"/>
                </a:cubicBezTo>
                <a:lnTo>
                  <a:pt x="68561" y="1692"/>
                </a:lnTo>
                <a:cubicBezTo>
                  <a:pt x="69653" y="1692"/>
                  <a:pt x="70493" y="1356"/>
                  <a:pt x="70493" y="851"/>
                </a:cubicBezTo>
                <a:cubicBezTo>
                  <a:pt x="70493" y="391"/>
                  <a:pt x="69792" y="1"/>
                  <a:pt x="68838" y="1"/>
                </a:cubicBezTo>
                <a:close/>
              </a:path>
            </a:pathLst>
          </a:custGeom>
          <a:solidFill>
            <a:srgbClr val="6A84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44" name="Google Shape;2244;p47"/>
          <p:cNvSpPr/>
          <p:nvPr/>
        </p:nvSpPr>
        <p:spPr>
          <a:xfrm flipH="1">
            <a:off x="8711133" y="4946025"/>
            <a:ext cx="331670" cy="42300"/>
          </a:xfrm>
          <a:custGeom>
            <a:avLst/>
            <a:gdLst/>
            <a:ahLst/>
            <a:cxnLst/>
            <a:rect l="l" t="t" r="r" b="b"/>
            <a:pathLst>
              <a:path w="70493" h="1692" extrusionOk="0">
                <a:moveTo>
                  <a:pt x="68838" y="1"/>
                </a:moveTo>
                <a:cubicBezTo>
                  <a:pt x="68747" y="1"/>
                  <a:pt x="68655" y="4"/>
                  <a:pt x="68561" y="11"/>
                </a:cubicBezTo>
                <a:lnTo>
                  <a:pt x="1849" y="11"/>
                </a:lnTo>
                <a:cubicBezTo>
                  <a:pt x="841" y="11"/>
                  <a:pt x="1" y="347"/>
                  <a:pt x="1" y="851"/>
                </a:cubicBezTo>
                <a:cubicBezTo>
                  <a:pt x="1" y="1272"/>
                  <a:pt x="841" y="1692"/>
                  <a:pt x="1849" y="1692"/>
                </a:cubicBezTo>
                <a:lnTo>
                  <a:pt x="68561" y="1692"/>
                </a:lnTo>
                <a:cubicBezTo>
                  <a:pt x="69653" y="1692"/>
                  <a:pt x="70493" y="1356"/>
                  <a:pt x="70493" y="851"/>
                </a:cubicBezTo>
                <a:cubicBezTo>
                  <a:pt x="70493" y="391"/>
                  <a:pt x="69792" y="1"/>
                  <a:pt x="68838" y="1"/>
                </a:cubicBezTo>
                <a:close/>
              </a:path>
            </a:pathLst>
          </a:custGeom>
          <a:solidFill>
            <a:srgbClr val="6A84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45" name="Google Shape;2245;p4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T</a:t>
            </a:r>
            <a:r>
              <a:rPr lang="en" dirty="0"/>
              <a:t>he project scope in 3 numbers</a:t>
            </a:r>
            <a:endParaRPr dirty="0"/>
          </a:p>
        </p:txBody>
      </p:sp>
      <p:sp>
        <p:nvSpPr>
          <p:cNvPr id="2246" name="Google Shape;2246;p47"/>
          <p:cNvSpPr txBox="1">
            <a:spLocks noGrp="1"/>
          </p:cNvSpPr>
          <p:nvPr>
            <p:ph type="subTitle" idx="1"/>
          </p:nvPr>
        </p:nvSpPr>
        <p:spPr>
          <a:xfrm>
            <a:off x="889913" y="3129650"/>
            <a:ext cx="2270700" cy="875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hourly observations in the final merged dataset</a:t>
            </a:r>
            <a:endParaRPr dirty="0"/>
          </a:p>
        </p:txBody>
      </p:sp>
      <p:sp>
        <p:nvSpPr>
          <p:cNvPr id="2247" name="Google Shape;2247;p47"/>
          <p:cNvSpPr txBox="1">
            <a:spLocks noGrp="1"/>
          </p:cNvSpPr>
          <p:nvPr>
            <p:ph type="subTitle" idx="2"/>
          </p:nvPr>
        </p:nvSpPr>
        <p:spPr>
          <a:xfrm>
            <a:off x="3455073" y="3074473"/>
            <a:ext cx="2270700" cy="929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random</a:t>
            </a:r>
            <a:r>
              <a:rPr lang="en" dirty="0"/>
              <a:t> forest with lag, random forest without lag, prophet and </a:t>
            </a:r>
            <a:r>
              <a:rPr lang="en" dirty="0" err="1"/>
              <a:t>neuralProphet</a:t>
            </a:r>
            <a:endParaRPr dirty="0"/>
          </a:p>
        </p:txBody>
      </p:sp>
      <p:sp>
        <p:nvSpPr>
          <p:cNvPr id="2248" name="Google Shape;2248;p47"/>
          <p:cNvSpPr txBox="1">
            <a:spLocks noGrp="1"/>
          </p:cNvSpPr>
          <p:nvPr>
            <p:ph type="subTitle" idx="3"/>
          </p:nvPr>
        </p:nvSpPr>
        <p:spPr>
          <a:xfrm>
            <a:off x="5983374" y="3129650"/>
            <a:ext cx="2270700" cy="875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worst</a:t>
            </a:r>
            <a:r>
              <a:rPr lang="en" dirty="0"/>
              <a:t>, average and best renewable generation cases</a:t>
            </a:r>
            <a:endParaRPr dirty="0"/>
          </a:p>
        </p:txBody>
      </p:sp>
      <p:sp>
        <p:nvSpPr>
          <p:cNvPr id="2249" name="Google Shape;2249;p47"/>
          <p:cNvSpPr txBox="1">
            <a:spLocks noGrp="1"/>
          </p:cNvSpPr>
          <p:nvPr>
            <p:ph type="subTitle" idx="4"/>
          </p:nvPr>
        </p:nvSpPr>
        <p:spPr>
          <a:xfrm>
            <a:off x="889913" y="2302925"/>
            <a:ext cx="2270700" cy="929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50,295</a:t>
            </a:r>
            <a:endParaRPr dirty="0"/>
          </a:p>
        </p:txBody>
      </p:sp>
      <p:sp>
        <p:nvSpPr>
          <p:cNvPr id="2250" name="Google Shape;2250;p47"/>
          <p:cNvSpPr txBox="1">
            <a:spLocks noGrp="1"/>
          </p:cNvSpPr>
          <p:nvPr>
            <p:ph type="subTitle" idx="5"/>
          </p:nvPr>
        </p:nvSpPr>
        <p:spPr>
          <a:xfrm>
            <a:off x="3436649" y="2302875"/>
            <a:ext cx="2270700" cy="929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Clr>
                <a:schemeClr val="dk2"/>
              </a:buClr>
              <a:buSzPts val="1100"/>
              <a:buFont typeface="Arial"/>
              <a:buNone/>
            </a:pPr>
            <a:r>
              <a:rPr lang="en" dirty="0"/>
              <a:t>4 models</a:t>
            </a:r>
            <a:endParaRPr dirty="0"/>
          </a:p>
        </p:txBody>
      </p:sp>
      <p:sp>
        <p:nvSpPr>
          <p:cNvPr id="2251" name="Google Shape;2251;p47"/>
          <p:cNvSpPr txBox="1">
            <a:spLocks noGrp="1"/>
          </p:cNvSpPr>
          <p:nvPr>
            <p:ph type="subTitle" idx="6"/>
          </p:nvPr>
        </p:nvSpPr>
        <p:spPr>
          <a:xfrm>
            <a:off x="5983374" y="2302875"/>
            <a:ext cx="2270700" cy="929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Clr>
                <a:schemeClr val="dk2"/>
              </a:buClr>
              <a:buSzPts val="1100"/>
              <a:buFont typeface="Arial"/>
              <a:buNone/>
            </a:pPr>
            <a:r>
              <a:rPr lang="en" dirty="0"/>
              <a:t>3 scenarios</a:t>
            </a:r>
            <a:endParaRPr dirty="0"/>
          </a:p>
        </p:txBody>
      </p:sp>
      <p:grpSp>
        <p:nvGrpSpPr>
          <p:cNvPr id="2252" name="Google Shape;2252;p47"/>
          <p:cNvGrpSpPr/>
          <p:nvPr/>
        </p:nvGrpSpPr>
        <p:grpSpPr>
          <a:xfrm>
            <a:off x="1786260" y="1664437"/>
            <a:ext cx="478017" cy="481984"/>
            <a:chOff x="3153097" y="3393687"/>
            <a:chExt cx="478017" cy="481984"/>
          </a:xfrm>
        </p:grpSpPr>
        <p:sp>
          <p:nvSpPr>
            <p:cNvPr id="2253" name="Google Shape;2253;p47"/>
            <p:cNvSpPr/>
            <p:nvPr/>
          </p:nvSpPr>
          <p:spPr>
            <a:xfrm>
              <a:off x="3425666" y="3484553"/>
              <a:ext cx="205448" cy="391118"/>
            </a:xfrm>
            <a:custGeom>
              <a:avLst/>
              <a:gdLst/>
              <a:ahLst/>
              <a:cxnLst/>
              <a:rect l="l" t="t" r="r" b="b"/>
              <a:pathLst>
                <a:path w="6991" h="13309" extrusionOk="0">
                  <a:moveTo>
                    <a:pt x="6319" y="0"/>
                  </a:moveTo>
                  <a:cubicBezTo>
                    <a:pt x="6005" y="0"/>
                    <a:pt x="5647" y="269"/>
                    <a:pt x="5647" y="673"/>
                  </a:cubicBezTo>
                  <a:lnTo>
                    <a:pt x="5647" y="5736"/>
                  </a:lnTo>
                  <a:cubicBezTo>
                    <a:pt x="5647" y="6319"/>
                    <a:pt x="5109" y="6856"/>
                    <a:pt x="4706" y="7260"/>
                  </a:cubicBezTo>
                  <a:lnTo>
                    <a:pt x="3406" y="8559"/>
                  </a:lnTo>
                  <a:cubicBezTo>
                    <a:pt x="3317" y="8649"/>
                    <a:pt x="3193" y="8693"/>
                    <a:pt x="3070" y="8693"/>
                  </a:cubicBezTo>
                  <a:cubicBezTo>
                    <a:pt x="2947" y="8693"/>
                    <a:pt x="2824" y="8649"/>
                    <a:pt x="2734" y="8559"/>
                  </a:cubicBezTo>
                  <a:cubicBezTo>
                    <a:pt x="2555" y="8380"/>
                    <a:pt x="2555" y="8066"/>
                    <a:pt x="2734" y="7887"/>
                  </a:cubicBezTo>
                  <a:lnTo>
                    <a:pt x="4034" y="6587"/>
                  </a:lnTo>
                  <a:cubicBezTo>
                    <a:pt x="4437" y="6184"/>
                    <a:pt x="4437" y="5512"/>
                    <a:pt x="4034" y="5154"/>
                  </a:cubicBezTo>
                  <a:cubicBezTo>
                    <a:pt x="3989" y="5086"/>
                    <a:pt x="3921" y="5053"/>
                    <a:pt x="3849" y="5053"/>
                  </a:cubicBezTo>
                  <a:cubicBezTo>
                    <a:pt x="3776" y="5053"/>
                    <a:pt x="3697" y="5086"/>
                    <a:pt x="3630" y="5154"/>
                  </a:cubicBezTo>
                  <a:lnTo>
                    <a:pt x="897" y="7887"/>
                  </a:lnTo>
                  <a:cubicBezTo>
                    <a:pt x="404" y="8425"/>
                    <a:pt x="45" y="9186"/>
                    <a:pt x="1" y="9948"/>
                  </a:cubicBezTo>
                  <a:lnTo>
                    <a:pt x="1" y="13309"/>
                  </a:lnTo>
                  <a:lnTo>
                    <a:pt x="2913" y="13309"/>
                  </a:lnTo>
                  <a:lnTo>
                    <a:pt x="2913" y="11561"/>
                  </a:lnTo>
                  <a:lnTo>
                    <a:pt x="6364" y="8066"/>
                  </a:lnTo>
                  <a:cubicBezTo>
                    <a:pt x="6767" y="7663"/>
                    <a:pt x="6991" y="7170"/>
                    <a:pt x="6991" y="6587"/>
                  </a:cubicBezTo>
                  <a:lnTo>
                    <a:pt x="6991" y="673"/>
                  </a:lnTo>
                  <a:cubicBezTo>
                    <a:pt x="6991" y="314"/>
                    <a:pt x="6722" y="0"/>
                    <a:pt x="6319"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54" name="Google Shape;2254;p47"/>
            <p:cNvSpPr/>
            <p:nvPr/>
          </p:nvSpPr>
          <p:spPr>
            <a:xfrm>
              <a:off x="3153097" y="3484553"/>
              <a:ext cx="205448" cy="391118"/>
            </a:xfrm>
            <a:custGeom>
              <a:avLst/>
              <a:gdLst/>
              <a:ahLst/>
              <a:cxnLst/>
              <a:rect l="l" t="t" r="r" b="b"/>
              <a:pathLst>
                <a:path w="6991" h="13309" extrusionOk="0">
                  <a:moveTo>
                    <a:pt x="672" y="0"/>
                  </a:moveTo>
                  <a:cubicBezTo>
                    <a:pt x="314" y="0"/>
                    <a:pt x="0" y="314"/>
                    <a:pt x="0" y="673"/>
                  </a:cubicBezTo>
                  <a:lnTo>
                    <a:pt x="0" y="6587"/>
                  </a:lnTo>
                  <a:cubicBezTo>
                    <a:pt x="0" y="7170"/>
                    <a:pt x="224" y="7663"/>
                    <a:pt x="583" y="8066"/>
                  </a:cubicBezTo>
                  <a:lnTo>
                    <a:pt x="4078" y="11561"/>
                  </a:lnTo>
                  <a:lnTo>
                    <a:pt x="4078" y="13309"/>
                  </a:lnTo>
                  <a:lnTo>
                    <a:pt x="6990" y="13309"/>
                  </a:lnTo>
                  <a:lnTo>
                    <a:pt x="6990" y="9948"/>
                  </a:lnTo>
                  <a:cubicBezTo>
                    <a:pt x="6946" y="9186"/>
                    <a:pt x="6632" y="8425"/>
                    <a:pt x="6094" y="7887"/>
                  </a:cubicBezTo>
                  <a:lnTo>
                    <a:pt x="3361" y="5154"/>
                  </a:lnTo>
                  <a:cubicBezTo>
                    <a:pt x="3294" y="5086"/>
                    <a:pt x="3215" y="5053"/>
                    <a:pt x="3142" y="5053"/>
                  </a:cubicBezTo>
                  <a:cubicBezTo>
                    <a:pt x="3070" y="5053"/>
                    <a:pt x="3002" y="5086"/>
                    <a:pt x="2958" y="5154"/>
                  </a:cubicBezTo>
                  <a:cubicBezTo>
                    <a:pt x="2554" y="5512"/>
                    <a:pt x="2554" y="6184"/>
                    <a:pt x="2958" y="6587"/>
                  </a:cubicBezTo>
                  <a:lnTo>
                    <a:pt x="4257" y="7887"/>
                  </a:lnTo>
                  <a:cubicBezTo>
                    <a:pt x="4391" y="8066"/>
                    <a:pt x="4391" y="8380"/>
                    <a:pt x="4257" y="8559"/>
                  </a:cubicBezTo>
                  <a:cubicBezTo>
                    <a:pt x="4167" y="8649"/>
                    <a:pt x="4033" y="8693"/>
                    <a:pt x="3904" y="8693"/>
                  </a:cubicBezTo>
                  <a:cubicBezTo>
                    <a:pt x="3775" y="8693"/>
                    <a:pt x="3652" y="8649"/>
                    <a:pt x="3585" y="8559"/>
                  </a:cubicBezTo>
                  <a:lnTo>
                    <a:pt x="2285" y="7260"/>
                  </a:lnTo>
                  <a:cubicBezTo>
                    <a:pt x="1882" y="6856"/>
                    <a:pt x="1344" y="6319"/>
                    <a:pt x="1344" y="5736"/>
                  </a:cubicBezTo>
                  <a:lnTo>
                    <a:pt x="1344" y="673"/>
                  </a:lnTo>
                  <a:cubicBezTo>
                    <a:pt x="1344" y="269"/>
                    <a:pt x="986" y="0"/>
                    <a:pt x="672"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55" name="Google Shape;2255;p47"/>
            <p:cNvSpPr/>
            <p:nvPr/>
          </p:nvSpPr>
          <p:spPr>
            <a:xfrm>
              <a:off x="3437509" y="3549999"/>
              <a:ext cx="90896" cy="41231"/>
            </a:xfrm>
            <a:custGeom>
              <a:avLst/>
              <a:gdLst/>
              <a:ahLst/>
              <a:cxnLst/>
              <a:rect l="l" t="t" r="r" b="b"/>
              <a:pathLst>
                <a:path w="3093" h="1403" extrusionOk="0">
                  <a:moveTo>
                    <a:pt x="594" y="0"/>
                  </a:moveTo>
                  <a:cubicBezTo>
                    <a:pt x="252" y="0"/>
                    <a:pt x="1" y="325"/>
                    <a:pt x="1" y="686"/>
                  </a:cubicBezTo>
                  <a:cubicBezTo>
                    <a:pt x="1" y="1045"/>
                    <a:pt x="315" y="1403"/>
                    <a:pt x="718" y="1403"/>
                  </a:cubicBezTo>
                  <a:lnTo>
                    <a:pt x="2645" y="1403"/>
                  </a:lnTo>
                  <a:cubicBezTo>
                    <a:pt x="2869" y="955"/>
                    <a:pt x="3003" y="507"/>
                    <a:pt x="3093" y="14"/>
                  </a:cubicBezTo>
                  <a:lnTo>
                    <a:pt x="718" y="14"/>
                  </a:lnTo>
                  <a:cubicBezTo>
                    <a:pt x="676" y="4"/>
                    <a:pt x="634" y="0"/>
                    <a:pt x="59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56" name="Google Shape;2256;p47"/>
            <p:cNvSpPr/>
            <p:nvPr/>
          </p:nvSpPr>
          <p:spPr>
            <a:xfrm>
              <a:off x="3258422" y="3393687"/>
              <a:ext cx="268661" cy="272628"/>
            </a:xfrm>
            <a:custGeom>
              <a:avLst/>
              <a:gdLst/>
              <a:ahLst/>
              <a:cxnLst/>
              <a:rect l="l" t="t" r="r" b="b"/>
              <a:pathLst>
                <a:path w="9142" h="9277" extrusionOk="0">
                  <a:moveTo>
                    <a:pt x="4571" y="1"/>
                  </a:moveTo>
                  <a:cubicBezTo>
                    <a:pt x="3048" y="1"/>
                    <a:pt x="1659" y="718"/>
                    <a:pt x="807" y="1883"/>
                  </a:cubicBezTo>
                  <a:lnTo>
                    <a:pt x="2779" y="1883"/>
                  </a:lnTo>
                  <a:cubicBezTo>
                    <a:pt x="3675" y="1883"/>
                    <a:pt x="4482" y="2644"/>
                    <a:pt x="4482" y="3585"/>
                  </a:cubicBezTo>
                  <a:cubicBezTo>
                    <a:pt x="4482" y="4526"/>
                    <a:pt x="3720" y="5243"/>
                    <a:pt x="2779" y="5243"/>
                  </a:cubicBezTo>
                  <a:lnTo>
                    <a:pt x="1" y="5243"/>
                  </a:lnTo>
                  <a:cubicBezTo>
                    <a:pt x="270" y="7484"/>
                    <a:pt x="2241" y="9276"/>
                    <a:pt x="4571" y="9276"/>
                  </a:cubicBezTo>
                  <a:cubicBezTo>
                    <a:pt x="5961" y="9276"/>
                    <a:pt x="7260" y="8694"/>
                    <a:pt x="8111" y="7663"/>
                  </a:cubicBezTo>
                  <a:lnTo>
                    <a:pt x="6812" y="7663"/>
                  </a:lnTo>
                  <a:cubicBezTo>
                    <a:pt x="5916" y="7663"/>
                    <a:pt x="5154" y="6946"/>
                    <a:pt x="5154" y="6005"/>
                  </a:cubicBezTo>
                  <a:cubicBezTo>
                    <a:pt x="5154" y="5109"/>
                    <a:pt x="5871" y="4302"/>
                    <a:pt x="6812" y="4302"/>
                  </a:cubicBezTo>
                  <a:lnTo>
                    <a:pt x="9142" y="4302"/>
                  </a:lnTo>
                  <a:cubicBezTo>
                    <a:pt x="9008" y="1883"/>
                    <a:pt x="6991" y="1"/>
                    <a:pt x="457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57" name="Google Shape;2257;p47"/>
            <p:cNvSpPr/>
            <p:nvPr/>
          </p:nvSpPr>
          <p:spPr>
            <a:xfrm>
              <a:off x="3255806" y="3477970"/>
              <a:ext cx="105354" cy="40849"/>
            </a:xfrm>
            <a:custGeom>
              <a:avLst/>
              <a:gdLst/>
              <a:ahLst/>
              <a:cxnLst/>
              <a:rect l="l" t="t" r="r" b="b"/>
              <a:pathLst>
                <a:path w="3585" h="1390" extrusionOk="0">
                  <a:moveTo>
                    <a:pt x="359" y="0"/>
                  </a:moveTo>
                  <a:cubicBezTo>
                    <a:pt x="179" y="448"/>
                    <a:pt x="45" y="852"/>
                    <a:pt x="0" y="1389"/>
                  </a:cubicBezTo>
                  <a:lnTo>
                    <a:pt x="2868" y="1389"/>
                  </a:lnTo>
                  <a:cubicBezTo>
                    <a:pt x="3271" y="1389"/>
                    <a:pt x="3585" y="1121"/>
                    <a:pt x="3585" y="717"/>
                  </a:cubicBezTo>
                  <a:cubicBezTo>
                    <a:pt x="3585" y="314"/>
                    <a:pt x="3271" y="0"/>
                    <a:pt x="2868"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2258" name="Google Shape;2258;p47"/>
          <p:cNvGrpSpPr/>
          <p:nvPr/>
        </p:nvGrpSpPr>
        <p:grpSpPr>
          <a:xfrm>
            <a:off x="4330344" y="1664432"/>
            <a:ext cx="483307" cy="481984"/>
            <a:chOff x="2476244" y="2669432"/>
            <a:chExt cx="483307" cy="481984"/>
          </a:xfrm>
        </p:grpSpPr>
        <p:sp>
          <p:nvSpPr>
            <p:cNvPr id="2259" name="Google Shape;2259;p47"/>
            <p:cNvSpPr/>
            <p:nvPr/>
          </p:nvSpPr>
          <p:spPr>
            <a:xfrm>
              <a:off x="2607900" y="2669432"/>
              <a:ext cx="59304" cy="126454"/>
            </a:xfrm>
            <a:custGeom>
              <a:avLst/>
              <a:gdLst/>
              <a:ahLst/>
              <a:cxnLst/>
              <a:rect l="l" t="t" r="r" b="b"/>
              <a:pathLst>
                <a:path w="2018" h="4303" extrusionOk="0">
                  <a:moveTo>
                    <a:pt x="91" y="0"/>
                  </a:moveTo>
                  <a:cubicBezTo>
                    <a:pt x="46" y="0"/>
                    <a:pt x="1" y="45"/>
                    <a:pt x="1" y="90"/>
                  </a:cubicBezTo>
                  <a:lnTo>
                    <a:pt x="1" y="4257"/>
                  </a:lnTo>
                  <a:cubicBezTo>
                    <a:pt x="270" y="4078"/>
                    <a:pt x="673" y="3944"/>
                    <a:pt x="987" y="3944"/>
                  </a:cubicBezTo>
                  <a:cubicBezTo>
                    <a:pt x="1345" y="4033"/>
                    <a:pt x="1749" y="4123"/>
                    <a:pt x="2017" y="4302"/>
                  </a:cubicBezTo>
                  <a:lnTo>
                    <a:pt x="2017" y="1882"/>
                  </a:lnTo>
                  <a:cubicBezTo>
                    <a:pt x="2017" y="807"/>
                    <a:pt x="1166" y="0"/>
                    <a:pt x="9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60" name="Google Shape;2260;p47"/>
            <p:cNvSpPr/>
            <p:nvPr/>
          </p:nvSpPr>
          <p:spPr>
            <a:xfrm>
              <a:off x="2476244" y="2832709"/>
              <a:ext cx="126425" cy="85518"/>
            </a:xfrm>
            <a:custGeom>
              <a:avLst/>
              <a:gdLst/>
              <a:ahLst/>
              <a:cxnLst/>
              <a:rect l="l" t="t" r="r" b="b"/>
              <a:pathLst>
                <a:path w="4302" h="2910" extrusionOk="0">
                  <a:moveTo>
                    <a:pt x="3630" y="1"/>
                  </a:moveTo>
                  <a:lnTo>
                    <a:pt x="90" y="1614"/>
                  </a:lnTo>
                  <a:cubicBezTo>
                    <a:pt x="45" y="1614"/>
                    <a:pt x="0" y="1704"/>
                    <a:pt x="45" y="1793"/>
                  </a:cubicBezTo>
                  <a:cubicBezTo>
                    <a:pt x="374" y="2484"/>
                    <a:pt x="1065" y="2909"/>
                    <a:pt x="1781" y="2909"/>
                  </a:cubicBezTo>
                  <a:cubicBezTo>
                    <a:pt x="2041" y="2909"/>
                    <a:pt x="2304" y="2853"/>
                    <a:pt x="2554" y="2734"/>
                  </a:cubicBezTo>
                  <a:lnTo>
                    <a:pt x="4302" y="1928"/>
                  </a:lnTo>
                  <a:cubicBezTo>
                    <a:pt x="3854" y="1569"/>
                    <a:pt x="3585" y="987"/>
                    <a:pt x="3585" y="359"/>
                  </a:cubicBezTo>
                  <a:cubicBezTo>
                    <a:pt x="3585" y="270"/>
                    <a:pt x="3585" y="90"/>
                    <a:pt x="363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61" name="Google Shape;2261;p47"/>
            <p:cNvSpPr/>
            <p:nvPr/>
          </p:nvSpPr>
          <p:spPr>
            <a:xfrm>
              <a:off x="2672435" y="2830093"/>
              <a:ext cx="127777" cy="86458"/>
            </a:xfrm>
            <a:custGeom>
              <a:avLst/>
              <a:gdLst/>
              <a:ahLst/>
              <a:cxnLst/>
              <a:rect l="l" t="t" r="r" b="b"/>
              <a:pathLst>
                <a:path w="4348" h="2942" extrusionOk="0">
                  <a:moveTo>
                    <a:pt x="673" y="0"/>
                  </a:moveTo>
                  <a:lnTo>
                    <a:pt x="673" y="0"/>
                  </a:lnTo>
                  <a:cubicBezTo>
                    <a:pt x="718" y="179"/>
                    <a:pt x="718" y="314"/>
                    <a:pt x="718" y="448"/>
                  </a:cubicBezTo>
                  <a:cubicBezTo>
                    <a:pt x="718" y="1076"/>
                    <a:pt x="449" y="1568"/>
                    <a:pt x="1" y="1927"/>
                  </a:cubicBezTo>
                  <a:lnTo>
                    <a:pt x="1793" y="2778"/>
                  </a:lnTo>
                  <a:cubicBezTo>
                    <a:pt x="2050" y="2889"/>
                    <a:pt x="2325" y="2942"/>
                    <a:pt x="2596" y="2942"/>
                  </a:cubicBezTo>
                  <a:cubicBezTo>
                    <a:pt x="3318" y="2942"/>
                    <a:pt x="4022" y="2566"/>
                    <a:pt x="4347" y="1882"/>
                  </a:cubicBezTo>
                  <a:cubicBezTo>
                    <a:pt x="4347" y="1793"/>
                    <a:pt x="4347" y="1748"/>
                    <a:pt x="4302" y="1703"/>
                  </a:cubicBezTo>
                  <a:lnTo>
                    <a:pt x="67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62" name="Google Shape;2262;p47"/>
            <p:cNvSpPr/>
            <p:nvPr/>
          </p:nvSpPr>
          <p:spPr>
            <a:xfrm>
              <a:off x="2609223" y="2815605"/>
              <a:ext cx="56659" cy="55337"/>
            </a:xfrm>
            <a:custGeom>
              <a:avLst/>
              <a:gdLst/>
              <a:ahLst/>
              <a:cxnLst/>
              <a:rect l="l" t="t" r="r" b="b"/>
              <a:pathLst>
                <a:path w="1928" h="1883" extrusionOk="0">
                  <a:moveTo>
                    <a:pt x="942" y="0"/>
                  </a:moveTo>
                  <a:cubicBezTo>
                    <a:pt x="718" y="0"/>
                    <a:pt x="449" y="90"/>
                    <a:pt x="270" y="269"/>
                  </a:cubicBezTo>
                  <a:cubicBezTo>
                    <a:pt x="135" y="448"/>
                    <a:pt x="1" y="672"/>
                    <a:pt x="1" y="941"/>
                  </a:cubicBezTo>
                  <a:cubicBezTo>
                    <a:pt x="1" y="1434"/>
                    <a:pt x="404" y="1882"/>
                    <a:pt x="942" y="1882"/>
                  </a:cubicBezTo>
                  <a:cubicBezTo>
                    <a:pt x="1480" y="1882"/>
                    <a:pt x="1928" y="1524"/>
                    <a:pt x="1928" y="941"/>
                  </a:cubicBezTo>
                  <a:cubicBezTo>
                    <a:pt x="1928" y="717"/>
                    <a:pt x="1793" y="448"/>
                    <a:pt x="1614" y="269"/>
                  </a:cubicBezTo>
                  <a:cubicBezTo>
                    <a:pt x="1480" y="135"/>
                    <a:pt x="1166" y="0"/>
                    <a:pt x="942"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63" name="Google Shape;2263;p47"/>
            <p:cNvSpPr/>
            <p:nvPr/>
          </p:nvSpPr>
          <p:spPr>
            <a:xfrm>
              <a:off x="2829129" y="2923575"/>
              <a:ext cx="130422" cy="69825"/>
            </a:xfrm>
            <a:custGeom>
              <a:avLst/>
              <a:gdLst/>
              <a:ahLst/>
              <a:cxnLst/>
              <a:rect l="l" t="t" r="r" b="b"/>
              <a:pathLst>
                <a:path w="4438" h="2376" extrusionOk="0">
                  <a:moveTo>
                    <a:pt x="1256" y="1"/>
                  </a:moveTo>
                  <a:cubicBezTo>
                    <a:pt x="987" y="1"/>
                    <a:pt x="763" y="269"/>
                    <a:pt x="763" y="538"/>
                  </a:cubicBezTo>
                  <a:lnTo>
                    <a:pt x="763" y="1390"/>
                  </a:lnTo>
                  <a:lnTo>
                    <a:pt x="539" y="1390"/>
                  </a:lnTo>
                  <a:cubicBezTo>
                    <a:pt x="225" y="1390"/>
                    <a:pt x="1" y="1614"/>
                    <a:pt x="1" y="1883"/>
                  </a:cubicBezTo>
                  <a:cubicBezTo>
                    <a:pt x="91" y="2151"/>
                    <a:pt x="315" y="2375"/>
                    <a:pt x="583" y="2375"/>
                  </a:cubicBezTo>
                  <a:lnTo>
                    <a:pt x="3944" y="2375"/>
                  </a:lnTo>
                  <a:cubicBezTo>
                    <a:pt x="4213" y="2375"/>
                    <a:pt x="4437" y="2151"/>
                    <a:pt x="4437" y="1883"/>
                  </a:cubicBezTo>
                  <a:cubicBezTo>
                    <a:pt x="4437" y="1614"/>
                    <a:pt x="4213" y="1390"/>
                    <a:pt x="3944" y="1390"/>
                  </a:cubicBezTo>
                  <a:lnTo>
                    <a:pt x="3720" y="1390"/>
                  </a:lnTo>
                  <a:lnTo>
                    <a:pt x="3720" y="538"/>
                  </a:lnTo>
                  <a:cubicBezTo>
                    <a:pt x="3720" y="269"/>
                    <a:pt x="3496" y="1"/>
                    <a:pt x="3227" y="1"/>
                  </a:cubicBezTo>
                  <a:cubicBezTo>
                    <a:pt x="2958" y="1"/>
                    <a:pt x="2690" y="269"/>
                    <a:pt x="2690" y="538"/>
                  </a:cubicBezTo>
                  <a:lnTo>
                    <a:pt x="2690" y="1390"/>
                  </a:lnTo>
                  <a:lnTo>
                    <a:pt x="1749" y="1390"/>
                  </a:lnTo>
                  <a:lnTo>
                    <a:pt x="1749" y="538"/>
                  </a:lnTo>
                  <a:cubicBezTo>
                    <a:pt x="1749" y="269"/>
                    <a:pt x="1524" y="1"/>
                    <a:pt x="125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64" name="Google Shape;2264;p47"/>
            <p:cNvSpPr/>
            <p:nvPr/>
          </p:nvSpPr>
          <p:spPr>
            <a:xfrm>
              <a:off x="2588152" y="2888016"/>
              <a:ext cx="352944" cy="263400"/>
            </a:xfrm>
            <a:custGeom>
              <a:avLst/>
              <a:gdLst/>
              <a:ahLst/>
              <a:cxnLst/>
              <a:rect l="l" t="t" r="r" b="b"/>
              <a:pathLst>
                <a:path w="12010" h="8963" extrusionOk="0">
                  <a:moveTo>
                    <a:pt x="628" y="1"/>
                  </a:moveTo>
                  <a:lnTo>
                    <a:pt x="1" y="8963"/>
                  </a:lnTo>
                  <a:lnTo>
                    <a:pt x="9232" y="8963"/>
                  </a:lnTo>
                  <a:cubicBezTo>
                    <a:pt x="10173" y="8963"/>
                    <a:pt x="10979" y="8201"/>
                    <a:pt x="10979" y="7215"/>
                  </a:cubicBezTo>
                  <a:lnTo>
                    <a:pt x="10979" y="6184"/>
                  </a:lnTo>
                  <a:lnTo>
                    <a:pt x="11069" y="6184"/>
                  </a:lnTo>
                  <a:cubicBezTo>
                    <a:pt x="11472" y="6184"/>
                    <a:pt x="11875" y="5826"/>
                    <a:pt x="11920" y="5423"/>
                  </a:cubicBezTo>
                  <a:lnTo>
                    <a:pt x="12010" y="4526"/>
                  </a:lnTo>
                  <a:lnTo>
                    <a:pt x="8963" y="4526"/>
                  </a:lnTo>
                  <a:lnTo>
                    <a:pt x="9052" y="5423"/>
                  </a:lnTo>
                  <a:cubicBezTo>
                    <a:pt x="9142" y="5826"/>
                    <a:pt x="9456" y="6184"/>
                    <a:pt x="9904" y="6184"/>
                  </a:cubicBezTo>
                  <a:lnTo>
                    <a:pt x="10038" y="6184"/>
                  </a:lnTo>
                  <a:lnTo>
                    <a:pt x="10038" y="7215"/>
                  </a:lnTo>
                  <a:cubicBezTo>
                    <a:pt x="10038" y="7618"/>
                    <a:pt x="9680" y="8022"/>
                    <a:pt x="9232" y="8022"/>
                  </a:cubicBezTo>
                  <a:lnTo>
                    <a:pt x="3317" y="8022"/>
                  </a:lnTo>
                  <a:lnTo>
                    <a:pt x="2734" y="1"/>
                  </a:lnTo>
                  <a:cubicBezTo>
                    <a:pt x="2465" y="225"/>
                    <a:pt x="2062" y="359"/>
                    <a:pt x="1659" y="359"/>
                  </a:cubicBezTo>
                  <a:cubicBezTo>
                    <a:pt x="1300" y="359"/>
                    <a:pt x="897" y="225"/>
                    <a:pt x="62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2265" name="Google Shape;2265;p47"/>
          <p:cNvGrpSpPr/>
          <p:nvPr/>
        </p:nvGrpSpPr>
        <p:grpSpPr>
          <a:xfrm>
            <a:off x="6876410" y="1663110"/>
            <a:ext cx="484629" cy="484629"/>
            <a:chOff x="3835210" y="1302560"/>
            <a:chExt cx="484629" cy="484629"/>
          </a:xfrm>
        </p:grpSpPr>
        <p:sp>
          <p:nvSpPr>
            <p:cNvPr id="2266" name="Google Shape;2266;p47"/>
            <p:cNvSpPr/>
            <p:nvPr/>
          </p:nvSpPr>
          <p:spPr>
            <a:xfrm>
              <a:off x="3933982" y="1401302"/>
              <a:ext cx="287086" cy="287116"/>
            </a:xfrm>
            <a:custGeom>
              <a:avLst/>
              <a:gdLst/>
              <a:ahLst/>
              <a:cxnLst/>
              <a:rect l="l" t="t" r="r" b="b"/>
              <a:pathLst>
                <a:path w="9769" h="9770" extrusionOk="0">
                  <a:moveTo>
                    <a:pt x="4884" y="1"/>
                  </a:moveTo>
                  <a:cubicBezTo>
                    <a:pt x="2196" y="1"/>
                    <a:pt x="0" y="2197"/>
                    <a:pt x="0" y="4885"/>
                  </a:cubicBezTo>
                  <a:cubicBezTo>
                    <a:pt x="0" y="7574"/>
                    <a:pt x="2196" y="9769"/>
                    <a:pt x="4884" y="9769"/>
                  </a:cubicBezTo>
                  <a:cubicBezTo>
                    <a:pt x="7573" y="9769"/>
                    <a:pt x="9769" y="7574"/>
                    <a:pt x="9769" y="4885"/>
                  </a:cubicBezTo>
                  <a:cubicBezTo>
                    <a:pt x="9769" y="2197"/>
                    <a:pt x="7573" y="1"/>
                    <a:pt x="488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67" name="Google Shape;2267;p47"/>
            <p:cNvSpPr/>
            <p:nvPr/>
          </p:nvSpPr>
          <p:spPr>
            <a:xfrm>
              <a:off x="4135433" y="1321985"/>
              <a:ext cx="43493" cy="64858"/>
            </a:xfrm>
            <a:custGeom>
              <a:avLst/>
              <a:gdLst/>
              <a:ahLst/>
              <a:cxnLst/>
              <a:rect l="l" t="t" r="r" b="b"/>
              <a:pathLst>
                <a:path w="1480" h="2207" extrusionOk="0">
                  <a:moveTo>
                    <a:pt x="1051" y="0"/>
                  </a:moveTo>
                  <a:cubicBezTo>
                    <a:pt x="856" y="0"/>
                    <a:pt x="651" y="93"/>
                    <a:pt x="539" y="280"/>
                  </a:cubicBezTo>
                  <a:lnTo>
                    <a:pt x="46" y="1535"/>
                  </a:lnTo>
                  <a:cubicBezTo>
                    <a:pt x="1" y="1759"/>
                    <a:pt x="91" y="2028"/>
                    <a:pt x="315" y="2162"/>
                  </a:cubicBezTo>
                  <a:cubicBezTo>
                    <a:pt x="404" y="2207"/>
                    <a:pt x="449" y="2207"/>
                    <a:pt x="494" y="2207"/>
                  </a:cubicBezTo>
                  <a:cubicBezTo>
                    <a:pt x="718" y="2207"/>
                    <a:pt x="897" y="2117"/>
                    <a:pt x="942" y="1893"/>
                  </a:cubicBezTo>
                  <a:lnTo>
                    <a:pt x="1435" y="639"/>
                  </a:lnTo>
                  <a:cubicBezTo>
                    <a:pt x="1480" y="415"/>
                    <a:pt x="1390" y="146"/>
                    <a:pt x="1166" y="11"/>
                  </a:cubicBezTo>
                  <a:cubicBezTo>
                    <a:pt x="1129" y="4"/>
                    <a:pt x="1090" y="0"/>
                    <a:pt x="105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68" name="Google Shape;2268;p47"/>
            <p:cNvSpPr/>
            <p:nvPr/>
          </p:nvSpPr>
          <p:spPr>
            <a:xfrm>
              <a:off x="3973479" y="1703935"/>
              <a:ext cx="44787" cy="64799"/>
            </a:xfrm>
            <a:custGeom>
              <a:avLst/>
              <a:gdLst/>
              <a:ahLst/>
              <a:cxnLst/>
              <a:rect l="l" t="t" r="r" b="b"/>
              <a:pathLst>
                <a:path w="1524" h="2205" extrusionOk="0">
                  <a:moveTo>
                    <a:pt x="1120" y="0"/>
                  </a:moveTo>
                  <a:cubicBezTo>
                    <a:pt x="909" y="0"/>
                    <a:pt x="661" y="128"/>
                    <a:pt x="583" y="323"/>
                  </a:cubicBezTo>
                  <a:lnTo>
                    <a:pt x="90" y="1533"/>
                  </a:lnTo>
                  <a:cubicBezTo>
                    <a:pt x="0" y="1757"/>
                    <a:pt x="135" y="2025"/>
                    <a:pt x="359" y="2160"/>
                  </a:cubicBezTo>
                  <a:cubicBezTo>
                    <a:pt x="404" y="2205"/>
                    <a:pt x="448" y="2205"/>
                    <a:pt x="538" y="2205"/>
                  </a:cubicBezTo>
                  <a:cubicBezTo>
                    <a:pt x="673" y="2205"/>
                    <a:pt x="852" y="2115"/>
                    <a:pt x="986" y="1891"/>
                  </a:cubicBezTo>
                  <a:lnTo>
                    <a:pt x="1479" y="636"/>
                  </a:lnTo>
                  <a:cubicBezTo>
                    <a:pt x="1524" y="412"/>
                    <a:pt x="1434" y="143"/>
                    <a:pt x="1210" y="9"/>
                  </a:cubicBezTo>
                  <a:cubicBezTo>
                    <a:pt x="1181" y="3"/>
                    <a:pt x="1151" y="0"/>
                    <a:pt x="112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69" name="Google Shape;2269;p47"/>
            <p:cNvSpPr/>
            <p:nvPr/>
          </p:nvSpPr>
          <p:spPr>
            <a:xfrm>
              <a:off x="3853636" y="1442621"/>
              <a:ext cx="65887" cy="42994"/>
            </a:xfrm>
            <a:custGeom>
              <a:avLst/>
              <a:gdLst/>
              <a:ahLst/>
              <a:cxnLst/>
              <a:rect l="l" t="t" r="r" b="b"/>
              <a:pathLst>
                <a:path w="2242" h="1463" extrusionOk="0">
                  <a:moveTo>
                    <a:pt x="525" y="1"/>
                  </a:moveTo>
                  <a:cubicBezTo>
                    <a:pt x="340" y="1"/>
                    <a:pt x="151" y="121"/>
                    <a:pt x="46" y="298"/>
                  </a:cubicBezTo>
                  <a:cubicBezTo>
                    <a:pt x="1" y="522"/>
                    <a:pt x="135" y="791"/>
                    <a:pt x="359" y="925"/>
                  </a:cubicBezTo>
                  <a:lnTo>
                    <a:pt x="1569" y="1418"/>
                  </a:lnTo>
                  <a:cubicBezTo>
                    <a:pt x="1614" y="1463"/>
                    <a:pt x="1704" y="1463"/>
                    <a:pt x="1748" y="1463"/>
                  </a:cubicBezTo>
                  <a:cubicBezTo>
                    <a:pt x="1972" y="1463"/>
                    <a:pt x="2152" y="1328"/>
                    <a:pt x="2196" y="1149"/>
                  </a:cubicBezTo>
                  <a:cubicBezTo>
                    <a:pt x="2241" y="925"/>
                    <a:pt x="2107" y="611"/>
                    <a:pt x="1883" y="522"/>
                  </a:cubicBezTo>
                  <a:lnTo>
                    <a:pt x="673" y="29"/>
                  </a:lnTo>
                  <a:cubicBezTo>
                    <a:pt x="625" y="10"/>
                    <a:pt x="575" y="1"/>
                    <a:pt x="52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70" name="Google Shape;2270;p47"/>
            <p:cNvSpPr/>
            <p:nvPr/>
          </p:nvSpPr>
          <p:spPr>
            <a:xfrm>
              <a:off x="4235527" y="1605163"/>
              <a:ext cx="65857" cy="43758"/>
            </a:xfrm>
            <a:custGeom>
              <a:avLst/>
              <a:gdLst/>
              <a:ahLst/>
              <a:cxnLst/>
              <a:rect l="l" t="t" r="r" b="b"/>
              <a:pathLst>
                <a:path w="2241" h="1489" extrusionOk="0">
                  <a:moveTo>
                    <a:pt x="584" y="1"/>
                  </a:moveTo>
                  <a:cubicBezTo>
                    <a:pt x="381" y="1"/>
                    <a:pt x="162" y="128"/>
                    <a:pt x="45" y="323"/>
                  </a:cubicBezTo>
                  <a:cubicBezTo>
                    <a:pt x="0" y="547"/>
                    <a:pt x="135" y="816"/>
                    <a:pt x="359" y="906"/>
                  </a:cubicBezTo>
                  <a:lnTo>
                    <a:pt x="1569" y="1443"/>
                  </a:lnTo>
                  <a:cubicBezTo>
                    <a:pt x="1614" y="1488"/>
                    <a:pt x="1703" y="1488"/>
                    <a:pt x="1748" y="1488"/>
                  </a:cubicBezTo>
                  <a:cubicBezTo>
                    <a:pt x="1927" y="1488"/>
                    <a:pt x="2062" y="1354"/>
                    <a:pt x="2196" y="1130"/>
                  </a:cubicBezTo>
                  <a:cubicBezTo>
                    <a:pt x="2241" y="906"/>
                    <a:pt x="2151" y="637"/>
                    <a:pt x="1927" y="547"/>
                  </a:cubicBezTo>
                  <a:lnTo>
                    <a:pt x="673" y="9"/>
                  </a:lnTo>
                  <a:cubicBezTo>
                    <a:pt x="644" y="4"/>
                    <a:pt x="614" y="1"/>
                    <a:pt x="58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71" name="Google Shape;2271;p47"/>
            <p:cNvSpPr/>
            <p:nvPr/>
          </p:nvSpPr>
          <p:spPr>
            <a:xfrm>
              <a:off x="3976123" y="1321339"/>
              <a:ext cx="47431" cy="64212"/>
            </a:xfrm>
            <a:custGeom>
              <a:avLst/>
              <a:gdLst/>
              <a:ahLst/>
              <a:cxnLst/>
              <a:rect l="l" t="t" r="r" b="b"/>
              <a:pathLst>
                <a:path w="1614" h="2185" extrusionOk="0">
                  <a:moveTo>
                    <a:pt x="533" y="0"/>
                  </a:moveTo>
                  <a:cubicBezTo>
                    <a:pt x="472" y="0"/>
                    <a:pt x="413" y="12"/>
                    <a:pt x="358" y="33"/>
                  </a:cubicBezTo>
                  <a:cubicBezTo>
                    <a:pt x="90" y="168"/>
                    <a:pt x="0" y="437"/>
                    <a:pt x="90" y="661"/>
                  </a:cubicBezTo>
                  <a:lnTo>
                    <a:pt x="583" y="1915"/>
                  </a:lnTo>
                  <a:cubicBezTo>
                    <a:pt x="672" y="2050"/>
                    <a:pt x="896" y="2184"/>
                    <a:pt x="1031" y="2184"/>
                  </a:cubicBezTo>
                  <a:lnTo>
                    <a:pt x="1210" y="2184"/>
                  </a:lnTo>
                  <a:cubicBezTo>
                    <a:pt x="1479" y="2050"/>
                    <a:pt x="1613" y="1781"/>
                    <a:pt x="1479" y="1557"/>
                  </a:cubicBezTo>
                  <a:lnTo>
                    <a:pt x="986" y="347"/>
                  </a:lnTo>
                  <a:cubicBezTo>
                    <a:pt x="918" y="109"/>
                    <a:pt x="722" y="0"/>
                    <a:pt x="53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72" name="Google Shape;2272;p47"/>
            <p:cNvSpPr/>
            <p:nvPr/>
          </p:nvSpPr>
          <p:spPr>
            <a:xfrm>
              <a:off x="4130173" y="1706580"/>
              <a:ext cx="47431" cy="63477"/>
            </a:xfrm>
            <a:custGeom>
              <a:avLst/>
              <a:gdLst/>
              <a:ahLst/>
              <a:cxnLst/>
              <a:rect l="l" t="t" r="r" b="b"/>
              <a:pathLst>
                <a:path w="1614" h="2160" extrusionOk="0">
                  <a:moveTo>
                    <a:pt x="590" y="1"/>
                  </a:moveTo>
                  <a:cubicBezTo>
                    <a:pt x="527" y="1"/>
                    <a:pt x="464" y="17"/>
                    <a:pt x="404" y="53"/>
                  </a:cubicBezTo>
                  <a:cubicBezTo>
                    <a:pt x="135" y="143"/>
                    <a:pt x="1" y="412"/>
                    <a:pt x="135" y="636"/>
                  </a:cubicBezTo>
                  <a:lnTo>
                    <a:pt x="628" y="1891"/>
                  </a:lnTo>
                  <a:cubicBezTo>
                    <a:pt x="673" y="2070"/>
                    <a:pt x="897" y="2160"/>
                    <a:pt x="1076" y="2160"/>
                  </a:cubicBezTo>
                  <a:cubicBezTo>
                    <a:pt x="1136" y="2160"/>
                    <a:pt x="1196" y="2140"/>
                    <a:pt x="1229" y="2140"/>
                  </a:cubicBezTo>
                  <a:cubicBezTo>
                    <a:pt x="1245" y="2140"/>
                    <a:pt x="1255" y="2145"/>
                    <a:pt x="1255" y="2160"/>
                  </a:cubicBezTo>
                  <a:cubicBezTo>
                    <a:pt x="1524" y="2070"/>
                    <a:pt x="1614" y="1801"/>
                    <a:pt x="1524" y="1577"/>
                  </a:cubicBezTo>
                  <a:lnTo>
                    <a:pt x="1031" y="322"/>
                  </a:lnTo>
                  <a:cubicBezTo>
                    <a:pt x="933" y="126"/>
                    <a:pt x="762" y="1"/>
                    <a:pt x="59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73" name="Google Shape;2273;p47"/>
            <p:cNvSpPr/>
            <p:nvPr/>
          </p:nvSpPr>
          <p:spPr>
            <a:xfrm>
              <a:off x="3851021" y="1601225"/>
              <a:ext cx="68502" cy="42406"/>
            </a:xfrm>
            <a:custGeom>
              <a:avLst/>
              <a:gdLst/>
              <a:ahLst/>
              <a:cxnLst/>
              <a:rect l="l" t="t" r="r" b="b"/>
              <a:pathLst>
                <a:path w="2331" h="1443" extrusionOk="0">
                  <a:moveTo>
                    <a:pt x="1799" y="1"/>
                  </a:moveTo>
                  <a:cubicBezTo>
                    <a:pt x="1737" y="1"/>
                    <a:pt x="1673" y="18"/>
                    <a:pt x="1613" y="54"/>
                  </a:cubicBezTo>
                  <a:lnTo>
                    <a:pt x="359" y="547"/>
                  </a:lnTo>
                  <a:cubicBezTo>
                    <a:pt x="90" y="681"/>
                    <a:pt x="0" y="950"/>
                    <a:pt x="90" y="1174"/>
                  </a:cubicBezTo>
                  <a:cubicBezTo>
                    <a:pt x="135" y="1353"/>
                    <a:pt x="359" y="1443"/>
                    <a:pt x="538" y="1443"/>
                  </a:cubicBezTo>
                  <a:lnTo>
                    <a:pt x="717" y="1443"/>
                  </a:lnTo>
                  <a:lnTo>
                    <a:pt x="1927" y="950"/>
                  </a:lnTo>
                  <a:cubicBezTo>
                    <a:pt x="2196" y="815"/>
                    <a:pt x="2330" y="547"/>
                    <a:pt x="2196" y="323"/>
                  </a:cubicBezTo>
                  <a:cubicBezTo>
                    <a:pt x="2130" y="126"/>
                    <a:pt x="1969" y="1"/>
                    <a:pt x="179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74" name="Google Shape;2274;p47"/>
            <p:cNvSpPr/>
            <p:nvPr/>
          </p:nvSpPr>
          <p:spPr>
            <a:xfrm>
              <a:off x="4234204" y="1446441"/>
              <a:ext cx="68502" cy="43141"/>
            </a:xfrm>
            <a:custGeom>
              <a:avLst/>
              <a:gdLst/>
              <a:ahLst/>
              <a:cxnLst/>
              <a:rect l="l" t="t" r="r" b="b"/>
              <a:pathLst>
                <a:path w="2331" h="1468" extrusionOk="0">
                  <a:moveTo>
                    <a:pt x="1782" y="0"/>
                  </a:moveTo>
                  <a:cubicBezTo>
                    <a:pt x="1725" y="0"/>
                    <a:pt x="1668" y="11"/>
                    <a:pt x="1614" y="33"/>
                  </a:cubicBezTo>
                  <a:lnTo>
                    <a:pt x="359" y="571"/>
                  </a:lnTo>
                  <a:cubicBezTo>
                    <a:pt x="90" y="661"/>
                    <a:pt x="1" y="929"/>
                    <a:pt x="90" y="1153"/>
                  </a:cubicBezTo>
                  <a:cubicBezTo>
                    <a:pt x="180" y="1333"/>
                    <a:pt x="359" y="1467"/>
                    <a:pt x="538" y="1467"/>
                  </a:cubicBezTo>
                  <a:lnTo>
                    <a:pt x="718" y="1467"/>
                  </a:lnTo>
                  <a:lnTo>
                    <a:pt x="1927" y="929"/>
                  </a:lnTo>
                  <a:cubicBezTo>
                    <a:pt x="2241" y="840"/>
                    <a:pt x="2331" y="571"/>
                    <a:pt x="2241" y="347"/>
                  </a:cubicBezTo>
                  <a:cubicBezTo>
                    <a:pt x="2139" y="109"/>
                    <a:pt x="1960" y="0"/>
                    <a:pt x="1782"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75" name="Google Shape;2275;p47"/>
            <p:cNvSpPr/>
            <p:nvPr/>
          </p:nvSpPr>
          <p:spPr>
            <a:xfrm>
              <a:off x="4063022" y="1302560"/>
              <a:ext cx="29005" cy="69825"/>
            </a:xfrm>
            <a:custGeom>
              <a:avLst/>
              <a:gdLst/>
              <a:ahLst/>
              <a:cxnLst/>
              <a:rect l="l" t="t" r="r" b="b"/>
              <a:pathLst>
                <a:path w="987" h="2376" extrusionOk="0">
                  <a:moveTo>
                    <a:pt x="493" y="0"/>
                  </a:moveTo>
                  <a:cubicBezTo>
                    <a:pt x="224" y="0"/>
                    <a:pt x="0" y="224"/>
                    <a:pt x="0" y="538"/>
                  </a:cubicBezTo>
                  <a:lnTo>
                    <a:pt x="0" y="1882"/>
                  </a:lnTo>
                  <a:cubicBezTo>
                    <a:pt x="0" y="2151"/>
                    <a:pt x="224" y="2375"/>
                    <a:pt x="493" y="2375"/>
                  </a:cubicBezTo>
                  <a:cubicBezTo>
                    <a:pt x="762" y="2375"/>
                    <a:pt x="941" y="2151"/>
                    <a:pt x="986" y="1882"/>
                  </a:cubicBezTo>
                  <a:lnTo>
                    <a:pt x="986" y="538"/>
                  </a:lnTo>
                  <a:cubicBezTo>
                    <a:pt x="986" y="224"/>
                    <a:pt x="762" y="0"/>
                    <a:pt x="49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76" name="Google Shape;2276;p47"/>
            <p:cNvSpPr/>
            <p:nvPr/>
          </p:nvSpPr>
          <p:spPr>
            <a:xfrm>
              <a:off x="4063022" y="1717365"/>
              <a:ext cx="29005" cy="69825"/>
            </a:xfrm>
            <a:custGeom>
              <a:avLst/>
              <a:gdLst/>
              <a:ahLst/>
              <a:cxnLst/>
              <a:rect l="l" t="t" r="r" b="b"/>
              <a:pathLst>
                <a:path w="987" h="2376" extrusionOk="0">
                  <a:moveTo>
                    <a:pt x="493" y="0"/>
                  </a:moveTo>
                  <a:cubicBezTo>
                    <a:pt x="224" y="0"/>
                    <a:pt x="0" y="224"/>
                    <a:pt x="0" y="493"/>
                  </a:cubicBezTo>
                  <a:lnTo>
                    <a:pt x="0" y="1837"/>
                  </a:lnTo>
                  <a:cubicBezTo>
                    <a:pt x="0" y="2151"/>
                    <a:pt x="224" y="2375"/>
                    <a:pt x="493" y="2375"/>
                  </a:cubicBezTo>
                  <a:cubicBezTo>
                    <a:pt x="762" y="2375"/>
                    <a:pt x="941" y="2151"/>
                    <a:pt x="986" y="1837"/>
                  </a:cubicBezTo>
                  <a:lnTo>
                    <a:pt x="986" y="493"/>
                  </a:lnTo>
                  <a:cubicBezTo>
                    <a:pt x="986" y="224"/>
                    <a:pt x="762" y="0"/>
                    <a:pt x="49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77" name="Google Shape;2277;p47"/>
            <p:cNvSpPr/>
            <p:nvPr/>
          </p:nvSpPr>
          <p:spPr>
            <a:xfrm>
              <a:off x="3835210" y="1530372"/>
              <a:ext cx="69825" cy="28976"/>
            </a:xfrm>
            <a:custGeom>
              <a:avLst/>
              <a:gdLst/>
              <a:ahLst/>
              <a:cxnLst/>
              <a:rect l="l" t="t" r="r" b="b"/>
              <a:pathLst>
                <a:path w="2376" h="986" extrusionOk="0">
                  <a:moveTo>
                    <a:pt x="538" y="0"/>
                  </a:moveTo>
                  <a:cubicBezTo>
                    <a:pt x="224" y="0"/>
                    <a:pt x="0" y="224"/>
                    <a:pt x="0" y="493"/>
                  </a:cubicBezTo>
                  <a:cubicBezTo>
                    <a:pt x="0" y="762"/>
                    <a:pt x="224" y="986"/>
                    <a:pt x="538" y="986"/>
                  </a:cubicBezTo>
                  <a:lnTo>
                    <a:pt x="1882" y="986"/>
                  </a:lnTo>
                  <a:cubicBezTo>
                    <a:pt x="2151" y="986"/>
                    <a:pt x="2375" y="762"/>
                    <a:pt x="2375" y="493"/>
                  </a:cubicBezTo>
                  <a:cubicBezTo>
                    <a:pt x="2375" y="224"/>
                    <a:pt x="2151" y="0"/>
                    <a:pt x="1882"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78" name="Google Shape;2278;p47"/>
            <p:cNvSpPr/>
            <p:nvPr/>
          </p:nvSpPr>
          <p:spPr>
            <a:xfrm>
              <a:off x="4250015" y="1530372"/>
              <a:ext cx="69825" cy="28976"/>
            </a:xfrm>
            <a:custGeom>
              <a:avLst/>
              <a:gdLst/>
              <a:ahLst/>
              <a:cxnLst/>
              <a:rect l="l" t="t" r="r" b="b"/>
              <a:pathLst>
                <a:path w="2376" h="986" extrusionOk="0">
                  <a:moveTo>
                    <a:pt x="538" y="0"/>
                  </a:moveTo>
                  <a:cubicBezTo>
                    <a:pt x="224" y="0"/>
                    <a:pt x="0" y="224"/>
                    <a:pt x="0" y="493"/>
                  </a:cubicBezTo>
                  <a:cubicBezTo>
                    <a:pt x="0" y="762"/>
                    <a:pt x="224" y="986"/>
                    <a:pt x="538" y="986"/>
                  </a:cubicBezTo>
                  <a:lnTo>
                    <a:pt x="1882" y="986"/>
                  </a:lnTo>
                  <a:cubicBezTo>
                    <a:pt x="2151" y="986"/>
                    <a:pt x="2375" y="762"/>
                    <a:pt x="2375" y="493"/>
                  </a:cubicBezTo>
                  <a:cubicBezTo>
                    <a:pt x="2375" y="224"/>
                    <a:pt x="2151" y="0"/>
                    <a:pt x="1882"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79" name="Google Shape;2279;p47"/>
            <p:cNvSpPr/>
            <p:nvPr/>
          </p:nvSpPr>
          <p:spPr>
            <a:xfrm>
              <a:off x="3901038" y="1369711"/>
              <a:ext cx="57982" cy="56659"/>
            </a:xfrm>
            <a:custGeom>
              <a:avLst/>
              <a:gdLst/>
              <a:ahLst/>
              <a:cxnLst/>
              <a:rect l="l" t="t" r="r" b="b"/>
              <a:pathLst>
                <a:path w="1973" h="1928" extrusionOk="0">
                  <a:moveTo>
                    <a:pt x="516" y="0"/>
                  </a:moveTo>
                  <a:cubicBezTo>
                    <a:pt x="393" y="0"/>
                    <a:pt x="270" y="45"/>
                    <a:pt x="180" y="135"/>
                  </a:cubicBezTo>
                  <a:cubicBezTo>
                    <a:pt x="1" y="314"/>
                    <a:pt x="1" y="628"/>
                    <a:pt x="180" y="807"/>
                  </a:cubicBezTo>
                  <a:lnTo>
                    <a:pt x="1121" y="1748"/>
                  </a:lnTo>
                  <a:cubicBezTo>
                    <a:pt x="1256" y="1882"/>
                    <a:pt x="1345" y="1927"/>
                    <a:pt x="1480" y="1927"/>
                  </a:cubicBezTo>
                  <a:cubicBezTo>
                    <a:pt x="1659" y="1927"/>
                    <a:pt x="1748" y="1882"/>
                    <a:pt x="1793" y="1748"/>
                  </a:cubicBezTo>
                  <a:cubicBezTo>
                    <a:pt x="1972" y="1614"/>
                    <a:pt x="1972" y="1255"/>
                    <a:pt x="1793" y="1076"/>
                  </a:cubicBezTo>
                  <a:lnTo>
                    <a:pt x="852" y="135"/>
                  </a:lnTo>
                  <a:cubicBezTo>
                    <a:pt x="763" y="45"/>
                    <a:pt x="639" y="0"/>
                    <a:pt x="51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80" name="Google Shape;2280;p47"/>
            <p:cNvSpPr/>
            <p:nvPr/>
          </p:nvSpPr>
          <p:spPr>
            <a:xfrm>
              <a:off x="4194708" y="1663351"/>
              <a:ext cx="57982" cy="56659"/>
            </a:xfrm>
            <a:custGeom>
              <a:avLst/>
              <a:gdLst/>
              <a:ahLst/>
              <a:cxnLst/>
              <a:rect l="l" t="t" r="r" b="b"/>
              <a:pathLst>
                <a:path w="1973" h="1928" extrusionOk="0">
                  <a:moveTo>
                    <a:pt x="499" y="1"/>
                  </a:moveTo>
                  <a:cubicBezTo>
                    <a:pt x="370" y="1"/>
                    <a:pt x="247" y="46"/>
                    <a:pt x="180" y="135"/>
                  </a:cubicBezTo>
                  <a:cubicBezTo>
                    <a:pt x="0" y="270"/>
                    <a:pt x="0" y="628"/>
                    <a:pt x="180" y="808"/>
                  </a:cubicBezTo>
                  <a:lnTo>
                    <a:pt x="1121" y="1749"/>
                  </a:lnTo>
                  <a:cubicBezTo>
                    <a:pt x="1210" y="1838"/>
                    <a:pt x="1345" y="1928"/>
                    <a:pt x="1434" y="1928"/>
                  </a:cubicBezTo>
                  <a:cubicBezTo>
                    <a:pt x="1614" y="1928"/>
                    <a:pt x="1748" y="1838"/>
                    <a:pt x="1793" y="1749"/>
                  </a:cubicBezTo>
                  <a:cubicBezTo>
                    <a:pt x="1972" y="1569"/>
                    <a:pt x="1972" y="1256"/>
                    <a:pt x="1793" y="1076"/>
                  </a:cubicBezTo>
                  <a:lnTo>
                    <a:pt x="852" y="135"/>
                  </a:lnTo>
                  <a:cubicBezTo>
                    <a:pt x="762" y="46"/>
                    <a:pt x="628" y="1"/>
                    <a:pt x="49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81" name="Google Shape;2281;p47"/>
            <p:cNvSpPr/>
            <p:nvPr/>
          </p:nvSpPr>
          <p:spPr>
            <a:xfrm>
              <a:off x="3901038" y="1663351"/>
              <a:ext cx="57982" cy="56659"/>
            </a:xfrm>
            <a:custGeom>
              <a:avLst/>
              <a:gdLst/>
              <a:ahLst/>
              <a:cxnLst/>
              <a:rect l="l" t="t" r="r" b="b"/>
              <a:pathLst>
                <a:path w="1973" h="1928" extrusionOk="0">
                  <a:moveTo>
                    <a:pt x="1474" y="1"/>
                  </a:moveTo>
                  <a:cubicBezTo>
                    <a:pt x="1345" y="1"/>
                    <a:pt x="1211" y="46"/>
                    <a:pt x="1121" y="135"/>
                  </a:cubicBezTo>
                  <a:lnTo>
                    <a:pt x="180" y="1076"/>
                  </a:lnTo>
                  <a:cubicBezTo>
                    <a:pt x="1" y="1256"/>
                    <a:pt x="1" y="1569"/>
                    <a:pt x="180" y="1749"/>
                  </a:cubicBezTo>
                  <a:cubicBezTo>
                    <a:pt x="315" y="1838"/>
                    <a:pt x="404" y="1928"/>
                    <a:pt x="539" y="1928"/>
                  </a:cubicBezTo>
                  <a:cubicBezTo>
                    <a:pt x="673" y="1928"/>
                    <a:pt x="807" y="1838"/>
                    <a:pt x="852" y="1749"/>
                  </a:cubicBezTo>
                  <a:lnTo>
                    <a:pt x="1793" y="808"/>
                  </a:lnTo>
                  <a:cubicBezTo>
                    <a:pt x="1972" y="628"/>
                    <a:pt x="1972" y="270"/>
                    <a:pt x="1793" y="135"/>
                  </a:cubicBezTo>
                  <a:cubicBezTo>
                    <a:pt x="1726" y="46"/>
                    <a:pt x="1603" y="1"/>
                    <a:pt x="147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82" name="Google Shape;2282;p47"/>
            <p:cNvSpPr/>
            <p:nvPr/>
          </p:nvSpPr>
          <p:spPr>
            <a:xfrm>
              <a:off x="4194708" y="1369711"/>
              <a:ext cx="57982" cy="56659"/>
            </a:xfrm>
            <a:custGeom>
              <a:avLst/>
              <a:gdLst/>
              <a:ahLst/>
              <a:cxnLst/>
              <a:rect l="l" t="t" r="r" b="b"/>
              <a:pathLst>
                <a:path w="1973" h="1928" extrusionOk="0">
                  <a:moveTo>
                    <a:pt x="1457" y="0"/>
                  </a:moveTo>
                  <a:cubicBezTo>
                    <a:pt x="1333" y="0"/>
                    <a:pt x="1210" y="45"/>
                    <a:pt x="1121" y="135"/>
                  </a:cubicBezTo>
                  <a:lnTo>
                    <a:pt x="180" y="1076"/>
                  </a:lnTo>
                  <a:cubicBezTo>
                    <a:pt x="0" y="1255"/>
                    <a:pt x="0" y="1614"/>
                    <a:pt x="180" y="1748"/>
                  </a:cubicBezTo>
                  <a:cubicBezTo>
                    <a:pt x="269" y="1882"/>
                    <a:pt x="404" y="1927"/>
                    <a:pt x="493" y="1927"/>
                  </a:cubicBezTo>
                  <a:cubicBezTo>
                    <a:pt x="628" y="1927"/>
                    <a:pt x="762" y="1882"/>
                    <a:pt x="852" y="1748"/>
                  </a:cubicBezTo>
                  <a:lnTo>
                    <a:pt x="1793" y="807"/>
                  </a:lnTo>
                  <a:cubicBezTo>
                    <a:pt x="1972" y="628"/>
                    <a:pt x="1972" y="314"/>
                    <a:pt x="1793" y="135"/>
                  </a:cubicBezTo>
                  <a:cubicBezTo>
                    <a:pt x="1703" y="45"/>
                    <a:pt x="1580" y="0"/>
                    <a:pt x="1457"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2283" name="Google Shape;2283;p47"/>
          <p:cNvGrpSpPr/>
          <p:nvPr/>
        </p:nvGrpSpPr>
        <p:grpSpPr>
          <a:xfrm flipH="1">
            <a:off x="7121150" y="4409225"/>
            <a:ext cx="1196950" cy="207975"/>
            <a:chOff x="582600" y="3330075"/>
            <a:chExt cx="1196950" cy="207975"/>
          </a:xfrm>
        </p:grpSpPr>
        <p:sp>
          <p:nvSpPr>
            <p:cNvPr id="2284" name="Google Shape;2284;p47"/>
            <p:cNvSpPr/>
            <p:nvPr/>
          </p:nvSpPr>
          <p:spPr>
            <a:xfrm>
              <a:off x="1036300" y="3355300"/>
              <a:ext cx="252075" cy="180650"/>
            </a:xfrm>
            <a:custGeom>
              <a:avLst/>
              <a:gdLst/>
              <a:ahLst/>
              <a:cxnLst/>
              <a:rect l="l" t="t" r="r" b="b"/>
              <a:pathLst>
                <a:path w="10083" h="7226" extrusionOk="0">
                  <a:moveTo>
                    <a:pt x="3529" y="0"/>
                  </a:moveTo>
                  <a:cubicBezTo>
                    <a:pt x="3193" y="0"/>
                    <a:pt x="2857" y="336"/>
                    <a:pt x="2857" y="756"/>
                  </a:cubicBezTo>
                  <a:cubicBezTo>
                    <a:pt x="2857" y="840"/>
                    <a:pt x="2857" y="1092"/>
                    <a:pt x="2941" y="1176"/>
                  </a:cubicBezTo>
                  <a:lnTo>
                    <a:pt x="2101" y="1176"/>
                  </a:lnTo>
                  <a:cubicBezTo>
                    <a:pt x="1597" y="1176"/>
                    <a:pt x="1261" y="1596"/>
                    <a:pt x="1261" y="2017"/>
                  </a:cubicBezTo>
                  <a:lnTo>
                    <a:pt x="1261" y="2269"/>
                  </a:lnTo>
                  <a:cubicBezTo>
                    <a:pt x="757" y="2437"/>
                    <a:pt x="420" y="2941"/>
                    <a:pt x="420" y="3529"/>
                  </a:cubicBezTo>
                  <a:cubicBezTo>
                    <a:pt x="420" y="3949"/>
                    <a:pt x="504" y="4201"/>
                    <a:pt x="841" y="4453"/>
                  </a:cubicBezTo>
                  <a:lnTo>
                    <a:pt x="757" y="4453"/>
                  </a:lnTo>
                  <a:cubicBezTo>
                    <a:pt x="420" y="4453"/>
                    <a:pt x="84" y="4789"/>
                    <a:pt x="84" y="5041"/>
                  </a:cubicBezTo>
                  <a:cubicBezTo>
                    <a:pt x="0" y="5293"/>
                    <a:pt x="336" y="5629"/>
                    <a:pt x="757" y="5629"/>
                  </a:cubicBezTo>
                  <a:lnTo>
                    <a:pt x="925" y="5629"/>
                  </a:lnTo>
                  <a:cubicBezTo>
                    <a:pt x="841" y="5713"/>
                    <a:pt x="757" y="5965"/>
                    <a:pt x="757" y="6050"/>
                  </a:cubicBezTo>
                  <a:cubicBezTo>
                    <a:pt x="757" y="6470"/>
                    <a:pt x="1093" y="6806"/>
                    <a:pt x="1513" y="6806"/>
                  </a:cubicBezTo>
                  <a:lnTo>
                    <a:pt x="1513" y="6890"/>
                  </a:lnTo>
                  <a:cubicBezTo>
                    <a:pt x="1513" y="6974"/>
                    <a:pt x="1513" y="7058"/>
                    <a:pt x="1597" y="7226"/>
                  </a:cubicBezTo>
                  <a:lnTo>
                    <a:pt x="9074" y="7226"/>
                  </a:lnTo>
                  <a:lnTo>
                    <a:pt x="9074" y="6974"/>
                  </a:lnTo>
                  <a:cubicBezTo>
                    <a:pt x="9074" y="6806"/>
                    <a:pt x="8906" y="6638"/>
                    <a:pt x="8822" y="6554"/>
                  </a:cubicBezTo>
                  <a:lnTo>
                    <a:pt x="9074" y="6554"/>
                  </a:lnTo>
                  <a:cubicBezTo>
                    <a:pt x="9243" y="6554"/>
                    <a:pt x="9495" y="6302"/>
                    <a:pt x="9495" y="6134"/>
                  </a:cubicBezTo>
                  <a:cubicBezTo>
                    <a:pt x="9495" y="6050"/>
                    <a:pt x="9495" y="5881"/>
                    <a:pt x="9327" y="5881"/>
                  </a:cubicBezTo>
                  <a:cubicBezTo>
                    <a:pt x="9747" y="5797"/>
                    <a:pt x="10083" y="5377"/>
                    <a:pt x="10083" y="4873"/>
                  </a:cubicBezTo>
                  <a:cubicBezTo>
                    <a:pt x="10083" y="4369"/>
                    <a:pt x="9747" y="3949"/>
                    <a:pt x="9327" y="3781"/>
                  </a:cubicBezTo>
                  <a:cubicBezTo>
                    <a:pt x="9327" y="3697"/>
                    <a:pt x="9495" y="3529"/>
                    <a:pt x="9495" y="3361"/>
                  </a:cubicBezTo>
                  <a:cubicBezTo>
                    <a:pt x="9495" y="2773"/>
                    <a:pt x="9074" y="2269"/>
                    <a:pt x="8486" y="2101"/>
                  </a:cubicBezTo>
                  <a:lnTo>
                    <a:pt x="8486" y="2017"/>
                  </a:lnTo>
                  <a:cubicBezTo>
                    <a:pt x="8486" y="1512"/>
                    <a:pt x="8066" y="1176"/>
                    <a:pt x="7646" y="1176"/>
                  </a:cubicBezTo>
                  <a:lnTo>
                    <a:pt x="7562" y="1176"/>
                  </a:lnTo>
                  <a:cubicBezTo>
                    <a:pt x="7646" y="1092"/>
                    <a:pt x="7646" y="1008"/>
                    <a:pt x="7646" y="756"/>
                  </a:cubicBezTo>
                  <a:cubicBezTo>
                    <a:pt x="7646" y="336"/>
                    <a:pt x="7394" y="0"/>
                    <a:pt x="697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85" name="Google Shape;2285;p47"/>
            <p:cNvSpPr/>
            <p:nvPr/>
          </p:nvSpPr>
          <p:spPr>
            <a:xfrm>
              <a:off x="1023700" y="3355300"/>
              <a:ext cx="210075" cy="180650"/>
            </a:xfrm>
            <a:custGeom>
              <a:avLst/>
              <a:gdLst/>
              <a:ahLst/>
              <a:cxnLst/>
              <a:rect l="l" t="t" r="r" b="b"/>
              <a:pathLst>
                <a:path w="8403" h="7226" extrusionOk="0">
                  <a:moveTo>
                    <a:pt x="3613" y="0"/>
                  </a:moveTo>
                  <a:cubicBezTo>
                    <a:pt x="3193" y="0"/>
                    <a:pt x="2941" y="336"/>
                    <a:pt x="2941" y="756"/>
                  </a:cubicBezTo>
                  <a:cubicBezTo>
                    <a:pt x="2941" y="840"/>
                    <a:pt x="2941" y="1092"/>
                    <a:pt x="3025" y="1176"/>
                  </a:cubicBezTo>
                  <a:lnTo>
                    <a:pt x="2185" y="1176"/>
                  </a:lnTo>
                  <a:cubicBezTo>
                    <a:pt x="1681" y="1176"/>
                    <a:pt x="1345" y="1596"/>
                    <a:pt x="1345" y="2017"/>
                  </a:cubicBezTo>
                  <a:lnTo>
                    <a:pt x="1345" y="2269"/>
                  </a:lnTo>
                  <a:cubicBezTo>
                    <a:pt x="840" y="2437"/>
                    <a:pt x="504" y="2941"/>
                    <a:pt x="504" y="3529"/>
                  </a:cubicBezTo>
                  <a:cubicBezTo>
                    <a:pt x="504" y="3949"/>
                    <a:pt x="588" y="4201"/>
                    <a:pt x="924" y="4453"/>
                  </a:cubicBezTo>
                  <a:lnTo>
                    <a:pt x="840" y="4453"/>
                  </a:lnTo>
                  <a:cubicBezTo>
                    <a:pt x="504" y="4453"/>
                    <a:pt x="168" y="4789"/>
                    <a:pt x="168" y="5041"/>
                  </a:cubicBezTo>
                  <a:cubicBezTo>
                    <a:pt x="0" y="5293"/>
                    <a:pt x="336" y="5629"/>
                    <a:pt x="588" y="5629"/>
                  </a:cubicBezTo>
                  <a:lnTo>
                    <a:pt x="840" y="5629"/>
                  </a:lnTo>
                  <a:cubicBezTo>
                    <a:pt x="756" y="5713"/>
                    <a:pt x="588" y="5965"/>
                    <a:pt x="588" y="6050"/>
                  </a:cubicBezTo>
                  <a:cubicBezTo>
                    <a:pt x="588" y="6470"/>
                    <a:pt x="924" y="6806"/>
                    <a:pt x="1345" y="6806"/>
                  </a:cubicBezTo>
                  <a:lnTo>
                    <a:pt x="1345" y="6890"/>
                  </a:lnTo>
                  <a:cubicBezTo>
                    <a:pt x="1345" y="6974"/>
                    <a:pt x="1345" y="7058"/>
                    <a:pt x="1429" y="7226"/>
                  </a:cubicBezTo>
                  <a:lnTo>
                    <a:pt x="7226" y="7226"/>
                  </a:lnTo>
                  <a:lnTo>
                    <a:pt x="7226" y="6974"/>
                  </a:lnTo>
                  <a:cubicBezTo>
                    <a:pt x="7226" y="6806"/>
                    <a:pt x="7142" y="6638"/>
                    <a:pt x="6974" y="6554"/>
                  </a:cubicBezTo>
                  <a:lnTo>
                    <a:pt x="7310" y="6554"/>
                  </a:lnTo>
                  <a:cubicBezTo>
                    <a:pt x="7562" y="6554"/>
                    <a:pt x="7730" y="6302"/>
                    <a:pt x="7730" y="6134"/>
                  </a:cubicBezTo>
                  <a:cubicBezTo>
                    <a:pt x="7730" y="6050"/>
                    <a:pt x="7730" y="5881"/>
                    <a:pt x="7646" y="5881"/>
                  </a:cubicBezTo>
                  <a:cubicBezTo>
                    <a:pt x="8066" y="5797"/>
                    <a:pt x="8402" y="5377"/>
                    <a:pt x="8402" y="4873"/>
                  </a:cubicBezTo>
                  <a:cubicBezTo>
                    <a:pt x="8402" y="4369"/>
                    <a:pt x="8066" y="3949"/>
                    <a:pt x="7646" y="3781"/>
                  </a:cubicBezTo>
                  <a:cubicBezTo>
                    <a:pt x="7646" y="3697"/>
                    <a:pt x="7730" y="3529"/>
                    <a:pt x="7730" y="3361"/>
                  </a:cubicBezTo>
                  <a:cubicBezTo>
                    <a:pt x="7730" y="2773"/>
                    <a:pt x="7310" y="2269"/>
                    <a:pt x="6806" y="2101"/>
                  </a:cubicBezTo>
                  <a:lnTo>
                    <a:pt x="6806" y="2017"/>
                  </a:lnTo>
                  <a:cubicBezTo>
                    <a:pt x="6806" y="1512"/>
                    <a:pt x="6386" y="1176"/>
                    <a:pt x="5966" y="1176"/>
                  </a:cubicBezTo>
                  <a:lnTo>
                    <a:pt x="5882" y="1176"/>
                  </a:lnTo>
                  <a:cubicBezTo>
                    <a:pt x="5966" y="1092"/>
                    <a:pt x="5966" y="1008"/>
                    <a:pt x="5966" y="756"/>
                  </a:cubicBezTo>
                  <a:cubicBezTo>
                    <a:pt x="5966" y="336"/>
                    <a:pt x="5630" y="0"/>
                    <a:pt x="520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86" name="Google Shape;2286;p47"/>
            <p:cNvSpPr/>
            <p:nvPr/>
          </p:nvSpPr>
          <p:spPr>
            <a:xfrm>
              <a:off x="1023700" y="3462425"/>
              <a:ext cx="159650" cy="73525"/>
            </a:xfrm>
            <a:custGeom>
              <a:avLst/>
              <a:gdLst/>
              <a:ahLst/>
              <a:cxnLst/>
              <a:rect l="l" t="t" r="r" b="b"/>
              <a:pathLst>
                <a:path w="6386" h="2941" extrusionOk="0">
                  <a:moveTo>
                    <a:pt x="588" y="0"/>
                  </a:moveTo>
                  <a:cubicBezTo>
                    <a:pt x="252" y="0"/>
                    <a:pt x="0" y="252"/>
                    <a:pt x="0" y="588"/>
                  </a:cubicBezTo>
                  <a:cubicBezTo>
                    <a:pt x="0" y="1008"/>
                    <a:pt x="336" y="1344"/>
                    <a:pt x="588" y="1344"/>
                  </a:cubicBezTo>
                  <a:lnTo>
                    <a:pt x="840" y="1344"/>
                  </a:lnTo>
                  <a:cubicBezTo>
                    <a:pt x="756" y="1428"/>
                    <a:pt x="588" y="1680"/>
                    <a:pt x="588" y="1765"/>
                  </a:cubicBezTo>
                  <a:cubicBezTo>
                    <a:pt x="588" y="2185"/>
                    <a:pt x="924" y="2521"/>
                    <a:pt x="1345" y="2521"/>
                  </a:cubicBezTo>
                  <a:lnTo>
                    <a:pt x="1345" y="2605"/>
                  </a:lnTo>
                  <a:cubicBezTo>
                    <a:pt x="1345" y="2689"/>
                    <a:pt x="1345" y="2773"/>
                    <a:pt x="1429" y="2941"/>
                  </a:cubicBezTo>
                  <a:lnTo>
                    <a:pt x="4705" y="2941"/>
                  </a:lnTo>
                  <a:cubicBezTo>
                    <a:pt x="4621" y="2773"/>
                    <a:pt x="4453" y="2605"/>
                    <a:pt x="4285" y="2605"/>
                  </a:cubicBezTo>
                  <a:cubicBezTo>
                    <a:pt x="4537" y="2521"/>
                    <a:pt x="4621" y="2353"/>
                    <a:pt x="4621" y="2269"/>
                  </a:cubicBezTo>
                  <a:lnTo>
                    <a:pt x="5630" y="2269"/>
                  </a:lnTo>
                  <a:cubicBezTo>
                    <a:pt x="6050" y="2269"/>
                    <a:pt x="6386" y="1933"/>
                    <a:pt x="6386" y="1512"/>
                  </a:cubicBezTo>
                  <a:cubicBezTo>
                    <a:pt x="6386" y="1092"/>
                    <a:pt x="6050" y="840"/>
                    <a:pt x="5630" y="840"/>
                  </a:cubicBezTo>
                  <a:lnTo>
                    <a:pt x="4369" y="840"/>
                  </a:lnTo>
                  <a:lnTo>
                    <a:pt x="4369" y="672"/>
                  </a:lnTo>
                  <a:cubicBezTo>
                    <a:pt x="4369" y="252"/>
                    <a:pt x="4033" y="0"/>
                    <a:pt x="36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87" name="Google Shape;2287;p47"/>
            <p:cNvSpPr/>
            <p:nvPr/>
          </p:nvSpPr>
          <p:spPr>
            <a:xfrm>
              <a:off x="1097200" y="3353200"/>
              <a:ext cx="117675" cy="75625"/>
            </a:xfrm>
            <a:custGeom>
              <a:avLst/>
              <a:gdLst/>
              <a:ahLst/>
              <a:cxnLst/>
              <a:rect l="l" t="t" r="r" b="b"/>
              <a:pathLst>
                <a:path w="4707" h="3025" extrusionOk="0">
                  <a:moveTo>
                    <a:pt x="1345" y="0"/>
                  </a:moveTo>
                  <a:lnTo>
                    <a:pt x="1345" y="252"/>
                  </a:lnTo>
                  <a:cubicBezTo>
                    <a:pt x="1345" y="588"/>
                    <a:pt x="1597" y="756"/>
                    <a:pt x="1765" y="756"/>
                  </a:cubicBezTo>
                  <a:cubicBezTo>
                    <a:pt x="1681" y="756"/>
                    <a:pt x="1513" y="840"/>
                    <a:pt x="1429" y="1092"/>
                  </a:cubicBezTo>
                  <a:lnTo>
                    <a:pt x="589" y="1092"/>
                  </a:lnTo>
                  <a:cubicBezTo>
                    <a:pt x="337" y="1092"/>
                    <a:pt x="1" y="1428"/>
                    <a:pt x="1" y="1680"/>
                  </a:cubicBezTo>
                  <a:cubicBezTo>
                    <a:pt x="1" y="2017"/>
                    <a:pt x="337" y="2353"/>
                    <a:pt x="589" y="2353"/>
                  </a:cubicBezTo>
                  <a:lnTo>
                    <a:pt x="1681" y="2353"/>
                  </a:lnTo>
                  <a:lnTo>
                    <a:pt x="1681" y="2437"/>
                  </a:lnTo>
                  <a:cubicBezTo>
                    <a:pt x="1681" y="2773"/>
                    <a:pt x="2017" y="3025"/>
                    <a:pt x="2269" y="3025"/>
                  </a:cubicBezTo>
                  <a:lnTo>
                    <a:pt x="4706" y="3025"/>
                  </a:lnTo>
                  <a:cubicBezTo>
                    <a:pt x="4538" y="2689"/>
                    <a:pt x="4202" y="2353"/>
                    <a:pt x="3782" y="2101"/>
                  </a:cubicBezTo>
                  <a:lnTo>
                    <a:pt x="3782" y="2017"/>
                  </a:lnTo>
                  <a:cubicBezTo>
                    <a:pt x="3782" y="1512"/>
                    <a:pt x="3362" y="1176"/>
                    <a:pt x="2942" y="1176"/>
                  </a:cubicBezTo>
                  <a:lnTo>
                    <a:pt x="2858" y="1176"/>
                  </a:lnTo>
                  <a:cubicBezTo>
                    <a:pt x="2942" y="1092"/>
                    <a:pt x="2942" y="1008"/>
                    <a:pt x="2942" y="756"/>
                  </a:cubicBezTo>
                  <a:cubicBezTo>
                    <a:pt x="2942" y="336"/>
                    <a:pt x="2606" y="0"/>
                    <a:pt x="218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88" name="Google Shape;2288;p47"/>
            <p:cNvSpPr/>
            <p:nvPr/>
          </p:nvSpPr>
          <p:spPr>
            <a:xfrm>
              <a:off x="593100" y="3405700"/>
              <a:ext cx="172250" cy="130250"/>
            </a:xfrm>
            <a:custGeom>
              <a:avLst/>
              <a:gdLst/>
              <a:ahLst/>
              <a:cxnLst/>
              <a:rect l="l" t="t" r="r" b="b"/>
              <a:pathLst>
                <a:path w="6890" h="5210" extrusionOk="0">
                  <a:moveTo>
                    <a:pt x="2353" y="1"/>
                  </a:moveTo>
                  <a:cubicBezTo>
                    <a:pt x="2101" y="1"/>
                    <a:pt x="1849" y="253"/>
                    <a:pt x="1849" y="589"/>
                  </a:cubicBezTo>
                  <a:cubicBezTo>
                    <a:pt x="1849" y="673"/>
                    <a:pt x="1849" y="757"/>
                    <a:pt x="1933" y="841"/>
                  </a:cubicBezTo>
                  <a:lnTo>
                    <a:pt x="1429" y="841"/>
                  </a:lnTo>
                  <a:cubicBezTo>
                    <a:pt x="1093" y="841"/>
                    <a:pt x="840" y="1177"/>
                    <a:pt x="840" y="1513"/>
                  </a:cubicBezTo>
                  <a:lnTo>
                    <a:pt x="840" y="1597"/>
                  </a:lnTo>
                  <a:cubicBezTo>
                    <a:pt x="504" y="1681"/>
                    <a:pt x="252" y="2017"/>
                    <a:pt x="252" y="2437"/>
                  </a:cubicBezTo>
                  <a:cubicBezTo>
                    <a:pt x="252" y="2689"/>
                    <a:pt x="420" y="2941"/>
                    <a:pt x="588" y="3109"/>
                  </a:cubicBezTo>
                  <a:cubicBezTo>
                    <a:pt x="252" y="3109"/>
                    <a:pt x="84" y="3277"/>
                    <a:pt x="84" y="3529"/>
                  </a:cubicBezTo>
                  <a:cubicBezTo>
                    <a:pt x="0" y="3781"/>
                    <a:pt x="168" y="4034"/>
                    <a:pt x="504" y="4034"/>
                  </a:cubicBezTo>
                  <a:lnTo>
                    <a:pt x="588" y="4034"/>
                  </a:lnTo>
                  <a:cubicBezTo>
                    <a:pt x="504" y="4118"/>
                    <a:pt x="504" y="4202"/>
                    <a:pt x="504" y="4370"/>
                  </a:cubicBezTo>
                  <a:cubicBezTo>
                    <a:pt x="504" y="4622"/>
                    <a:pt x="756" y="4874"/>
                    <a:pt x="1009" y="4874"/>
                  </a:cubicBezTo>
                  <a:lnTo>
                    <a:pt x="1009" y="5210"/>
                  </a:lnTo>
                  <a:lnTo>
                    <a:pt x="6134" y="5210"/>
                  </a:lnTo>
                  <a:lnTo>
                    <a:pt x="6134" y="5042"/>
                  </a:lnTo>
                  <a:cubicBezTo>
                    <a:pt x="6134" y="4958"/>
                    <a:pt x="6050" y="4874"/>
                    <a:pt x="5966" y="4790"/>
                  </a:cubicBezTo>
                  <a:lnTo>
                    <a:pt x="6134" y="4790"/>
                  </a:lnTo>
                  <a:cubicBezTo>
                    <a:pt x="6386" y="4790"/>
                    <a:pt x="6470" y="4622"/>
                    <a:pt x="6470" y="4454"/>
                  </a:cubicBezTo>
                  <a:cubicBezTo>
                    <a:pt x="6470" y="4370"/>
                    <a:pt x="6470" y="4370"/>
                    <a:pt x="6386" y="4202"/>
                  </a:cubicBezTo>
                  <a:cubicBezTo>
                    <a:pt x="6722" y="4118"/>
                    <a:pt x="6890" y="3781"/>
                    <a:pt x="6890" y="3529"/>
                  </a:cubicBezTo>
                  <a:cubicBezTo>
                    <a:pt x="6890" y="3193"/>
                    <a:pt x="6722" y="2857"/>
                    <a:pt x="6386" y="2773"/>
                  </a:cubicBezTo>
                  <a:cubicBezTo>
                    <a:pt x="6386" y="2689"/>
                    <a:pt x="6470" y="2521"/>
                    <a:pt x="6470" y="2437"/>
                  </a:cubicBezTo>
                  <a:cubicBezTo>
                    <a:pt x="6470" y="2017"/>
                    <a:pt x="6134" y="1681"/>
                    <a:pt x="5882" y="1597"/>
                  </a:cubicBezTo>
                  <a:lnTo>
                    <a:pt x="5882" y="1513"/>
                  </a:lnTo>
                  <a:cubicBezTo>
                    <a:pt x="5882" y="1177"/>
                    <a:pt x="5546" y="841"/>
                    <a:pt x="5209" y="841"/>
                  </a:cubicBezTo>
                  <a:lnTo>
                    <a:pt x="5209" y="589"/>
                  </a:lnTo>
                  <a:cubicBezTo>
                    <a:pt x="5209" y="253"/>
                    <a:pt x="5041" y="1"/>
                    <a:pt x="470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89" name="Google Shape;2289;p47"/>
            <p:cNvSpPr/>
            <p:nvPr/>
          </p:nvSpPr>
          <p:spPr>
            <a:xfrm>
              <a:off x="582600" y="3483425"/>
              <a:ext cx="111350" cy="52525"/>
            </a:xfrm>
            <a:custGeom>
              <a:avLst/>
              <a:gdLst/>
              <a:ahLst/>
              <a:cxnLst/>
              <a:rect l="l" t="t" r="r" b="b"/>
              <a:pathLst>
                <a:path w="4454" h="2101" extrusionOk="0">
                  <a:moveTo>
                    <a:pt x="504" y="0"/>
                  </a:moveTo>
                  <a:cubicBezTo>
                    <a:pt x="168" y="0"/>
                    <a:pt x="0" y="168"/>
                    <a:pt x="0" y="420"/>
                  </a:cubicBezTo>
                  <a:cubicBezTo>
                    <a:pt x="84" y="672"/>
                    <a:pt x="336" y="925"/>
                    <a:pt x="504" y="925"/>
                  </a:cubicBezTo>
                  <a:lnTo>
                    <a:pt x="588" y="925"/>
                  </a:lnTo>
                  <a:cubicBezTo>
                    <a:pt x="504" y="1009"/>
                    <a:pt x="504" y="1093"/>
                    <a:pt x="504" y="1261"/>
                  </a:cubicBezTo>
                  <a:cubicBezTo>
                    <a:pt x="504" y="1513"/>
                    <a:pt x="756" y="1765"/>
                    <a:pt x="1008" y="1765"/>
                  </a:cubicBezTo>
                  <a:lnTo>
                    <a:pt x="1008" y="2101"/>
                  </a:lnTo>
                  <a:lnTo>
                    <a:pt x="3361" y="2101"/>
                  </a:lnTo>
                  <a:cubicBezTo>
                    <a:pt x="3277" y="1933"/>
                    <a:pt x="3277" y="1849"/>
                    <a:pt x="3025" y="1849"/>
                  </a:cubicBezTo>
                  <a:cubicBezTo>
                    <a:pt x="3109" y="1849"/>
                    <a:pt x="3277" y="1765"/>
                    <a:pt x="3277" y="1681"/>
                  </a:cubicBezTo>
                  <a:lnTo>
                    <a:pt x="3949" y="1681"/>
                  </a:lnTo>
                  <a:cubicBezTo>
                    <a:pt x="4285" y="1681"/>
                    <a:pt x="4453" y="1429"/>
                    <a:pt x="4453" y="1093"/>
                  </a:cubicBezTo>
                  <a:cubicBezTo>
                    <a:pt x="4453" y="840"/>
                    <a:pt x="4285" y="588"/>
                    <a:pt x="3949" y="588"/>
                  </a:cubicBezTo>
                  <a:lnTo>
                    <a:pt x="3109" y="588"/>
                  </a:lnTo>
                  <a:lnTo>
                    <a:pt x="3109" y="504"/>
                  </a:lnTo>
                  <a:cubicBezTo>
                    <a:pt x="3109" y="168"/>
                    <a:pt x="2941" y="0"/>
                    <a:pt x="260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90" name="Google Shape;2290;p47"/>
            <p:cNvSpPr/>
            <p:nvPr/>
          </p:nvSpPr>
          <p:spPr>
            <a:xfrm>
              <a:off x="635100" y="3409900"/>
              <a:ext cx="81950" cy="52550"/>
            </a:xfrm>
            <a:custGeom>
              <a:avLst/>
              <a:gdLst/>
              <a:ahLst/>
              <a:cxnLst/>
              <a:rect l="l" t="t" r="r" b="b"/>
              <a:pathLst>
                <a:path w="3278" h="2102" extrusionOk="0">
                  <a:moveTo>
                    <a:pt x="925" y="1"/>
                  </a:moveTo>
                  <a:lnTo>
                    <a:pt x="925" y="85"/>
                  </a:lnTo>
                  <a:cubicBezTo>
                    <a:pt x="925" y="253"/>
                    <a:pt x="1009" y="421"/>
                    <a:pt x="1261" y="505"/>
                  </a:cubicBezTo>
                  <a:cubicBezTo>
                    <a:pt x="1177" y="505"/>
                    <a:pt x="1009" y="589"/>
                    <a:pt x="1009" y="673"/>
                  </a:cubicBezTo>
                  <a:lnTo>
                    <a:pt x="421" y="673"/>
                  </a:lnTo>
                  <a:cubicBezTo>
                    <a:pt x="169" y="673"/>
                    <a:pt x="1" y="925"/>
                    <a:pt x="1" y="1093"/>
                  </a:cubicBezTo>
                  <a:cubicBezTo>
                    <a:pt x="1" y="1345"/>
                    <a:pt x="169" y="1513"/>
                    <a:pt x="421" y="1513"/>
                  </a:cubicBezTo>
                  <a:lnTo>
                    <a:pt x="1177" y="1513"/>
                  </a:lnTo>
                  <a:lnTo>
                    <a:pt x="1177" y="1681"/>
                  </a:lnTo>
                  <a:cubicBezTo>
                    <a:pt x="1177" y="1849"/>
                    <a:pt x="1345" y="2101"/>
                    <a:pt x="1597" y="2101"/>
                  </a:cubicBezTo>
                  <a:lnTo>
                    <a:pt x="3277" y="2101"/>
                  </a:lnTo>
                  <a:cubicBezTo>
                    <a:pt x="3109" y="1765"/>
                    <a:pt x="2941" y="1513"/>
                    <a:pt x="2605" y="1429"/>
                  </a:cubicBezTo>
                  <a:cubicBezTo>
                    <a:pt x="2605" y="1009"/>
                    <a:pt x="2269" y="841"/>
                    <a:pt x="2017" y="841"/>
                  </a:cubicBezTo>
                  <a:lnTo>
                    <a:pt x="2017" y="505"/>
                  </a:lnTo>
                  <a:cubicBezTo>
                    <a:pt x="2017" y="169"/>
                    <a:pt x="1765" y="1"/>
                    <a:pt x="142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91" name="Google Shape;2291;p47"/>
            <p:cNvSpPr/>
            <p:nvPr/>
          </p:nvSpPr>
          <p:spPr>
            <a:xfrm>
              <a:off x="744325" y="3374200"/>
              <a:ext cx="239475" cy="163850"/>
            </a:xfrm>
            <a:custGeom>
              <a:avLst/>
              <a:gdLst/>
              <a:ahLst/>
              <a:cxnLst/>
              <a:rect l="l" t="t" r="r" b="b"/>
              <a:pathLst>
                <a:path w="9579" h="6554" extrusionOk="0">
                  <a:moveTo>
                    <a:pt x="3361" y="0"/>
                  </a:moveTo>
                  <a:cubicBezTo>
                    <a:pt x="2941" y="0"/>
                    <a:pt x="2689" y="336"/>
                    <a:pt x="2689" y="672"/>
                  </a:cubicBezTo>
                  <a:cubicBezTo>
                    <a:pt x="2689" y="756"/>
                    <a:pt x="2689" y="840"/>
                    <a:pt x="2773" y="924"/>
                  </a:cubicBezTo>
                  <a:lnTo>
                    <a:pt x="2017" y="924"/>
                  </a:lnTo>
                  <a:cubicBezTo>
                    <a:pt x="1597" y="924"/>
                    <a:pt x="1177" y="1261"/>
                    <a:pt x="1177" y="1681"/>
                  </a:cubicBezTo>
                  <a:lnTo>
                    <a:pt x="1177" y="1933"/>
                  </a:lnTo>
                  <a:cubicBezTo>
                    <a:pt x="757" y="2101"/>
                    <a:pt x="421" y="2521"/>
                    <a:pt x="421" y="3025"/>
                  </a:cubicBezTo>
                  <a:cubicBezTo>
                    <a:pt x="421" y="3361"/>
                    <a:pt x="589" y="3697"/>
                    <a:pt x="757" y="3865"/>
                  </a:cubicBezTo>
                  <a:lnTo>
                    <a:pt x="673" y="3865"/>
                  </a:lnTo>
                  <a:cubicBezTo>
                    <a:pt x="337" y="3865"/>
                    <a:pt x="1" y="4117"/>
                    <a:pt x="1" y="4537"/>
                  </a:cubicBezTo>
                  <a:cubicBezTo>
                    <a:pt x="337" y="4789"/>
                    <a:pt x="673" y="4957"/>
                    <a:pt x="1009" y="4957"/>
                  </a:cubicBezTo>
                  <a:lnTo>
                    <a:pt x="1177" y="4957"/>
                  </a:lnTo>
                  <a:cubicBezTo>
                    <a:pt x="1093" y="5041"/>
                    <a:pt x="1093" y="5209"/>
                    <a:pt x="1093" y="5378"/>
                  </a:cubicBezTo>
                  <a:cubicBezTo>
                    <a:pt x="1093" y="5714"/>
                    <a:pt x="1429" y="6050"/>
                    <a:pt x="1681" y="6134"/>
                  </a:cubicBezTo>
                  <a:lnTo>
                    <a:pt x="1681" y="6218"/>
                  </a:lnTo>
                  <a:cubicBezTo>
                    <a:pt x="1681" y="6302"/>
                    <a:pt x="1681" y="6470"/>
                    <a:pt x="1849" y="6554"/>
                  </a:cubicBezTo>
                  <a:lnTo>
                    <a:pt x="8571" y="6554"/>
                  </a:lnTo>
                  <a:lnTo>
                    <a:pt x="8571" y="6302"/>
                  </a:lnTo>
                  <a:cubicBezTo>
                    <a:pt x="8571" y="6134"/>
                    <a:pt x="8403" y="6050"/>
                    <a:pt x="8319" y="5882"/>
                  </a:cubicBezTo>
                  <a:lnTo>
                    <a:pt x="8571" y="5882"/>
                  </a:lnTo>
                  <a:cubicBezTo>
                    <a:pt x="8739" y="5882"/>
                    <a:pt x="8907" y="5714"/>
                    <a:pt x="8907" y="5462"/>
                  </a:cubicBezTo>
                  <a:cubicBezTo>
                    <a:pt x="8907" y="5378"/>
                    <a:pt x="8907" y="5378"/>
                    <a:pt x="8823" y="5294"/>
                  </a:cubicBezTo>
                  <a:cubicBezTo>
                    <a:pt x="9243" y="5209"/>
                    <a:pt x="9579" y="4705"/>
                    <a:pt x="9579" y="4285"/>
                  </a:cubicBezTo>
                  <a:cubicBezTo>
                    <a:pt x="9579" y="3865"/>
                    <a:pt x="9243" y="3445"/>
                    <a:pt x="8823" y="3361"/>
                  </a:cubicBezTo>
                  <a:cubicBezTo>
                    <a:pt x="8823" y="3277"/>
                    <a:pt x="8907" y="3025"/>
                    <a:pt x="8907" y="2941"/>
                  </a:cubicBezTo>
                  <a:cubicBezTo>
                    <a:pt x="8907" y="2437"/>
                    <a:pt x="8655" y="1933"/>
                    <a:pt x="8067" y="1765"/>
                  </a:cubicBezTo>
                  <a:lnTo>
                    <a:pt x="8067" y="1681"/>
                  </a:lnTo>
                  <a:cubicBezTo>
                    <a:pt x="8067" y="1261"/>
                    <a:pt x="7814" y="924"/>
                    <a:pt x="7226" y="924"/>
                  </a:cubicBezTo>
                  <a:lnTo>
                    <a:pt x="7058" y="924"/>
                  </a:lnTo>
                  <a:cubicBezTo>
                    <a:pt x="7142" y="840"/>
                    <a:pt x="7142" y="756"/>
                    <a:pt x="7142" y="672"/>
                  </a:cubicBezTo>
                  <a:cubicBezTo>
                    <a:pt x="7142" y="252"/>
                    <a:pt x="6890" y="0"/>
                    <a:pt x="647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92" name="Google Shape;2292;p47"/>
            <p:cNvSpPr/>
            <p:nvPr/>
          </p:nvSpPr>
          <p:spPr>
            <a:xfrm>
              <a:off x="738025" y="3374200"/>
              <a:ext cx="195375" cy="163850"/>
            </a:xfrm>
            <a:custGeom>
              <a:avLst/>
              <a:gdLst/>
              <a:ahLst/>
              <a:cxnLst/>
              <a:rect l="l" t="t" r="r" b="b"/>
              <a:pathLst>
                <a:path w="7815" h="6554" extrusionOk="0">
                  <a:moveTo>
                    <a:pt x="3361" y="0"/>
                  </a:moveTo>
                  <a:cubicBezTo>
                    <a:pt x="2941" y="0"/>
                    <a:pt x="2605" y="336"/>
                    <a:pt x="2605" y="672"/>
                  </a:cubicBezTo>
                  <a:cubicBezTo>
                    <a:pt x="2605" y="756"/>
                    <a:pt x="2605" y="840"/>
                    <a:pt x="2689" y="924"/>
                  </a:cubicBezTo>
                  <a:lnTo>
                    <a:pt x="1933" y="924"/>
                  </a:lnTo>
                  <a:cubicBezTo>
                    <a:pt x="1513" y="924"/>
                    <a:pt x="1093" y="1261"/>
                    <a:pt x="1093" y="1681"/>
                  </a:cubicBezTo>
                  <a:lnTo>
                    <a:pt x="1093" y="1933"/>
                  </a:lnTo>
                  <a:cubicBezTo>
                    <a:pt x="673" y="2101"/>
                    <a:pt x="421" y="2521"/>
                    <a:pt x="421" y="3025"/>
                  </a:cubicBezTo>
                  <a:cubicBezTo>
                    <a:pt x="421" y="3361"/>
                    <a:pt x="505" y="3697"/>
                    <a:pt x="673" y="3865"/>
                  </a:cubicBezTo>
                  <a:lnTo>
                    <a:pt x="589" y="3865"/>
                  </a:lnTo>
                  <a:cubicBezTo>
                    <a:pt x="253" y="3865"/>
                    <a:pt x="1" y="4117"/>
                    <a:pt x="1" y="4537"/>
                  </a:cubicBezTo>
                  <a:cubicBezTo>
                    <a:pt x="85" y="4789"/>
                    <a:pt x="337" y="4957"/>
                    <a:pt x="673" y="4957"/>
                  </a:cubicBezTo>
                  <a:lnTo>
                    <a:pt x="925" y="4957"/>
                  </a:lnTo>
                  <a:cubicBezTo>
                    <a:pt x="757" y="5041"/>
                    <a:pt x="757" y="5209"/>
                    <a:pt x="757" y="5378"/>
                  </a:cubicBezTo>
                  <a:cubicBezTo>
                    <a:pt x="757" y="5714"/>
                    <a:pt x="1093" y="6050"/>
                    <a:pt x="1429" y="6134"/>
                  </a:cubicBezTo>
                  <a:lnTo>
                    <a:pt x="1429" y="6218"/>
                  </a:lnTo>
                  <a:cubicBezTo>
                    <a:pt x="1429" y="6302"/>
                    <a:pt x="1429" y="6470"/>
                    <a:pt x="1513" y="6554"/>
                  </a:cubicBezTo>
                  <a:lnTo>
                    <a:pt x="6806" y="6554"/>
                  </a:lnTo>
                  <a:lnTo>
                    <a:pt x="6806" y="6302"/>
                  </a:lnTo>
                  <a:cubicBezTo>
                    <a:pt x="6806" y="6134"/>
                    <a:pt x="6722" y="6050"/>
                    <a:pt x="6554" y="5882"/>
                  </a:cubicBezTo>
                  <a:lnTo>
                    <a:pt x="6806" y="5882"/>
                  </a:lnTo>
                  <a:cubicBezTo>
                    <a:pt x="6974" y="5882"/>
                    <a:pt x="7226" y="5714"/>
                    <a:pt x="7226" y="5462"/>
                  </a:cubicBezTo>
                  <a:cubicBezTo>
                    <a:pt x="7226" y="5378"/>
                    <a:pt x="7226" y="5378"/>
                    <a:pt x="7058" y="5294"/>
                  </a:cubicBezTo>
                  <a:cubicBezTo>
                    <a:pt x="7478" y="5209"/>
                    <a:pt x="7814" y="4705"/>
                    <a:pt x="7814" y="4285"/>
                  </a:cubicBezTo>
                  <a:cubicBezTo>
                    <a:pt x="7814" y="3865"/>
                    <a:pt x="7478" y="3445"/>
                    <a:pt x="7058" y="3361"/>
                  </a:cubicBezTo>
                  <a:cubicBezTo>
                    <a:pt x="7058" y="3277"/>
                    <a:pt x="7226" y="3025"/>
                    <a:pt x="7226" y="2941"/>
                  </a:cubicBezTo>
                  <a:cubicBezTo>
                    <a:pt x="7226" y="2437"/>
                    <a:pt x="6890" y="1933"/>
                    <a:pt x="6386" y="1765"/>
                  </a:cubicBezTo>
                  <a:lnTo>
                    <a:pt x="6386" y="1681"/>
                  </a:lnTo>
                  <a:cubicBezTo>
                    <a:pt x="6386" y="1261"/>
                    <a:pt x="6050" y="924"/>
                    <a:pt x="5546" y="924"/>
                  </a:cubicBezTo>
                  <a:lnTo>
                    <a:pt x="5378" y="924"/>
                  </a:lnTo>
                  <a:cubicBezTo>
                    <a:pt x="5546" y="840"/>
                    <a:pt x="5546" y="756"/>
                    <a:pt x="5546" y="672"/>
                  </a:cubicBezTo>
                  <a:cubicBezTo>
                    <a:pt x="5546" y="252"/>
                    <a:pt x="5210" y="0"/>
                    <a:pt x="479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93" name="Google Shape;2293;p47"/>
            <p:cNvSpPr/>
            <p:nvPr/>
          </p:nvSpPr>
          <p:spPr>
            <a:xfrm>
              <a:off x="735925" y="3468725"/>
              <a:ext cx="149150" cy="69325"/>
            </a:xfrm>
            <a:custGeom>
              <a:avLst/>
              <a:gdLst/>
              <a:ahLst/>
              <a:cxnLst/>
              <a:rect l="l" t="t" r="r" b="b"/>
              <a:pathLst>
                <a:path w="5966" h="2773" extrusionOk="0">
                  <a:moveTo>
                    <a:pt x="673" y="0"/>
                  </a:moveTo>
                  <a:cubicBezTo>
                    <a:pt x="337" y="0"/>
                    <a:pt x="1" y="252"/>
                    <a:pt x="1" y="672"/>
                  </a:cubicBezTo>
                  <a:cubicBezTo>
                    <a:pt x="169" y="1008"/>
                    <a:pt x="421" y="1176"/>
                    <a:pt x="757" y="1176"/>
                  </a:cubicBezTo>
                  <a:lnTo>
                    <a:pt x="1009" y="1176"/>
                  </a:lnTo>
                  <a:cubicBezTo>
                    <a:pt x="841" y="1260"/>
                    <a:pt x="841" y="1428"/>
                    <a:pt x="841" y="1597"/>
                  </a:cubicBezTo>
                  <a:cubicBezTo>
                    <a:pt x="841" y="1933"/>
                    <a:pt x="1177" y="2269"/>
                    <a:pt x="1513" y="2353"/>
                  </a:cubicBezTo>
                  <a:lnTo>
                    <a:pt x="1513" y="2437"/>
                  </a:lnTo>
                  <a:cubicBezTo>
                    <a:pt x="1513" y="2521"/>
                    <a:pt x="1513" y="2689"/>
                    <a:pt x="1597" y="2773"/>
                  </a:cubicBezTo>
                  <a:lnTo>
                    <a:pt x="4538" y="2773"/>
                  </a:lnTo>
                  <a:lnTo>
                    <a:pt x="4286" y="2437"/>
                  </a:lnTo>
                  <a:cubicBezTo>
                    <a:pt x="4454" y="2437"/>
                    <a:pt x="4538" y="2269"/>
                    <a:pt x="4538" y="2101"/>
                  </a:cubicBezTo>
                  <a:lnTo>
                    <a:pt x="5294" y="2101"/>
                  </a:lnTo>
                  <a:cubicBezTo>
                    <a:pt x="5630" y="2101"/>
                    <a:pt x="5966" y="1849"/>
                    <a:pt x="5966" y="1513"/>
                  </a:cubicBezTo>
                  <a:cubicBezTo>
                    <a:pt x="5966" y="1176"/>
                    <a:pt x="5714" y="756"/>
                    <a:pt x="5294" y="756"/>
                  </a:cubicBezTo>
                  <a:lnTo>
                    <a:pt x="4118" y="756"/>
                  </a:lnTo>
                  <a:lnTo>
                    <a:pt x="4118" y="672"/>
                  </a:lnTo>
                  <a:cubicBezTo>
                    <a:pt x="4118" y="336"/>
                    <a:pt x="3865" y="0"/>
                    <a:pt x="352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94" name="Google Shape;2294;p47"/>
            <p:cNvSpPr/>
            <p:nvPr/>
          </p:nvSpPr>
          <p:spPr>
            <a:xfrm>
              <a:off x="807350" y="3374200"/>
              <a:ext cx="105050" cy="69325"/>
            </a:xfrm>
            <a:custGeom>
              <a:avLst/>
              <a:gdLst/>
              <a:ahLst/>
              <a:cxnLst/>
              <a:rect l="l" t="t" r="r" b="b"/>
              <a:pathLst>
                <a:path w="4202" h="2773" extrusionOk="0">
                  <a:moveTo>
                    <a:pt x="1093" y="0"/>
                  </a:moveTo>
                  <a:lnTo>
                    <a:pt x="1093" y="252"/>
                  </a:lnTo>
                  <a:cubicBezTo>
                    <a:pt x="1093" y="420"/>
                    <a:pt x="1261" y="672"/>
                    <a:pt x="1513" y="756"/>
                  </a:cubicBezTo>
                  <a:cubicBezTo>
                    <a:pt x="1345" y="756"/>
                    <a:pt x="1261" y="840"/>
                    <a:pt x="1261" y="1093"/>
                  </a:cubicBezTo>
                  <a:lnTo>
                    <a:pt x="588" y="1093"/>
                  </a:lnTo>
                  <a:cubicBezTo>
                    <a:pt x="252" y="1093"/>
                    <a:pt x="0" y="1261"/>
                    <a:pt x="0" y="1597"/>
                  </a:cubicBezTo>
                  <a:cubicBezTo>
                    <a:pt x="0" y="1933"/>
                    <a:pt x="252" y="2101"/>
                    <a:pt x="588" y="2101"/>
                  </a:cubicBezTo>
                  <a:lnTo>
                    <a:pt x="1513" y="2101"/>
                  </a:lnTo>
                  <a:lnTo>
                    <a:pt x="1513" y="2269"/>
                  </a:lnTo>
                  <a:cubicBezTo>
                    <a:pt x="1513" y="2521"/>
                    <a:pt x="1681" y="2773"/>
                    <a:pt x="2017" y="2773"/>
                  </a:cubicBezTo>
                  <a:lnTo>
                    <a:pt x="4201" y="2773"/>
                  </a:lnTo>
                  <a:cubicBezTo>
                    <a:pt x="4117" y="2269"/>
                    <a:pt x="3781" y="1933"/>
                    <a:pt x="3361" y="1849"/>
                  </a:cubicBezTo>
                  <a:lnTo>
                    <a:pt x="3361" y="1681"/>
                  </a:lnTo>
                  <a:cubicBezTo>
                    <a:pt x="3361" y="1261"/>
                    <a:pt x="3109" y="1009"/>
                    <a:pt x="2521" y="1009"/>
                  </a:cubicBezTo>
                  <a:lnTo>
                    <a:pt x="2437" y="1009"/>
                  </a:lnTo>
                  <a:cubicBezTo>
                    <a:pt x="2521" y="840"/>
                    <a:pt x="2521" y="756"/>
                    <a:pt x="2521" y="672"/>
                  </a:cubicBezTo>
                  <a:cubicBezTo>
                    <a:pt x="2521" y="252"/>
                    <a:pt x="2185" y="0"/>
                    <a:pt x="18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95" name="Google Shape;2295;p47"/>
            <p:cNvSpPr/>
            <p:nvPr/>
          </p:nvSpPr>
          <p:spPr>
            <a:xfrm>
              <a:off x="1502250" y="3330075"/>
              <a:ext cx="277300" cy="203775"/>
            </a:xfrm>
            <a:custGeom>
              <a:avLst/>
              <a:gdLst/>
              <a:ahLst/>
              <a:cxnLst/>
              <a:rect l="l" t="t" r="r" b="b"/>
              <a:pathLst>
                <a:path w="11092" h="8151" extrusionOk="0">
                  <a:moveTo>
                    <a:pt x="3865" y="1"/>
                  </a:moveTo>
                  <a:cubicBezTo>
                    <a:pt x="3445" y="1"/>
                    <a:pt x="3025" y="337"/>
                    <a:pt x="3025" y="841"/>
                  </a:cubicBezTo>
                  <a:cubicBezTo>
                    <a:pt x="3025" y="925"/>
                    <a:pt x="3025" y="1177"/>
                    <a:pt x="3109" y="1261"/>
                  </a:cubicBezTo>
                  <a:lnTo>
                    <a:pt x="2269" y="1261"/>
                  </a:lnTo>
                  <a:cubicBezTo>
                    <a:pt x="1765" y="1261"/>
                    <a:pt x="1345" y="1681"/>
                    <a:pt x="1345" y="2185"/>
                  </a:cubicBezTo>
                  <a:lnTo>
                    <a:pt x="1345" y="2437"/>
                  </a:lnTo>
                  <a:cubicBezTo>
                    <a:pt x="841" y="2605"/>
                    <a:pt x="505" y="3194"/>
                    <a:pt x="505" y="3782"/>
                  </a:cubicBezTo>
                  <a:cubicBezTo>
                    <a:pt x="505" y="4202"/>
                    <a:pt x="673" y="4538"/>
                    <a:pt x="925" y="4874"/>
                  </a:cubicBezTo>
                  <a:lnTo>
                    <a:pt x="841" y="4874"/>
                  </a:lnTo>
                  <a:cubicBezTo>
                    <a:pt x="421" y="4874"/>
                    <a:pt x="85" y="5126"/>
                    <a:pt x="85" y="5546"/>
                  </a:cubicBezTo>
                  <a:cubicBezTo>
                    <a:pt x="1" y="6134"/>
                    <a:pt x="337" y="6386"/>
                    <a:pt x="673" y="6386"/>
                  </a:cubicBezTo>
                  <a:lnTo>
                    <a:pt x="925" y="6386"/>
                  </a:lnTo>
                  <a:cubicBezTo>
                    <a:pt x="841" y="6470"/>
                    <a:pt x="673" y="6722"/>
                    <a:pt x="673" y="6974"/>
                  </a:cubicBezTo>
                  <a:cubicBezTo>
                    <a:pt x="673" y="7395"/>
                    <a:pt x="1009" y="7815"/>
                    <a:pt x="1429" y="7815"/>
                  </a:cubicBezTo>
                  <a:lnTo>
                    <a:pt x="1429" y="7899"/>
                  </a:lnTo>
                  <a:cubicBezTo>
                    <a:pt x="1429" y="7983"/>
                    <a:pt x="1429" y="8067"/>
                    <a:pt x="1513" y="8151"/>
                  </a:cubicBezTo>
                  <a:lnTo>
                    <a:pt x="9831" y="8151"/>
                  </a:lnTo>
                  <a:lnTo>
                    <a:pt x="9831" y="7983"/>
                  </a:lnTo>
                  <a:cubicBezTo>
                    <a:pt x="9831" y="7731"/>
                    <a:pt x="9747" y="7563"/>
                    <a:pt x="9495" y="7479"/>
                  </a:cubicBezTo>
                  <a:lnTo>
                    <a:pt x="9831" y="7479"/>
                  </a:lnTo>
                  <a:cubicBezTo>
                    <a:pt x="10167" y="7479"/>
                    <a:pt x="10335" y="7227"/>
                    <a:pt x="10335" y="6890"/>
                  </a:cubicBezTo>
                  <a:cubicBezTo>
                    <a:pt x="10335" y="6806"/>
                    <a:pt x="10335" y="6722"/>
                    <a:pt x="10251" y="6638"/>
                  </a:cubicBezTo>
                  <a:cubicBezTo>
                    <a:pt x="10755" y="6386"/>
                    <a:pt x="11091" y="5966"/>
                    <a:pt x="11091" y="5462"/>
                  </a:cubicBezTo>
                  <a:cubicBezTo>
                    <a:pt x="11091" y="4958"/>
                    <a:pt x="10755" y="4370"/>
                    <a:pt x="10251" y="4286"/>
                  </a:cubicBezTo>
                  <a:cubicBezTo>
                    <a:pt x="10335" y="4202"/>
                    <a:pt x="10335" y="4034"/>
                    <a:pt x="10335" y="3782"/>
                  </a:cubicBezTo>
                  <a:cubicBezTo>
                    <a:pt x="10335" y="3194"/>
                    <a:pt x="9915" y="2521"/>
                    <a:pt x="9327" y="2269"/>
                  </a:cubicBezTo>
                  <a:lnTo>
                    <a:pt x="9327" y="2185"/>
                  </a:lnTo>
                  <a:cubicBezTo>
                    <a:pt x="9327" y="1681"/>
                    <a:pt x="8907" y="1261"/>
                    <a:pt x="8403" y="1261"/>
                  </a:cubicBezTo>
                  <a:lnTo>
                    <a:pt x="8234" y="1261"/>
                  </a:lnTo>
                  <a:cubicBezTo>
                    <a:pt x="8403" y="1177"/>
                    <a:pt x="8403" y="925"/>
                    <a:pt x="8403" y="841"/>
                  </a:cubicBezTo>
                  <a:cubicBezTo>
                    <a:pt x="8403" y="421"/>
                    <a:pt x="7982" y="1"/>
                    <a:pt x="756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96" name="Google Shape;2296;p47"/>
            <p:cNvSpPr/>
            <p:nvPr/>
          </p:nvSpPr>
          <p:spPr>
            <a:xfrm>
              <a:off x="1487550" y="3330075"/>
              <a:ext cx="231075" cy="203775"/>
            </a:xfrm>
            <a:custGeom>
              <a:avLst/>
              <a:gdLst/>
              <a:ahLst/>
              <a:cxnLst/>
              <a:rect l="l" t="t" r="r" b="b"/>
              <a:pathLst>
                <a:path w="9243" h="8151" extrusionOk="0">
                  <a:moveTo>
                    <a:pt x="3949" y="1"/>
                  </a:moveTo>
                  <a:cubicBezTo>
                    <a:pt x="3529" y="1"/>
                    <a:pt x="3109" y="337"/>
                    <a:pt x="3109" y="841"/>
                  </a:cubicBezTo>
                  <a:cubicBezTo>
                    <a:pt x="3109" y="925"/>
                    <a:pt x="3109" y="1177"/>
                    <a:pt x="3193" y="1261"/>
                  </a:cubicBezTo>
                  <a:lnTo>
                    <a:pt x="2269" y="1261"/>
                  </a:lnTo>
                  <a:cubicBezTo>
                    <a:pt x="1681" y="1261"/>
                    <a:pt x="1261" y="1681"/>
                    <a:pt x="1261" y="2185"/>
                  </a:cubicBezTo>
                  <a:lnTo>
                    <a:pt x="1261" y="2437"/>
                  </a:lnTo>
                  <a:cubicBezTo>
                    <a:pt x="757" y="2605"/>
                    <a:pt x="421" y="3194"/>
                    <a:pt x="421" y="3782"/>
                  </a:cubicBezTo>
                  <a:cubicBezTo>
                    <a:pt x="421" y="4202"/>
                    <a:pt x="673" y="4538"/>
                    <a:pt x="841" y="4874"/>
                  </a:cubicBezTo>
                  <a:lnTo>
                    <a:pt x="757" y="4874"/>
                  </a:lnTo>
                  <a:cubicBezTo>
                    <a:pt x="337" y="4874"/>
                    <a:pt x="0" y="5126"/>
                    <a:pt x="0" y="5546"/>
                  </a:cubicBezTo>
                  <a:cubicBezTo>
                    <a:pt x="0" y="6134"/>
                    <a:pt x="337" y="6386"/>
                    <a:pt x="757" y="6386"/>
                  </a:cubicBezTo>
                  <a:lnTo>
                    <a:pt x="1009" y="6386"/>
                  </a:lnTo>
                  <a:cubicBezTo>
                    <a:pt x="841" y="6470"/>
                    <a:pt x="757" y="6722"/>
                    <a:pt x="757" y="6974"/>
                  </a:cubicBezTo>
                  <a:cubicBezTo>
                    <a:pt x="757" y="7395"/>
                    <a:pt x="1093" y="7815"/>
                    <a:pt x="1513" y="7815"/>
                  </a:cubicBezTo>
                  <a:lnTo>
                    <a:pt x="1513" y="7899"/>
                  </a:lnTo>
                  <a:cubicBezTo>
                    <a:pt x="1513" y="7983"/>
                    <a:pt x="1513" y="8067"/>
                    <a:pt x="1597" y="8151"/>
                  </a:cubicBezTo>
                  <a:lnTo>
                    <a:pt x="7982" y="8151"/>
                  </a:lnTo>
                  <a:lnTo>
                    <a:pt x="7982" y="7983"/>
                  </a:lnTo>
                  <a:cubicBezTo>
                    <a:pt x="7982" y="7731"/>
                    <a:pt x="7898" y="7563"/>
                    <a:pt x="7730" y="7479"/>
                  </a:cubicBezTo>
                  <a:lnTo>
                    <a:pt x="7982" y="7479"/>
                  </a:lnTo>
                  <a:cubicBezTo>
                    <a:pt x="8318" y="7479"/>
                    <a:pt x="8570" y="7227"/>
                    <a:pt x="8570" y="6890"/>
                  </a:cubicBezTo>
                  <a:cubicBezTo>
                    <a:pt x="8570" y="6806"/>
                    <a:pt x="8570" y="6722"/>
                    <a:pt x="8402" y="6638"/>
                  </a:cubicBezTo>
                  <a:cubicBezTo>
                    <a:pt x="8991" y="6386"/>
                    <a:pt x="9243" y="5966"/>
                    <a:pt x="9243" y="5462"/>
                  </a:cubicBezTo>
                  <a:cubicBezTo>
                    <a:pt x="9243" y="4958"/>
                    <a:pt x="8991" y="4370"/>
                    <a:pt x="8402" y="4286"/>
                  </a:cubicBezTo>
                  <a:cubicBezTo>
                    <a:pt x="8570" y="4202"/>
                    <a:pt x="8570" y="4034"/>
                    <a:pt x="8570" y="3782"/>
                  </a:cubicBezTo>
                  <a:cubicBezTo>
                    <a:pt x="8570" y="3194"/>
                    <a:pt x="8150" y="2521"/>
                    <a:pt x="7478" y="2269"/>
                  </a:cubicBezTo>
                  <a:lnTo>
                    <a:pt x="7478" y="2185"/>
                  </a:lnTo>
                  <a:cubicBezTo>
                    <a:pt x="7478" y="1681"/>
                    <a:pt x="7058" y="1261"/>
                    <a:pt x="6554" y="1261"/>
                  </a:cubicBezTo>
                  <a:lnTo>
                    <a:pt x="6470" y="1261"/>
                  </a:lnTo>
                  <a:cubicBezTo>
                    <a:pt x="6554" y="1177"/>
                    <a:pt x="6554" y="925"/>
                    <a:pt x="6554" y="841"/>
                  </a:cubicBezTo>
                  <a:cubicBezTo>
                    <a:pt x="6554" y="421"/>
                    <a:pt x="6134" y="1"/>
                    <a:pt x="57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97" name="Google Shape;2297;p47"/>
            <p:cNvSpPr/>
            <p:nvPr/>
          </p:nvSpPr>
          <p:spPr>
            <a:xfrm>
              <a:off x="1487550" y="3456125"/>
              <a:ext cx="182775" cy="77725"/>
            </a:xfrm>
            <a:custGeom>
              <a:avLst/>
              <a:gdLst/>
              <a:ahLst/>
              <a:cxnLst/>
              <a:rect l="l" t="t" r="r" b="b"/>
              <a:pathLst>
                <a:path w="7311" h="3109" extrusionOk="0">
                  <a:moveTo>
                    <a:pt x="841" y="0"/>
                  </a:moveTo>
                  <a:cubicBezTo>
                    <a:pt x="421" y="0"/>
                    <a:pt x="168" y="336"/>
                    <a:pt x="168" y="756"/>
                  </a:cubicBezTo>
                  <a:cubicBezTo>
                    <a:pt x="0" y="1092"/>
                    <a:pt x="337" y="1344"/>
                    <a:pt x="757" y="1344"/>
                  </a:cubicBezTo>
                  <a:lnTo>
                    <a:pt x="1009" y="1344"/>
                  </a:lnTo>
                  <a:cubicBezTo>
                    <a:pt x="841" y="1428"/>
                    <a:pt x="757" y="1680"/>
                    <a:pt x="757" y="1932"/>
                  </a:cubicBezTo>
                  <a:cubicBezTo>
                    <a:pt x="757" y="2353"/>
                    <a:pt x="1093" y="2773"/>
                    <a:pt x="1513" y="2773"/>
                  </a:cubicBezTo>
                  <a:lnTo>
                    <a:pt x="1513" y="2857"/>
                  </a:lnTo>
                  <a:cubicBezTo>
                    <a:pt x="1513" y="2941"/>
                    <a:pt x="1513" y="3025"/>
                    <a:pt x="1597" y="3109"/>
                  </a:cubicBezTo>
                  <a:lnTo>
                    <a:pt x="5294" y="3109"/>
                  </a:lnTo>
                  <a:cubicBezTo>
                    <a:pt x="5210" y="2941"/>
                    <a:pt x="5042" y="2857"/>
                    <a:pt x="4874" y="2857"/>
                  </a:cubicBezTo>
                  <a:cubicBezTo>
                    <a:pt x="5042" y="2773"/>
                    <a:pt x="5210" y="2605"/>
                    <a:pt x="5294" y="2437"/>
                  </a:cubicBezTo>
                  <a:lnTo>
                    <a:pt x="6470" y="2437"/>
                  </a:lnTo>
                  <a:cubicBezTo>
                    <a:pt x="6890" y="2437"/>
                    <a:pt x="7310" y="2101"/>
                    <a:pt x="7310" y="1680"/>
                  </a:cubicBezTo>
                  <a:cubicBezTo>
                    <a:pt x="7310" y="1260"/>
                    <a:pt x="6974" y="924"/>
                    <a:pt x="6470" y="924"/>
                  </a:cubicBezTo>
                  <a:lnTo>
                    <a:pt x="5042" y="924"/>
                  </a:lnTo>
                  <a:lnTo>
                    <a:pt x="5042" y="756"/>
                  </a:lnTo>
                  <a:cubicBezTo>
                    <a:pt x="5042" y="336"/>
                    <a:pt x="4790" y="0"/>
                    <a:pt x="420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98" name="Google Shape;2298;p47"/>
            <p:cNvSpPr/>
            <p:nvPr/>
          </p:nvSpPr>
          <p:spPr>
            <a:xfrm>
              <a:off x="1575775" y="3336375"/>
              <a:ext cx="126050" cy="77750"/>
            </a:xfrm>
            <a:custGeom>
              <a:avLst/>
              <a:gdLst/>
              <a:ahLst/>
              <a:cxnLst/>
              <a:rect l="l" t="t" r="r" b="b"/>
              <a:pathLst>
                <a:path w="5042" h="3110" extrusionOk="0">
                  <a:moveTo>
                    <a:pt x="1345" y="1"/>
                  </a:moveTo>
                  <a:lnTo>
                    <a:pt x="1345" y="169"/>
                  </a:lnTo>
                  <a:cubicBezTo>
                    <a:pt x="1345" y="505"/>
                    <a:pt x="1513" y="673"/>
                    <a:pt x="1849" y="841"/>
                  </a:cubicBezTo>
                  <a:cubicBezTo>
                    <a:pt x="1681" y="841"/>
                    <a:pt x="1513" y="1009"/>
                    <a:pt x="1513" y="1093"/>
                  </a:cubicBezTo>
                  <a:lnTo>
                    <a:pt x="588" y="1093"/>
                  </a:lnTo>
                  <a:cubicBezTo>
                    <a:pt x="168" y="1093"/>
                    <a:pt x="0" y="1429"/>
                    <a:pt x="0" y="1765"/>
                  </a:cubicBezTo>
                  <a:cubicBezTo>
                    <a:pt x="0" y="2017"/>
                    <a:pt x="252" y="2353"/>
                    <a:pt x="588" y="2353"/>
                  </a:cubicBezTo>
                  <a:lnTo>
                    <a:pt x="1765" y="2353"/>
                  </a:lnTo>
                  <a:lnTo>
                    <a:pt x="1765" y="2437"/>
                  </a:lnTo>
                  <a:cubicBezTo>
                    <a:pt x="1765" y="2774"/>
                    <a:pt x="2101" y="3110"/>
                    <a:pt x="2353" y="3110"/>
                  </a:cubicBezTo>
                  <a:lnTo>
                    <a:pt x="5041" y="3110"/>
                  </a:lnTo>
                  <a:cubicBezTo>
                    <a:pt x="4705" y="2774"/>
                    <a:pt x="4369" y="2353"/>
                    <a:pt x="3949" y="2269"/>
                  </a:cubicBezTo>
                  <a:lnTo>
                    <a:pt x="3949" y="2185"/>
                  </a:lnTo>
                  <a:cubicBezTo>
                    <a:pt x="3949" y="1681"/>
                    <a:pt x="3529" y="1261"/>
                    <a:pt x="3025" y="1261"/>
                  </a:cubicBezTo>
                  <a:lnTo>
                    <a:pt x="2941" y="1261"/>
                  </a:lnTo>
                  <a:cubicBezTo>
                    <a:pt x="3025" y="1093"/>
                    <a:pt x="3025" y="925"/>
                    <a:pt x="3025" y="841"/>
                  </a:cubicBezTo>
                  <a:cubicBezTo>
                    <a:pt x="3025" y="421"/>
                    <a:pt x="2605" y="1"/>
                    <a:pt x="218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2299" name="Google Shape;2299;p47"/>
          <p:cNvGrpSpPr/>
          <p:nvPr/>
        </p:nvGrpSpPr>
        <p:grpSpPr>
          <a:xfrm>
            <a:off x="798280" y="4397985"/>
            <a:ext cx="331741" cy="231509"/>
            <a:chOff x="1487550" y="3330075"/>
            <a:chExt cx="292000" cy="203775"/>
          </a:xfrm>
        </p:grpSpPr>
        <p:sp>
          <p:nvSpPr>
            <p:cNvPr id="2300" name="Google Shape;2300;p47"/>
            <p:cNvSpPr/>
            <p:nvPr/>
          </p:nvSpPr>
          <p:spPr>
            <a:xfrm>
              <a:off x="1502250" y="3330075"/>
              <a:ext cx="277300" cy="203775"/>
            </a:xfrm>
            <a:custGeom>
              <a:avLst/>
              <a:gdLst/>
              <a:ahLst/>
              <a:cxnLst/>
              <a:rect l="l" t="t" r="r" b="b"/>
              <a:pathLst>
                <a:path w="11092" h="8151" extrusionOk="0">
                  <a:moveTo>
                    <a:pt x="3865" y="1"/>
                  </a:moveTo>
                  <a:cubicBezTo>
                    <a:pt x="3445" y="1"/>
                    <a:pt x="3025" y="337"/>
                    <a:pt x="3025" y="841"/>
                  </a:cubicBezTo>
                  <a:cubicBezTo>
                    <a:pt x="3025" y="925"/>
                    <a:pt x="3025" y="1177"/>
                    <a:pt x="3109" y="1261"/>
                  </a:cubicBezTo>
                  <a:lnTo>
                    <a:pt x="2269" y="1261"/>
                  </a:lnTo>
                  <a:cubicBezTo>
                    <a:pt x="1765" y="1261"/>
                    <a:pt x="1345" y="1681"/>
                    <a:pt x="1345" y="2185"/>
                  </a:cubicBezTo>
                  <a:lnTo>
                    <a:pt x="1345" y="2437"/>
                  </a:lnTo>
                  <a:cubicBezTo>
                    <a:pt x="841" y="2605"/>
                    <a:pt x="505" y="3194"/>
                    <a:pt x="505" y="3782"/>
                  </a:cubicBezTo>
                  <a:cubicBezTo>
                    <a:pt x="505" y="4202"/>
                    <a:pt x="673" y="4538"/>
                    <a:pt x="925" y="4874"/>
                  </a:cubicBezTo>
                  <a:lnTo>
                    <a:pt x="841" y="4874"/>
                  </a:lnTo>
                  <a:cubicBezTo>
                    <a:pt x="421" y="4874"/>
                    <a:pt x="85" y="5126"/>
                    <a:pt x="85" y="5546"/>
                  </a:cubicBezTo>
                  <a:cubicBezTo>
                    <a:pt x="1" y="6134"/>
                    <a:pt x="337" y="6386"/>
                    <a:pt x="673" y="6386"/>
                  </a:cubicBezTo>
                  <a:lnTo>
                    <a:pt x="925" y="6386"/>
                  </a:lnTo>
                  <a:cubicBezTo>
                    <a:pt x="841" y="6470"/>
                    <a:pt x="673" y="6722"/>
                    <a:pt x="673" y="6974"/>
                  </a:cubicBezTo>
                  <a:cubicBezTo>
                    <a:pt x="673" y="7395"/>
                    <a:pt x="1009" y="7815"/>
                    <a:pt x="1429" y="7815"/>
                  </a:cubicBezTo>
                  <a:lnTo>
                    <a:pt x="1429" y="7899"/>
                  </a:lnTo>
                  <a:cubicBezTo>
                    <a:pt x="1429" y="7983"/>
                    <a:pt x="1429" y="8067"/>
                    <a:pt x="1513" y="8151"/>
                  </a:cubicBezTo>
                  <a:lnTo>
                    <a:pt x="9831" y="8151"/>
                  </a:lnTo>
                  <a:lnTo>
                    <a:pt x="9831" y="7983"/>
                  </a:lnTo>
                  <a:cubicBezTo>
                    <a:pt x="9831" y="7731"/>
                    <a:pt x="9747" y="7563"/>
                    <a:pt x="9495" y="7479"/>
                  </a:cubicBezTo>
                  <a:lnTo>
                    <a:pt x="9831" y="7479"/>
                  </a:lnTo>
                  <a:cubicBezTo>
                    <a:pt x="10167" y="7479"/>
                    <a:pt x="10335" y="7227"/>
                    <a:pt x="10335" y="6890"/>
                  </a:cubicBezTo>
                  <a:cubicBezTo>
                    <a:pt x="10335" y="6806"/>
                    <a:pt x="10335" y="6722"/>
                    <a:pt x="10251" y="6638"/>
                  </a:cubicBezTo>
                  <a:cubicBezTo>
                    <a:pt x="10755" y="6386"/>
                    <a:pt x="11091" y="5966"/>
                    <a:pt x="11091" y="5462"/>
                  </a:cubicBezTo>
                  <a:cubicBezTo>
                    <a:pt x="11091" y="4958"/>
                    <a:pt x="10755" y="4370"/>
                    <a:pt x="10251" y="4286"/>
                  </a:cubicBezTo>
                  <a:cubicBezTo>
                    <a:pt x="10335" y="4202"/>
                    <a:pt x="10335" y="4034"/>
                    <a:pt x="10335" y="3782"/>
                  </a:cubicBezTo>
                  <a:cubicBezTo>
                    <a:pt x="10335" y="3194"/>
                    <a:pt x="9915" y="2521"/>
                    <a:pt x="9327" y="2269"/>
                  </a:cubicBezTo>
                  <a:lnTo>
                    <a:pt x="9327" y="2185"/>
                  </a:lnTo>
                  <a:cubicBezTo>
                    <a:pt x="9327" y="1681"/>
                    <a:pt x="8907" y="1261"/>
                    <a:pt x="8403" y="1261"/>
                  </a:cubicBezTo>
                  <a:lnTo>
                    <a:pt x="8234" y="1261"/>
                  </a:lnTo>
                  <a:cubicBezTo>
                    <a:pt x="8403" y="1177"/>
                    <a:pt x="8403" y="925"/>
                    <a:pt x="8403" y="841"/>
                  </a:cubicBezTo>
                  <a:cubicBezTo>
                    <a:pt x="8403" y="421"/>
                    <a:pt x="7982" y="1"/>
                    <a:pt x="756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01" name="Google Shape;2301;p47"/>
            <p:cNvSpPr/>
            <p:nvPr/>
          </p:nvSpPr>
          <p:spPr>
            <a:xfrm>
              <a:off x="1487550" y="3330075"/>
              <a:ext cx="231075" cy="203775"/>
            </a:xfrm>
            <a:custGeom>
              <a:avLst/>
              <a:gdLst/>
              <a:ahLst/>
              <a:cxnLst/>
              <a:rect l="l" t="t" r="r" b="b"/>
              <a:pathLst>
                <a:path w="9243" h="8151" extrusionOk="0">
                  <a:moveTo>
                    <a:pt x="3949" y="1"/>
                  </a:moveTo>
                  <a:cubicBezTo>
                    <a:pt x="3529" y="1"/>
                    <a:pt x="3109" y="337"/>
                    <a:pt x="3109" y="841"/>
                  </a:cubicBezTo>
                  <a:cubicBezTo>
                    <a:pt x="3109" y="925"/>
                    <a:pt x="3109" y="1177"/>
                    <a:pt x="3193" y="1261"/>
                  </a:cubicBezTo>
                  <a:lnTo>
                    <a:pt x="2269" y="1261"/>
                  </a:lnTo>
                  <a:cubicBezTo>
                    <a:pt x="1681" y="1261"/>
                    <a:pt x="1261" y="1681"/>
                    <a:pt x="1261" y="2185"/>
                  </a:cubicBezTo>
                  <a:lnTo>
                    <a:pt x="1261" y="2437"/>
                  </a:lnTo>
                  <a:cubicBezTo>
                    <a:pt x="757" y="2605"/>
                    <a:pt x="421" y="3194"/>
                    <a:pt x="421" y="3782"/>
                  </a:cubicBezTo>
                  <a:cubicBezTo>
                    <a:pt x="421" y="4202"/>
                    <a:pt x="673" y="4538"/>
                    <a:pt x="841" y="4874"/>
                  </a:cubicBezTo>
                  <a:lnTo>
                    <a:pt x="757" y="4874"/>
                  </a:lnTo>
                  <a:cubicBezTo>
                    <a:pt x="337" y="4874"/>
                    <a:pt x="0" y="5126"/>
                    <a:pt x="0" y="5546"/>
                  </a:cubicBezTo>
                  <a:cubicBezTo>
                    <a:pt x="0" y="6134"/>
                    <a:pt x="337" y="6386"/>
                    <a:pt x="757" y="6386"/>
                  </a:cubicBezTo>
                  <a:lnTo>
                    <a:pt x="1009" y="6386"/>
                  </a:lnTo>
                  <a:cubicBezTo>
                    <a:pt x="841" y="6470"/>
                    <a:pt x="757" y="6722"/>
                    <a:pt x="757" y="6974"/>
                  </a:cubicBezTo>
                  <a:cubicBezTo>
                    <a:pt x="757" y="7395"/>
                    <a:pt x="1093" y="7815"/>
                    <a:pt x="1513" y="7815"/>
                  </a:cubicBezTo>
                  <a:lnTo>
                    <a:pt x="1513" y="7899"/>
                  </a:lnTo>
                  <a:cubicBezTo>
                    <a:pt x="1513" y="7983"/>
                    <a:pt x="1513" y="8067"/>
                    <a:pt x="1597" y="8151"/>
                  </a:cubicBezTo>
                  <a:lnTo>
                    <a:pt x="7982" y="8151"/>
                  </a:lnTo>
                  <a:lnTo>
                    <a:pt x="7982" y="7983"/>
                  </a:lnTo>
                  <a:cubicBezTo>
                    <a:pt x="7982" y="7731"/>
                    <a:pt x="7898" y="7563"/>
                    <a:pt x="7730" y="7479"/>
                  </a:cubicBezTo>
                  <a:lnTo>
                    <a:pt x="7982" y="7479"/>
                  </a:lnTo>
                  <a:cubicBezTo>
                    <a:pt x="8318" y="7479"/>
                    <a:pt x="8570" y="7227"/>
                    <a:pt x="8570" y="6890"/>
                  </a:cubicBezTo>
                  <a:cubicBezTo>
                    <a:pt x="8570" y="6806"/>
                    <a:pt x="8570" y="6722"/>
                    <a:pt x="8402" y="6638"/>
                  </a:cubicBezTo>
                  <a:cubicBezTo>
                    <a:pt x="8991" y="6386"/>
                    <a:pt x="9243" y="5966"/>
                    <a:pt x="9243" y="5462"/>
                  </a:cubicBezTo>
                  <a:cubicBezTo>
                    <a:pt x="9243" y="4958"/>
                    <a:pt x="8991" y="4370"/>
                    <a:pt x="8402" y="4286"/>
                  </a:cubicBezTo>
                  <a:cubicBezTo>
                    <a:pt x="8570" y="4202"/>
                    <a:pt x="8570" y="4034"/>
                    <a:pt x="8570" y="3782"/>
                  </a:cubicBezTo>
                  <a:cubicBezTo>
                    <a:pt x="8570" y="3194"/>
                    <a:pt x="8150" y="2521"/>
                    <a:pt x="7478" y="2269"/>
                  </a:cubicBezTo>
                  <a:lnTo>
                    <a:pt x="7478" y="2185"/>
                  </a:lnTo>
                  <a:cubicBezTo>
                    <a:pt x="7478" y="1681"/>
                    <a:pt x="7058" y="1261"/>
                    <a:pt x="6554" y="1261"/>
                  </a:cubicBezTo>
                  <a:lnTo>
                    <a:pt x="6470" y="1261"/>
                  </a:lnTo>
                  <a:cubicBezTo>
                    <a:pt x="6554" y="1177"/>
                    <a:pt x="6554" y="925"/>
                    <a:pt x="6554" y="841"/>
                  </a:cubicBezTo>
                  <a:cubicBezTo>
                    <a:pt x="6554" y="421"/>
                    <a:pt x="6134" y="1"/>
                    <a:pt x="57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02" name="Google Shape;2302;p47"/>
            <p:cNvSpPr/>
            <p:nvPr/>
          </p:nvSpPr>
          <p:spPr>
            <a:xfrm>
              <a:off x="1487550" y="3456125"/>
              <a:ext cx="182775" cy="77725"/>
            </a:xfrm>
            <a:custGeom>
              <a:avLst/>
              <a:gdLst/>
              <a:ahLst/>
              <a:cxnLst/>
              <a:rect l="l" t="t" r="r" b="b"/>
              <a:pathLst>
                <a:path w="7311" h="3109" extrusionOk="0">
                  <a:moveTo>
                    <a:pt x="841" y="0"/>
                  </a:moveTo>
                  <a:cubicBezTo>
                    <a:pt x="421" y="0"/>
                    <a:pt x="168" y="336"/>
                    <a:pt x="168" y="756"/>
                  </a:cubicBezTo>
                  <a:cubicBezTo>
                    <a:pt x="0" y="1092"/>
                    <a:pt x="337" y="1344"/>
                    <a:pt x="757" y="1344"/>
                  </a:cubicBezTo>
                  <a:lnTo>
                    <a:pt x="1009" y="1344"/>
                  </a:lnTo>
                  <a:cubicBezTo>
                    <a:pt x="841" y="1428"/>
                    <a:pt x="757" y="1680"/>
                    <a:pt x="757" y="1932"/>
                  </a:cubicBezTo>
                  <a:cubicBezTo>
                    <a:pt x="757" y="2353"/>
                    <a:pt x="1093" y="2773"/>
                    <a:pt x="1513" y="2773"/>
                  </a:cubicBezTo>
                  <a:lnTo>
                    <a:pt x="1513" y="2857"/>
                  </a:lnTo>
                  <a:cubicBezTo>
                    <a:pt x="1513" y="2941"/>
                    <a:pt x="1513" y="3025"/>
                    <a:pt x="1597" y="3109"/>
                  </a:cubicBezTo>
                  <a:lnTo>
                    <a:pt x="5294" y="3109"/>
                  </a:lnTo>
                  <a:cubicBezTo>
                    <a:pt x="5210" y="2941"/>
                    <a:pt x="5042" y="2857"/>
                    <a:pt x="4874" y="2857"/>
                  </a:cubicBezTo>
                  <a:cubicBezTo>
                    <a:pt x="5042" y="2773"/>
                    <a:pt x="5210" y="2605"/>
                    <a:pt x="5294" y="2437"/>
                  </a:cubicBezTo>
                  <a:lnTo>
                    <a:pt x="6470" y="2437"/>
                  </a:lnTo>
                  <a:cubicBezTo>
                    <a:pt x="6890" y="2437"/>
                    <a:pt x="7310" y="2101"/>
                    <a:pt x="7310" y="1680"/>
                  </a:cubicBezTo>
                  <a:cubicBezTo>
                    <a:pt x="7310" y="1260"/>
                    <a:pt x="6974" y="924"/>
                    <a:pt x="6470" y="924"/>
                  </a:cubicBezTo>
                  <a:lnTo>
                    <a:pt x="5042" y="924"/>
                  </a:lnTo>
                  <a:lnTo>
                    <a:pt x="5042" y="756"/>
                  </a:lnTo>
                  <a:cubicBezTo>
                    <a:pt x="5042" y="336"/>
                    <a:pt x="4790" y="0"/>
                    <a:pt x="420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03" name="Google Shape;2303;p47"/>
            <p:cNvSpPr/>
            <p:nvPr/>
          </p:nvSpPr>
          <p:spPr>
            <a:xfrm>
              <a:off x="1575775" y="3336375"/>
              <a:ext cx="126050" cy="77750"/>
            </a:xfrm>
            <a:custGeom>
              <a:avLst/>
              <a:gdLst/>
              <a:ahLst/>
              <a:cxnLst/>
              <a:rect l="l" t="t" r="r" b="b"/>
              <a:pathLst>
                <a:path w="5042" h="3110" extrusionOk="0">
                  <a:moveTo>
                    <a:pt x="1345" y="1"/>
                  </a:moveTo>
                  <a:lnTo>
                    <a:pt x="1345" y="169"/>
                  </a:lnTo>
                  <a:cubicBezTo>
                    <a:pt x="1345" y="505"/>
                    <a:pt x="1513" y="673"/>
                    <a:pt x="1849" y="841"/>
                  </a:cubicBezTo>
                  <a:cubicBezTo>
                    <a:pt x="1681" y="841"/>
                    <a:pt x="1513" y="1009"/>
                    <a:pt x="1513" y="1093"/>
                  </a:cubicBezTo>
                  <a:lnTo>
                    <a:pt x="588" y="1093"/>
                  </a:lnTo>
                  <a:cubicBezTo>
                    <a:pt x="168" y="1093"/>
                    <a:pt x="0" y="1429"/>
                    <a:pt x="0" y="1765"/>
                  </a:cubicBezTo>
                  <a:cubicBezTo>
                    <a:pt x="0" y="2017"/>
                    <a:pt x="252" y="2353"/>
                    <a:pt x="588" y="2353"/>
                  </a:cubicBezTo>
                  <a:lnTo>
                    <a:pt x="1765" y="2353"/>
                  </a:lnTo>
                  <a:lnTo>
                    <a:pt x="1765" y="2437"/>
                  </a:lnTo>
                  <a:cubicBezTo>
                    <a:pt x="1765" y="2774"/>
                    <a:pt x="2101" y="3110"/>
                    <a:pt x="2353" y="3110"/>
                  </a:cubicBezTo>
                  <a:lnTo>
                    <a:pt x="5041" y="3110"/>
                  </a:lnTo>
                  <a:cubicBezTo>
                    <a:pt x="4705" y="2774"/>
                    <a:pt x="4369" y="2353"/>
                    <a:pt x="3949" y="2269"/>
                  </a:cubicBezTo>
                  <a:lnTo>
                    <a:pt x="3949" y="2185"/>
                  </a:lnTo>
                  <a:cubicBezTo>
                    <a:pt x="3949" y="1681"/>
                    <a:pt x="3529" y="1261"/>
                    <a:pt x="3025" y="1261"/>
                  </a:cubicBezTo>
                  <a:lnTo>
                    <a:pt x="2941" y="1261"/>
                  </a:lnTo>
                  <a:cubicBezTo>
                    <a:pt x="3025" y="1093"/>
                    <a:pt x="3025" y="925"/>
                    <a:pt x="3025" y="841"/>
                  </a:cubicBezTo>
                  <a:cubicBezTo>
                    <a:pt x="3025" y="421"/>
                    <a:pt x="2605" y="1"/>
                    <a:pt x="218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818"/>
        <p:cNvGrpSpPr/>
        <p:nvPr/>
      </p:nvGrpSpPr>
      <p:grpSpPr>
        <a:xfrm>
          <a:off x="0" y="0"/>
          <a:ext cx="0" cy="0"/>
          <a:chOff x="0" y="0"/>
          <a:chExt cx="0" cy="0"/>
        </a:xfrm>
      </p:grpSpPr>
      <p:sp>
        <p:nvSpPr>
          <p:cNvPr id="11" name="Rounded Rectangle 10">
            <a:extLst>
              <a:ext uri="{FF2B5EF4-FFF2-40B4-BE49-F238E27FC236}">
                <a16:creationId xmlns:a16="http://schemas.microsoft.com/office/drawing/2014/main" id="{A7792E8C-3866-60B4-AA61-ED655499FF66}"/>
              </a:ext>
            </a:extLst>
          </p:cNvPr>
          <p:cNvSpPr/>
          <p:nvPr/>
        </p:nvSpPr>
        <p:spPr>
          <a:xfrm>
            <a:off x="6524263" y="3700636"/>
            <a:ext cx="2673927" cy="1237192"/>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a:extLst>
              <a:ext uri="{FF2B5EF4-FFF2-40B4-BE49-F238E27FC236}">
                <a16:creationId xmlns:a16="http://schemas.microsoft.com/office/drawing/2014/main" id="{3BA68465-977F-21D0-1591-B8A82B09E324}"/>
              </a:ext>
            </a:extLst>
          </p:cNvPr>
          <p:cNvSpPr/>
          <p:nvPr/>
        </p:nvSpPr>
        <p:spPr>
          <a:xfrm>
            <a:off x="3262974" y="3700636"/>
            <a:ext cx="2847250" cy="1237192"/>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a:extLst>
              <a:ext uri="{FF2B5EF4-FFF2-40B4-BE49-F238E27FC236}">
                <a16:creationId xmlns:a16="http://schemas.microsoft.com/office/drawing/2014/main" id="{C4644EB8-B09E-D13E-424F-BE83C5A435E9}"/>
              </a:ext>
            </a:extLst>
          </p:cNvPr>
          <p:cNvSpPr/>
          <p:nvPr/>
        </p:nvSpPr>
        <p:spPr>
          <a:xfrm>
            <a:off x="0" y="3731564"/>
            <a:ext cx="2673927" cy="1237192"/>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19" name="Google Shape;1819;p42"/>
          <p:cNvGrpSpPr/>
          <p:nvPr/>
        </p:nvGrpSpPr>
        <p:grpSpPr>
          <a:xfrm>
            <a:off x="1047615" y="1987511"/>
            <a:ext cx="495031" cy="1565353"/>
            <a:chOff x="1047615" y="1987511"/>
            <a:chExt cx="495031" cy="1565353"/>
          </a:xfrm>
        </p:grpSpPr>
        <p:sp>
          <p:nvSpPr>
            <p:cNvPr id="1820" name="Google Shape;1820;p42"/>
            <p:cNvSpPr/>
            <p:nvPr/>
          </p:nvSpPr>
          <p:spPr>
            <a:xfrm flipH="1">
              <a:off x="1078706" y="1987511"/>
              <a:ext cx="427635" cy="137384"/>
            </a:xfrm>
            <a:custGeom>
              <a:avLst/>
              <a:gdLst/>
              <a:ahLst/>
              <a:cxnLst/>
              <a:rect l="l" t="t" r="r" b="b"/>
              <a:pathLst>
                <a:path w="13864" h="4454" extrusionOk="0">
                  <a:moveTo>
                    <a:pt x="6890" y="1"/>
                  </a:moveTo>
                  <a:cubicBezTo>
                    <a:pt x="3865" y="1"/>
                    <a:pt x="1176" y="1849"/>
                    <a:pt x="0" y="4454"/>
                  </a:cubicBezTo>
                  <a:lnTo>
                    <a:pt x="13863" y="4454"/>
                  </a:lnTo>
                  <a:cubicBezTo>
                    <a:pt x="12603" y="1849"/>
                    <a:pt x="9998" y="1"/>
                    <a:pt x="6890" y="1"/>
                  </a:cubicBezTo>
                  <a:close/>
                </a:path>
              </a:pathLst>
            </a:custGeom>
            <a:solidFill>
              <a:srgbClr val="D8B8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21" name="Google Shape;1821;p42"/>
            <p:cNvSpPr/>
            <p:nvPr/>
          </p:nvSpPr>
          <p:spPr>
            <a:xfrm flipH="1">
              <a:off x="1078706" y="1992723"/>
              <a:ext cx="189234" cy="132171"/>
            </a:xfrm>
            <a:custGeom>
              <a:avLst/>
              <a:gdLst/>
              <a:ahLst/>
              <a:cxnLst/>
              <a:rect l="l" t="t" r="r" b="b"/>
              <a:pathLst>
                <a:path w="6135" h="4285" extrusionOk="0">
                  <a:moveTo>
                    <a:pt x="1" y="0"/>
                  </a:moveTo>
                  <a:cubicBezTo>
                    <a:pt x="1093" y="588"/>
                    <a:pt x="1933" y="2185"/>
                    <a:pt x="2354" y="4285"/>
                  </a:cubicBezTo>
                  <a:lnTo>
                    <a:pt x="6134" y="4285"/>
                  </a:lnTo>
                  <a:cubicBezTo>
                    <a:pt x="5042" y="1932"/>
                    <a:pt x="2774" y="252"/>
                    <a:pt x="1" y="0"/>
                  </a:cubicBezTo>
                  <a:close/>
                </a:path>
              </a:pathLst>
            </a:custGeom>
            <a:solidFill>
              <a:srgbClr val="C294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22" name="Google Shape;1822;p42"/>
            <p:cNvSpPr/>
            <p:nvPr/>
          </p:nvSpPr>
          <p:spPr>
            <a:xfrm flipH="1">
              <a:off x="1244560" y="2021224"/>
              <a:ext cx="209962" cy="90715"/>
            </a:xfrm>
            <a:custGeom>
              <a:avLst/>
              <a:gdLst/>
              <a:ahLst/>
              <a:cxnLst/>
              <a:rect l="l" t="t" r="r" b="b"/>
              <a:pathLst>
                <a:path w="6807" h="2941" extrusionOk="0">
                  <a:moveTo>
                    <a:pt x="1429" y="0"/>
                  </a:moveTo>
                  <a:cubicBezTo>
                    <a:pt x="1345" y="0"/>
                    <a:pt x="1261" y="0"/>
                    <a:pt x="1261" y="84"/>
                  </a:cubicBezTo>
                  <a:lnTo>
                    <a:pt x="1" y="2857"/>
                  </a:lnTo>
                  <a:cubicBezTo>
                    <a:pt x="1" y="2857"/>
                    <a:pt x="1" y="2941"/>
                    <a:pt x="85" y="2941"/>
                  </a:cubicBezTo>
                  <a:lnTo>
                    <a:pt x="5378" y="2941"/>
                  </a:lnTo>
                  <a:cubicBezTo>
                    <a:pt x="5462" y="2941"/>
                    <a:pt x="5546" y="2941"/>
                    <a:pt x="5546" y="2857"/>
                  </a:cubicBezTo>
                  <a:lnTo>
                    <a:pt x="6806" y="84"/>
                  </a:lnTo>
                  <a:cubicBezTo>
                    <a:pt x="6806" y="84"/>
                    <a:pt x="6806" y="0"/>
                    <a:pt x="6722" y="0"/>
                  </a:cubicBezTo>
                  <a:close/>
                </a:path>
              </a:pathLst>
            </a:custGeom>
            <a:solidFill>
              <a:srgbClr val="5A6A7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23" name="Google Shape;1823;p42"/>
            <p:cNvSpPr/>
            <p:nvPr/>
          </p:nvSpPr>
          <p:spPr>
            <a:xfrm flipH="1">
              <a:off x="1249742" y="2023815"/>
              <a:ext cx="202189" cy="85533"/>
            </a:xfrm>
            <a:custGeom>
              <a:avLst/>
              <a:gdLst/>
              <a:ahLst/>
              <a:cxnLst/>
              <a:rect l="l" t="t" r="r" b="b"/>
              <a:pathLst>
                <a:path w="6555" h="2773" extrusionOk="0">
                  <a:moveTo>
                    <a:pt x="1345" y="0"/>
                  </a:moveTo>
                  <a:lnTo>
                    <a:pt x="1093" y="672"/>
                  </a:lnTo>
                  <a:lnTo>
                    <a:pt x="2185" y="672"/>
                  </a:lnTo>
                  <a:lnTo>
                    <a:pt x="2521" y="0"/>
                  </a:lnTo>
                  <a:close/>
                  <a:moveTo>
                    <a:pt x="2773" y="0"/>
                  </a:moveTo>
                  <a:lnTo>
                    <a:pt x="2437" y="672"/>
                  </a:lnTo>
                  <a:lnTo>
                    <a:pt x="3613" y="672"/>
                  </a:lnTo>
                  <a:lnTo>
                    <a:pt x="3865" y="0"/>
                  </a:lnTo>
                  <a:close/>
                  <a:moveTo>
                    <a:pt x="4034" y="0"/>
                  </a:moveTo>
                  <a:lnTo>
                    <a:pt x="3697" y="672"/>
                  </a:lnTo>
                  <a:lnTo>
                    <a:pt x="4874" y="672"/>
                  </a:lnTo>
                  <a:lnTo>
                    <a:pt x="5126" y="0"/>
                  </a:lnTo>
                  <a:close/>
                  <a:moveTo>
                    <a:pt x="5378" y="0"/>
                  </a:moveTo>
                  <a:lnTo>
                    <a:pt x="5042" y="672"/>
                  </a:lnTo>
                  <a:lnTo>
                    <a:pt x="6218" y="672"/>
                  </a:lnTo>
                  <a:lnTo>
                    <a:pt x="6554" y="0"/>
                  </a:lnTo>
                  <a:close/>
                  <a:moveTo>
                    <a:pt x="1093" y="756"/>
                  </a:moveTo>
                  <a:lnTo>
                    <a:pt x="757" y="1345"/>
                  </a:lnTo>
                  <a:lnTo>
                    <a:pt x="1933" y="1345"/>
                  </a:lnTo>
                  <a:lnTo>
                    <a:pt x="2185" y="756"/>
                  </a:lnTo>
                  <a:close/>
                  <a:moveTo>
                    <a:pt x="2353" y="756"/>
                  </a:moveTo>
                  <a:lnTo>
                    <a:pt x="2017" y="1345"/>
                  </a:lnTo>
                  <a:lnTo>
                    <a:pt x="3193" y="1345"/>
                  </a:lnTo>
                  <a:lnTo>
                    <a:pt x="3445" y="756"/>
                  </a:lnTo>
                  <a:close/>
                  <a:moveTo>
                    <a:pt x="3697" y="756"/>
                  </a:moveTo>
                  <a:lnTo>
                    <a:pt x="3361" y="1345"/>
                  </a:lnTo>
                  <a:lnTo>
                    <a:pt x="4538" y="1345"/>
                  </a:lnTo>
                  <a:lnTo>
                    <a:pt x="4874" y="756"/>
                  </a:lnTo>
                  <a:close/>
                  <a:moveTo>
                    <a:pt x="5042" y="756"/>
                  </a:moveTo>
                  <a:lnTo>
                    <a:pt x="4706" y="1345"/>
                  </a:lnTo>
                  <a:lnTo>
                    <a:pt x="5882" y="1345"/>
                  </a:lnTo>
                  <a:lnTo>
                    <a:pt x="6218" y="756"/>
                  </a:lnTo>
                  <a:close/>
                  <a:moveTo>
                    <a:pt x="757" y="1513"/>
                  </a:moveTo>
                  <a:lnTo>
                    <a:pt x="421" y="2101"/>
                  </a:lnTo>
                  <a:lnTo>
                    <a:pt x="337" y="2101"/>
                  </a:lnTo>
                  <a:lnTo>
                    <a:pt x="1" y="2773"/>
                  </a:lnTo>
                  <a:lnTo>
                    <a:pt x="1177" y="2773"/>
                  </a:lnTo>
                  <a:lnTo>
                    <a:pt x="1513" y="2101"/>
                  </a:lnTo>
                  <a:lnTo>
                    <a:pt x="1597" y="2101"/>
                  </a:lnTo>
                  <a:lnTo>
                    <a:pt x="1933" y="1513"/>
                  </a:lnTo>
                  <a:close/>
                  <a:moveTo>
                    <a:pt x="2017" y="1513"/>
                  </a:moveTo>
                  <a:lnTo>
                    <a:pt x="1681" y="2101"/>
                  </a:lnTo>
                  <a:lnTo>
                    <a:pt x="1345" y="2773"/>
                  </a:lnTo>
                  <a:lnTo>
                    <a:pt x="2521" y="2773"/>
                  </a:lnTo>
                  <a:lnTo>
                    <a:pt x="2857" y="2101"/>
                  </a:lnTo>
                  <a:lnTo>
                    <a:pt x="3193" y="1513"/>
                  </a:lnTo>
                  <a:close/>
                  <a:moveTo>
                    <a:pt x="3361" y="1513"/>
                  </a:moveTo>
                  <a:lnTo>
                    <a:pt x="3025" y="2101"/>
                  </a:lnTo>
                  <a:lnTo>
                    <a:pt x="2773" y="2773"/>
                  </a:lnTo>
                  <a:lnTo>
                    <a:pt x="3865" y="2773"/>
                  </a:lnTo>
                  <a:lnTo>
                    <a:pt x="4202" y="2101"/>
                  </a:lnTo>
                  <a:lnTo>
                    <a:pt x="4538" y="1513"/>
                  </a:lnTo>
                  <a:close/>
                  <a:moveTo>
                    <a:pt x="4706" y="1513"/>
                  </a:moveTo>
                  <a:lnTo>
                    <a:pt x="4454" y="2101"/>
                  </a:lnTo>
                  <a:lnTo>
                    <a:pt x="4286" y="2101"/>
                  </a:lnTo>
                  <a:lnTo>
                    <a:pt x="4034" y="2773"/>
                  </a:lnTo>
                  <a:lnTo>
                    <a:pt x="5126" y="2773"/>
                  </a:lnTo>
                  <a:lnTo>
                    <a:pt x="5462" y="2101"/>
                  </a:lnTo>
                  <a:lnTo>
                    <a:pt x="5546" y="2101"/>
                  </a:lnTo>
                  <a:lnTo>
                    <a:pt x="5882" y="1513"/>
                  </a:lnTo>
                  <a:close/>
                </a:path>
              </a:pathLst>
            </a:custGeom>
            <a:solidFill>
              <a:srgbClr val="78B2B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24" name="Google Shape;1824;p42"/>
            <p:cNvSpPr/>
            <p:nvPr/>
          </p:nvSpPr>
          <p:spPr>
            <a:xfrm flipH="1">
              <a:off x="1249742" y="2026406"/>
              <a:ext cx="199598" cy="82942"/>
            </a:xfrm>
            <a:custGeom>
              <a:avLst/>
              <a:gdLst/>
              <a:ahLst/>
              <a:cxnLst/>
              <a:rect l="l" t="t" r="r" b="b"/>
              <a:pathLst>
                <a:path w="6471" h="2689" extrusionOk="0">
                  <a:moveTo>
                    <a:pt x="3950" y="0"/>
                  </a:moveTo>
                  <a:lnTo>
                    <a:pt x="3697" y="588"/>
                  </a:lnTo>
                  <a:lnTo>
                    <a:pt x="4874" y="588"/>
                  </a:lnTo>
                  <a:lnTo>
                    <a:pt x="5042" y="0"/>
                  </a:lnTo>
                  <a:close/>
                  <a:moveTo>
                    <a:pt x="1261" y="0"/>
                  </a:moveTo>
                  <a:lnTo>
                    <a:pt x="1009" y="672"/>
                  </a:lnTo>
                  <a:lnTo>
                    <a:pt x="673" y="1261"/>
                  </a:lnTo>
                  <a:lnTo>
                    <a:pt x="1849" y="1261"/>
                  </a:lnTo>
                  <a:lnTo>
                    <a:pt x="2101" y="672"/>
                  </a:lnTo>
                  <a:lnTo>
                    <a:pt x="2437" y="0"/>
                  </a:lnTo>
                  <a:close/>
                  <a:moveTo>
                    <a:pt x="2689" y="0"/>
                  </a:moveTo>
                  <a:lnTo>
                    <a:pt x="2353" y="672"/>
                  </a:lnTo>
                  <a:lnTo>
                    <a:pt x="2269" y="672"/>
                  </a:lnTo>
                  <a:lnTo>
                    <a:pt x="1933" y="1261"/>
                  </a:lnTo>
                  <a:lnTo>
                    <a:pt x="3025" y="1261"/>
                  </a:lnTo>
                  <a:lnTo>
                    <a:pt x="3361" y="672"/>
                  </a:lnTo>
                  <a:lnTo>
                    <a:pt x="3529" y="672"/>
                  </a:lnTo>
                  <a:lnTo>
                    <a:pt x="3697" y="0"/>
                  </a:lnTo>
                  <a:close/>
                  <a:moveTo>
                    <a:pt x="3613" y="672"/>
                  </a:moveTo>
                  <a:lnTo>
                    <a:pt x="3277" y="1261"/>
                  </a:lnTo>
                  <a:lnTo>
                    <a:pt x="4454" y="1261"/>
                  </a:lnTo>
                  <a:lnTo>
                    <a:pt x="4790" y="672"/>
                  </a:lnTo>
                  <a:close/>
                  <a:moveTo>
                    <a:pt x="5294" y="0"/>
                  </a:moveTo>
                  <a:lnTo>
                    <a:pt x="4958" y="672"/>
                  </a:lnTo>
                  <a:lnTo>
                    <a:pt x="4622" y="1261"/>
                  </a:lnTo>
                  <a:lnTo>
                    <a:pt x="5798" y="1261"/>
                  </a:lnTo>
                  <a:lnTo>
                    <a:pt x="6134" y="672"/>
                  </a:lnTo>
                  <a:lnTo>
                    <a:pt x="6470" y="0"/>
                  </a:lnTo>
                  <a:close/>
                  <a:moveTo>
                    <a:pt x="589" y="1429"/>
                  </a:moveTo>
                  <a:lnTo>
                    <a:pt x="253" y="2017"/>
                  </a:lnTo>
                  <a:lnTo>
                    <a:pt x="337" y="2017"/>
                  </a:lnTo>
                  <a:lnTo>
                    <a:pt x="1" y="2689"/>
                  </a:lnTo>
                  <a:lnTo>
                    <a:pt x="1177" y="2689"/>
                  </a:lnTo>
                  <a:lnTo>
                    <a:pt x="1513" y="2017"/>
                  </a:lnTo>
                  <a:lnTo>
                    <a:pt x="1429" y="2017"/>
                  </a:lnTo>
                  <a:lnTo>
                    <a:pt x="1681" y="1429"/>
                  </a:lnTo>
                  <a:close/>
                  <a:moveTo>
                    <a:pt x="1933" y="1429"/>
                  </a:moveTo>
                  <a:lnTo>
                    <a:pt x="1597" y="2017"/>
                  </a:lnTo>
                  <a:lnTo>
                    <a:pt x="1261" y="2689"/>
                  </a:lnTo>
                  <a:lnTo>
                    <a:pt x="2437" y="2689"/>
                  </a:lnTo>
                  <a:lnTo>
                    <a:pt x="2773" y="2017"/>
                  </a:lnTo>
                  <a:lnTo>
                    <a:pt x="3109" y="1429"/>
                  </a:lnTo>
                  <a:close/>
                  <a:moveTo>
                    <a:pt x="3277" y="1429"/>
                  </a:moveTo>
                  <a:lnTo>
                    <a:pt x="2941" y="2017"/>
                  </a:lnTo>
                  <a:lnTo>
                    <a:pt x="2689" y="2689"/>
                  </a:lnTo>
                  <a:lnTo>
                    <a:pt x="3781" y="2689"/>
                  </a:lnTo>
                  <a:lnTo>
                    <a:pt x="4118" y="2017"/>
                  </a:lnTo>
                  <a:lnTo>
                    <a:pt x="4454" y="1429"/>
                  </a:lnTo>
                  <a:close/>
                  <a:moveTo>
                    <a:pt x="4538" y="1429"/>
                  </a:moveTo>
                  <a:lnTo>
                    <a:pt x="4202" y="2017"/>
                  </a:lnTo>
                  <a:lnTo>
                    <a:pt x="3950" y="2689"/>
                  </a:lnTo>
                  <a:lnTo>
                    <a:pt x="5042" y="2689"/>
                  </a:lnTo>
                  <a:lnTo>
                    <a:pt x="5378" y="2017"/>
                  </a:lnTo>
                  <a:lnTo>
                    <a:pt x="5714" y="1429"/>
                  </a:lnTo>
                  <a:close/>
                </a:path>
              </a:pathLst>
            </a:custGeom>
            <a:solidFill>
              <a:srgbClr val="5C7A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25" name="Google Shape;1825;p42"/>
            <p:cNvSpPr/>
            <p:nvPr/>
          </p:nvSpPr>
          <p:spPr>
            <a:xfrm flipH="1">
              <a:off x="1102025" y="2021224"/>
              <a:ext cx="129611" cy="90715"/>
            </a:xfrm>
            <a:custGeom>
              <a:avLst/>
              <a:gdLst/>
              <a:ahLst/>
              <a:cxnLst/>
              <a:rect l="l" t="t" r="r" b="b"/>
              <a:pathLst>
                <a:path w="4202" h="2941" extrusionOk="0">
                  <a:moveTo>
                    <a:pt x="0" y="0"/>
                  </a:moveTo>
                  <a:lnTo>
                    <a:pt x="0" y="84"/>
                  </a:lnTo>
                  <a:lnTo>
                    <a:pt x="2101" y="2857"/>
                  </a:lnTo>
                  <a:cubicBezTo>
                    <a:pt x="2185" y="2941"/>
                    <a:pt x="2185" y="2941"/>
                    <a:pt x="2269" y="2941"/>
                  </a:cubicBezTo>
                  <a:lnTo>
                    <a:pt x="4201" y="2941"/>
                  </a:lnTo>
                  <a:lnTo>
                    <a:pt x="4201" y="2857"/>
                  </a:lnTo>
                  <a:lnTo>
                    <a:pt x="2101" y="84"/>
                  </a:lnTo>
                  <a:cubicBezTo>
                    <a:pt x="2017" y="0"/>
                    <a:pt x="2017" y="0"/>
                    <a:pt x="1933" y="0"/>
                  </a:cubicBezTo>
                  <a:close/>
                </a:path>
              </a:pathLst>
            </a:custGeom>
            <a:solidFill>
              <a:srgbClr val="5A6A7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26" name="Google Shape;1826;p42"/>
            <p:cNvSpPr/>
            <p:nvPr/>
          </p:nvSpPr>
          <p:spPr>
            <a:xfrm flipH="1">
              <a:off x="1104616" y="2023815"/>
              <a:ext cx="124429" cy="85533"/>
            </a:xfrm>
            <a:custGeom>
              <a:avLst/>
              <a:gdLst/>
              <a:ahLst/>
              <a:cxnLst/>
              <a:rect l="l" t="t" r="r" b="b"/>
              <a:pathLst>
                <a:path w="4034" h="2773" extrusionOk="0">
                  <a:moveTo>
                    <a:pt x="0" y="0"/>
                  </a:moveTo>
                  <a:lnTo>
                    <a:pt x="588" y="672"/>
                  </a:lnTo>
                  <a:lnTo>
                    <a:pt x="1429" y="672"/>
                  </a:lnTo>
                  <a:lnTo>
                    <a:pt x="840" y="0"/>
                  </a:lnTo>
                  <a:close/>
                  <a:moveTo>
                    <a:pt x="1008" y="0"/>
                  </a:moveTo>
                  <a:lnTo>
                    <a:pt x="1513" y="672"/>
                  </a:lnTo>
                  <a:lnTo>
                    <a:pt x="2353" y="672"/>
                  </a:lnTo>
                  <a:lnTo>
                    <a:pt x="1849" y="0"/>
                  </a:lnTo>
                  <a:close/>
                  <a:moveTo>
                    <a:pt x="588" y="756"/>
                  </a:moveTo>
                  <a:lnTo>
                    <a:pt x="1093" y="1345"/>
                  </a:lnTo>
                  <a:lnTo>
                    <a:pt x="1513" y="1345"/>
                  </a:lnTo>
                  <a:lnTo>
                    <a:pt x="1008" y="756"/>
                  </a:lnTo>
                  <a:close/>
                  <a:moveTo>
                    <a:pt x="1093" y="756"/>
                  </a:moveTo>
                  <a:lnTo>
                    <a:pt x="1597" y="1345"/>
                  </a:lnTo>
                  <a:lnTo>
                    <a:pt x="2437" y="1345"/>
                  </a:lnTo>
                  <a:lnTo>
                    <a:pt x="1933" y="756"/>
                  </a:lnTo>
                  <a:close/>
                  <a:moveTo>
                    <a:pt x="2017" y="756"/>
                  </a:moveTo>
                  <a:lnTo>
                    <a:pt x="2521" y="1345"/>
                  </a:lnTo>
                  <a:lnTo>
                    <a:pt x="2941" y="1345"/>
                  </a:lnTo>
                  <a:lnTo>
                    <a:pt x="2437" y="756"/>
                  </a:lnTo>
                  <a:close/>
                  <a:moveTo>
                    <a:pt x="1093" y="1513"/>
                  </a:moveTo>
                  <a:lnTo>
                    <a:pt x="1597" y="2101"/>
                  </a:lnTo>
                  <a:lnTo>
                    <a:pt x="2101" y="2773"/>
                  </a:lnTo>
                  <a:lnTo>
                    <a:pt x="2521" y="2773"/>
                  </a:lnTo>
                  <a:lnTo>
                    <a:pt x="2017" y="2101"/>
                  </a:lnTo>
                  <a:lnTo>
                    <a:pt x="1513" y="1513"/>
                  </a:lnTo>
                  <a:close/>
                  <a:moveTo>
                    <a:pt x="1597" y="1513"/>
                  </a:moveTo>
                  <a:lnTo>
                    <a:pt x="2101" y="2101"/>
                  </a:lnTo>
                  <a:lnTo>
                    <a:pt x="2689" y="2773"/>
                  </a:lnTo>
                  <a:lnTo>
                    <a:pt x="3529" y="2773"/>
                  </a:lnTo>
                  <a:lnTo>
                    <a:pt x="2941" y="2101"/>
                  </a:lnTo>
                  <a:lnTo>
                    <a:pt x="2437" y="1513"/>
                  </a:lnTo>
                  <a:close/>
                  <a:moveTo>
                    <a:pt x="2521" y="1513"/>
                  </a:moveTo>
                  <a:lnTo>
                    <a:pt x="3109" y="2101"/>
                  </a:lnTo>
                  <a:lnTo>
                    <a:pt x="3613" y="2773"/>
                  </a:lnTo>
                  <a:lnTo>
                    <a:pt x="4033" y="2773"/>
                  </a:lnTo>
                  <a:lnTo>
                    <a:pt x="3529" y="2101"/>
                  </a:lnTo>
                  <a:lnTo>
                    <a:pt x="2941" y="1513"/>
                  </a:lnTo>
                  <a:close/>
                </a:path>
              </a:pathLst>
            </a:custGeom>
            <a:solidFill>
              <a:srgbClr val="78B2B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27" name="Google Shape;1827;p42"/>
            <p:cNvSpPr/>
            <p:nvPr/>
          </p:nvSpPr>
          <p:spPr>
            <a:xfrm flipH="1">
              <a:off x="1107207" y="2023815"/>
              <a:ext cx="116656" cy="85533"/>
            </a:xfrm>
            <a:custGeom>
              <a:avLst/>
              <a:gdLst/>
              <a:ahLst/>
              <a:cxnLst/>
              <a:rect l="l" t="t" r="r" b="b"/>
              <a:pathLst>
                <a:path w="3782" h="2773" extrusionOk="0">
                  <a:moveTo>
                    <a:pt x="0" y="0"/>
                  </a:moveTo>
                  <a:lnTo>
                    <a:pt x="420" y="672"/>
                  </a:lnTo>
                  <a:lnTo>
                    <a:pt x="1261" y="672"/>
                  </a:lnTo>
                  <a:lnTo>
                    <a:pt x="840" y="0"/>
                  </a:lnTo>
                  <a:close/>
                  <a:moveTo>
                    <a:pt x="925" y="0"/>
                  </a:moveTo>
                  <a:lnTo>
                    <a:pt x="1345" y="672"/>
                  </a:lnTo>
                  <a:lnTo>
                    <a:pt x="2185" y="672"/>
                  </a:lnTo>
                  <a:lnTo>
                    <a:pt x="1765" y="0"/>
                  </a:lnTo>
                  <a:close/>
                  <a:moveTo>
                    <a:pt x="504" y="756"/>
                  </a:moveTo>
                  <a:lnTo>
                    <a:pt x="925" y="1345"/>
                  </a:lnTo>
                  <a:lnTo>
                    <a:pt x="1009" y="1345"/>
                  </a:lnTo>
                  <a:lnTo>
                    <a:pt x="1429" y="2017"/>
                  </a:lnTo>
                  <a:lnTo>
                    <a:pt x="1849" y="2017"/>
                  </a:lnTo>
                  <a:lnTo>
                    <a:pt x="1429" y="1345"/>
                  </a:lnTo>
                  <a:lnTo>
                    <a:pt x="1513" y="1345"/>
                  </a:lnTo>
                  <a:lnTo>
                    <a:pt x="1933" y="2017"/>
                  </a:lnTo>
                  <a:lnTo>
                    <a:pt x="2773" y="2017"/>
                  </a:lnTo>
                  <a:lnTo>
                    <a:pt x="2353" y="1345"/>
                  </a:lnTo>
                  <a:lnTo>
                    <a:pt x="2269" y="1345"/>
                  </a:lnTo>
                  <a:lnTo>
                    <a:pt x="1849" y="756"/>
                  </a:lnTo>
                  <a:lnTo>
                    <a:pt x="1429" y="756"/>
                  </a:lnTo>
                  <a:lnTo>
                    <a:pt x="1849" y="1345"/>
                  </a:lnTo>
                  <a:lnTo>
                    <a:pt x="1765" y="1345"/>
                  </a:lnTo>
                  <a:lnTo>
                    <a:pt x="1345" y="756"/>
                  </a:lnTo>
                  <a:close/>
                  <a:moveTo>
                    <a:pt x="1933" y="756"/>
                  </a:moveTo>
                  <a:lnTo>
                    <a:pt x="2353" y="1345"/>
                  </a:lnTo>
                  <a:lnTo>
                    <a:pt x="2521" y="1345"/>
                  </a:lnTo>
                  <a:lnTo>
                    <a:pt x="2941" y="2017"/>
                  </a:lnTo>
                  <a:lnTo>
                    <a:pt x="3361" y="2017"/>
                  </a:lnTo>
                  <a:lnTo>
                    <a:pt x="2941" y="1345"/>
                  </a:lnTo>
                  <a:lnTo>
                    <a:pt x="2773" y="1345"/>
                  </a:lnTo>
                  <a:lnTo>
                    <a:pt x="2353" y="756"/>
                  </a:lnTo>
                  <a:close/>
                  <a:moveTo>
                    <a:pt x="1513" y="2101"/>
                  </a:moveTo>
                  <a:lnTo>
                    <a:pt x="1933" y="2773"/>
                  </a:lnTo>
                  <a:lnTo>
                    <a:pt x="2353" y="2773"/>
                  </a:lnTo>
                  <a:lnTo>
                    <a:pt x="1933" y="2101"/>
                  </a:lnTo>
                  <a:close/>
                  <a:moveTo>
                    <a:pt x="2101" y="2101"/>
                  </a:moveTo>
                  <a:lnTo>
                    <a:pt x="2521" y="2773"/>
                  </a:lnTo>
                  <a:lnTo>
                    <a:pt x="3781" y="2773"/>
                  </a:lnTo>
                  <a:lnTo>
                    <a:pt x="3361" y="2101"/>
                  </a:lnTo>
                  <a:close/>
                </a:path>
              </a:pathLst>
            </a:custGeom>
            <a:solidFill>
              <a:srgbClr val="5C7A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28" name="Google Shape;1828;p42"/>
            <p:cNvSpPr/>
            <p:nvPr/>
          </p:nvSpPr>
          <p:spPr>
            <a:xfrm flipH="1">
              <a:off x="1060570" y="2143031"/>
              <a:ext cx="132202" cy="1409832"/>
            </a:xfrm>
            <a:custGeom>
              <a:avLst/>
              <a:gdLst/>
              <a:ahLst/>
              <a:cxnLst/>
              <a:rect l="l" t="t" r="r" b="b"/>
              <a:pathLst>
                <a:path w="4286" h="45707" extrusionOk="0">
                  <a:moveTo>
                    <a:pt x="1" y="0"/>
                  </a:moveTo>
                  <a:lnTo>
                    <a:pt x="1" y="45707"/>
                  </a:lnTo>
                  <a:lnTo>
                    <a:pt x="4286" y="45707"/>
                  </a:lnTo>
                  <a:lnTo>
                    <a:pt x="4286" y="0"/>
                  </a:lnTo>
                  <a:close/>
                </a:path>
              </a:pathLst>
            </a:custGeom>
            <a:solidFill>
              <a:srgbClr val="C294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29" name="Google Shape;1829;p42"/>
            <p:cNvSpPr/>
            <p:nvPr/>
          </p:nvSpPr>
          <p:spPr>
            <a:xfrm flipH="1">
              <a:off x="1192740" y="2143031"/>
              <a:ext cx="334329" cy="1409832"/>
            </a:xfrm>
            <a:custGeom>
              <a:avLst/>
              <a:gdLst/>
              <a:ahLst/>
              <a:cxnLst/>
              <a:rect l="l" t="t" r="r" b="b"/>
              <a:pathLst>
                <a:path w="10839" h="45707" extrusionOk="0">
                  <a:moveTo>
                    <a:pt x="0" y="0"/>
                  </a:moveTo>
                  <a:lnTo>
                    <a:pt x="0" y="45707"/>
                  </a:lnTo>
                  <a:lnTo>
                    <a:pt x="10839" y="45707"/>
                  </a:lnTo>
                  <a:lnTo>
                    <a:pt x="10839" y="0"/>
                  </a:lnTo>
                  <a:close/>
                </a:path>
              </a:pathLst>
            </a:custGeom>
            <a:solidFill>
              <a:srgbClr val="D8B8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30" name="Google Shape;1830;p42"/>
            <p:cNvSpPr/>
            <p:nvPr/>
          </p:nvSpPr>
          <p:spPr>
            <a:xfrm flipH="1">
              <a:off x="1047615" y="2111908"/>
              <a:ext cx="145157" cy="41517"/>
            </a:xfrm>
            <a:custGeom>
              <a:avLst/>
              <a:gdLst/>
              <a:ahLst/>
              <a:cxnLst/>
              <a:rect l="l" t="t" r="r" b="b"/>
              <a:pathLst>
                <a:path w="4706" h="1346" extrusionOk="0">
                  <a:moveTo>
                    <a:pt x="1" y="1"/>
                  </a:moveTo>
                  <a:lnTo>
                    <a:pt x="1" y="1345"/>
                  </a:lnTo>
                  <a:lnTo>
                    <a:pt x="4706" y="1345"/>
                  </a:lnTo>
                  <a:lnTo>
                    <a:pt x="4706" y="1"/>
                  </a:lnTo>
                  <a:close/>
                </a:path>
              </a:pathLst>
            </a:custGeom>
            <a:solidFill>
              <a:srgbClr val="C3DB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31" name="Google Shape;1831;p42"/>
            <p:cNvSpPr/>
            <p:nvPr/>
          </p:nvSpPr>
          <p:spPr>
            <a:xfrm flipH="1">
              <a:off x="1190149" y="2111908"/>
              <a:ext cx="352497" cy="41517"/>
            </a:xfrm>
            <a:custGeom>
              <a:avLst/>
              <a:gdLst/>
              <a:ahLst/>
              <a:cxnLst/>
              <a:rect l="l" t="t" r="r" b="b"/>
              <a:pathLst>
                <a:path w="11428" h="1346" extrusionOk="0">
                  <a:moveTo>
                    <a:pt x="1" y="1"/>
                  </a:moveTo>
                  <a:lnTo>
                    <a:pt x="1" y="1345"/>
                  </a:lnTo>
                  <a:lnTo>
                    <a:pt x="11428" y="1345"/>
                  </a:lnTo>
                  <a:lnTo>
                    <a:pt x="11428" y="1"/>
                  </a:lnTo>
                  <a:close/>
                </a:path>
              </a:pathLst>
            </a:custGeom>
            <a:solidFill>
              <a:srgbClr val="F5F9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32" name="Google Shape;1832;p42"/>
            <p:cNvSpPr/>
            <p:nvPr/>
          </p:nvSpPr>
          <p:spPr>
            <a:xfrm flipH="1">
              <a:off x="1065751" y="2176714"/>
              <a:ext cx="106292" cy="655703"/>
            </a:xfrm>
            <a:custGeom>
              <a:avLst/>
              <a:gdLst/>
              <a:ahLst/>
              <a:cxnLst/>
              <a:rect l="l" t="t" r="r" b="b"/>
              <a:pathLst>
                <a:path w="3446" h="21258" extrusionOk="0">
                  <a:moveTo>
                    <a:pt x="1" y="84"/>
                  </a:moveTo>
                  <a:lnTo>
                    <a:pt x="1" y="2017"/>
                  </a:lnTo>
                  <a:lnTo>
                    <a:pt x="505" y="2017"/>
                  </a:lnTo>
                  <a:lnTo>
                    <a:pt x="505" y="84"/>
                  </a:lnTo>
                  <a:close/>
                  <a:moveTo>
                    <a:pt x="1009" y="0"/>
                  </a:moveTo>
                  <a:lnTo>
                    <a:pt x="1009" y="2017"/>
                  </a:lnTo>
                  <a:lnTo>
                    <a:pt x="1513" y="2017"/>
                  </a:lnTo>
                  <a:lnTo>
                    <a:pt x="1513" y="0"/>
                  </a:lnTo>
                  <a:close/>
                  <a:moveTo>
                    <a:pt x="1933" y="0"/>
                  </a:moveTo>
                  <a:lnTo>
                    <a:pt x="1933" y="2017"/>
                  </a:lnTo>
                  <a:lnTo>
                    <a:pt x="2521" y="2017"/>
                  </a:lnTo>
                  <a:lnTo>
                    <a:pt x="2521" y="0"/>
                  </a:lnTo>
                  <a:close/>
                  <a:moveTo>
                    <a:pt x="2941" y="0"/>
                  </a:moveTo>
                  <a:lnTo>
                    <a:pt x="2941" y="2017"/>
                  </a:lnTo>
                  <a:lnTo>
                    <a:pt x="3445" y="2017"/>
                  </a:lnTo>
                  <a:lnTo>
                    <a:pt x="3445" y="0"/>
                  </a:lnTo>
                  <a:close/>
                  <a:moveTo>
                    <a:pt x="1" y="2857"/>
                  </a:moveTo>
                  <a:lnTo>
                    <a:pt x="1" y="4705"/>
                  </a:lnTo>
                  <a:lnTo>
                    <a:pt x="505" y="4705"/>
                  </a:lnTo>
                  <a:lnTo>
                    <a:pt x="505" y="2857"/>
                  </a:lnTo>
                  <a:close/>
                  <a:moveTo>
                    <a:pt x="1009" y="2857"/>
                  </a:moveTo>
                  <a:lnTo>
                    <a:pt x="1009" y="4705"/>
                  </a:lnTo>
                  <a:lnTo>
                    <a:pt x="1513" y="4705"/>
                  </a:lnTo>
                  <a:lnTo>
                    <a:pt x="1513" y="2857"/>
                  </a:lnTo>
                  <a:close/>
                  <a:moveTo>
                    <a:pt x="1933" y="2857"/>
                  </a:moveTo>
                  <a:lnTo>
                    <a:pt x="1933" y="4705"/>
                  </a:lnTo>
                  <a:lnTo>
                    <a:pt x="2521" y="4705"/>
                  </a:lnTo>
                  <a:lnTo>
                    <a:pt x="2521" y="2857"/>
                  </a:lnTo>
                  <a:close/>
                  <a:moveTo>
                    <a:pt x="2941" y="2857"/>
                  </a:moveTo>
                  <a:lnTo>
                    <a:pt x="2941" y="4705"/>
                  </a:lnTo>
                  <a:lnTo>
                    <a:pt x="3445" y="4705"/>
                  </a:lnTo>
                  <a:lnTo>
                    <a:pt x="3445" y="2857"/>
                  </a:lnTo>
                  <a:close/>
                  <a:moveTo>
                    <a:pt x="1" y="5546"/>
                  </a:moveTo>
                  <a:lnTo>
                    <a:pt x="1" y="7478"/>
                  </a:lnTo>
                  <a:lnTo>
                    <a:pt x="505" y="7478"/>
                  </a:lnTo>
                  <a:lnTo>
                    <a:pt x="505" y="5546"/>
                  </a:lnTo>
                  <a:close/>
                  <a:moveTo>
                    <a:pt x="1009" y="5546"/>
                  </a:moveTo>
                  <a:lnTo>
                    <a:pt x="1009" y="7478"/>
                  </a:lnTo>
                  <a:lnTo>
                    <a:pt x="1513" y="7478"/>
                  </a:lnTo>
                  <a:lnTo>
                    <a:pt x="1513" y="5546"/>
                  </a:lnTo>
                  <a:close/>
                  <a:moveTo>
                    <a:pt x="1933" y="5546"/>
                  </a:moveTo>
                  <a:lnTo>
                    <a:pt x="1933" y="7478"/>
                  </a:lnTo>
                  <a:lnTo>
                    <a:pt x="2521" y="7478"/>
                  </a:lnTo>
                  <a:lnTo>
                    <a:pt x="2521" y="5546"/>
                  </a:lnTo>
                  <a:close/>
                  <a:moveTo>
                    <a:pt x="2941" y="5546"/>
                  </a:moveTo>
                  <a:lnTo>
                    <a:pt x="2941" y="7478"/>
                  </a:lnTo>
                  <a:lnTo>
                    <a:pt x="3445" y="7478"/>
                  </a:lnTo>
                  <a:lnTo>
                    <a:pt x="3445" y="5546"/>
                  </a:lnTo>
                  <a:close/>
                  <a:moveTo>
                    <a:pt x="1" y="8402"/>
                  </a:moveTo>
                  <a:lnTo>
                    <a:pt x="1" y="10251"/>
                  </a:lnTo>
                  <a:lnTo>
                    <a:pt x="505" y="10251"/>
                  </a:lnTo>
                  <a:lnTo>
                    <a:pt x="505" y="8402"/>
                  </a:lnTo>
                  <a:close/>
                  <a:moveTo>
                    <a:pt x="1009" y="8402"/>
                  </a:moveTo>
                  <a:lnTo>
                    <a:pt x="1009" y="10251"/>
                  </a:lnTo>
                  <a:lnTo>
                    <a:pt x="1513" y="10251"/>
                  </a:lnTo>
                  <a:lnTo>
                    <a:pt x="1513" y="8402"/>
                  </a:lnTo>
                  <a:close/>
                  <a:moveTo>
                    <a:pt x="1933" y="8402"/>
                  </a:moveTo>
                  <a:lnTo>
                    <a:pt x="1933" y="10251"/>
                  </a:lnTo>
                  <a:lnTo>
                    <a:pt x="2521" y="10251"/>
                  </a:lnTo>
                  <a:lnTo>
                    <a:pt x="2521" y="8402"/>
                  </a:lnTo>
                  <a:close/>
                  <a:moveTo>
                    <a:pt x="2941" y="8402"/>
                  </a:moveTo>
                  <a:lnTo>
                    <a:pt x="2941" y="10251"/>
                  </a:lnTo>
                  <a:lnTo>
                    <a:pt x="3445" y="10251"/>
                  </a:lnTo>
                  <a:lnTo>
                    <a:pt x="3445" y="8402"/>
                  </a:lnTo>
                  <a:close/>
                  <a:moveTo>
                    <a:pt x="1" y="11091"/>
                  </a:moveTo>
                  <a:lnTo>
                    <a:pt x="1" y="13023"/>
                  </a:lnTo>
                  <a:lnTo>
                    <a:pt x="505" y="13023"/>
                  </a:lnTo>
                  <a:lnTo>
                    <a:pt x="505" y="11091"/>
                  </a:lnTo>
                  <a:close/>
                  <a:moveTo>
                    <a:pt x="1009" y="11091"/>
                  </a:moveTo>
                  <a:lnTo>
                    <a:pt x="1009" y="13023"/>
                  </a:lnTo>
                  <a:lnTo>
                    <a:pt x="1513" y="13023"/>
                  </a:lnTo>
                  <a:lnTo>
                    <a:pt x="1513" y="11091"/>
                  </a:lnTo>
                  <a:close/>
                  <a:moveTo>
                    <a:pt x="1933" y="11091"/>
                  </a:moveTo>
                  <a:lnTo>
                    <a:pt x="1933" y="13023"/>
                  </a:lnTo>
                  <a:lnTo>
                    <a:pt x="2521" y="13023"/>
                  </a:lnTo>
                  <a:lnTo>
                    <a:pt x="2521" y="11091"/>
                  </a:lnTo>
                  <a:close/>
                  <a:moveTo>
                    <a:pt x="2941" y="11091"/>
                  </a:moveTo>
                  <a:lnTo>
                    <a:pt x="2941" y="13023"/>
                  </a:lnTo>
                  <a:lnTo>
                    <a:pt x="3445" y="13023"/>
                  </a:lnTo>
                  <a:lnTo>
                    <a:pt x="3445" y="11091"/>
                  </a:lnTo>
                  <a:close/>
                  <a:moveTo>
                    <a:pt x="1" y="13864"/>
                  </a:moveTo>
                  <a:lnTo>
                    <a:pt x="1" y="15712"/>
                  </a:lnTo>
                  <a:lnTo>
                    <a:pt x="505" y="15712"/>
                  </a:lnTo>
                  <a:lnTo>
                    <a:pt x="505" y="13864"/>
                  </a:lnTo>
                  <a:close/>
                  <a:moveTo>
                    <a:pt x="1009" y="13864"/>
                  </a:moveTo>
                  <a:lnTo>
                    <a:pt x="1009" y="15712"/>
                  </a:lnTo>
                  <a:lnTo>
                    <a:pt x="1513" y="15712"/>
                  </a:lnTo>
                  <a:lnTo>
                    <a:pt x="1513" y="13864"/>
                  </a:lnTo>
                  <a:close/>
                  <a:moveTo>
                    <a:pt x="1933" y="13864"/>
                  </a:moveTo>
                  <a:lnTo>
                    <a:pt x="1933" y="15712"/>
                  </a:lnTo>
                  <a:lnTo>
                    <a:pt x="2521" y="15712"/>
                  </a:lnTo>
                  <a:lnTo>
                    <a:pt x="2521" y="13864"/>
                  </a:lnTo>
                  <a:close/>
                  <a:moveTo>
                    <a:pt x="2941" y="13864"/>
                  </a:moveTo>
                  <a:lnTo>
                    <a:pt x="2941" y="15712"/>
                  </a:lnTo>
                  <a:lnTo>
                    <a:pt x="3445" y="15712"/>
                  </a:lnTo>
                  <a:lnTo>
                    <a:pt x="3445" y="13864"/>
                  </a:lnTo>
                  <a:close/>
                  <a:moveTo>
                    <a:pt x="1" y="16720"/>
                  </a:moveTo>
                  <a:lnTo>
                    <a:pt x="1" y="18569"/>
                  </a:lnTo>
                  <a:lnTo>
                    <a:pt x="505" y="18569"/>
                  </a:lnTo>
                  <a:lnTo>
                    <a:pt x="505" y="16720"/>
                  </a:lnTo>
                  <a:close/>
                  <a:moveTo>
                    <a:pt x="1009" y="16720"/>
                  </a:moveTo>
                  <a:lnTo>
                    <a:pt x="1009" y="18569"/>
                  </a:lnTo>
                  <a:lnTo>
                    <a:pt x="1513" y="18569"/>
                  </a:lnTo>
                  <a:lnTo>
                    <a:pt x="1513" y="16720"/>
                  </a:lnTo>
                  <a:close/>
                  <a:moveTo>
                    <a:pt x="1933" y="16720"/>
                  </a:moveTo>
                  <a:lnTo>
                    <a:pt x="1933" y="18569"/>
                  </a:lnTo>
                  <a:lnTo>
                    <a:pt x="2521" y="18569"/>
                  </a:lnTo>
                  <a:lnTo>
                    <a:pt x="2521" y="16720"/>
                  </a:lnTo>
                  <a:close/>
                  <a:moveTo>
                    <a:pt x="2941" y="16720"/>
                  </a:moveTo>
                  <a:lnTo>
                    <a:pt x="2941" y="18569"/>
                  </a:lnTo>
                  <a:lnTo>
                    <a:pt x="3445" y="18569"/>
                  </a:lnTo>
                  <a:lnTo>
                    <a:pt x="3445" y="16720"/>
                  </a:lnTo>
                  <a:close/>
                  <a:moveTo>
                    <a:pt x="1" y="19409"/>
                  </a:moveTo>
                  <a:lnTo>
                    <a:pt x="1" y="21257"/>
                  </a:lnTo>
                  <a:lnTo>
                    <a:pt x="505" y="21257"/>
                  </a:lnTo>
                  <a:lnTo>
                    <a:pt x="505" y="19409"/>
                  </a:lnTo>
                  <a:close/>
                  <a:moveTo>
                    <a:pt x="1009" y="19409"/>
                  </a:moveTo>
                  <a:lnTo>
                    <a:pt x="1009" y="21257"/>
                  </a:lnTo>
                  <a:lnTo>
                    <a:pt x="1513" y="21257"/>
                  </a:lnTo>
                  <a:lnTo>
                    <a:pt x="1513" y="19409"/>
                  </a:lnTo>
                  <a:close/>
                  <a:moveTo>
                    <a:pt x="1933" y="19409"/>
                  </a:moveTo>
                  <a:lnTo>
                    <a:pt x="1933" y="21257"/>
                  </a:lnTo>
                  <a:lnTo>
                    <a:pt x="2521" y="21257"/>
                  </a:lnTo>
                  <a:lnTo>
                    <a:pt x="2521" y="19409"/>
                  </a:lnTo>
                  <a:close/>
                  <a:moveTo>
                    <a:pt x="2941" y="19409"/>
                  </a:moveTo>
                  <a:lnTo>
                    <a:pt x="2941" y="21257"/>
                  </a:lnTo>
                  <a:lnTo>
                    <a:pt x="3445" y="21257"/>
                  </a:lnTo>
                  <a:lnTo>
                    <a:pt x="3445" y="19409"/>
                  </a:lnTo>
                  <a:close/>
                </a:path>
              </a:pathLst>
            </a:custGeom>
            <a:solidFill>
              <a:srgbClr val="3280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33" name="Google Shape;1833;p42"/>
            <p:cNvSpPr/>
            <p:nvPr/>
          </p:nvSpPr>
          <p:spPr>
            <a:xfrm flipH="1">
              <a:off x="1223832" y="2176714"/>
              <a:ext cx="282509" cy="1345058"/>
            </a:xfrm>
            <a:custGeom>
              <a:avLst/>
              <a:gdLst/>
              <a:ahLst/>
              <a:cxnLst/>
              <a:rect l="l" t="t" r="r" b="b"/>
              <a:pathLst>
                <a:path w="9159" h="43607" extrusionOk="0">
                  <a:moveTo>
                    <a:pt x="3025" y="2017"/>
                  </a:moveTo>
                  <a:lnTo>
                    <a:pt x="2017" y="2017"/>
                  </a:lnTo>
                  <a:lnTo>
                    <a:pt x="2017" y="84"/>
                  </a:lnTo>
                  <a:lnTo>
                    <a:pt x="3025" y="84"/>
                  </a:lnTo>
                  <a:close/>
                  <a:moveTo>
                    <a:pt x="5041" y="0"/>
                  </a:moveTo>
                  <a:lnTo>
                    <a:pt x="3949" y="0"/>
                  </a:lnTo>
                  <a:lnTo>
                    <a:pt x="3949" y="2017"/>
                  </a:lnTo>
                  <a:lnTo>
                    <a:pt x="5041" y="2017"/>
                  </a:lnTo>
                  <a:close/>
                  <a:moveTo>
                    <a:pt x="7142" y="0"/>
                  </a:moveTo>
                  <a:lnTo>
                    <a:pt x="6050" y="0"/>
                  </a:lnTo>
                  <a:lnTo>
                    <a:pt x="6050" y="2017"/>
                  </a:lnTo>
                  <a:lnTo>
                    <a:pt x="7142" y="2017"/>
                  </a:lnTo>
                  <a:close/>
                  <a:moveTo>
                    <a:pt x="9158" y="0"/>
                  </a:moveTo>
                  <a:lnTo>
                    <a:pt x="8066" y="0"/>
                  </a:lnTo>
                  <a:lnTo>
                    <a:pt x="8066" y="2017"/>
                  </a:lnTo>
                  <a:lnTo>
                    <a:pt x="9158" y="2017"/>
                  </a:lnTo>
                  <a:close/>
                  <a:moveTo>
                    <a:pt x="3025" y="2857"/>
                  </a:moveTo>
                  <a:lnTo>
                    <a:pt x="2017" y="2857"/>
                  </a:lnTo>
                  <a:lnTo>
                    <a:pt x="2017" y="4705"/>
                  </a:lnTo>
                  <a:lnTo>
                    <a:pt x="3025" y="4705"/>
                  </a:lnTo>
                  <a:close/>
                  <a:moveTo>
                    <a:pt x="5041" y="2857"/>
                  </a:moveTo>
                  <a:lnTo>
                    <a:pt x="3949" y="2857"/>
                  </a:lnTo>
                  <a:lnTo>
                    <a:pt x="3949" y="4705"/>
                  </a:lnTo>
                  <a:lnTo>
                    <a:pt x="5041" y="4705"/>
                  </a:lnTo>
                  <a:close/>
                  <a:moveTo>
                    <a:pt x="7142" y="2857"/>
                  </a:moveTo>
                  <a:lnTo>
                    <a:pt x="6050" y="2857"/>
                  </a:lnTo>
                  <a:lnTo>
                    <a:pt x="6050" y="4705"/>
                  </a:lnTo>
                  <a:lnTo>
                    <a:pt x="7142" y="4705"/>
                  </a:lnTo>
                  <a:close/>
                  <a:moveTo>
                    <a:pt x="9158" y="2857"/>
                  </a:moveTo>
                  <a:lnTo>
                    <a:pt x="8066" y="2857"/>
                  </a:lnTo>
                  <a:lnTo>
                    <a:pt x="8066" y="4705"/>
                  </a:lnTo>
                  <a:lnTo>
                    <a:pt x="9158" y="4705"/>
                  </a:lnTo>
                  <a:close/>
                  <a:moveTo>
                    <a:pt x="3025" y="5546"/>
                  </a:moveTo>
                  <a:lnTo>
                    <a:pt x="2017" y="5546"/>
                  </a:lnTo>
                  <a:lnTo>
                    <a:pt x="2017" y="7478"/>
                  </a:lnTo>
                  <a:lnTo>
                    <a:pt x="3025" y="7478"/>
                  </a:lnTo>
                  <a:close/>
                  <a:moveTo>
                    <a:pt x="5041" y="5546"/>
                  </a:moveTo>
                  <a:lnTo>
                    <a:pt x="3949" y="5546"/>
                  </a:lnTo>
                  <a:lnTo>
                    <a:pt x="3949" y="7478"/>
                  </a:lnTo>
                  <a:lnTo>
                    <a:pt x="5041" y="7478"/>
                  </a:lnTo>
                  <a:close/>
                  <a:moveTo>
                    <a:pt x="7142" y="5546"/>
                  </a:moveTo>
                  <a:lnTo>
                    <a:pt x="6050" y="5546"/>
                  </a:lnTo>
                  <a:lnTo>
                    <a:pt x="6050" y="7478"/>
                  </a:lnTo>
                  <a:lnTo>
                    <a:pt x="7142" y="7478"/>
                  </a:lnTo>
                  <a:close/>
                  <a:moveTo>
                    <a:pt x="9158" y="5546"/>
                  </a:moveTo>
                  <a:lnTo>
                    <a:pt x="8066" y="5546"/>
                  </a:lnTo>
                  <a:lnTo>
                    <a:pt x="8066" y="7478"/>
                  </a:lnTo>
                  <a:lnTo>
                    <a:pt x="9158" y="7478"/>
                  </a:lnTo>
                  <a:close/>
                  <a:moveTo>
                    <a:pt x="3025" y="8402"/>
                  </a:moveTo>
                  <a:lnTo>
                    <a:pt x="2017" y="8402"/>
                  </a:lnTo>
                  <a:lnTo>
                    <a:pt x="2017" y="10251"/>
                  </a:lnTo>
                  <a:lnTo>
                    <a:pt x="3025" y="10251"/>
                  </a:lnTo>
                  <a:close/>
                  <a:moveTo>
                    <a:pt x="5041" y="8402"/>
                  </a:moveTo>
                  <a:lnTo>
                    <a:pt x="3949" y="8402"/>
                  </a:lnTo>
                  <a:lnTo>
                    <a:pt x="3949" y="10251"/>
                  </a:lnTo>
                  <a:lnTo>
                    <a:pt x="5041" y="10251"/>
                  </a:lnTo>
                  <a:close/>
                  <a:moveTo>
                    <a:pt x="7142" y="8402"/>
                  </a:moveTo>
                  <a:lnTo>
                    <a:pt x="6050" y="8402"/>
                  </a:lnTo>
                  <a:lnTo>
                    <a:pt x="6050" y="10251"/>
                  </a:lnTo>
                  <a:lnTo>
                    <a:pt x="7142" y="10251"/>
                  </a:lnTo>
                  <a:close/>
                  <a:moveTo>
                    <a:pt x="9158" y="8402"/>
                  </a:moveTo>
                  <a:lnTo>
                    <a:pt x="8066" y="8402"/>
                  </a:lnTo>
                  <a:lnTo>
                    <a:pt x="8066" y="10251"/>
                  </a:lnTo>
                  <a:lnTo>
                    <a:pt x="9158" y="10251"/>
                  </a:lnTo>
                  <a:close/>
                  <a:moveTo>
                    <a:pt x="3025" y="11091"/>
                  </a:moveTo>
                  <a:lnTo>
                    <a:pt x="2017" y="11091"/>
                  </a:lnTo>
                  <a:lnTo>
                    <a:pt x="2017" y="13023"/>
                  </a:lnTo>
                  <a:lnTo>
                    <a:pt x="3025" y="13023"/>
                  </a:lnTo>
                  <a:close/>
                  <a:moveTo>
                    <a:pt x="5041" y="11091"/>
                  </a:moveTo>
                  <a:lnTo>
                    <a:pt x="3949" y="11091"/>
                  </a:lnTo>
                  <a:lnTo>
                    <a:pt x="3949" y="13023"/>
                  </a:lnTo>
                  <a:lnTo>
                    <a:pt x="5041" y="13023"/>
                  </a:lnTo>
                  <a:close/>
                  <a:moveTo>
                    <a:pt x="7142" y="11091"/>
                  </a:moveTo>
                  <a:lnTo>
                    <a:pt x="6050" y="11091"/>
                  </a:lnTo>
                  <a:lnTo>
                    <a:pt x="6050" y="13023"/>
                  </a:lnTo>
                  <a:lnTo>
                    <a:pt x="7142" y="13023"/>
                  </a:lnTo>
                  <a:close/>
                  <a:moveTo>
                    <a:pt x="9158" y="11091"/>
                  </a:moveTo>
                  <a:lnTo>
                    <a:pt x="8066" y="11091"/>
                  </a:lnTo>
                  <a:lnTo>
                    <a:pt x="8066" y="13023"/>
                  </a:lnTo>
                  <a:lnTo>
                    <a:pt x="9158" y="13023"/>
                  </a:lnTo>
                  <a:close/>
                  <a:moveTo>
                    <a:pt x="3025" y="13864"/>
                  </a:moveTo>
                  <a:lnTo>
                    <a:pt x="2017" y="13864"/>
                  </a:lnTo>
                  <a:lnTo>
                    <a:pt x="2017" y="15712"/>
                  </a:lnTo>
                  <a:lnTo>
                    <a:pt x="3025" y="15712"/>
                  </a:lnTo>
                  <a:close/>
                  <a:moveTo>
                    <a:pt x="5041" y="13864"/>
                  </a:moveTo>
                  <a:lnTo>
                    <a:pt x="3949" y="13864"/>
                  </a:lnTo>
                  <a:lnTo>
                    <a:pt x="3949" y="15712"/>
                  </a:lnTo>
                  <a:lnTo>
                    <a:pt x="5041" y="15712"/>
                  </a:lnTo>
                  <a:close/>
                  <a:moveTo>
                    <a:pt x="7142" y="13864"/>
                  </a:moveTo>
                  <a:lnTo>
                    <a:pt x="6050" y="13864"/>
                  </a:lnTo>
                  <a:lnTo>
                    <a:pt x="6050" y="15712"/>
                  </a:lnTo>
                  <a:lnTo>
                    <a:pt x="7142" y="15712"/>
                  </a:lnTo>
                  <a:close/>
                  <a:moveTo>
                    <a:pt x="9158" y="13864"/>
                  </a:moveTo>
                  <a:lnTo>
                    <a:pt x="8066" y="13864"/>
                  </a:lnTo>
                  <a:lnTo>
                    <a:pt x="8066" y="15712"/>
                  </a:lnTo>
                  <a:lnTo>
                    <a:pt x="9158" y="15712"/>
                  </a:lnTo>
                  <a:close/>
                  <a:moveTo>
                    <a:pt x="3025" y="16720"/>
                  </a:moveTo>
                  <a:lnTo>
                    <a:pt x="2017" y="16720"/>
                  </a:lnTo>
                  <a:lnTo>
                    <a:pt x="2017" y="18569"/>
                  </a:lnTo>
                  <a:lnTo>
                    <a:pt x="3025" y="18569"/>
                  </a:lnTo>
                  <a:close/>
                  <a:moveTo>
                    <a:pt x="5041" y="16720"/>
                  </a:moveTo>
                  <a:lnTo>
                    <a:pt x="3949" y="16720"/>
                  </a:lnTo>
                  <a:lnTo>
                    <a:pt x="3949" y="18569"/>
                  </a:lnTo>
                  <a:lnTo>
                    <a:pt x="5041" y="18569"/>
                  </a:lnTo>
                  <a:close/>
                  <a:moveTo>
                    <a:pt x="7142" y="16720"/>
                  </a:moveTo>
                  <a:lnTo>
                    <a:pt x="6050" y="16720"/>
                  </a:lnTo>
                  <a:lnTo>
                    <a:pt x="6050" y="18569"/>
                  </a:lnTo>
                  <a:lnTo>
                    <a:pt x="7142" y="18569"/>
                  </a:lnTo>
                  <a:close/>
                  <a:moveTo>
                    <a:pt x="9158" y="16720"/>
                  </a:moveTo>
                  <a:lnTo>
                    <a:pt x="8066" y="16720"/>
                  </a:lnTo>
                  <a:lnTo>
                    <a:pt x="8066" y="18569"/>
                  </a:lnTo>
                  <a:lnTo>
                    <a:pt x="9158" y="18569"/>
                  </a:lnTo>
                  <a:close/>
                  <a:moveTo>
                    <a:pt x="3025" y="19409"/>
                  </a:moveTo>
                  <a:lnTo>
                    <a:pt x="2017" y="19409"/>
                  </a:lnTo>
                  <a:lnTo>
                    <a:pt x="2017" y="21257"/>
                  </a:lnTo>
                  <a:lnTo>
                    <a:pt x="3025" y="21257"/>
                  </a:lnTo>
                  <a:close/>
                  <a:moveTo>
                    <a:pt x="5041" y="19409"/>
                  </a:moveTo>
                  <a:lnTo>
                    <a:pt x="3949" y="19409"/>
                  </a:lnTo>
                  <a:lnTo>
                    <a:pt x="3949" y="21257"/>
                  </a:lnTo>
                  <a:lnTo>
                    <a:pt x="5041" y="21257"/>
                  </a:lnTo>
                  <a:close/>
                  <a:moveTo>
                    <a:pt x="7142" y="19409"/>
                  </a:moveTo>
                  <a:lnTo>
                    <a:pt x="6050" y="19409"/>
                  </a:lnTo>
                  <a:lnTo>
                    <a:pt x="6050" y="21257"/>
                  </a:lnTo>
                  <a:lnTo>
                    <a:pt x="7142" y="21257"/>
                  </a:lnTo>
                  <a:close/>
                  <a:moveTo>
                    <a:pt x="9158" y="19409"/>
                  </a:moveTo>
                  <a:lnTo>
                    <a:pt x="8066" y="19409"/>
                  </a:lnTo>
                  <a:lnTo>
                    <a:pt x="8066" y="21257"/>
                  </a:lnTo>
                  <a:lnTo>
                    <a:pt x="9158" y="21257"/>
                  </a:lnTo>
                  <a:close/>
                  <a:moveTo>
                    <a:pt x="3025" y="24114"/>
                  </a:moveTo>
                  <a:lnTo>
                    <a:pt x="2017" y="24114"/>
                  </a:lnTo>
                  <a:lnTo>
                    <a:pt x="2017" y="22266"/>
                  </a:lnTo>
                  <a:lnTo>
                    <a:pt x="3025" y="22266"/>
                  </a:lnTo>
                  <a:close/>
                  <a:moveTo>
                    <a:pt x="5041" y="22266"/>
                  </a:moveTo>
                  <a:lnTo>
                    <a:pt x="3949" y="22266"/>
                  </a:lnTo>
                  <a:lnTo>
                    <a:pt x="3949" y="24114"/>
                  </a:lnTo>
                  <a:lnTo>
                    <a:pt x="5041" y="24114"/>
                  </a:lnTo>
                  <a:close/>
                  <a:moveTo>
                    <a:pt x="7142" y="22266"/>
                  </a:moveTo>
                  <a:lnTo>
                    <a:pt x="6050" y="22266"/>
                  </a:lnTo>
                  <a:lnTo>
                    <a:pt x="6050" y="24114"/>
                  </a:lnTo>
                  <a:lnTo>
                    <a:pt x="7142" y="24114"/>
                  </a:lnTo>
                  <a:close/>
                  <a:moveTo>
                    <a:pt x="9158" y="22266"/>
                  </a:moveTo>
                  <a:lnTo>
                    <a:pt x="8066" y="22266"/>
                  </a:lnTo>
                  <a:lnTo>
                    <a:pt x="8066" y="24114"/>
                  </a:lnTo>
                  <a:lnTo>
                    <a:pt x="9158" y="24114"/>
                  </a:lnTo>
                  <a:close/>
                  <a:moveTo>
                    <a:pt x="3025" y="24954"/>
                  </a:moveTo>
                  <a:lnTo>
                    <a:pt x="2017" y="24954"/>
                  </a:lnTo>
                  <a:lnTo>
                    <a:pt x="2017" y="26887"/>
                  </a:lnTo>
                  <a:lnTo>
                    <a:pt x="3025" y="26887"/>
                  </a:lnTo>
                  <a:close/>
                  <a:moveTo>
                    <a:pt x="5041" y="24954"/>
                  </a:moveTo>
                  <a:lnTo>
                    <a:pt x="3949" y="24954"/>
                  </a:lnTo>
                  <a:lnTo>
                    <a:pt x="3949" y="26887"/>
                  </a:lnTo>
                  <a:lnTo>
                    <a:pt x="5041" y="26887"/>
                  </a:lnTo>
                  <a:close/>
                  <a:moveTo>
                    <a:pt x="7142" y="24954"/>
                  </a:moveTo>
                  <a:lnTo>
                    <a:pt x="6050" y="24954"/>
                  </a:lnTo>
                  <a:lnTo>
                    <a:pt x="6050" y="26887"/>
                  </a:lnTo>
                  <a:lnTo>
                    <a:pt x="7142" y="26887"/>
                  </a:lnTo>
                  <a:close/>
                  <a:moveTo>
                    <a:pt x="9158" y="24954"/>
                  </a:moveTo>
                  <a:lnTo>
                    <a:pt x="8066" y="24954"/>
                  </a:lnTo>
                  <a:lnTo>
                    <a:pt x="8066" y="26887"/>
                  </a:lnTo>
                  <a:lnTo>
                    <a:pt x="9158" y="26887"/>
                  </a:lnTo>
                  <a:close/>
                  <a:moveTo>
                    <a:pt x="3025" y="27811"/>
                  </a:moveTo>
                  <a:lnTo>
                    <a:pt x="2017" y="27811"/>
                  </a:lnTo>
                  <a:lnTo>
                    <a:pt x="2017" y="29743"/>
                  </a:lnTo>
                  <a:lnTo>
                    <a:pt x="3025" y="29743"/>
                  </a:lnTo>
                  <a:close/>
                  <a:moveTo>
                    <a:pt x="5041" y="27811"/>
                  </a:moveTo>
                  <a:lnTo>
                    <a:pt x="3949" y="27811"/>
                  </a:lnTo>
                  <a:lnTo>
                    <a:pt x="3949" y="29743"/>
                  </a:lnTo>
                  <a:lnTo>
                    <a:pt x="5041" y="29743"/>
                  </a:lnTo>
                  <a:close/>
                  <a:moveTo>
                    <a:pt x="7142" y="27811"/>
                  </a:moveTo>
                  <a:lnTo>
                    <a:pt x="6050" y="27811"/>
                  </a:lnTo>
                  <a:lnTo>
                    <a:pt x="6050" y="29743"/>
                  </a:lnTo>
                  <a:lnTo>
                    <a:pt x="7142" y="29743"/>
                  </a:lnTo>
                  <a:close/>
                  <a:moveTo>
                    <a:pt x="9158" y="27811"/>
                  </a:moveTo>
                  <a:lnTo>
                    <a:pt x="8066" y="27811"/>
                  </a:lnTo>
                  <a:lnTo>
                    <a:pt x="8066" y="29743"/>
                  </a:lnTo>
                  <a:lnTo>
                    <a:pt x="9158" y="29743"/>
                  </a:lnTo>
                  <a:close/>
                  <a:moveTo>
                    <a:pt x="3025" y="30583"/>
                  </a:moveTo>
                  <a:lnTo>
                    <a:pt x="2017" y="30583"/>
                  </a:lnTo>
                  <a:lnTo>
                    <a:pt x="2017" y="32432"/>
                  </a:lnTo>
                  <a:lnTo>
                    <a:pt x="3025" y="32432"/>
                  </a:lnTo>
                  <a:close/>
                  <a:moveTo>
                    <a:pt x="5041" y="30583"/>
                  </a:moveTo>
                  <a:lnTo>
                    <a:pt x="3949" y="30583"/>
                  </a:lnTo>
                  <a:lnTo>
                    <a:pt x="3949" y="32432"/>
                  </a:lnTo>
                  <a:lnTo>
                    <a:pt x="5041" y="32432"/>
                  </a:lnTo>
                  <a:close/>
                  <a:moveTo>
                    <a:pt x="7142" y="30583"/>
                  </a:moveTo>
                  <a:lnTo>
                    <a:pt x="6050" y="30583"/>
                  </a:lnTo>
                  <a:lnTo>
                    <a:pt x="6050" y="32432"/>
                  </a:lnTo>
                  <a:lnTo>
                    <a:pt x="7142" y="32432"/>
                  </a:lnTo>
                  <a:close/>
                  <a:moveTo>
                    <a:pt x="9158" y="30583"/>
                  </a:moveTo>
                  <a:lnTo>
                    <a:pt x="8066" y="30583"/>
                  </a:lnTo>
                  <a:lnTo>
                    <a:pt x="8066" y="32432"/>
                  </a:lnTo>
                  <a:lnTo>
                    <a:pt x="9158" y="32432"/>
                  </a:lnTo>
                  <a:close/>
                  <a:moveTo>
                    <a:pt x="3025" y="33356"/>
                  </a:moveTo>
                  <a:lnTo>
                    <a:pt x="2017" y="33356"/>
                  </a:lnTo>
                  <a:lnTo>
                    <a:pt x="2017" y="35289"/>
                  </a:lnTo>
                  <a:lnTo>
                    <a:pt x="3025" y="35289"/>
                  </a:lnTo>
                  <a:close/>
                  <a:moveTo>
                    <a:pt x="5041" y="33356"/>
                  </a:moveTo>
                  <a:lnTo>
                    <a:pt x="3949" y="33356"/>
                  </a:lnTo>
                  <a:lnTo>
                    <a:pt x="3949" y="35289"/>
                  </a:lnTo>
                  <a:lnTo>
                    <a:pt x="5041" y="35289"/>
                  </a:lnTo>
                  <a:close/>
                  <a:moveTo>
                    <a:pt x="7142" y="33356"/>
                  </a:moveTo>
                  <a:lnTo>
                    <a:pt x="6050" y="33356"/>
                  </a:lnTo>
                  <a:lnTo>
                    <a:pt x="6050" y="35289"/>
                  </a:lnTo>
                  <a:lnTo>
                    <a:pt x="7142" y="35289"/>
                  </a:lnTo>
                  <a:close/>
                  <a:moveTo>
                    <a:pt x="9158" y="33356"/>
                  </a:moveTo>
                  <a:lnTo>
                    <a:pt x="8066" y="33356"/>
                  </a:lnTo>
                  <a:lnTo>
                    <a:pt x="8066" y="35289"/>
                  </a:lnTo>
                  <a:lnTo>
                    <a:pt x="9158" y="35289"/>
                  </a:lnTo>
                  <a:close/>
                  <a:moveTo>
                    <a:pt x="3025" y="36129"/>
                  </a:moveTo>
                  <a:lnTo>
                    <a:pt x="2017" y="36129"/>
                  </a:lnTo>
                  <a:lnTo>
                    <a:pt x="2017" y="37977"/>
                  </a:lnTo>
                  <a:lnTo>
                    <a:pt x="3025" y="37977"/>
                  </a:lnTo>
                  <a:close/>
                  <a:moveTo>
                    <a:pt x="5041" y="36129"/>
                  </a:moveTo>
                  <a:lnTo>
                    <a:pt x="3949" y="36129"/>
                  </a:lnTo>
                  <a:lnTo>
                    <a:pt x="3949" y="37977"/>
                  </a:lnTo>
                  <a:lnTo>
                    <a:pt x="5041" y="37977"/>
                  </a:lnTo>
                  <a:close/>
                  <a:moveTo>
                    <a:pt x="7142" y="36129"/>
                  </a:moveTo>
                  <a:lnTo>
                    <a:pt x="6050" y="36129"/>
                  </a:lnTo>
                  <a:lnTo>
                    <a:pt x="6050" y="37977"/>
                  </a:lnTo>
                  <a:lnTo>
                    <a:pt x="7142" y="37977"/>
                  </a:lnTo>
                  <a:close/>
                  <a:moveTo>
                    <a:pt x="9158" y="36129"/>
                  </a:moveTo>
                  <a:lnTo>
                    <a:pt x="8066" y="36129"/>
                  </a:lnTo>
                  <a:lnTo>
                    <a:pt x="8066" y="37977"/>
                  </a:lnTo>
                  <a:lnTo>
                    <a:pt x="9158" y="37977"/>
                  </a:lnTo>
                  <a:close/>
                  <a:moveTo>
                    <a:pt x="3025" y="38817"/>
                  </a:moveTo>
                  <a:lnTo>
                    <a:pt x="2017" y="38817"/>
                  </a:lnTo>
                  <a:lnTo>
                    <a:pt x="2017" y="40834"/>
                  </a:lnTo>
                  <a:lnTo>
                    <a:pt x="3025" y="40834"/>
                  </a:lnTo>
                  <a:close/>
                  <a:moveTo>
                    <a:pt x="5041" y="38817"/>
                  </a:moveTo>
                  <a:lnTo>
                    <a:pt x="3949" y="38817"/>
                  </a:lnTo>
                  <a:lnTo>
                    <a:pt x="3949" y="40834"/>
                  </a:lnTo>
                  <a:lnTo>
                    <a:pt x="5041" y="40834"/>
                  </a:lnTo>
                  <a:close/>
                  <a:moveTo>
                    <a:pt x="7142" y="38817"/>
                  </a:moveTo>
                  <a:lnTo>
                    <a:pt x="6050" y="38817"/>
                  </a:lnTo>
                  <a:lnTo>
                    <a:pt x="6050" y="40834"/>
                  </a:lnTo>
                  <a:lnTo>
                    <a:pt x="7142" y="40834"/>
                  </a:lnTo>
                  <a:close/>
                  <a:moveTo>
                    <a:pt x="9158" y="38817"/>
                  </a:moveTo>
                  <a:lnTo>
                    <a:pt x="8066" y="38817"/>
                  </a:lnTo>
                  <a:lnTo>
                    <a:pt x="8066" y="40834"/>
                  </a:lnTo>
                  <a:lnTo>
                    <a:pt x="9158" y="40834"/>
                  </a:lnTo>
                  <a:close/>
                  <a:moveTo>
                    <a:pt x="3025" y="41674"/>
                  </a:moveTo>
                  <a:lnTo>
                    <a:pt x="2017" y="41674"/>
                  </a:lnTo>
                  <a:lnTo>
                    <a:pt x="2017" y="43606"/>
                  </a:lnTo>
                  <a:lnTo>
                    <a:pt x="3025" y="43606"/>
                  </a:lnTo>
                  <a:close/>
                  <a:moveTo>
                    <a:pt x="5041" y="41674"/>
                  </a:moveTo>
                  <a:lnTo>
                    <a:pt x="3949" y="41674"/>
                  </a:lnTo>
                  <a:lnTo>
                    <a:pt x="3949" y="43606"/>
                  </a:lnTo>
                  <a:lnTo>
                    <a:pt x="5041" y="43606"/>
                  </a:lnTo>
                  <a:close/>
                  <a:moveTo>
                    <a:pt x="7142" y="41674"/>
                  </a:moveTo>
                  <a:lnTo>
                    <a:pt x="6050" y="41674"/>
                  </a:lnTo>
                  <a:lnTo>
                    <a:pt x="6050" y="43606"/>
                  </a:lnTo>
                  <a:lnTo>
                    <a:pt x="7142" y="43606"/>
                  </a:lnTo>
                  <a:close/>
                  <a:moveTo>
                    <a:pt x="9158" y="41674"/>
                  </a:moveTo>
                  <a:lnTo>
                    <a:pt x="8066" y="41674"/>
                  </a:lnTo>
                  <a:lnTo>
                    <a:pt x="8066" y="43606"/>
                  </a:lnTo>
                  <a:lnTo>
                    <a:pt x="9158" y="43606"/>
                  </a:lnTo>
                  <a:close/>
                  <a:moveTo>
                    <a:pt x="0" y="21341"/>
                  </a:moveTo>
                  <a:lnTo>
                    <a:pt x="1008" y="21341"/>
                  </a:lnTo>
                  <a:lnTo>
                    <a:pt x="1008" y="19409"/>
                  </a:lnTo>
                  <a:lnTo>
                    <a:pt x="0" y="19409"/>
                  </a:lnTo>
                  <a:close/>
                  <a:moveTo>
                    <a:pt x="0" y="15880"/>
                  </a:moveTo>
                  <a:lnTo>
                    <a:pt x="1008" y="15880"/>
                  </a:lnTo>
                  <a:lnTo>
                    <a:pt x="1008" y="13948"/>
                  </a:lnTo>
                  <a:lnTo>
                    <a:pt x="0" y="13948"/>
                  </a:lnTo>
                  <a:close/>
                  <a:moveTo>
                    <a:pt x="0" y="18569"/>
                  </a:moveTo>
                  <a:lnTo>
                    <a:pt x="1008" y="18569"/>
                  </a:lnTo>
                  <a:lnTo>
                    <a:pt x="1008" y="16720"/>
                  </a:lnTo>
                  <a:lnTo>
                    <a:pt x="0" y="16720"/>
                  </a:lnTo>
                  <a:close/>
                  <a:moveTo>
                    <a:pt x="0" y="13023"/>
                  </a:moveTo>
                  <a:lnTo>
                    <a:pt x="1008" y="13023"/>
                  </a:lnTo>
                  <a:lnTo>
                    <a:pt x="1008" y="11091"/>
                  </a:lnTo>
                  <a:lnTo>
                    <a:pt x="0" y="11091"/>
                  </a:lnTo>
                  <a:close/>
                  <a:moveTo>
                    <a:pt x="0" y="4705"/>
                  </a:moveTo>
                  <a:lnTo>
                    <a:pt x="1008" y="4705"/>
                  </a:lnTo>
                  <a:lnTo>
                    <a:pt x="1008" y="2857"/>
                  </a:lnTo>
                  <a:lnTo>
                    <a:pt x="0" y="2857"/>
                  </a:lnTo>
                  <a:close/>
                  <a:moveTo>
                    <a:pt x="0" y="10251"/>
                  </a:moveTo>
                  <a:lnTo>
                    <a:pt x="1008" y="10251"/>
                  </a:lnTo>
                  <a:lnTo>
                    <a:pt x="1008" y="8402"/>
                  </a:lnTo>
                  <a:lnTo>
                    <a:pt x="0" y="8402"/>
                  </a:lnTo>
                  <a:close/>
                  <a:moveTo>
                    <a:pt x="0" y="7562"/>
                  </a:moveTo>
                  <a:lnTo>
                    <a:pt x="1008" y="7562"/>
                  </a:lnTo>
                  <a:lnTo>
                    <a:pt x="1008" y="5630"/>
                  </a:lnTo>
                  <a:lnTo>
                    <a:pt x="0" y="5630"/>
                  </a:lnTo>
                  <a:close/>
                  <a:moveTo>
                    <a:pt x="0" y="40834"/>
                  </a:moveTo>
                  <a:lnTo>
                    <a:pt x="1008" y="40834"/>
                  </a:lnTo>
                  <a:lnTo>
                    <a:pt x="1008" y="38985"/>
                  </a:lnTo>
                  <a:lnTo>
                    <a:pt x="0" y="38985"/>
                  </a:lnTo>
                  <a:close/>
                  <a:moveTo>
                    <a:pt x="0" y="37977"/>
                  </a:moveTo>
                  <a:lnTo>
                    <a:pt x="1008" y="37977"/>
                  </a:lnTo>
                  <a:lnTo>
                    <a:pt x="1008" y="36129"/>
                  </a:lnTo>
                  <a:lnTo>
                    <a:pt x="0" y="36129"/>
                  </a:lnTo>
                  <a:close/>
                  <a:moveTo>
                    <a:pt x="0" y="2017"/>
                  </a:moveTo>
                  <a:lnTo>
                    <a:pt x="1008" y="2017"/>
                  </a:lnTo>
                  <a:lnTo>
                    <a:pt x="1008" y="84"/>
                  </a:lnTo>
                  <a:lnTo>
                    <a:pt x="0" y="84"/>
                  </a:lnTo>
                  <a:close/>
                  <a:moveTo>
                    <a:pt x="0" y="35289"/>
                  </a:moveTo>
                  <a:lnTo>
                    <a:pt x="1008" y="35289"/>
                  </a:lnTo>
                  <a:lnTo>
                    <a:pt x="1008" y="33356"/>
                  </a:lnTo>
                  <a:lnTo>
                    <a:pt x="0" y="33356"/>
                  </a:lnTo>
                  <a:close/>
                  <a:moveTo>
                    <a:pt x="0" y="24114"/>
                  </a:moveTo>
                  <a:lnTo>
                    <a:pt x="1008" y="24114"/>
                  </a:lnTo>
                  <a:lnTo>
                    <a:pt x="1008" y="22266"/>
                  </a:lnTo>
                  <a:lnTo>
                    <a:pt x="0" y="22266"/>
                  </a:lnTo>
                  <a:close/>
                  <a:moveTo>
                    <a:pt x="0" y="26971"/>
                  </a:moveTo>
                  <a:lnTo>
                    <a:pt x="1008" y="26971"/>
                  </a:lnTo>
                  <a:lnTo>
                    <a:pt x="1008" y="25122"/>
                  </a:lnTo>
                  <a:lnTo>
                    <a:pt x="0" y="25122"/>
                  </a:lnTo>
                  <a:close/>
                  <a:moveTo>
                    <a:pt x="0" y="29743"/>
                  </a:moveTo>
                  <a:lnTo>
                    <a:pt x="1008" y="29743"/>
                  </a:lnTo>
                  <a:lnTo>
                    <a:pt x="1008" y="27811"/>
                  </a:lnTo>
                  <a:lnTo>
                    <a:pt x="0" y="27811"/>
                  </a:lnTo>
                  <a:close/>
                  <a:moveTo>
                    <a:pt x="0" y="32516"/>
                  </a:moveTo>
                  <a:lnTo>
                    <a:pt x="1008" y="32516"/>
                  </a:lnTo>
                  <a:lnTo>
                    <a:pt x="1008" y="30667"/>
                  </a:lnTo>
                  <a:lnTo>
                    <a:pt x="0" y="30667"/>
                  </a:lnTo>
                  <a:close/>
                  <a:moveTo>
                    <a:pt x="0" y="43606"/>
                  </a:moveTo>
                  <a:lnTo>
                    <a:pt x="1008" y="43606"/>
                  </a:lnTo>
                  <a:lnTo>
                    <a:pt x="1008" y="41674"/>
                  </a:lnTo>
                  <a:lnTo>
                    <a:pt x="0" y="41674"/>
                  </a:lnTo>
                  <a:close/>
                </a:path>
              </a:pathLst>
            </a:custGeom>
            <a:solidFill>
              <a:srgbClr val="3FA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34" name="Google Shape;1834;p42"/>
            <p:cNvSpPr/>
            <p:nvPr/>
          </p:nvSpPr>
          <p:spPr>
            <a:xfrm flipH="1">
              <a:off x="1065751" y="2863478"/>
              <a:ext cx="106292" cy="658294"/>
            </a:xfrm>
            <a:custGeom>
              <a:avLst/>
              <a:gdLst/>
              <a:ahLst/>
              <a:cxnLst/>
              <a:rect l="l" t="t" r="r" b="b"/>
              <a:pathLst>
                <a:path w="3446" h="21342" extrusionOk="0">
                  <a:moveTo>
                    <a:pt x="1" y="1"/>
                  </a:moveTo>
                  <a:lnTo>
                    <a:pt x="1" y="1849"/>
                  </a:lnTo>
                  <a:lnTo>
                    <a:pt x="505" y="1849"/>
                  </a:lnTo>
                  <a:lnTo>
                    <a:pt x="505" y="1"/>
                  </a:lnTo>
                  <a:close/>
                  <a:moveTo>
                    <a:pt x="1009" y="1"/>
                  </a:moveTo>
                  <a:lnTo>
                    <a:pt x="1009" y="1849"/>
                  </a:lnTo>
                  <a:lnTo>
                    <a:pt x="1513" y="1849"/>
                  </a:lnTo>
                  <a:lnTo>
                    <a:pt x="1513" y="1"/>
                  </a:lnTo>
                  <a:close/>
                  <a:moveTo>
                    <a:pt x="1933" y="1"/>
                  </a:moveTo>
                  <a:lnTo>
                    <a:pt x="1933" y="1849"/>
                  </a:lnTo>
                  <a:lnTo>
                    <a:pt x="2521" y="1849"/>
                  </a:lnTo>
                  <a:lnTo>
                    <a:pt x="2521" y="1"/>
                  </a:lnTo>
                  <a:close/>
                  <a:moveTo>
                    <a:pt x="2941" y="1"/>
                  </a:moveTo>
                  <a:lnTo>
                    <a:pt x="2941" y="1849"/>
                  </a:lnTo>
                  <a:lnTo>
                    <a:pt x="3445" y="1849"/>
                  </a:lnTo>
                  <a:lnTo>
                    <a:pt x="3445" y="1"/>
                  </a:lnTo>
                  <a:close/>
                  <a:moveTo>
                    <a:pt x="1" y="2689"/>
                  </a:moveTo>
                  <a:lnTo>
                    <a:pt x="1" y="4622"/>
                  </a:lnTo>
                  <a:lnTo>
                    <a:pt x="505" y="4622"/>
                  </a:lnTo>
                  <a:lnTo>
                    <a:pt x="505" y="2689"/>
                  </a:lnTo>
                  <a:close/>
                  <a:moveTo>
                    <a:pt x="1009" y="2689"/>
                  </a:moveTo>
                  <a:lnTo>
                    <a:pt x="1009" y="4622"/>
                  </a:lnTo>
                  <a:lnTo>
                    <a:pt x="1513" y="4622"/>
                  </a:lnTo>
                  <a:lnTo>
                    <a:pt x="1513" y="2689"/>
                  </a:lnTo>
                  <a:close/>
                  <a:moveTo>
                    <a:pt x="1933" y="2689"/>
                  </a:moveTo>
                  <a:lnTo>
                    <a:pt x="1933" y="4622"/>
                  </a:lnTo>
                  <a:lnTo>
                    <a:pt x="2521" y="4622"/>
                  </a:lnTo>
                  <a:lnTo>
                    <a:pt x="2521" y="2689"/>
                  </a:lnTo>
                  <a:close/>
                  <a:moveTo>
                    <a:pt x="2941" y="2689"/>
                  </a:moveTo>
                  <a:lnTo>
                    <a:pt x="2941" y="4622"/>
                  </a:lnTo>
                  <a:lnTo>
                    <a:pt x="3445" y="4622"/>
                  </a:lnTo>
                  <a:lnTo>
                    <a:pt x="3445" y="2689"/>
                  </a:lnTo>
                  <a:close/>
                  <a:moveTo>
                    <a:pt x="1" y="5546"/>
                  </a:moveTo>
                  <a:lnTo>
                    <a:pt x="1" y="7478"/>
                  </a:lnTo>
                  <a:lnTo>
                    <a:pt x="505" y="7478"/>
                  </a:lnTo>
                  <a:lnTo>
                    <a:pt x="505" y="5546"/>
                  </a:lnTo>
                  <a:close/>
                  <a:moveTo>
                    <a:pt x="1009" y="5546"/>
                  </a:moveTo>
                  <a:lnTo>
                    <a:pt x="1009" y="7478"/>
                  </a:lnTo>
                  <a:lnTo>
                    <a:pt x="1513" y="7478"/>
                  </a:lnTo>
                  <a:lnTo>
                    <a:pt x="1513" y="5546"/>
                  </a:lnTo>
                  <a:close/>
                  <a:moveTo>
                    <a:pt x="1933" y="5546"/>
                  </a:moveTo>
                  <a:lnTo>
                    <a:pt x="1933" y="7478"/>
                  </a:lnTo>
                  <a:lnTo>
                    <a:pt x="2521" y="7478"/>
                  </a:lnTo>
                  <a:lnTo>
                    <a:pt x="2521" y="5546"/>
                  </a:lnTo>
                  <a:close/>
                  <a:moveTo>
                    <a:pt x="2941" y="5546"/>
                  </a:moveTo>
                  <a:lnTo>
                    <a:pt x="2941" y="7478"/>
                  </a:lnTo>
                  <a:lnTo>
                    <a:pt x="3445" y="7478"/>
                  </a:lnTo>
                  <a:lnTo>
                    <a:pt x="3445" y="5546"/>
                  </a:lnTo>
                  <a:close/>
                  <a:moveTo>
                    <a:pt x="1" y="8318"/>
                  </a:moveTo>
                  <a:lnTo>
                    <a:pt x="1" y="10167"/>
                  </a:lnTo>
                  <a:lnTo>
                    <a:pt x="505" y="10167"/>
                  </a:lnTo>
                  <a:lnTo>
                    <a:pt x="505" y="8318"/>
                  </a:lnTo>
                  <a:close/>
                  <a:moveTo>
                    <a:pt x="1009" y="8318"/>
                  </a:moveTo>
                  <a:lnTo>
                    <a:pt x="1009" y="10167"/>
                  </a:lnTo>
                  <a:lnTo>
                    <a:pt x="1513" y="10167"/>
                  </a:lnTo>
                  <a:lnTo>
                    <a:pt x="1513" y="8318"/>
                  </a:lnTo>
                  <a:close/>
                  <a:moveTo>
                    <a:pt x="1933" y="8318"/>
                  </a:moveTo>
                  <a:lnTo>
                    <a:pt x="1933" y="10167"/>
                  </a:lnTo>
                  <a:lnTo>
                    <a:pt x="2521" y="10167"/>
                  </a:lnTo>
                  <a:lnTo>
                    <a:pt x="2521" y="8318"/>
                  </a:lnTo>
                  <a:close/>
                  <a:moveTo>
                    <a:pt x="2941" y="8318"/>
                  </a:moveTo>
                  <a:lnTo>
                    <a:pt x="2941" y="10167"/>
                  </a:lnTo>
                  <a:lnTo>
                    <a:pt x="3445" y="10167"/>
                  </a:lnTo>
                  <a:lnTo>
                    <a:pt x="3445" y="8318"/>
                  </a:lnTo>
                  <a:close/>
                  <a:moveTo>
                    <a:pt x="1" y="11091"/>
                  </a:moveTo>
                  <a:lnTo>
                    <a:pt x="1" y="13024"/>
                  </a:lnTo>
                  <a:lnTo>
                    <a:pt x="505" y="13024"/>
                  </a:lnTo>
                  <a:lnTo>
                    <a:pt x="505" y="11091"/>
                  </a:lnTo>
                  <a:close/>
                  <a:moveTo>
                    <a:pt x="1009" y="11091"/>
                  </a:moveTo>
                  <a:lnTo>
                    <a:pt x="1009" y="13024"/>
                  </a:lnTo>
                  <a:lnTo>
                    <a:pt x="1513" y="13024"/>
                  </a:lnTo>
                  <a:lnTo>
                    <a:pt x="1513" y="11091"/>
                  </a:lnTo>
                  <a:close/>
                  <a:moveTo>
                    <a:pt x="1933" y="11091"/>
                  </a:moveTo>
                  <a:lnTo>
                    <a:pt x="1933" y="13024"/>
                  </a:lnTo>
                  <a:lnTo>
                    <a:pt x="2521" y="13024"/>
                  </a:lnTo>
                  <a:lnTo>
                    <a:pt x="2521" y="11091"/>
                  </a:lnTo>
                  <a:close/>
                  <a:moveTo>
                    <a:pt x="2941" y="11091"/>
                  </a:moveTo>
                  <a:lnTo>
                    <a:pt x="2941" y="13024"/>
                  </a:lnTo>
                  <a:lnTo>
                    <a:pt x="3445" y="13024"/>
                  </a:lnTo>
                  <a:lnTo>
                    <a:pt x="3445" y="11091"/>
                  </a:lnTo>
                  <a:close/>
                  <a:moveTo>
                    <a:pt x="1" y="13864"/>
                  </a:moveTo>
                  <a:lnTo>
                    <a:pt x="1" y="15712"/>
                  </a:lnTo>
                  <a:lnTo>
                    <a:pt x="505" y="15712"/>
                  </a:lnTo>
                  <a:lnTo>
                    <a:pt x="505" y="13864"/>
                  </a:lnTo>
                  <a:close/>
                  <a:moveTo>
                    <a:pt x="1009" y="13864"/>
                  </a:moveTo>
                  <a:lnTo>
                    <a:pt x="1009" y="15712"/>
                  </a:lnTo>
                  <a:lnTo>
                    <a:pt x="1513" y="15712"/>
                  </a:lnTo>
                  <a:lnTo>
                    <a:pt x="1513" y="13864"/>
                  </a:lnTo>
                  <a:close/>
                  <a:moveTo>
                    <a:pt x="1933" y="13864"/>
                  </a:moveTo>
                  <a:lnTo>
                    <a:pt x="1933" y="15712"/>
                  </a:lnTo>
                  <a:lnTo>
                    <a:pt x="2521" y="15712"/>
                  </a:lnTo>
                  <a:lnTo>
                    <a:pt x="2521" y="13864"/>
                  </a:lnTo>
                  <a:close/>
                  <a:moveTo>
                    <a:pt x="2941" y="13864"/>
                  </a:moveTo>
                  <a:lnTo>
                    <a:pt x="2941" y="15712"/>
                  </a:lnTo>
                  <a:lnTo>
                    <a:pt x="3445" y="15712"/>
                  </a:lnTo>
                  <a:lnTo>
                    <a:pt x="3445" y="13864"/>
                  </a:lnTo>
                  <a:close/>
                  <a:moveTo>
                    <a:pt x="1" y="16552"/>
                  </a:moveTo>
                  <a:lnTo>
                    <a:pt x="1" y="18569"/>
                  </a:lnTo>
                  <a:lnTo>
                    <a:pt x="505" y="18569"/>
                  </a:lnTo>
                  <a:lnTo>
                    <a:pt x="505" y="16552"/>
                  </a:lnTo>
                  <a:close/>
                  <a:moveTo>
                    <a:pt x="1009" y="16552"/>
                  </a:moveTo>
                  <a:lnTo>
                    <a:pt x="1009" y="18569"/>
                  </a:lnTo>
                  <a:lnTo>
                    <a:pt x="1513" y="18569"/>
                  </a:lnTo>
                  <a:lnTo>
                    <a:pt x="1513" y="16552"/>
                  </a:lnTo>
                  <a:close/>
                  <a:moveTo>
                    <a:pt x="1933" y="16552"/>
                  </a:moveTo>
                  <a:lnTo>
                    <a:pt x="1933" y="18569"/>
                  </a:lnTo>
                  <a:lnTo>
                    <a:pt x="2521" y="18569"/>
                  </a:lnTo>
                  <a:lnTo>
                    <a:pt x="2521" y="16552"/>
                  </a:lnTo>
                  <a:close/>
                  <a:moveTo>
                    <a:pt x="2941" y="16552"/>
                  </a:moveTo>
                  <a:lnTo>
                    <a:pt x="2941" y="18569"/>
                  </a:lnTo>
                  <a:lnTo>
                    <a:pt x="3445" y="18569"/>
                  </a:lnTo>
                  <a:lnTo>
                    <a:pt x="3445" y="16552"/>
                  </a:lnTo>
                  <a:close/>
                  <a:moveTo>
                    <a:pt x="1" y="19409"/>
                  </a:moveTo>
                  <a:lnTo>
                    <a:pt x="1" y="21341"/>
                  </a:lnTo>
                  <a:lnTo>
                    <a:pt x="505" y="21341"/>
                  </a:lnTo>
                  <a:lnTo>
                    <a:pt x="505" y="19409"/>
                  </a:lnTo>
                  <a:close/>
                  <a:moveTo>
                    <a:pt x="1009" y="19409"/>
                  </a:moveTo>
                  <a:lnTo>
                    <a:pt x="1009" y="21341"/>
                  </a:lnTo>
                  <a:lnTo>
                    <a:pt x="1513" y="21341"/>
                  </a:lnTo>
                  <a:lnTo>
                    <a:pt x="1513" y="19409"/>
                  </a:lnTo>
                  <a:close/>
                  <a:moveTo>
                    <a:pt x="1933" y="19409"/>
                  </a:moveTo>
                  <a:lnTo>
                    <a:pt x="1933" y="21341"/>
                  </a:lnTo>
                  <a:lnTo>
                    <a:pt x="2521" y="21341"/>
                  </a:lnTo>
                  <a:lnTo>
                    <a:pt x="2521" y="19409"/>
                  </a:lnTo>
                  <a:close/>
                  <a:moveTo>
                    <a:pt x="2941" y="19409"/>
                  </a:moveTo>
                  <a:lnTo>
                    <a:pt x="2941" y="21341"/>
                  </a:lnTo>
                  <a:lnTo>
                    <a:pt x="3445" y="21341"/>
                  </a:lnTo>
                  <a:lnTo>
                    <a:pt x="3445" y="19409"/>
                  </a:lnTo>
                  <a:close/>
                </a:path>
              </a:pathLst>
            </a:custGeom>
            <a:solidFill>
              <a:srgbClr val="3280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835" name="Google Shape;1835;p42"/>
          <p:cNvGrpSpPr/>
          <p:nvPr/>
        </p:nvGrpSpPr>
        <p:grpSpPr>
          <a:xfrm>
            <a:off x="1672195" y="1995314"/>
            <a:ext cx="331738" cy="1557549"/>
            <a:chOff x="1672195" y="1995314"/>
            <a:chExt cx="331738" cy="1557549"/>
          </a:xfrm>
        </p:grpSpPr>
        <p:sp>
          <p:nvSpPr>
            <p:cNvPr id="1836" name="Google Shape;1836;p42"/>
            <p:cNvSpPr/>
            <p:nvPr/>
          </p:nvSpPr>
          <p:spPr>
            <a:xfrm flipH="1">
              <a:off x="1677377" y="2137849"/>
              <a:ext cx="90715" cy="1415014"/>
            </a:xfrm>
            <a:custGeom>
              <a:avLst/>
              <a:gdLst/>
              <a:ahLst/>
              <a:cxnLst/>
              <a:rect l="l" t="t" r="r" b="b"/>
              <a:pathLst>
                <a:path w="2941" h="45875" extrusionOk="0">
                  <a:moveTo>
                    <a:pt x="0" y="0"/>
                  </a:moveTo>
                  <a:lnTo>
                    <a:pt x="0" y="45875"/>
                  </a:lnTo>
                  <a:lnTo>
                    <a:pt x="2941" y="45875"/>
                  </a:lnTo>
                  <a:lnTo>
                    <a:pt x="2941" y="0"/>
                  </a:lnTo>
                  <a:close/>
                </a:path>
              </a:pathLst>
            </a:custGeom>
            <a:solidFill>
              <a:srgbClr val="C294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37" name="Google Shape;1837;p42"/>
            <p:cNvSpPr/>
            <p:nvPr/>
          </p:nvSpPr>
          <p:spPr>
            <a:xfrm flipH="1">
              <a:off x="1765470" y="2137849"/>
              <a:ext cx="222917" cy="1415014"/>
            </a:xfrm>
            <a:custGeom>
              <a:avLst/>
              <a:gdLst/>
              <a:ahLst/>
              <a:cxnLst/>
              <a:rect l="l" t="t" r="r" b="b"/>
              <a:pathLst>
                <a:path w="7227" h="45875" extrusionOk="0">
                  <a:moveTo>
                    <a:pt x="1" y="0"/>
                  </a:moveTo>
                  <a:lnTo>
                    <a:pt x="1" y="45875"/>
                  </a:lnTo>
                  <a:lnTo>
                    <a:pt x="7226" y="45875"/>
                  </a:lnTo>
                  <a:lnTo>
                    <a:pt x="7226" y="0"/>
                  </a:lnTo>
                  <a:close/>
                </a:path>
              </a:pathLst>
            </a:custGeom>
            <a:solidFill>
              <a:srgbClr val="D8B8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38" name="Google Shape;1838;p42"/>
            <p:cNvSpPr/>
            <p:nvPr/>
          </p:nvSpPr>
          <p:spPr>
            <a:xfrm flipH="1">
              <a:off x="1672195" y="2101545"/>
              <a:ext cx="95897" cy="49290"/>
            </a:xfrm>
            <a:custGeom>
              <a:avLst/>
              <a:gdLst/>
              <a:ahLst/>
              <a:cxnLst/>
              <a:rect l="l" t="t" r="r" b="b"/>
              <a:pathLst>
                <a:path w="3109" h="1598" extrusionOk="0">
                  <a:moveTo>
                    <a:pt x="0" y="1"/>
                  </a:moveTo>
                  <a:lnTo>
                    <a:pt x="0" y="1597"/>
                  </a:lnTo>
                  <a:lnTo>
                    <a:pt x="3109" y="1597"/>
                  </a:lnTo>
                  <a:lnTo>
                    <a:pt x="3109" y="1"/>
                  </a:lnTo>
                  <a:close/>
                </a:path>
              </a:pathLst>
            </a:custGeom>
            <a:solidFill>
              <a:srgbClr val="C3DB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39" name="Google Shape;1839;p42"/>
            <p:cNvSpPr/>
            <p:nvPr/>
          </p:nvSpPr>
          <p:spPr>
            <a:xfrm flipH="1">
              <a:off x="1765470" y="2101545"/>
              <a:ext cx="238463" cy="49290"/>
            </a:xfrm>
            <a:custGeom>
              <a:avLst/>
              <a:gdLst/>
              <a:ahLst/>
              <a:cxnLst/>
              <a:rect l="l" t="t" r="r" b="b"/>
              <a:pathLst>
                <a:path w="7731" h="1598" extrusionOk="0">
                  <a:moveTo>
                    <a:pt x="0" y="1"/>
                  </a:moveTo>
                  <a:lnTo>
                    <a:pt x="0" y="1597"/>
                  </a:lnTo>
                  <a:lnTo>
                    <a:pt x="7730" y="1597"/>
                  </a:lnTo>
                  <a:lnTo>
                    <a:pt x="7730" y="1"/>
                  </a:lnTo>
                  <a:close/>
                </a:path>
              </a:pathLst>
            </a:custGeom>
            <a:solidFill>
              <a:srgbClr val="F5F9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40" name="Google Shape;1840;p42"/>
            <p:cNvSpPr/>
            <p:nvPr/>
          </p:nvSpPr>
          <p:spPr>
            <a:xfrm flipH="1">
              <a:off x="1677377" y="2539544"/>
              <a:ext cx="90715" cy="67396"/>
            </a:xfrm>
            <a:custGeom>
              <a:avLst/>
              <a:gdLst/>
              <a:ahLst/>
              <a:cxnLst/>
              <a:rect l="l" t="t" r="r" b="b"/>
              <a:pathLst>
                <a:path w="2941" h="2185" extrusionOk="0">
                  <a:moveTo>
                    <a:pt x="0" y="0"/>
                  </a:moveTo>
                  <a:lnTo>
                    <a:pt x="0" y="2185"/>
                  </a:lnTo>
                  <a:lnTo>
                    <a:pt x="2941" y="2185"/>
                  </a:lnTo>
                  <a:lnTo>
                    <a:pt x="2941" y="0"/>
                  </a:lnTo>
                  <a:close/>
                </a:path>
              </a:pathLst>
            </a:custGeom>
            <a:solidFill>
              <a:srgbClr val="3280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41" name="Google Shape;1841;p42"/>
            <p:cNvSpPr/>
            <p:nvPr/>
          </p:nvSpPr>
          <p:spPr>
            <a:xfrm flipH="1">
              <a:off x="1677377" y="2446237"/>
              <a:ext cx="90715" cy="67396"/>
            </a:xfrm>
            <a:custGeom>
              <a:avLst/>
              <a:gdLst/>
              <a:ahLst/>
              <a:cxnLst/>
              <a:rect l="l" t="t" r="r" b="b"/>
              <a:pathLst>
                <a:path w="2941" h="2185" extrusionOk="0">
                  <a:moveTo>
                    <a:pt x="0" y="0"/>
                  </a:moveTo>
                  <a:lnTo>
                    <a:pt x="0" y="2185"/>
                  </a:lnTo>
                  <a:lnTo>
                    <a:pt x="2941" y="2185"/>
                  </a:lnTo>
                  <a:lnTo>
                    <a:pt x="2941" y="0"/>
                  </a:lnTo>
                  <a:close/>
                </a:path>
              </a:pathLst>
            </a:custGeom>
            <a:solidFill>
              <a:srgbClr val="3280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42" name="Google Shape;1842;p42"/>
            <p:cNvSpPr/>
            <p:nvPr/>
          </p:nvSpPr>
          <p:spPr>
            <a:xfrm flipH="1">
              <a:off x="1677377" y="2630228"/>
              <a:ext cx="90715" cy="67427"/>
            </a:xfrm>
            <a:custGeom>
              <a:avLst/>
              <a:gdLst/>
              <a:ahLst/>
              <a:cxnLst/>
              <a:rect l="l" t="t" r="r" b="b"/>
              <a:pathLst>
                <a:path w="2941" h="2186" extrusionOk="0">
                  <a:moveTo>
                    <a:pt x="0" y="1"/>
                  </a:moveTo>
                  <a:lnTo>
                    <a:pt x="0" y="2185"/>
                  </a:lnTo>
                  <a:lnTo>
                    <a:pt x="2941" y="2185"/>
                  </a:lnTo>
                  <a:lnTo>
                    <a:pt x="2941" y="1"/>
                  </a:lnTo>
                  <a:close/>
                </a:path>
              </a:pathLst>
            </a:custGeom>
            <a:solidFill>
              <a:srgbClr val="3280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43" name="Google Shape;1843;p42"/>
            <p:cNvSpPr/>
            <p:nvPr/>
          </p:nvSpPr>
          <p:spPr>
            <a:xfrm flipH="1">
              <a:off x="1677377" y="2259625"/>
              <a:ext cx="90715" cy="70018"/>
            </a:xfrm>
            <a:custGeom>
              <a:avLst/>
              <a:gdLst/>
              <a:ahLst/>
              <a:cxnLst/>
              <a:rect l="l" t="t" r="r" b="b"/>
              <a:pathLst>
                <a:path w="2941" h="2270" extrusionOk="0">
                  <a:moveTo>
                    <a:pt x="0" y="1"/>
                  </a:moveTo>
                  <a:lnTo>
                    <a:pt x="0" y="2270"/>
                  </a:lnTo>
                  <a:lnTo>
                    <a:pt x="2941" y="2270"/>
                  </a:lnTo>
                  <a:lnTo>
                    <a:pt x="2941" y="1"/>
                  </a:lnTo>
                  <a:close/>
                </a:path>
              </a:pathLst>
            </a:custGeom>
            <a:solidFill>
              <a:srgbClr val="3280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44" name="Google Shape;1844;p42"/>
            <p:cNvSpPr/>
            <p:nvPr/>
          </p:nvSpPr>
          <p:spPr>
            <a:xfrm flipH="1">
              <a:off x="1677377" y="2166350"/>
              <a:ext cx="90715" cy="67396"/>
            </a:xfrm>
            <a:custGeom>
              <a:avLst/>
              <a:gdLst/>
              <a:ahLst/>
              <a:cxnLst/>
              <a:rect l="l" t="t" r="r" b="b"/>
              <a:pathLst>
                <a:path w="2941" h="2185" extrusionOk="0">
                  <a:moveTo>
                    <a:pt x="0" y="0"/>
                  </a:moveTo>
                  <a:lnTo>
                    <a:pt x="0" y="2185"/>
                  </a:lnTo>
                  <a:lnTo>
                    <a:pt x="2941" y="2185"/>
                  </a:lnTo>
                  <a:lnTo>
                    <a:pt x="2941" y="0"/>
                  </a:lnTo>
                  <a:close/>
                </a:path>
              </a:pathLst>
            </a:custGeom>
            <a:solidFill>
              <a:srgbClr val="3280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45" name="Google Shape;1845;p42"/>
            <p:cNvSpPr/>
            <p:nvPr/>
          </p:nvSpPr>
          <p:spPr>
            <a:xfrm flipH="1">
              <a:off x="1677377" y="2352931"/>
              <a:ext cx="90715" cy="70018"/>
            </a:xfrm>
            <a:custGeom>
              <a:avLst/>
              <a:gdLst/>
              <a:ahLst/>
              <a:cxnLst/>
              <a:rect l="l" t="t" r="r" b="b"/>
              <a:pathLst>
                <a:path w="2941" h="2270" extrusionOk="0">
                  <a:moveTo>
                    <a:pt x="0" y="1"/>
                  </a:moveTo>
                  <a:lnTo>
                    <a:pt x="0" y="2269"/>
                  </a:lnTo>
                  <a:lnTo>
                    <a:pt x="2941" y="2269"/>
                  </a:lnTo>
                  <a:lnTo>
                    <a:pt x="2941" y="1"/>
                  </a:lnTo>
                  <a:close/>
                </a:path>
              </a:pathLst>
            </a:custGeom>
            <a:solidFill>
              <a:srgbClr val="3280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46" name="Google Shape;1846;p42"/>
            <p:cNvSpPr/>
            <p:nvPr/>
          </p:nvSpPr>
          <p:spPr>
            <a:xfrm flipH="1">
              <a:off x="1677377" y="2723534"/>
              <a:ext cx="90715" cy="67396"/>
            </a:xfrm>
            <a:custGeom>
              <a:avLst/>
              <a:gdLst/>
              <a:ahLst/>
              <a:cxnLst/>
              <a:rect l="l" t="t" r="r" b="b"/>
              <a:pathLst>
                <a:path w="2941" h="2185" extrusionOk="0">
                  <a:moveTo>
                    <a:pt x="0" y="0"/>
                  </a:moveTo>
                  <a:lnTo>
                    <a:pt x="0" y="2185"/>
                  </a:lnTo>
                  <a:lnTo>
                    <a:pt x="2941" y="2185"/>
                  </a:lnTo>
                  <a:lnTo>
                    <a:pt x="2941" y="0"/>
                  </a:lnTo>
                  <a:close/>
                </a:path>
              </a:pathLst>
            </a:custGeom>
            <a:solidFill>
              <a:srgbClr val="3280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47" name="Google Shape;1847;p42"/>
            <p:cNvSpPr/>
            <p:nvPr/>
          </p:nvSpPr>
          <p:spPr>
            <a:xfrm flipH="1">
              <a:off x="1677377" y="3096728"/>
              <a:ext cx="90715" cy="67396"/>
            </a:xfrm>
            <a:custGeom>
              <a:avLst/>
              <a:gdLst/>
              <a:ahLst/>
              <a:cxnLst/>
              <a:rect l="l" t="t" r="r" b="b"/>
              <a:pathLst>
                <a:path w="2941" h="2185" extrusionOk="0">
                  <a:moveTo>
                    <a:pt x="0" y="0"/>
                  </a:moveTo>
                  <a:lnTo>
                    <a:pt x="0" y="2185"/>
                  </a:lnTo>
                  <a:lnTo>
                    <a:pt x="2941" y="2185"/>
                  </a:lnTo>
                  <a:lnTo>
                    <a:pt x="2941" y="0"/>
                  </a:lnTo>
                  <a:close/>
                </a:path>
              </a:pathLst>
            </a:custGeom>
            <a:solidFill>
              <a:srgbClr val="3280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48" name="Google Shape;1848;p42"/>
            <p:cNvSpPr/>
            <p:nvPr/>
          </p:nvSpPr>
          <p:spPr>
            <a:xfrm flipH="1">
              <a:off x="1677377" y="2816840"/>
              <a:ext cx="90715" cy="69987"/>
            </a:xfrm>
            <a:custGeom>
              <a:avLst/>
              <a:gdLst/>
              <a:ahLst/>
              <a:cxnLst/>
              <a:rect l="l" t="t" r="r" b="b"/>
              <a:pathLst>
                <a:path w="2941" h="2269" extrusionOk="0">
                  <a:moveTo>
                    <a:pt x="0" y="0"/>
                  </a:moveTo>
                  <a:lnTo>
                    <a:pt x="0" y="2269"/>
                  </a:lnTo>
                  <a:lnTo>
                    <a:pt x="2941" y="2269"/>
                  </a:lnTo>
                  <a:lnTo>
                    <a:pt x="2941" y="0"/>
                  </a:lnTo>
                  <a:close/>
                </a:path>
              </a:pathLst>
            </a:custGeom>
            <a:solidFill>
              <a:srgbClr val="3280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49" name="Google Shape;1849;p42"/>
            <p:cNvSpPr/>
            <p:nvPr/>
          </p:nvSpPr>
          <p:spPr>
            <a:xfrm flipH="1">
              <a:off x="1677377" y="3464739"/>
              <a:ext cx="90715" cy="69987"/>
            </a:xfrm>
            <a:custGeom>
              <a:avLst/>
              <a:gdLst/>
              <a:ahLst/>
              <a:cxnLst/>
              <a:rect l="l" t="t" r="r" b="b"/>
              <a:pathLst>
                <a:path w="2941" h="2269" extrusionOk="0">
                  <a:moveTo>
                    <a:pt x="0" y="0"/>
                  </a:moveTo>
                  <a:lnTo>
                    <a:pt x="0" y="2269"/>
                  </a:lnTo>
                  <a:lnTo>
                    <a:pt x="2941" y="2269"/>
                  </a:lnTo>
                  <a:lnTo>
                    <a:pt x="2941" y="0"/>
                  </a:lnTo>
                  <a:close/>
                </a:path>
              </a:pathLst>
            </a:custGeom>
            <a:solidFill>
              <a:srgbClr val="3280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50" name="Google Shape;1850;p42"/>
            <p:cNvSpPr/>
            <p:nvPr/>
          </p:nvSpPr>
          <p:spPr>
            <a:xfrm flipH="1">
              <a:off x="1677377" y="3280718"/>
              <a:ext cx="90715" cy="67427"/>
            </a:xfrm>
            <a:custGeom>
              <a:avLst/>
              <a:gdLst/>
              <a:ahLst/>
              <a:cxnLst/>
              <a:rect l="l" t="t" r="r" b="b"/>
              <a:pathLst>
                <a:path w="2941" h="2186" extrusionOk="0">
                  <a:moveTo>
                    <a:pt x="0" y="1"/>
                  </a:moveTo>
                  <a:lnTo>
                    <a:pt x="0" y="2185"/>
                  </a:lnTo>
                  <a:lnTo>
                    <a:pt x="2941" y="2185"/>
                  </a:lnTo>
                  <a:lnTo>
                    <a:pt x="2941" y="1"/>
                  </a:lnTo>
                  <a:close/>
                </a:path>
              </a:pathLst>
            </a:custGeom>
            <a:solidFill>
              <a:srgbClr val="3280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51" name="Google Shape;1851;p42"/>
            <p:cNvSpPr/>
            <p:nvPr/>
          </p:nvSpPr>
          <p:spPr>
            <a:xfrm flipH="1">
              <a:off x="1677377" y="3374024"/>
              <a:ext cx="90715" cy="67396"/>
            </a:xfrm>
            <a:custGeom>
              <a:avLst/>
              <a:gdLst/>
              <a:ahLst/>
              <a:cxnLst/>
              <a:rect l="l" t="t" r="r" b="b"/>
              <a:pathLst>
                <a:path w="2941" h="2185" extrusionOk="0">
                  <a:moveTo>
                    <a:pt x="0" y="0"/>
                  </a:moveTo>
                  <a:lnTo>
                    <a:pt x="0" y="2185"/>
                  </a:lnTo>
                  <a:lnTo>
                    <a:pt x="2941" y="2185"/>
                  </a:lnTo>
                  <a:lnTo>
                    <a:pt x="2941" y="0"/>
                  </a:lnTo>
                  <a:close/>
                </a:path>
              </a:pathLst>
            </a:custGeom>
            <a:solidFill>
              <a:srgbClr val="3280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52" name="Google Shape;1852;p42"/>
            <p:cNvSpPr/>
            <p:nvPr/>
          </p:nvSpPr>
          <p:spPr>
            <a:xfrm flipH="1">
              <a:off x="1677377" y="3187412"/>
              <a:ext cx="90715" cy="67427"/>
            </a:xfrm>
            <a:custGeom>
              <a:avLst/>
              <a:gdLst/>
              <a:ahLst/>
              <a:cxnLst/>
              <a:rect l="l" t="t" r="r" b="b"/>
              <a:pathLst>
                <a:path w="2941" h="2186" extrusionOk="0">
                  <a:moveTo>
                    <a:pt x="0" y="1"/>
                  </a:moveTo>
                  <a:lnTo>
                    <a:pt x="0" y="2185"/>
                  </a:lnTo>
                  <a:lnTo>
                    <a:pt x="2941" y="2185"/>
                  </a:lnTo>
                  <a:lnTo>
                    <a:pt x="2941" y="1"/>
                  </a:lnTo>
                  <a:close/>
                </a:path>
              </a:pathLst>
            </a:custGeom>
            <a:solidFill>
              <a:srgbClr val="3280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53" name="Google Shape;1853;p42"/>
            <p:cNvSpPr/>
            <p:nvPr/>
          </p:nvSpPr>
          <p:spPr>
            <a:xfrm flipH="1">
              <a:off x="1677377" y="2907524"/>
              <a:ext cx="90715" cy="67427"/>
            </a:xfrm>
            <a:custGeom>
              <a:avLst/>
              <a:gdLst/>
              <a:ahLst/>
              <a:cxnLst/>
              <a:rect l="l" t="t" r="r" b="b"/>
              <a:pathLst>
                <a:path w="2941" h="2186" extrusionOk="0">
                  <a:moveTo>
                    <a:pt x="0" y="1"/>
                  </a:moveTo>
                  <a:lnTo>
                    <a:pt x="0" y="2185"/>
                  </a:lnTo>
                  <a:lnTo>
                    <a:pt x="2941" y="2185"/>
                  </a:lnTo>
                  <a:lnTo>
                    <a:pt x="2941" y="1"/>
                  </a:lnTo>
                  <a:close/>
                </a:path>
              </a:pathLst>
            </a:custGeom>
            <a:solidFill>
              <a:srgbClr val="3280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54" name="Google Shape;1854;p42"/>
            <p:cNvSpPr/>
            <p:nvPr/>
          </p:nvSpPr>
          <p:spPr>
            <a:xfrm flipH="1">
              <a:off x="1677377" y="3000830"/>
              <a:ext cx="90715" cy="70018"/>
            </a:xfrm>
            <a:custGeom>
              <a:avLst/>
              <a:gdLst/>
              <a:ahLst/>
              <a:cxnLst/>
              <a:rect l="l" t="t" r="r" b="b"/>
              <a:pathLst>
                <a:path w="2941" h="2270" extrusionOk="0">
                  <a:moveTo>
                    <a:pt x="0" y="1"/>
                  </a:moveTo>
                  <a:lnTo>
                    <a:pt x="0" y="2269"/>
                  </a:lnTo>
                  <a:lnTo>
                    <a:pt x="2941" y="2269"/>
                  </a:lnTo>
                  <a:lnTo>
                    <a:pt x="2941" y="1"/>
                  </a:lnTo>
                  <a:close/>
                </a:path>
              </a:pathLst>
            </a:custGeom>
            <a:solidFill>
              <a:srgbClr val="3280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55" name="Google Shape;1855;p42"/>
            <p:cNvSpPr/>
            <p:nvPr/>
          </p:nvSpPr>
          <p:spPr>
            <a:xfrm flipH="1">
              <a:off x="1770652" y="2723534"/>
              <a:ext cx="222917" cy="67396"/>
            </a:xfrm>
            <a:custGeom>
              <a:avLst/>
              <a:gdLst/>
              <a:ahLst/>
              <a:cxnLst/>
              <a:rect l="l" t="t" r="r" b="b"/>
              <a:pathLst>
                <a:path w="7227" h="2185" extrusionOk="0">
                  <a:moveTo>
                    <a:pt x="1" y="0"/>
                  </a:moveTo>
                  <a:lnTo>
                    <a:pt x="7226" y="0"/>
                  </a:lnTo>
                  <a:lnTo>
                    <a:pt x="7226" y="2185"/>
                  </a:lnTo>
                  <a:lnTo>
                    <a:pt x="1" y="2185"/>
                  </a:lnTo>
                  <a:close/>
                </a:path>
              </a:pathLst>
            </a:custGeom>
            <a:solidFill>
              <a:srgbClr val="3FA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56" name="Google Shape;1856;p42"/>
            <p:cNvSpPr/>
            <p:nvPr/>
          </p:nvSpPr>
          <p:spPr>
            <a:xfrm flipH="1">
              <a:off x="1770652" y="2446237"/>
              <a:ext cx="222917" cy="67396"/>
            </a:xfrm>
            <a:custGeom>
              <a:avLst/>
              <a:gdLst/>
              <a:ahLst/>
              <a:cxnLst/>
              <a:rect l="l" t="t" r="r" b="b"/>
              <a:pathLst>
                <a:path w="7227" h="2185" extrusionOk="0">
                  <a:moveTo>
                    <a:pt x="1" y="0"/>
                  </a:moveTo>
                  <a:lnTo>
                    <a:pt x="7226" y="0"/>
                  </a:lnTo>
                  <a:lnTo>
                    <a:pt x="7226" y="2185"/>
                  </a:lnTo>
                  <a:lnTo>
                    <a:pt x="1" y="2185"/>
                  </a:lnTo>
                  <a:close/>
                </a:path>
              </a:pathLst>
            </a:custGeom>
            <a:solidFill>
              <a:srgbClr val="3FA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57" name="Google Shape;1857;p42"/>
            <p:cNvSpPr/>
            <p:nvPr/>
          </p:nvSpPr>
          <p:spPr>
            <a:xfrm flipH="1">
              <a:off x="1770652" y="3464739"/>
              <a:ext cx="222917" cy="69987"/>
            </a:xfrm>
            <a:custGeom>
              <a:avLst/>
              <a:gdLst/>
              <a:ahLst/>
              <a:cxnLst/>
              <a:rect l="l" t="t" r="r" b="b"/>
              <a:pathLst>
                <a:path w="7227" h="2269" extrusionOk="0">
                  <a:moveTo>
                    <a:pt x="1" y="0"/>
                  </a:moveTo>
                  <a:lnTo>
                    <a:pt x="7226" y="0"/>
                  </a:lnTo>
                  <a:lnTo>
                    <a:pt x="7226" y="2269"/>
                  </a:lnTo>
                  <a:lnTo>
                    <a:pt x="1" y="2269"/>
                  </a:lnTo>
                  <a:close/>
                </a:path>
              </a:pathLst>
            </a:custGeom>
            <a:solidFill>
              <a:srgbClr val="3FA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58" name="Google Shape;1858;p42"/>
            <p:cNvSpPr/>
            <p:nvPr/>
          </p:nvSpPr>
          <p:spPr>
            <a:xfrm flipH="1">
              <a:off x="1770652" y="2539544"/>
              <a:ext cx="222917" cy="67396"/>
            </a:xfrm>
            <a:custGeom>
              <a:avLst/>
              <a:gdLst/>
              <a:ahLst/>
              <a:cxnLst/>
              <a:rect l="l" t="t" r="r" b="b"/>
              <a:pathLst>
                <a:path w="7227" h="2185" extrusionOk="0">
                  <a:moveTo>
                    <a:pt x="1" y="0"/>
                  </a:moveTo>
                  <a:lnTo>
                    <a:pt x="7226" y="0"/>
                  </a:lnTo>
                  <a:lnTo>
                    <a:pt x="7226" y="2185"/>
                  </a:lnTo>
                  <a:lnTo>
                    <a:pt x="1" y="2185"/>
                  </a:lnTo>
                  <a:close/>
                </a:path>
              </a:pathLst>
            </a:custGeom>
            <a:solidFill>
              <a:srgbClr val="3FA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59" name="Google Shape;1859;p42"/>
            <p:cNvSpPr/>
            <p:nvPr/>
          </p:nvSpPr>
          <p:spPr>
            <a:xfrm flipH="1">
              <a:off x="1770652" y="2166350"/>
              <a:ext cx="222917" cy="67396"/>
            </a:xfrm>
            <a:custGeom>
              <a:avLst/>
              <a:gdLst/>
              <a:ahLst/>
              <a:cxnLst/>
              <a:rect l="l" t="t" r="r" b="b"/>
              <a:pathLst>
                <a:path w="7227" h="2185" extrusionOk="0">
                  <a:moveTo>
                    <a:pt x="1" y="0"/>
                  </a:moveTo>
                  <a:lnTo>
                    <a:pt x="7226" y="0"/>
                  </a:lnTo>
                  <a:lnTo>
                    <a:pt x="7226" y="2185"/>
                  </a:lnTo>
                  <a:lnTo>
                    <a:pt x="1" y="2185"/>
                  </a:lnTo>
                  <a:close/>
                </a:path>
              </a:pathLst>
            </a:custGeom>
            <a:solidFill>
              <a:srgbClr val="3FA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60" name="Google Shape;1860;p42"/>
            <p:cNvSpPr/>
            <p:nvPr/>
          </p:nvSpPr>
          <p:spPr>
            <a:xfrm flipH="1">
              <a:off x="1770652" y="2352931"/>
              <a:ext cx="222917" cy="70018"/>
            </a:xfrm>
            <a:custGeom>
              <a:avLst/>
              <a:gdLst/>
              <a:ahLst/>
              <a:cxnLst/>
              <a:rect l="l" t="t" r="r" b="b"/>
              <a:pathLst>
                <a:path w="7227" h="2270" extrusionOk="0">
                  <a:moveTo>
                    <a:pt x="1" y="1"/>
                  </a:moveTo>
                  <a:lnTo>
                    <a:pt x="7226" y="1"/>
                  </a:lnTo>
                  <a:lnTo>
                    <a:pt x="7226" y="2269"/>
                  </a:lnTo>
                  <a:lnTo>
                    <a:pt x="1" y="2269"/>
                  </a:lnTo>
                  <a:close/>
                </a:path>
              </a:pathLst>
            </a:custGeom>
            <a:solidFill>
              <a:srgbClr val="3FA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61" name="Google Shape;1861;p42"/>
            <p:cNvSpPr/>
            <p:nvPr/>
          </p:nvSpPr>
          <p:spPr>
            <a:xfrm flipH="1">
              <a:off x="1770652" y="2259625"/>
              <a:ext cx="222917" cy="70018"/>
            </a:xfrm>
            <a:custGeom>
              <a:avLst/>
              <a:gdLst/>
              <a:ahLst/>
              <a:cxnLst/>
              <a:rect l="l" t="t" r="r" b="b"/>
              <a:pathLst>
                <a:path w="7227" h="2270" extrusionOk="0">
                  <a:moveTo>
                    <a:pt x="1" y="1"/>
                  </a:moveTo>
                  <a:lnTo>
                    <a:pt x="7226" y="1"/>
                  </a:lnTo>
                  <a:lnTo>
                    <a:pt x="7226" y="2270"/>
                  </a:lnTo>
                  <a:lnTo>
                    <a:pt x="1" y="2270"/>
                  </a:lnTo>
                  <a:close/>
                </a:path>
              </a:pathLst>
            </a:custGeom>
            <a:solidFill>
              <a:srgbClr val="3FA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62" name="Google Shape;1862;p42"/>
            <p:cNvSpPr/>
            <p:nvPr/>
          </p:nvSpPr>
          <p:spPr>
            <a:xfrm flipH="1">
              <a:off x="1770652" y="2630228"/>
              <a:ext cx="222917" cy="67427"/>
            </a:xfrm>
            <a:custGeom>
              <a:avLst/>
              <a:gdLst/>
              <a:ahLst/>
              <a:cxnLst/>
              <a:rect l="l" t="t" r="r" b="b"/>
              <a:pathLst>
                <a:path w="7227" h="2186" extrusionOk="0">
                  <a:moveTo>
                    <a:pt x="1" y="1"/>
                  </a:moveTo>
                  <a:lnTo>
                    <a:pt x="7226" y="1"/>
                  </a:lnTo>
                  <a:lnTo>
                    <a:pt x="7226" y="2185"/>
                  </a:lnTo>
                  <a:lnTo>
                    <a:pt x="1" y="2185"/>
                  </a:lnTo>
                  <a:close/>
                </a:path>
              </a:pathLst>
            </a:custGeom>
            <a:solidFill>
              <a:srgbClr val="3FA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63" name="Google Shape;1863;p42"/>
            <p:cNvSpPr/>
            <p:nvPr/>
          </p:nvSpPr>
          <p:spPr>
            <a:xfrm flipH="1">
              <a:off x="1770652" y="3280718"/>
              <a:ext cx="222917" cy="67427"/>
            </a:xfrm>
            <a:custGeom>
              <a:avLst/>
              <a:gdLst/>
              <a:ahLst/>
              <a:cxnLst/>
              <a:rect l="l" t="t" r="r" b="b"/>
              <a:pathLst>
                <a:path w="7227" h="2186" extrusionOk="0">
                  <a:moveTo>
                    <a:pt x="1" y="1"/>
                  </a:moveTo>
                  <a:lnTo>
                    <a:pt x="7226" y="1"/>
                  </a:lnTo>
                  <a:lnTo>
                    <a:pt x="7226" y="2185"/>
                  </a:lnTo>
                  <a:lnTo>
                    <a:pt x="1" y="2185"/>
                  </a:lnTo>
                  <a:close/>
                </a:path>
              </a:pathLst>
            </a:custGeom>
            <a:solidFill>
              <a:srgbClr val="3FA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64" name="Google Shape;1864;p42"/>
            <p:cNvSpPr/>
            <p:nvPr/>
          </p:nvSpPr>
          <p:spPr>
            <a:xfrm flipH="1">
              <a:off x="1770652" y="3374024"/>
              <a:ext cx="222917" cy="67396"/>
            </a:xfrm>
            <a:custGeom>
              <a:avLst/>
              <a:gdLst/>
              <a:ahLst/>
              <a:cxnLst/>
              <a:rect l="l" t="t" r="r" b="b"/>
              <a:pathLst>
                <a:path w="7227" h="2185" extrusionOk="0">
                  <a:moveTo>
                    <a:pt x="1" y="0"/>
                  </a:moveTo>
                  <a:lnTo>
                    <a:pt x="7226" y="0"/>
                  </a:lnTo>
                  <a:lnTo>
                    <a:pt x="7226" y="2185"/>
                  </a:lnTo>
                  <a:lnTo>
                    <a:pt x="1" y="2185"/>
                  </a:lnTo>
                  <a:close/>
                </a:path>
              </a:pathLst>
            </a:custGeom>
            <a:solidFill>
              <a:srgbClr val="3FA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65" name="Google Shape;1865;p42"/>
            <p:cNvSpPr/>
            <p:nvPr/>
          </p:nvSpPr>
          <p:spPr>
            <a:xfrm flipH="1">
              <a:off x="1770652" y="3187412"/>
              <a:ext cx="222917" cy="67427"/>
            </a:xfrm>
            <a:custGeom>
              <a:avLst/>
              <a:gdLst/>
              <a:ahLst/>
              <a:cxnLst/>
              <a:rect l="l" t="t" r="r" b="b"/>
              <a:pathLst>
                <a:path w="7227" h="2186" extrusionOk="0">
                  <a:moveTo>
                    <a:pt x="1" y="1"/>
                  </a:moveTo>
                  <a:lnTo>
                    <a:pt x="7226" y="1"/>
                  </a:lnTo>
                  <a:lnTo>
                    <a:pt x="7226" y="2185"/>
                  </a:lnTo>
                  <a:lnTo>
                    <a:pt x="1" y="2185"/>
                  </a:lnTo>
                  <a:close/>
                </a:path>
              </a:pathLst>
            </a:custGeom>
            <a:solidFill>
              <a:srgbClr val="3FA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66" name="Google Shape;1866;p42"/>
            <p:cNvSpPr/>
            <p:nvPr/>
          </p:nvSpPr>
          <p:spPr>
            <a:xfrm flipH="1">
              <a:off x="1770652" y="3096728"/>
              <a:ext cx="222917" cy="67396"/>
            </a:xfrm>
            <a:custGeom>
              <a:avLst/>
              <a:gdLst/>
              <a:ahLst/>
              <a:cxnLst/>
              <a:rect l="l" t="t" r="r" b="b"/>
              <a:pathLst>
                <a:path w="7227" h="2185" extrusionOk="0">
                  <a:moveTo>
                    <a:pt x="1" y="0"/>
                  </a:moveTo>
                  <a:lnTo>
                    <a:pt x="7226" y="0"/>
                  </a:lnTo>
                  <a:lnTo>
                    <a:pt x="7226" y="2185"/>
                  </a:lnTo>
                  <a:lnTo>
                    <a:pt x="1" y="2185"/>
                  </a:lnTo>
                  <a:close/>
                </a:path>
              </a:pathLst>
            </a:custGeom>
            <a:solidFill>
              <a:srgbClr val="3FA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67" name="Google Shape;1867;p42"/>
            <p:cNvSpPr/>
            <p:nvPr/>
          </p:nvSpPr>
          <p:spPr>
            <a:xfrm flipH="1">
              <a:off x="1770652" y="2907524"/>
              <a:ext cx="222917" cy="67427"/>
            </a:xfrm>
            <a:custGeom>
              <a:avLst/>
              <a:gdLst/>
              <a:ahLst/>
              <a:cxnLst/>
              <a:rect l="l" t="t" r="r" b="b"/>
              <a:pathLst>
                <a:path w="7227" h="2186" extrusionOk="0">
                  <a:moveTo>
                    <a:pt x="1" y="1"/>
                  </a:moveTo>
                  <a:lnTo>
                    <a:pt x="7226" y="1"/>
                  </a:lnTo>
                  <a:lnTo>
                    <a:pt x="7226" y="2185"/>
                  </a:lnTo>
                  <a:lnTo>
                    <a:pt x="1" y="2185"/>
                  </a:lnTo>
                  <a:close/>
                </a:path>
              </a:pathLst>
            </a:custGeom>
            <a:solidFill>
              <a:srgbClr val="3FA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68" name="Google Shape;1868;p42"/>
            <p:cNvSpPr/>
            <p:nvPr/>
          </p:nvSpPr>
          <p:spPr>
            <a:xfrm flipH="1">
              <a:off x="1770652" y="2816840"/>
              <a:ext cx="222917" cy="69987"/>
            </a:xfrm>
            <a:custGeom>
              <a:avLst/>
              <a:gdLst/>
              <a:ahLst/>
              <a:cxnLst/>
              <a:rect l="l" t="t" r="r" b="b"/>
              <a:pathLst>
                <a:path w="7227" h="2269" extrusionOk="0">
                  <a:moveTo>
                    <a:pt x="1" y="0"/>
                  </a:moveTo>
                  <a:lnTo>
                    <a:pt x="7226" y="0"/>
                  </a:lnTo>
                  <a:lnTo>
                    <a:pt x="7226" y="2269"/>
                  </a:lnTo>
                  <a:lnTo>
                    <a:pt x="1" y="2269"/>
                  </a:lnTo>
                  <a:close/>
                </a:path>
              </a:pathLst>
            </a:custGeom>
            <a:solidFill>
              <a:srgbClr val="3FA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69" name="Google Shape;1869;p42"/>
            <p:cNvSpPr/>
            <p:nvPr/>
          </p:nvSpPr>
          <p:spPr>
            <a:xfrm flipH="1">
              <a:off x="1770652" y="3000830"/>
              <a:ext cx="222917" cy="70018"/>
            </a:xfrm>
            <a:custGeom>
              <a:avLst/>
              <a:gdLst/>
              <a:ahLst/>
              <a:cxnLst/>
              <a:rect l="l" t="t" r="r" b="b"/>
              <a:pathLst>
                <a:path w="7227" h="2270" extrusionOk="0">
                  <a:moveTo>
                    <a:pt x="1" y="1"/>
                  </a:moveTo>
                  <a:lnTo>
                    <a:pt x="7226" y="1"/>
                  </a:lnTo>
                  <a:lnTo>
                    <a:pt x="7226" y="2269"/>
                  </a:lnTo>
                  <a:lnTo>
                    <a:pt x="1" y="2269"/>
                  </a:lnTo>
                  <a:close/>
                </a:path>
              </a:pathLst>
            </a:custGeom>
            <a:solidFill>
              <a:srgbClr val="3FA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70" name="Google Shape;1870;p42"/>
            <p:cNvSpPr/>
            <p:nvPr/>
          </p:nvSpPr>
          <p:spPr>
            <a:xfrm flipH="1">
              <a:off x="1685150" y="1997905"/>
              <a:ext cx="116656" cy="101079"/>
            </a:xfrm>
            <a:custGeom>
              <a:avLst/>
              <a:gdLst/>
              <a:ahLst/>
              <a:cxnLst/>
              <a:rect l="l" t="t" r="r" b="b"/>
              <a:pathLst>
                <a:path w="3782" h="3277" extrusionOk="0">
                  <a:moveTo>
                    <a:pt x="2017" y="0"/>
                  </a:moveTo>
                  <a:lnTo>
                    <a:pt x="1" y="840"/>
                  </a:lnTo>
                  <a:lnTo>
                    <a:pt x="1" y="3277"/>
                  </a:lnTo>
                  <a:lnTo>
                    <a:pt x="3782" y="3277"/>
                  </a:lnTo>
                  <a:lnTo>
                    <a:pt x="2017" y="0"/>
                  </a:lnTo>
                  <a:close/>
                </a:path>
              </a:pathLst>
            </a:custGeom>
            <a:solidFill>
              <a:srgbClr val="C294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71" name="Google Shape;1871;p42"/>
            <p:cNvSpPr/>
            <p:nvPr/>
          </p:nvSpPr>
          <p:spPr>
            <a:xfrm flipH="1">
              <a:off x="1736970" y="1995314"/>
              <a:ext cx="248827" cy="103670"/>
            </a:xfrm>
            <a:custGeom>
              <a:avLst/>
              <a:gdLst/>
              <a:ahLst/>
              <a:cxnLst/>
              <a:rect l="l" t="t" r="r" b="b"/>
              <a:pathLst>
                <a:path w="8067" h="3361" extrusionOk="0">
                  <a:moveTo>
                    <a:pt x="1849" y="0"/>
                  </a:moveTo>
                  <a:cubicBezTo>
                    <a:pt x="1765" y="0"/>
                    <a:pt x="1597" y="0"/>
                    <a:pt x="1597" y="84"/>
                  </a:cubicBezTo>
                  <a:lnTo>
                    <a:pt x="85" y="3277"/>
                  </a:lnTo>
                  <a:cubicBezTo>
                    <a:pt x="1" y="3277"/>
                    <a:pt x="85" y="3361"/>
                    <a:pt x="169" y="3361"/>
                  </a:cubicBezTo>
                  <a:lnTo>
                    <a:pt x="6218" y="3361"/>
                  </a:lnTo>
                  <a:cubicBezTo>
                    <a:pt x="6302" y="3361"/>
                    <a:pt x="6470" y="3361"/>
                    <a:pt x="6470" y="3277"/>
                  </a:cubicBezTo>
                  <a:lnTo>
                    <a:pt x="7982" y="84"/>
                  </a:lnTo>
                  <a:cubicBezTo>
                    <a:pt x="8066" y="84"/>
                    <a:pt x="7982" y="0"/>
                    <a:pt x="7898" y="0"/>
                  </a:cubicBezTo>
                  <a:close/>
                </a:path>
              </a:pathLst>
            </a:custGeom>
            <a:solidFill>
              <a:srgbClr val="5A6A7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72" name="Google Shape;1872;p42"/>
            <p:cNvSpPr/>
            <p:nvPr/>
          </p:nvSpPr>
          <p:spPr>
            <a:xfrm flipH="1">
              <a:off x="1747333" y="2000496"/>
              <a:ext cx="228099" cy="95897"/>
            </a:xfrm>
            <a:custGeom>
              <a:avLst/>
              <a:gdLst/>
              <a:ahLst/>
              <a:cxnLst/>
              <a:rect l="l" t="t" r="r" b="b"/>
              <a:pathLst>
                <a:path w="7395" h="3109" extrusionOk="0">
                  <a:moveTo>
                    <a:pt x="1429" y="0"/>
                  </a:moveTo>
                  <a:lnTo>
                    <a:pt x="1093" y="756"/>
                  </a:lnTo>
                  <a:lnTo>
                    <a:pt x="1009" y="756"/>
                  </a:lnTo>
                  <a:lnTo>
                    <a:pt x="673" y="1512"/>
                  </a:lnTo>
                  <a:lnTo>
                    <a:pt x="2101" y="1512"/>
                  </a:lnTo>
                  <a:lnTo>
                    <a:pt x="2353" y="756"/>
                  </a:lnTo>
                  <a:lnTo>
                    <a:pt x="2521" y="756"/>
                  </a:lnTo>
                  <a:lnTo>
                    <a:pt x="2773" y="0"/>
                  </a:lnTo>
                  <a:close/>
                  <a:moveTo>
                    <a:pt x="3025" y="0"/>
                  </a:moveTo>
                  <a:lnTo>
                    <a:pt x="2689" y="756"/>
                  </a:lnTo>
                  <a:lnTo>
                    <a:pt x="2605" y="756"/>
                  </a:lnTo>
                  <a:lnTo>
                    <a:pt x="2269" y="1512"/>
                  </a:lnTo>
                  <a:lnTo>
                    <a:pt x="3614" y="1512"/>
                  </a:lnTo>
                  <a:lnTo>
                    <a:pt x="3950" y="756"/>
                  </a:lnTo>
                  <a:lnTo>
                    <a:pt x="4034" y="756"/>
                  </a:lnTo>
                  <a:lnTo>
                    <a:pt x="4370" y="0"/>
                  </a:lnTo>
                  <a:close/>
                  <a:moveTo>
                    <a:pt x="4454" y="0"/>
                  </a:moveTo>
                  <a:lnTo>
                    <a:pt x="4202" y="756"/>
                  </a:lnTo>
                  <a:lnTo>
                    <a:pt x="3866" y="1512"/>
                  </a:lnTo>
                  <a:lnTo>
                    <a:pt x="5210" y="1512"/>
                  </a:lnTo>
                  <a:lnTo>
                    <a:pt x="5546" y="756"/>
                  </a:lnTo>
                  <a:lnTo>
                    <a:pt x="5882" y="0"/>
                  </a:lnTo>
                  <a:close/>
                  <a:moveTo>
                    <a:pt x="6050" y="0"/>
                  </a:moveTo>
                  <a:lnTo>
                    <a:pt x="5714" y="756"/>
                  </a:lnTo>
                  <a:lnTo>
                    <a:pt x="5630" y="756"/>
                  </a:lnTo>
                  <a:lnTo>
                    <a:pt x="5294" y="1512"/>
                  </a:lnTo>
                  <a:lnTo>
                    <a:pt x="6722" y="1512"/>
                  </a:lnTo>
                  <a:lnTo>
                    <a:pt x="6974" y="756"/>
                  </a:lnTo>
                  <a:lnTo>
                    <a:pt x="7142" y="756"/>
                  </a:lnTo>
                  <a:lnTo>
                    <a:pt x="7394" y="0"/>
                  </a:lnTo>
                  <a:close/>
                  <a:moveTo>
                    <a:pt x="673" y="1596"/>
                  </a:moveTo>
                  <a:lnTo>
                    <a:pt x="421" y="2353"/>
                  </a:lnTo>
                  <a:lnTo>
                    <a:pt x="253" y="2353"/>
                  </a:lnTo>
                  <a:lnTo>
                    <a:pt x="1" y="3109"/>
                  </a:lnTo>
                  <a:lnTo>
                    <a:pt x="1345" y="3109"/>
                  </a:lnTo>
                  <a:lnTo>
                    <a:pt x="1681" y="2353"/>
                  </a:lnTo>
                  <a:lnTo>
                    <a:pt x="1765" y="2353"/>
                  </a:lnTo>
                  <a:lnTo>
                    <a:pt x="2101" y="1596"/>
                  </a:lnTo>
                  <a:close/>
                  <a:moveTo>
                    <a:pt x="2185" y="1596"/>
                  </a:moveTo>
                  <a:lnTo>
                    <a:pt x="1849" y="2353"/>
                  </a:lnTo>
                  <a:lnTo>
                    <a:pt x="1513" y="3109"/>
                  </a:lnTo>
                  <a:lnTo>
                    <a:pt x="2941" y="3109"/>
                  </a:lnTo>
                  <a:lnTo>
                    <a:pt x="3193" y="2353"/>
                  </a:lnTo>
                  <a:lnTo>
                    <a:pt x="3529" y="1596"/>
                  </a:lnTo>
                  <a:close/>
                  <a:moveTo>
                    <a:pt x="3782" y="1596"/>
                  </a:moveTo>
                  <a:lnTo>
                    <a:pt x="3445" y="2353"/>
                  </a:lnTo>
                  <a:lnTo>
                    <a:pt x="3361" y="2353"/>
                  </a:lnTo>
                  <a:lnTo>
                    <a:pt x="3025" y="3109"/>
                  </a:lnTo>
                  <a:lnTo>
                    <a:pt x="4370" y="3109"/>
                  </a:lnTo>
                  <a:lnTo>
                    <a:pt x="4706" y="2353"/>
                  </a:lnTo>
                  <a:lnTo>
                    <a:pt x="4790" y="2353"/>
                  </a:lnTo>
                  <a:lnTo>
                    <a:pt x="5126" y="1596"/>
                  </a:lnTo>
                  <a:close/>
                  <a:moveTo>
                    <a:pt x="5210" y="1596"/>
                  </a:moveTo>
                  <a:lnTo>
                    <a:pt x="4874" y="2353"/>
                  </a:lnTo>
                  <a:lnTo>
                    <a:pt x="4622" y="3109"/>
                  </a:lnTo>
                  <a:lnTo>
                    <a:pt x="5966" y="3109"/>
                  </a:lnTo>
                  <a:lnTo>
                    <a:pt x="6302" y="2353"/>
                  </a:lnTo>
                  <a:lnTo>
                    <a:pt x="6554" y="1596"/>
                  </a:lnTo>
                  <a:close/>
                </a:path>
              </a:pathLst>
            </a:custGeom>
            <a:solidFill>
              <a:srgbClr val="78B2B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73" name="Google Shape;1873;p42"/>
            <p:cNvSpPr/>
            <p:nvPr/>
          </p:nvSpPr>
          <p:spPr>
            <a:xfrm flipH="1">
              <a:off x="1747333" y="2000496"/>
              <a:ext cx="225508" cy="95897"/>
            </a:xfrm>
            <a:custGeom>
              <a:avLst/>
              <a:gdLst/>
              <a:ahLst/>
              <a:cxnLst/>
              <a:rect l="l" t="t" r="r" b="b"/>
              <a:pathLst>
                <a:path w="7311" h="3109" extrusionOk="0">
                  <a:moveTo>
                    <a:pt x="1429" y="0"/>
                  </a:moveTo>
                  <a:lnTo>
                    <a:pt x="1177" y="756"/>
                  </a:lnTo>
                  <a:lnTo>
                    <a:pt x="1009" y="756"/>
                  </a:lnTo>
                  <a:lnTo>
                    <a:pt x="757" y="1512"/>
                  </a:lnTo>
                  <a:lnTo>
                    <a:pt x="2017" y="1512"/>
                  </a:lnTo>
                  <a:lnTo>
                    <a:pt x="2269" y="756"/>
                  </a:lnTo>
                  <a:lnTo>
                    <a:pt x="2437" y="756"/>
                  </a:lnTo>
                  <a:lnTo>
                    <a:pt x="2689" y="0"/>
                  </a:lnTo>
                  <a:close/>
                  <a:moveTo>
                    <a:pt x="3025" y="0"/>
                  </a:moveTo>
                  <a:lnTo>
                    <a:pt x="2689" y="756"/>
                  </a:lnTo>
                  <a:lnTo>
                    <a:pt x="2605" y="756"/>
                  </a:lnTo>
                  <a:lnTo>
                    <a:pt x="2269" y="1512"/>
                  </a:lnTo>
                  <a:lnTo>
                    <a:pt x="3530" y="1512"/>
                  </a:lnTo>
                  <a:lnTo>
                    <a:pt x="3866" y="756"/>
                  </a:lnTo>
                  <a:lnTo>
                    <a:pt x="3950" y="756"/>
                  </a:lnTo>
                  <a:lnTo>
                    <a:pt x="4286" y="0"/>
                  </a:lnTo>
                  <a:close/>
                  <a:moveTo>
                    <a:pt x="4538" y="0"/>
                  </a:moveTo>
                  <a:lnTo>
                    <a:pt x="4202" y="756"/>
                  </a:lnTo>
                  <a:lnTo>
                    <a:pt x="4118" y="756"/>
                  </a:lnTo>
                  <a:lnTo>
                    <a:pt x="3782" y="1512"/>
                  </a:lnTo>
                  <a:lnTo>
                    <a:pt x="5042" y="1512"/>
                  </a:lnTo>
                  <a:lnTo>
                    <a:pt x="5378" y="756"/>
                  </a:lnTo>
                  <a:lnTo>
                    <a:pt x="5462" y="756"/>
                  </a:lnTo>
                  <a:lnTo>
                    <a:pt x="5798" y="0"/>
                  </a:lnTo>
                  <a:close/>
                  <a:moveTo>
                    <a:pt x="5966" y="0"/>
                  </a:moveTo>
                  <a:lnTo>
                    <a:pt x="5630" y="756"/>
                  </a:lnTo>
                  <a:lnTo>
                    <a:pt x="5378" y="1512"/>
                  </a:lnTo>
                  <a:lnTo>
                    <a:pt x="6638" y="1512"/>
                  </a:lnTo>
                  <a:lnTo>
                    <a:pt x="6890" y="756"/>
                  </a:lnTo>
                  <a:lnTo>
                    <a:pt x="7310" y="0"/>
                  </a:lnTo>
                  <a:close/>
                  <a:moveTo>
                    <a:pt x="757" y="1596"/>
                  </a:moveTo>
                  <a:lnTo>
                    <a:pt x="421" y="2353"/>
                  </a:lnTo>
                  <a:lnTo>
                    <a:pt x="337" y="2353"/>
                  </a:lnTo>
                  <a:lnTo>
                    <a:pt x="1" y="3109"/>
                  </a:lnTo>
                  <a:lnTo>
                    <a:pt x="1261" y="3109"/>
                  </a:lnTo>
                  <a:lnTo>
                    <a:pt x="1597" y="2353"/>
                  </a:lnTo>
                  <a:lnTo>
                    <a:pt x="1681" y="2353"/>
                  </a:lnTo>
                  <a:lnTo>
                    <a:pt x="2017" y="1596"/>
                  </a:lnTo>
                  <a:close/>
                  <a:moveTo>
                    <a:pt x="2185" y="1596"/>
                  </a:moveTo>
                  <a:lnTo>
                    <a:pt x="1849" y="2353"/>
                  </a:lnTo>
                  <a:lnTo>
                    <a:pt x="1765" y="2353"/>
                  </a:lnTo>
                  <a:lnTo>
                    <a:pt x="1429" y="3109"/>
                  </a:lnTo>
                  <a:lnTo>
                    <a:pt x="2689" y="3109"/>
                  </a:lnTo>
                  <a:lnTo>
                    <a:pt x="3109" y="2353"/>
                  </a:lnTo>
                  <a:lnTo>
                    <a:pt x="3445" y="1596"/>
                  </a:lnTo>
                  <a:close/>
                  <a:moveTo>
                    <a:pt x="3782" y="1596"/>
                  </a:moveTo>
                  <a:lnTo>
                    <a:pt x="3445" y="2353"/>
                  </a:lnTo>
                  <a:lnTo>
                    <a:pt x="3361" y="2353"/>
                  </a:lnTo>
                  <a:lnTo>
                    <a:pt x="3025" y="3109"/>
                  </a:lnTo>
                  <a:lnTo>
                    <a:pt x="4286" y="3109"/>
                  </a:lnTo>
                  <a:lnTo>
                    <a:pt x="4622" y="2353"/>
                  </a:lnTo>
                  <a:lnTo>
                    <a:pt x="4706" y="2353"/>
                  </a:lnTo>
                  <a:lnTo>
                    <a:pt x="5042" y="1596"/>
                  </a:lnTo>
                  <a:close/>
                  <a:moveTo>
                    <a:pt x="5210" y="1596"/>
                  </a:moveTo>
                  <a:lnTo>
                    <a:pt x="4958" y="2353"/>
                  </a:lnTo>
                  <a:lnTo>
                    <a:pt x="4622" y="3109"/>
                  </a:lnTo>
                  <a:lnTo>
                    <a:pt x="5882" y="3109"/>
                  </a:lnTo>
                  <a:lnTo>
                    <a:pt x="6218" y="2353"/>
                  </a:lnTo>
                  <a:lnTo>
                    <a:pt x="6470" y="1596"/>
                  </a:lnTo>
                  <a:close/>
                </a:path>
              </a:pathLst>
            </a:custGeom>
            <a:solidFill>
              <a:srgbClr val="5C7A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874" name="Google Shape;1874;p42"/>
          <p:cNvGrpSpPr/>
          <p:nvPr/>
        </p:nvGrpSpPr>
        <p:grpSpPr>
          <a:xfrm>
            <a:off x="1623396" y="2511035"/>
            <a:ext cx="313601" cy="1041852"/>
            <a:chOff x="1700696" y="2518785"/>
            <a:chExt cx="313601" cy="1041852"/>
          </a:xfrm>
        </p:grpSpPr>
        <p:sp>
          <p:nvSpPr>
            <p:cNvPr id="1875" name="Google Shape;1875;p42"/>
            <p:cNvSpPr/>
            <p:nvPr/>
          </p:nvSpPr>
          <p:spPr>
            <a:xfrm flipH="1">
              <a:off x="1840640" y="3412889"/>
              <a:ext cx="28532" cy="147748"/>
            </a:xfrm>
            <a:custGeom>
              <a:avLst/>
              <a:gdLst/>
              <a:ahLst/>
              <a:cxnLst/>
              <a:rect l="l" t="t" r="r" b="b"/>
              <a:pathLst>
                <a:path w="925" h="4790" extrusionOk="0">
                  <a:moveTo>
                    <a:pt x="0" y="1"/>
                  </a:moveTo>
                  <a:lnTo>
                    <a:pt x="0" y="4790"/>
                  </a:lnTo>
                  <a:lnTo>
                    <a:pt x="925" y="4790"/>
                  </a:lnTo>
                  <a:lnTo>
                    <a:pt x="925" y="1"/>
                  </a:lnTo>
                  <a:close/>
                </a:path>
              </a:pathLst>
            </a:custGeom>
            <a:solidFill>
              <a:srgbClr val="4054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76" name="Google Shape;1876;p42"/>
            <p:cNvSpPr/>
            <p:nvPr/>
          </p:nvSpPr>
          <p:spPr>
            <a:xfrm flipH="1">
              <a:off x="1840640" y="3412889"/>
              <a:ext cx="12986" cy="147748"/>
            </a:xfrm>
            <a:custGeom>
              <a:avLst/>
              <a:gdLst/>
              <a:ahLst/>
              <a:cxnLst/>
              <a:rect l="l" t="t" r="r" b="b"/>
              <a:pathLst>
                <a:path w="421" h="4790" extrusionOk="0">
                  <a:moveTo>
                    <a:pt x="1" y="1"/>
                  </a:moveTo>
                  <a:lnTo>
                    <a:pt x="1" y="4790"/>
                  </a:lnTo>
                  <a:lnTo>
                    <a:pt x="421" y="4790"/>
                  </a:lnTo>
                  <a:lnTo>
                    <a:pt x="421" y="1"/>
                  </a:lnTo>
                  <a:close/>
                </a:path>
              </a:pathLst>
            </a:custGeom>
            <a:solidFill>
              <a:srgbClr val="6C8C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77" name="Google Shape;1877;p42"/>
            <p:cNvSpPr/>
            <p:nvPr/>
          </p:nvSpPr>
          <p:spPr>
            <a:xfrm flipH="1">
              <a:off x="1843231" y="2695033"/>
              <a:ext cx="23350" cy="717887"/>
            </a:xfrm>
            <a:custGeom>
              <a:avLst/>
              <a:gdLst/>
              <a:ahLst/>
              <a:cxnLst/>
              <a:rect l="l" t="t" r="r" b="b"/>
              <a:pathLst>
                <a:path w="757" h="23274" extrusionOk="0">
                  <a:moveTo>
                    <a:pt x="337" y="0"/>
                  </a:moveTo>
                  <a:cubicBezTo>
                    <a:pt x="337" y="924"/>
                    <a:pt x="0" y="22601"/>
                    <a:pt x="0" y="23274"/>
                  </a:cubicBezTo>
                  <a:lnTo>
                    <a:pt x="757" y="23274"/>
                  </a:lnTo>
                  <a:cubicBezTo>
                    <a:pt x="757" y="22601"/>
                    <a:pt x="421" y="924"/>
                    <a:pt x="421" y="0"/>
                  </a:cubicBezTo>
                  <a:close/>
                </a:path>
              </a:pathLst>
            </a:custGeom>
            <a:solidFill>
              <a:srgbClr val="F5F9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78" name="Google Shape;1878;p42"/>
            <p:cNvSpPr/>
            <p:nvPr/>
          </p:nvSpPr>
          <p:spPr>
            <a:xfrm flipH="1">
              <a:off x="1845822" y="2695033"/>
              <a:ext cx="7804" cy="717887"/>
            </a:xfrm>
            <a:custGeom>
              <a:avLst/>
              <a:gdLst/>
              <a:ahLst/>
              <a:cxnLst/>
              <a:rect l="l" t="t" r="r" b="b"/>
              <a:pathLst>
                <a:path w="253" h="23274" extrusionOk="0">
                  <a:moveTo>
                    <a:pt x="1" y="0"/>
                  </a:moveTo>
                  <a:lnTo>
                    <a:pt x="1" y="23274"/>
                  </a:lnTo>
                  <a:lnTo>
                    <a:pt x="253" y="23274"/>
                  </a:lnTo>
                  <a:cubicBezTo>
                    <a:pt x="253" y="22601"/>
                    <a:pt x="1" y="924"/>
                    <a:pt x="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79" name="Google Shape;1879;p42"/>
            <p:cNvSpPr/>
            <p:nvPr/>
          </p:nvSpPr>
          <p:spPr>
            <a:xfrm flipH="1">
              <a:off x="1838049" y="2518785"/>
              <a:ext cx="25941" cy="173688"/>
            </a:xfrm>
            <a:custGeom>
              <a:avLst/>
              <a:gdLst/>
              <a:ahLst/>
              <a:cxnLst/>
              <a:rect l="l" t="t" r="r" b="b"/>
              <a:pathLst>
                <a:path w="841" h="5631" extrusionOk="0">
                  <a:moveTo>
                    <a:pt x="337" y="1"/>
                  </a:moveTo>
                  <a:cubicBezTo>
                    <a:pt x="169" y="1"/>
                    <a:pt x="1" y="1429"/>
                    <a:pt x="1" y="2942"/>
                  </a:cubicBezTo>
                  <a:cubicBezTo>
                    <a:pt x="1" y="4622"/>
                    <a:pt x="1" y="5630"/>
                    <a:pt x="169" y="5630"/>
                  </a:cubicBezTo>
                  <a:cubicBezTo>
                    <a:pt x="337" y="5630"/>
                    <a:pt x="589" y="5042"/>
                    <a:pt x="757" y="4538"/>
                  </a:cubicBezTo>
                  <a:cubicBezTo>
                    <a:pt x="841" y="4202"/>
                    <a:pt x="421" y="1"/>
                    <a:pt x="33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80" name="Google Shape;1880;p42"/>
            <p:cNvSpPr/>
            <p:nvPr/>
          </p:nvSpPr>
          <p:spPr>
            <a:xfrm flipH="1">
              <a:off x="1838049" y="2529180"/>
              <a:ext cx="12986" cy="152930"/>
            </a:xfrm>
            <a:custGeom>
              <a:avLst/>
              <a:gdLst/>
              <a:ahLst/>
              <a:cxnLst/>
              <a:rect l="l" t="t" r="r" b="b"/>
              <a:pathLst>
                <a:path w="421" h="4958" extrusionOk="0">
                  <a:moveTo>
                    <a:pt x="1" y="0"/>
                  </a:moveTo>
                  <a:lnTo>
                    <a:pt x="1" y="4957"/>
                  </a:lnTo>
                  <a:cubicBezTo>
                    <a:pt x="169" y="4873"/>
                    <a:pt x="253" y="4621"/>
                    <a:pt x="253" y="4453"/>
                  </a:cubicBezTo>
                  <a:cubicBezTo>
                    <a:pt x="253" y="4285"/>
                    <a:pt x="337" y="4285"/>
                    <a:pt x="337" y="4201"/>
                  </a:cubicBezTo>
                  <a:cubicBezTo>
                    <a:pt x="421" y="3865"/>
                    <a:pt x="169" y="1092"/>
                    <a:pt x="1" y="0"/>
                  </a:cubicBez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81" name="Google Shape;1881;p42"/>
            <p:cNvSpPr/>
            <p:nvPr/>
          </p:nvSpPr>
          <p:spPr>
            <a:xfrm flipH="1">
              <a:off x="1853594" y="2693954"/>
              <a:ext cx="160702" cy="84916"/>
            </a:xfrm>
            <a:custGeom>
              <a:avLst/>
              <a:gdLst/>
              <a:ahLst/>
              <a:cxnLst/>
              <a:rect l="l" t="t" r="r" b="b"/>
              <a:pathLst>
                <a:path w="5210" h="2753" extrusionOk="0">
                  <a:moveTo>
                    <a:pt x="4935" y="0"/>
                  </a:moveTo>
                  <a:cubicBezTo>
                    <a:pt x="4697" y="0"/>
                    <a:pt x="4281" y="60"/>
                    <a:pt x="3865" y="119"/>
                  </a:cubicBezTo>
                  <a:cubicBezTo>
                    <a:pt x="3529" y="119"/>
                    <a:pt x="0" y="2640"/>
                    <a:pt x="84" y="2724"/>
                  </a:cubicBezTo>
                  <a:cubicBezTo>
                    <a:pt x="94" y="2743"/>
                    <a:pt x="120" y="2753"/>
                    <a:pt x="159" y="2753"/>
                  </a:cubicBezTo>
                  <a:cubicBezTo>
                    <a:pt x="463" y="2753"/>
                    <a:pt x="1603" y="2207"/>
                    <a:pt x="2941" y="1464"/>
                  </a:cubicBezTo>
                  <a:cubicBezTo>
                    <a:pt x="4369" y="623"/>
                    <a:pt x="5210" y="203"/>
                    <a:pt x="5126" y="35"/>
                  </a:cubicBezTo>
                  <a:cubicBezTo>
                    <a:pt x="5101" y="11"/>
                    <a:pt x="5033" y="0"/>
                    <a:pt x="493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82" name="Google Shape;1882;p42"/>
            <p:cNvSpPr/>
            <p:nvPr/>
          </p:nvSpPr>
          <p:spPr>
            <a:xfrm flipH="1">
              <a:off x="1869140" y="2697624"/>
              <a:ext cx="132202" cy="75169"/>
            </a:xfrm>
            <a:custGeom>
              <a:avLst/>
              <a:gdLst/>
              <a:ahLst/>
              <a:cxnLst/>
              <a:rect l="l" t="t" r="r" b="b"/>
              <a:pathLst>
                <a:path w="4286" h="2437" extrusionOk="0">
                  <a:moveTo>
                    <a:pt x="4285" y="0"/>
                  </a:moveTo>
                  <a:cubicBezTo>
                    <a:pt x="4033" y="0"/>
                    <a:pt x="3865" y="0"/>
                    <a:pt x="3613" y="84"/>
                  </a:cubicBezTo>
                  <a:lnTo>
                    <a:pt x="3445" y="84"/>
                  </a:lnTo>
                  <a:cubicBezTo>
                    <a:pt x="3109" y="84"/>
                    <a:pt x="673" y="1765"/>
                    <a:pt x="0" y="2437"/>
                  </a:cubicBezTo>
                  <a:lnTo>
                    <a:pt x="4285" y="0"/>
                  </a:ln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83" name="Google Shape;1883;p42"/>
            <p:cNvSpPr/>
            <p:nvPr/>
          </p:nvSpPr>
          <p:spPr>
            <a:xfrm flipH="1">
              <a:off x="1700696" y="2693028"/>
              <a:ext cx="155520" cy="92813"/>
            </a:xfrm>
            <a:custGeom>
              <a:avLst/>
              <a:gdLst/>
              <a:ahLst/>
              <a:cxnLst/>
              <a:rect l="l" t="t" r="r" b="b"/>
              <a:pathLst>
                <a:path w="5042" h="3009" extrusionOk="0">
                  <a:moveTo>
                    <a:pt x="114" y="0"/>
                  </a:moveTo>
                  <a:cubicBezTo>
                    <a:pt x="53" y="0"/>
                    <a:pt x="15" y="21"/>
                    <a:pt x="1" y="65"/>
                  </a:cubicBezTo>
                  <a:cubicBezTo>
                    <a:pt x="1" y="149"/>
                    <a:pt x="337" y="569"/>
                    <a:pt x="757" y="1073"/>
                  </a:cubicBezTo>
                  <a:cubicBezTo>
                    <a:pt x="921" y="1401"/>
                    <a:pt x="4604" y="3009"/>
                    <a:pt x="4939" y="3009"/>
                  </a:cubicBezTo>
                  <a:cubicBezTo>
                    <a:pt x="4947" y="3009"/>
                    <a:pt x="4954" y="3008"/>
                    <a:pt x="4958" y="3006"/>
                  </a:cubicBezTo>
                  <a:cubicBezTo>
                    <a:pt x="5042" y="2922"/>
                    <a:pt x="3865" y="1998"/>
                    <a:pt x="2437" y="1158"/>
                  </a:cubicBezTo>
                  <a:cubicBezTo>
                    <a:pt x="1190" y="465"/>
                    <a:pt x="400" y="0"/>
                    <a:pt x="11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84" name="Google Shape;1884;p42"/>
            <p:cNvSpPr/>
            <p:nvPr/>
          </p:nvSpPr>
          <p:spPr>
            <a:xfrm flipH="1">
              <a:off x="1713651" y="2705397"/>
              <a:ext cx="132202" cy="72578"/>
            </a:xfrm>
            <a:custGeom>
              <a:avLst/>
              <a:gdLst/>
              <a:ahLst/>
              <a:cxnLst/>
              <a:rect l="l" t="t" r="r" b="b"/>
              <a:pathLst>
                <a:path w="4286" h="2353" extrusionOk="0">
                  <a:moveTo>
                    <a:pt x="1" y="0"/>
                  </a:moveTo>
                  <a:lnTo>
                    <a:pt x="1" y="0"/>
                  </a:lnTo>
                  <a:cubicBezTo>
                    <a:pt x="85" y="84"/>
                    <a:pt x="169" y="252"/>
                    <a:pt x="253" y="504"/>
                  </a:cubicBezTo>
                  <a:cubicBezTo>
                    <a:pt x="253" y="588"/>
                    <a:pt x="421" y="588"/>
                    <a:pt x="421" y="672"/>
                  </a:cubicBezTo>
                  <a:cubicBezTo>
                    <a:pt x="589" y="841"/>
                    <a:pt x="3361" y="2101"/>
                    <a:pt x="4286" y="2353"/>
                  </a:cubicBezTo>
                  <a:lnTo>
                    <a:pt x="1" y="0"/>
                  </a:ln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85" name="Google Shape;1885;p42"/>
            <p:cNvSpPr/>
            <p:nvPr/>
          </p:nvSpPr>
          <p:spPr>
            <a:xfrm flipH="1">
              <a:off x="1845822" y="2684669"/>
              <a:ext cx="20759" cy="18692"/>
            </a:xfrm>
            <a:custGeom>
              <a:avLst/>
              <a:gdLst/>
              <a:ahLst/>
              <a:cxnLst/>
              <a:rect l="l" t="t" r="r" b="b"/>
              <a:pathLst>
                <a:path w="673" h="606" extrusionOk="0">
                  <a:moveTo>
                    <a:pt x="337" y="0"/>
                  </a:moveTo>
                  <a:cubicBezTo>
                    <a:pt x="85" y="0"/>
                    <a:pt x="0" y="84"/>
                    <a:pt x="0" y="336"/>
                  </a:cubicBezTo>
                  <a:cubicBezTo>
                    <a:pt x="0" y="504"/>
                    <a:pt x="85" y="588"/>
                    <a:pt x="337" y="588"/>
                  </a:cubicBezTo>
                  <a:cubicBezTo>
                    <a:pt x="360" y="600"/>
                    <a:pt x="383" y="605"/>
                    <a:pt x="406" y="605"/>
                  </a:cubicBezTo>
                  <a:cubicBezTo>
                    <a:pt x="548" y="605"/>
                    <a:pt x="673" y="409"/>
                    <a:pt x="673" y="336"/>
                  </a:cubicBezTo>
                  <a:cubicBezTo>
                    <a:pt x="673" y="84"/>
                    <a:pt x="505" y="0"/>
                    <a:pt x="33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86" name="Google Shape;1886;p42"/>
            <p:cNvSpPr/>
            <p:nvPr/>
          </p:nvSpPr>
          <p:spPr>
            <a:xfrm flipH="1">
              <a:off x="1851003" y="2687260"/>
              <a:ext cx="12986" cy="12986"/>
            </a:xfrm>
            <a:custGeom>
              <a:avLst/>
              <a:gdLst/>
              <a:ahLst/>
              <a:cxnLst/>
              <a:rect l="l" t="t" r="r" b="b"/>
              <a:pathLst>
                <a:path w="421" h="421" extrusionOk="0">
                  <a:moveTo>
                    <a:pt x="253" y="0"/>
                  </a:moveTo>
                  <a:cubicBezTo>
                    <a:pt x="169" y="0"/>
                    <a:pt x="1" y="84"/>
                    <a:pt x="1" y="252"/>
                  </a:cubicBezTo>
                  <a:cubicBezTo>
                    <a:pt x="1" y="336"/>
                    <a:pt x="169" y="420"/>
                    <a:pt x="253" y="420"/>
                  </a:cubicBezTo>
                  <a:cubicBezTo>
                    <a:pt x="337" y="420"/>
                    <a:pt x="421" y="336"/>
                    <a:pt x="421" y="252"/>
                  </a:cubicBezTo>
                  <a:cubicBezTo>
                    <a:pt x="421" y="168"/>
                    <a:pt x="337" y="0"/>
                    <a:pt x="253" y="0"/>
                  </a:cubicBezTo>
                  <a:close/>
                </a:path>
              </a:pathLst>
            </a:custGeom>
            <a:solidFill>
              <a:srgbClr val="5068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887" name="Google Shape;1887;p42"/>
          <p:cNvGrpSpPr/>
          <p:nvPr/>
        </p:nvGrpSpPr>
        <p:grpSpPr>
          <a:xfrm>
            <a:off x="1921420" y="2547278"/>
            <a:ext cx="292873" cy="1005609"/>
            <a:chOff x="1998720" y="2555028"/>
            <a:chExt cx="292873" cy="1005609"/>
          </a:xfrm>
        </p:grpSpPr>
        <p:sp>
          <p:nvSpPr>
            <p:cNvPr id="1888" name="Google Shape;1888;p42"/>
            <p:cNvSpPr/>
            <p:nvPr/>
          </p:nvSpPr>
          <p:spPr>
            <a:xfrm flipH="1">
              <a:off x="2161983" y="3412889"/>
              <a:ext cx="28532" cy="147748"/>
            </a:xfrm>
            <a:custGeom>
              <a:avLst/>
              <a:gdLst/>
              <a:ahLst/>
              <a:cxnLst/>
              <a:rect l="l" t="t" r="r" b="b"/>
              <a:pathLst>
                <a:path w="925" h="4790" extrusionOk="0">
                  <a:moveTo>
                    <a:pt x="0" y="1"/>
                  </a:moveTo>
                  <a:lnTo>
                    <a:pt x="0" y="4790"/>
                  </a:lnTo>
                  <a:lnTo>
                    <a:pt x="924" y="4790"/>
                  </a:lnTo>
                  <a:lnTo>
                    <a:pt x="924" y="1"/>
                  </a:lnTo>
                  <a:close/>
                </a:path>
              </a:pathLst>
            </a:custGeom>
            <a:solidFill>
              <a:srgbClr val="4054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89" name="Google Shape;1889;p42"/>
            <p:cNvSpPr/>
            <p:nvPr/>
          </p:nvSpPr>
          <p:spPr>
            <a:xfrm flipH="1">
              <a:off x="2161983" y="3412889"/>
              <a:ext cx="12986" cy="147748"/>
            </a:xfrm>
            <a:custGeom>
              <a:avLst/>
              <a:gdLst/>
              <a:ahLst/>
              <a:cxnLst/>
              <a:rect l="l" t="t" r="r" b="b"/>
              <a:pathLst>
                <a:path w="421" h="4790" extrusionOk="0">
                  <a:moveTo>
                    <a:pt x="0" y="1"/>
                  </a:moveTo>
                  <a:lnTo>
                    <a:pt x="0" y="4790"/>
                  </a:lnTo>
                  <a:lnTo>
                    <a:pt x="420" y="4790"/>
                  </a:lnTo>
                  <a:lnTo>
                    <a:pt x="420" y="1"/>
                  </a:lnTo>
                  <a:close/>
                </a:path>
              </a:pathLst>
            </a:custGeom>
            <a:solidFill>
              <a:srgbClr val="6C8C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90" name="Google Shape;1890;p42"/>
            <p:cNvSpPr/>
            <p:nvPr/>
          </p:nvSpPr>
          <p:spPr>
            <a:xfrm flipH="1">
              <a:off x="2164574" y="2695033"/>
              <a:ext cx="23350" cy="717887"/>
            </a:xfrm>
            <a:custGeom>
              <a:avLst/>
              <a:gdLst/>
              <a:ahLst/>
              <a:cxnLst/>
              <a:rect l="l" t="t" r="r" b="b"/>
              <a:pathLst>
                <a:path w="757" h="23274" extrusionOk="0">
                  <a:moveTo>
                    <a:pt x="336" y="0"/>
                  </a:moveTo>
                  <a:cubicBezTo>
                    <a:pt x="336" y="924"/>
                    <a:pt x="0" y="22601"/>
                    <a:pt x="0" y="23274"/>
                  </a:cubicBezTo>
                  <a:lnTo>
                    <a:pt x="756" y="23274"/>
                  </a:lnTo>
                  <a:cubicBezTo>
                    <a:pt x="756" y="22601"/>
                    <a:pt x="420" y="924"/>
                    <a:pt x="420" y="0"/>
                  </a:cubicBezTo>
                  <a:close/>
                </a:path>
              </a:pathLst>
            </a:custGeom>
            <a:solidFill>
              <a:srgbClr val="F5F9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91" name="Google Shape;1891;p42"/>
            <p:cNvSpPr/>
            <p:nvPr/>
          </p:nvSpPr>
          <p:spPr>
            <a:xfrm flipH="1">
              <a:off x="2164574" y="2695033"/>
              <a:ext cx="10395" cy="717887"/>
            </a:xfrm>
            <a:custGeom>
              <a:avLst/>
              <a:gdLst/>
              <a:ahLst/>
              <a:cxnLst/>
              <a:rect l="l" t="t" r="r" b="b"/>
              <a:pathLst>
                <a:path w="337" h="23274" extrusionOk="0">
                  <a:moveTo>
                    <a:pt x="0" y="0"/>
                  </a:moveTo>
                  <a:lnTo>
                    <a:pt x="0" y="23274"/>
                  </a:lnTo>
                  <a:lnTo>
                    <a:pt x="252" y="23274"/>
                  </a:lnTo>
                  <a:cubicBezTo>
                    <a:pt x="336" y="22601"/>
                    <a:pt x="0" y="924"/>
                    <a:pt x="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92" name="Google Shape;1892;p42"/>
            <p:cNvSpPr/>
            <p:nvPr/>
          </p:nvSpPr>
          <p:spPr>
            <a:xfrm flipH="1">
              <a:off x="2174938" y="2555028"/>
              <a:ext cx="116656" cy="137630"/>
            </a:xfrm>
            <a:custGeom>
              <a:avLst/>
              <a:gdLst/>
              <a:ahLst/>
              <a:cxnLst/>
              <a:rect l="l" t="t" r="r" b="b"/>
              <a:pathLst>
                <a:path w="3782" h="4462" extrusionOk="0">
                  <a:moveTo>
                    <a:pt x="173" y="0"/>
                  </a:moveTo>
                  <a:cubicBezTo>
                    <a:pt x="171" y="0"/>
                    <a:pt x="169" y="1"/>
                    <a:pt x="168" y="2"/>
                  </a:cubicBezTo>
                  <a:cubicBezTo>
                    <a:pt x="0" y="86"/>
                    <a:pt x="756" y="1263"/>
                    <a:pt x="1849" y="2523"/>
                  </a:cubicBezTo>
                  <a:cubicBezTo>
                    <a:pt x="2806" y="3719"/>
                    <a:pt x="3460" y="4462"/>
                    <a:pt x="3596" y="4462"/>
                  </a:cubicBezTo>
                  <a:cubicBezTo>
                    <a:pt x="3603" y="4462"/>
                    <a:pt x="3609" y="4459"/>
                    <a:pt x="3613" y="4455"/>
                  </a:cubicBezTo>
                  <a:cubicBezTo>
                    <a:pt x="3781" y="4455"/>
                    <a:pt x="3613" y="3951"/>
                    <a:pt x="3361" y="3279"/>
                  </a:cubicBezTo>
                  <a:cubicBezTo>
                    <a:pt x="3278" y="2947"/>
                    <a:pt x="335" y="0"/>
                    <a:pt x="17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93" name="Google Shape;1893;p42"/>
            <p:cNvSpPr/>
            <p:nvPr/>
          </p:nvSpPr>
          <p:spPr>
            <a:xfrm flipH="1">
              <a:off x="2180120" y="2565453"/>
              <a:ext cx="98519" cy="116656"/>
            </a:xfrm>
            <a:custGeom>
              <a:avLst/>
              <a:gdLst/>
              <a:ahLst/>
              <a:cxnLst/>
              <a:rect l="l" t="t" r="r" b="b"/>
              <a:pathLst>
                <a:path w="3194" h="3782" extrusionOk="0">
                  <a:moveTo>
                    <a:pt x="0" y="0"/>
                  </a:moveTo>
                  <a:lnTo>
                    <a:pt x="3193" y="3781"/>
                  </a:lnTo>
                  <a:cubicBezTo>
                    <a:pt x="3193" y="3529"/>
                    <a:pt x="3109" y="3361"/>
                    <a:pt x="3109" y="3193"/>
                  </a:cubicBezTo>
                  <a:cubicBezTo>
                    <a:pt x="3109" y="3109"/>
                    <a:pt x="3109" y="3109"/>
                    <a:pt x="2941" y="3025"/>
                  </a:cubicBezTo>
                  <a:cubicBezTo>
                    <a:pt x="2857" y="2689"/>
                    <a:pt x="757" y="756"/>
                    <a:pt x="0" y="0"/>
                  </a:cubicBez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94" name="Google Shape;1894;p42"/>
            <p:cNvSpPr/>
            <p:nvPr/>
          </p:nvSpPr>
          <p:spPr>
            <a:xfrm flipH="1">
              <a:off x="2169756" y="2697624"/>
              <a:ext cx="77791" cy="163417"/>
            </a:xfrm>
            <a:custGeom>
              <a:avLst/>
              <a:gdLst/>
              <a:ahLst/>
              <a:cxnLst/>
              <a:rect l="l" t="t" r="r" b="b"/>
              <a:pathLst>
                <a:path w="2522" h="5298" extrusionOk="0">
                  <a:moveTo>
                    <a:pt x="2353" y="0"/>
                  </a:moveTo>
                  <a:cubicBezTo>
                    <a:pt x="2185" y="0"/>
                    <a:pt x="1849" y="336"/>
                    <a:pt x="1345" y="840"/>
                  </a:cubicBezTo>
                  <a:cubicBezTo>
                    <a:pt x="1093" y="1093"/>
                    <a:pt x="1" y="5125"/>
                    <a:pt x="169" y="5294"/>
                  </a:cubicBezTo>
                  <a:cubicBezTo>
                    <a:pt x="171" y="5296"/>
                    <a:pt x="175" y="5297"/>
                    <a:pt x="178" y="5297"/>
                  </a:cubicBezTo>
                  <a:cubicBezTo>
                    <a:pt x="295" y="5297"/>
                    <a:pt x="943" y="4067"/>
                    <a:pt x="1513" y="2521"/>
                  </a:cubicBezTo>
                  <a:cubicBezTo>
                    <a:pt x="2185" y="924"/>
                    <a:pt x="2521" y="84"/>
                    <a:pt x="235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95" name="Google Shape;1895;p42"/>
            <p:cNvSpPr/>
            <p:nvPr/>
          </p:nvSpPr>
          <p:spPr>
            <a:xfrm flipH="1">
              <a:off x="2182711" y="2702806"/>
              <a:ext cx="57063" cy="145157"/>
            </a:xfrm>
            <a:custGeom>
              <a:avLst/>
              <a:gdLst/>
              <a:ahLst/>
              <a:cxnLst/>
              <a:rect l="l" t="t" r="r" b="b"/>
              <a:pathLst>
                <a:path w="1850" h="4706" extrusionOk="0">
                  <a:moveTo>
                    <a:pt x="1849" y="0"/>
                  </a:moveTo>
                  <a:lnTo>
                    <a:pt x="1345" y="504"/>
                  </a:lnTo>
                  <a:lnTo>
                    <a:pt x="1177" y="672"/>
                  </a:lnTo>
                  <a:cubicBezTo>
                    <a:pt x="1009" y="925"/>
                    <a:pt x="253" y="3697"/>
                    <a:pt x="1" y="4705"/>
                  </a:cubicBezTo>
                  <a:lnTo>
                    <a:pt x="1849" y="0"/>
                  </a:ln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96" name="Google Shape;1896;p42"/>
            <p:cNvSpPr/>
            <p:nvPr/>
          </p:nvSpPr>
          <p:spPr>
            <a:xfrm flipH="1">
              <a:off x="1998720" y="2669123"/>
              <a:ext cx="176248" cy="39019"/>
            </a:xfrm>
            <a:custGeom>
              <a:avLst/>
              <a:gdLst/>
              <a:ahLst/>
              <a:cxnLst/>
              <a:rect l="l" t="t" r="r" b="b"/>
              <a:pathLst>
                <a:path w="5714" h="1265" extrusionOk="0">
                  <a:moveTo>
                    <a:pt x="5303" y="0"/>
                  </a:moveTo>
                  <a:cubicBezTo>
                    <a:pt x="4780" y="0"/>
                    <a:pt x="3809" y="112"/>
                    <a:pt x="2689" y="336"/>
                  </a:cubicBezTo>
                  <a:cubicBezTo>
                    <a:pt x="1008" y="588"/>
                    <a:pt x="0" y="756"/>
                    <a:pt x="0" y="840"/>
                  </a:cubicBezTo>
                  <a:cubicBezTo>
                    <a:pt x="0" y="924"/>
                    <a:pt x="588" y="1008"/>
                    <a:pt x="1176" y="1260"/>
                  </a:cubicBezTo>
                  <a:cubicBezTo>
                    <a:pt x="1188" y="1263"/>
                    <a:pt x="1204" y="1265"/>
                    <a:pt x="1225" y="1265"/>
                  </a:cubicBezTo>
                  <a:cubicBezTo>
                    <a:pt x="1797" y="1265"/>
                    <a:pt x="5713" y="165"/>
                    <a:pt x="5713" y="84"/>
                  </a:cubicBezTo>
                  <a:cubicBezTo>
                    <a:pt x="5713" y="28"/>
                    <a:pt x="5564" y="0"/>
                    <a:pt x="530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97" name="Google Shape;1897;p42"/>
            <p:cNvSpPr/>
            <p:nvPr/>
          </p:nvSpPr>
          <p:spPr>
            <a:xfrm flipH="1">
              <a:off x="2009084" y="2671714"/>
              <a:ext cx="152930" cy="31863"/>
            </a:xfrm>
            <a:custGeom>
              <a:avLst/>
              <a:gdLst/>
              <a:ahLst/>
              <a:cxnLst/>
              <a:rect l="l" t="t" r="r" b="b"/>
              <a:pathLst>
                <a:path w="4958" h="1033" extrusionOk="0">
                  <a:moveTo>
                    <a:pt x="4957" y="0"/>
                  </a:moveTo>
                  <a:lnTo>
                    <a:pt x="0" y="840"/>
                  </a:lnTo>
                  <a:cubicBezTo>
                    <a:pt x="252" y="924"/>
                    <a:pt x="420" y="924"/>
                    <a:pt x="672" y="924"/>
                  </a:cubicBezTo>
                  <a:cubicBezTo>
                    <a:pt x="756" y="924"/>
                    <a:pt x="756" y="924"/>
                    <a:pt x="840" y="1008"/>
                  </a:cubicBezTo>
                  <a:cubicBezTo>
                    <a:pt x="865" y="1025"/>
                    <a:pt x="914" y="1032"/>
                    <a:pt x="984" y="1032"/>
                  </a:cubicBezTo>
                  <a:cubicBezTo>
                    <a:pt x="1631" y="1032"/>
                    <a:pt x="4047" y="379"/>
                    <a:pt x="4957" y="0"/>
                  </a:cubicBez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98" name="Google Shape;1898;p42"/>
            <p:cNvSpPr/>
            <p:nvPr/>
          </p:nvSpPr>
          <p:spPr>
            <a:xfrm flipH="1">
              <a:off x="2164574" y="2688556"/>
              <a:ext cx="18168" cy="18815"/>
            </a:xfrm>
            <a:custGeom>
              <a:avLst/>
              <a:gdLst/>
              <a:ahLst/>
              <a:cxnLst/>
              <a:rect l="l" t="t" r="r" b="b"/>
              <a:pathLst>
                <a:path w="589" h="610" extrusionOk="0">
                  <a:moveTo>
                    <a:pt x="294" y="0"/>
                  </a:moveTo>
                  <a:cubicBezTo>
                    <a:pt x="210" y="0"/>
                    <a:pt x="126" y="42"/>
                    <a:pt x="84" y="126"/>
                  </a:cubicBezTo>
                  <a:cubicBezTo>
                    <a:pt x="0" y="210"/>
                    <a:pt x="0" y="378"/>
                    <a:pt x="84" y="546"/>
                  </a:cubicBezTo>
                  <a:cubicBezTo>
                    <a:pt x="126" y="588"/>
                    <a:pt x="210" y="609"/>
                    <a:pt x="294" y="609"/>
                  </a:cubicBezTo>
                  <a:cubicBezTo>
                    <a:pt x="378" y="609"/>
                    <a:pt x="462" y="588"/>
                    <a:pt x="504" y="546"/>
                  </a:cubicBezTo>
                  <a:cubicBezTo>
                    <a:pt x="504" y="378"/>
                    <a:pt x="588" y="210"/>
                    <a:pt x="504" y="126"/>
                  </a:cubicBezTo>
                  <a:cubicBezTo>
                    <a:pt x="462" y="42"/>
                    <a:pt x="378" y="0"/>
                    <a:pt x="29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99" name="Google Shape;1899;p42"/>
            <p:cNvSpPr/>
            <p:nvPr/>
          </p:nvSpPr>
          <p:spPr>
            <a:xfrm flipH="1">
              <a:off x="2167165" y="2688556"/>
              <a:ext cx="15577" cy="13633"/>
            </a:xfrm>
            <a:custGeom>
              <a:avLst/>
              <a:gdLst/>
              <a:ahLst/>
              <a:cxnLst/>
              <a:rect l="l" t="t" r="r" b="b"/>
              <a:pathLst>
                <a:path w="505" h="442" extrusionOk="0">
                  <a:moveTo>
                    <a:pt x="221" y="0"/>
                  </a:moveTo>
                  <a:cubicBezTo>
                    <a:pt x="168" y="0"/>
                    <a:pt x="126" y="42"/>
                    <a:pt x="84" y="126"/>
                  </a:cubicBezTo>
                  <a:cubicBezTo>
                    <a:pt x="0" y="210"/>
                    <a:pt x="0" y="294"/>
                    <a:pt x="84" y="378"/>
                  </a:cubicBezTo>
                  <a:cubicBezTo>
                    <a:pt x="126" y="420"/>
                    <a:pt x="168" y="441"/>
                    <a:pt x="221" y="441"/>
                  </a:cubicBezTo>
                  <a:cubicBezTo>
                    <a:pt x="273" y="441"/>
                    <a:pt x="336" y="420"/>
                    <a:pt x="420" y="378"/>
                  </a:cubicBezTo>
                  <a:cubicBezTo>
                    <a:pt x="420" y="294"/>
                    <a:pt x="504" y="210"/>
                    <a:pt x="420" y="126"/>
                  </a:cubicBezTo>
                  <a:cubicBezTo>
                    <a:pt x="336" y="42"/>
                    <a:pt x="273" y="0"/>
                    <a:pt x="221" y="0"/>
                  </a:cubicBezTo>
                  <a:close/>
                </a:path>
              </a:pathLst>
            </a:custGeom>
            <a:solidFill>
              <a:srgbClr val="5068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900" name="Google Shape;1900;p42"/>
          <p:cNvGrpSpPr/>
          <p:nvPr/>
        </p:nvGrpSpPr>
        <p:grpSpPr>
          <a:xfrm>
            <a:off x="2297205" y="2531639"/>
            <a:ext cx="279918" cy="1021247"/>
            <a:chOff x="2374505" y="2539389"/>
            <a:chExt cx="279918" cy="1021247"/>
          </a:xfrm>
        </p:grpSpPr>
        <p:sp>
          <p:nvSpPr>
            <p:cNvPr id="1901" name="Google Shape;1901;p42"/>
            <p:cNvSpPr/>
            <p:nvPr/>
          </p:nvSpPr>
          <p:spPr>
            <a:xfrm flipH="1">
              <a:off x="2460007" y="3412889"/>
              <a:ext cx="28562" cy="147748"/>
            </a:xfrm>
            <a:custGeom>
              <a:avLst/>
              <a:gdLst/>
              <a:ahLst/>
              <a:cxnLst/>
              <a:rect l="l" t="t" r="r" b="b"/>
              <a:pathLst>
                <a:path w="926" h="4790" extrusionOk="0">
                  <a:moveTo>
                    <a:pt x="1" y="1"/>
                  </a:moveTo>
                  <a:lnTo>
                    <a:pt x="1" y="4790"/>
                  </a:lnTo>
                  <a:lnTo>
                    <a:pt x="925" y="4790"/>
                  </a:lnTo>
                  <a:lnTo>
                    <a:pt x="925" y="1"/>
                  </a:lnTo>
                  <a:close/>
                </a:path>
              </a:pathLst>
            </a:custGeom>
            <a:solidFill>
              <a:srgbClr val="4054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02" name="Google Shape;1902;p42"/>
            <p:cNvSpPr/>
            <p:nvPr/>
          </p:nvSpPr>
          <p:spPr>
            <a:xfrm flipH="1">
              <a:off x="2460007" y="3412889"/>
              <a:ext cx="13017" cy="147748"/>
            </a:xfrm>
            <a:custGeom>
              <a:avLst/>
              <a:gdLst/>
              <a:ahLst/>
              <a:cxnLst/>
              <a:rect l="l" t="t" r="r" b="b"/>
              <a:pathLst>
                <a:path w="422" h="4790" extrusionOk="0">
                  <a:moveTo>
                    <a:pt x="1" y="1"/>
                  </a:moveTo>
                  <a:lnTo>
                    <a:pt x="1" y="4790"/>
                  </a:lnTo>
                  <a:lnTo>
                    <a:pt x="421" y="4790"/>
                  </a:lnTo>
                  <a:lnTo>
                    <a:pt x="421" y="1"/>
                  </a:lnTo>
                  <a:close/>
                </a:path>
              </a:pathLst>
            </a:custGeom>
            <a:solidFill>
              <a:srgbClr val="6C8C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03" name="Google Shape;1903;p42"/>
            <p:cNvSpPr/>
            <p:nvPr/>
          </p:nvSpPr>
          <p:spPr>
            <a:xfrm flipH="1">
              <a:off x="2462598" y="2695033"/>
              <a:ext cx="23381" cy="717887"/>
            </a:xfrm>
            <a:custGeom>
              <a:avLst/>
              <a:gdLst/>
              <a:ahLst/>
              <a:cxnLst/>
              <a:rect l="l" t="t" r="r" b="b"/>
              <a:pathLst>
                <a:path w="758" h="23274" extrusionOk="0">
                  <a:moveTo>
                    <a:pt x="337" y="0"/>
                  </a:moveTo>
                  <a:cubicBezTo>
                    <a:pt x="337" y="924"/>
                    <a:pt x="1" y="22601"/>
                    <a:pt x="1" y="23274"/>
                  </a:cubicBezTo>
                  <a:lnTo>
                    <a:pt x="757" y="23274"/>
                  </a:lnTo>
                  <a:cubicBezTo>
                    <a:pt x="757" y="22601"/>
                    <a:pt x="589" y="924"/>
                    <a:pt x="421" y="0"/>
                  </a:cubicBezTo>
                  <a:close/>
                </a:path>
              </a:pathLst>
            </a:custGeom>
            <a:solidFill>
              <a:srgbClr val="F5F9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04" name="Google Shape;1904;p42"/>
            <p:cNvSpPr/>
            <p:nvPr/>
          </p:nvSpPr>
          <p:spPr>
            <a:xfrm flipH="1">
              <a:off x="2462598" y="2695033"/>
              <a:ext cx="10426" cy="717887"/>
            </a:xfrm>
            <a:custGeom>
              <a:avLst/>
              <a:gdLst/>
              <a:ahLst/>
              <a:cxnLst/>
              <a:rect l="l" t="t" r="r" b="b"/>
              <a:pathLst>
                <a:path w="338" h="23274" extrusionOk="0">
                  <a:moveTo>
                    <a:pt x="1" y="0"/>
                  </a:moveTo>
                  <a:lnTo>
                    <a:pt x="1" y="23274"/>
                  </a:lnTo>
                  <a:lnTo>
                    <a:pt x="253" y="23274"/>
                  </a:lnTo>
                  <a:cubicBezTo>
                    <a:pt x="337" y="22601"/>
                    <a:pt x="1" y="924"/>
                    <a:pt x="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05" name="Google Shape;1905;p42"/>
            <p:cNvSpPr/>
            <p:nvPr/>
          </p:nvSpPr>
          <p:spPr>
            <a:xfrm flipH="1">
              <a:off x="2475584" y="2681831"/>
              <a:ext cx="178839" cy="27884"/>
            </a:xfrm>
            <a:custGeom>
              <a:avLst/>
              <a:gdLst/>
              <a:ahLst/>
              <a:cxnLst/>
              <a:rect l="l" t="t" r="r" b="b"/>
              <a:pathLst>
                <a:path w="5798" h="904" extrusionOk="0">
                  <a:moveTo>
                    <a:pt x="4507" y="0"/>
                  </a:moveTo>
                  <a:cubicBezTo>
                    <a:pt x="3741" y="0"/>
                    <a:pt x="1" y="529"/>
                    <a:pt x="1" y="764"/>
                  </a:cubicBezTo>
                  <a:cubicBezTo>
                    <a:pt x="1" y="863"/>
                    <a:pt x="491" y="904"/>
                    <a:pt x="1235" y="904"/>
                  </a:cubicBezTo>
                  <a:cubicBezTo>
                    <a:pt x="1760" y="904"/>
                    <a:pt x="2413" y="883"/>
                    <a:pt x="3109" y="848"/>
                  </a:cubicBezTo>
                  <a:cubicBezTo>
                    <a:pt x="4790" y="764"/>
                    <a:pt x="5714" y="764"/>
                    <a:pt x="5714" y="512"/>
                  </a:cubicBezTo>
                  <a:cubicBezTo>
                    <a:pt x="5798" y="344"/>
                    <a:pt x="5294" y="176"/>
                    <a:pt x="4622" y="8"/>
                  </a:cubicBezTo>
                  <a:cubicBezTo>
                    <a:pt x="4600" y="3"/>
                    <a:pt x="4560" y="0"/>
                    <a:pt x="450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06" name="Google Shape;1906;p42"/>
            <p:cNvSpPr/>
            <p:nvPr/>
          </p:nvSpPr>
          <p:spPr>
            <a:xfrm flipH="1">
              <a:off x="2488539" y="2682078"/>
              <a:ext cx="152930" cy="18168"/>
            </a:xfrm>
            <a:custGeom>
              <a:avLst/>
              <a:gdLst/>
              <a:ahLst/>
              <a:cxnLst/>
              <a:rect l="l" t="t" r="r" b="b"/>
              <a:pathLst>
                <a:path w="4958" h="589" extrusionOk="0">
                  <a:moveTo>
                    <a:pt x="4202" y="0"/>
                  </a:moveTo>
                  <a:cubicBezTo>
                    <a:pt x="3950" y="0"/>
                    <a:pt x="1009" y="420"/>
                    <a:pt x="1" y="588"/>
                  </a:cubicBezTo>
                  <a:lnTo>
                    <a:pt x="4958" y="336"/>
                  </a:lnTo>
                  <a:cubicBezTo>
                    <a:pt x="4790" y="168"/>
                    <a:pt x="4538" y="168"/>
                    <a:pt x="4454" y="84"/>
                  </a:cubicBezTo>
                  <a:cubicBezTo>
                    <a:pt x="4370" y="84"/>
                    <a:pt x="4370" y="0"/>
                    <a:pt x="4202" y="0"/>
                  </a:cubicBez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07" name="Google Shape;1907;p42"/>
            <p:cNvSpPr/>
            <p:nvPr/>
          </p:nvSpPr>
          <p:spPr>
            <a:xfrm flipH="1">
              <a:off x="2374505" y="2697439"/>
              <a:ext cx="101110" cy="145342"/>
            </a:xfrm>
            <a:custGeom>
              <a:avLst/>
              <a:gdLst/>
              <a:ahLst/>
              <a:cxnLst/>
              <a:rect l="l" t="t" r="r" b="b"/>
              <a:pathLst>
                <a:path w="3278" h="4712" extrusionOk="0">
                  <a:moveTo>
                    <a:pt x="110" y="1"/>
                  </a:moveTo>
                  <a:cubicBezTo>
                    <a:pt x="101" y="1"/>
                    <a:pt x="93" y="2"/>
                    <a:pt x="85" y="6"/>
                  </a:cubicBezTo>
                  <a:cubicBezTo>
                    <a:pt x="1" y="90"/>
                    <a:pt x="85" y="510"/>
                    <a:pt x="253" y="1183"/>
                  </a:cubicBezTo>
                  <a:cubicBezTo>
                    <a:pt x="337" y="1435"/>
                    <a:pt x="3026" y="4711"/>
                    <a:pt x="3194" y="4711"/>
                  </a:cubicBezTo>
                  <a:cubicBezTo>
                    <a:pt x="3278" y="4627"/>
                    <a:pt x="2606" y="3451"/>
                    <a:pt x="1681" y="2107"/>
                  </a:cubicBezTo>
                  <a:cubicBezTo>
                    <a:pt x="800" y="824"/>
                    <a:pt x="300" y="1"/>
                    <a:pt x="11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08" name="Google Shape;1908;p42"/>
            <p:cNvSpPr/>
            <p:nvPr/>
          </p:nvSpPr>
          <p:spPr>
            <a:xfrm flipH="1">
              <a:off x="2384869" y="2707988"/>
              <a:ext cx="82973" cy="127020"/>
            </a:xfrm>
            <a:custGeom>
              <a:avLst/>
              <a:gdLst/>
              <a:ahLst/>
              <a:cxnLst/>
              <a:rect l="l" t="t" r="r" b="b"/>
              <a:pathLst>
                <a:path w="2690" h="4118" extrusionOk="0">
                  <a:moveTo>
                    <a:pt x="1" y="0"/>
                  </a:moveTo>
                  <a:cubicBezTo>
                    <a:pt x="1" y="168"/>
                    <a:pt x="85" y="420"/>
                    <a:pt x="85" y="588"/>
                  </a:cubicBezTo>
                  <a:lnTo>
                    <a:pt x="85" y="841"/>
                  </a:lnTo>
                  <a:cubicBezTo>
                    <a:pt x="85" y="1093"/>
                    <a:pt x="1933" y="3361"/>
                    <a:pt x="2690" y="4117"/>
                  </a:cubicBezTo>
                  <a:lnTo>
                    <a:pt x="1" y="0"/>
                  </a:ln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09" name="Google Shape;1909;p42"/>
            <p:cNvSpPr/>
            <p:nvPr/>
          </p:nvSpPr>
          <p:spPr>
            <a:xfrm flipH="1">
              <a:off x="2387460" y="2539389"/>
              <a:ext cx="90746" cy="153485"/>
            </a:xfrm>
            <a:custGeom>
              <a:avLst/>
              <a:gdLst/>
              <a:ahLst/>
              <a:cxnLst/>
              <a:rect l="l" t="t" r="r" b="b"/>
              <a:pathLst>
                <a:path w="2942" h="4976" extrusionOk="0">
                  <a:moveTo>
                    <a:pt x="2837" y="1"/>
                  </a:moveTo>
                  <a:cubicBezTo>
                    <a:pt x="2641" y="1"/>
                    <a:pt x="1990" y="1068"/>
                    <a:pt x="1261" y="2526"/>
                  </a:cubicBezTo>
                  <a:cubicBezTo>
                    <a:pt x="505" y="3954"/>
                    <a:pt x="1" y="4794"/>
                    <a:pt x="169" y="4962"/>
                  </a:cubicBezTo>
                  <a:cubicBezTo>
                    <a:pt x="186" y="4971"/>
                    <a:pt x="205" y="4975"/>
                    <a:pt x="225" y="4975"/>
                  </a:cubicBezTo>
                  <a:cubicBezTo>
                    <a:pt x="393" y="4975"/>
                    <a:pt x="650" y="4666"/>
                    <a:pt x="1177" y="4290"/>
                  </a:cubicBezTo>
                  <a:cubicBezTo>
                    <a:pt x="1429" y="4122"/>
                    <a:pt x="2942" y="89"/>
                    <a:pt x="2858" y="5"/>
                  </a:cubicBezTo>
                  <a:cubicBezTo>
                    <a:pt x="2851" y="2"/>
                    <a:pt x="2845" y="1"/>
                    <a:pt x="283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10" name="Google Shape;1910;p42"/>
            <p:cNvSpPr/>
            <p:nvPr/>
          </p:nvSpPr>
          <p:spPr>
            <a:xfrm flipH="1">
              <a:off x="2395233" y="2552498"/>
              <a:ext cx="67396" cy="134793"/>
            </a:xfrm>
            <a:custGeom>
              <a:avLst/>
              <a:gdLst/>
              <a:ahLst/>
              <a:cxnLst/>
              <a:rect l="l" t="t" r="r" b="b"/>
              <a:pathLst>
                <a:path w="2185" h="4370" extrusionOk="0">
                  <a:moveTo>
                    <a:pt x="2185" y="0"/>
                  </a:moveTo>
                  <a:lnTo>
                    <a:pt x="0" y="4369"/>
                  </a:lnTo>
                  <a:cubicBezTo>
                    <a:pt x="84" y="4285"/>
                    <a:pt x="336" y="4201"/>
                    <a:pt x="420" y="3949"/>
                  </a:cubicBezTo>
                  <a:cubicBezTo>
                    <a:pt x="504" y="3949"/>
                    <a:pt x="504" y="3865"/>
                    <a:pt x="672" y="3865"/>
                  </a:cubicBezTo>
                  <a:cubicBezTo>
                    <a:pt x="840" y="3697"/>
                    <a:pt x="1932" y="924"/>
                    <a:pt x="2185" y="0"/>
                  </a:cubicBez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11" name="Google Shape;1911;p42"/>
            <p:cNvSpPr/>
            <p:nvPr/>
          </p:nvSpPr>
          <p:spPr>
            <a:xfrm flipH="1">
              <a:off x="2465220" y="2686736"/>
              <a:ext cx="20759" cy="21283"/>
            </a:xfrm>
            <a:custGeom>
              <a:avLst/>
              <a:gdLst/>
              <a:ahLst/>
              <a:cxnLst/>
              <a:rect l="l" t="t" r="r" b="b"/>
              <a:pathLst>
                <a:path w="673" h="690" extrusionOk="0">
                  <a:moveTo>
                    <a:pt x="431" y="1"/>
                  </a:moveTo>
                  <a:cubicBezTo>
                    <a:pt x="403" y="1"/>
                    <a:pt x="371" y="6"/>
                    <a:pt x="337" y="17"/>
                  </a:cubicBezTo>
                  <a:cubicBezTo>
                    <a:pt x="169" y="17"/>
                    <a:pt x="1" y="185"/>
                    <a:pt x="1" y="353"/>
                  </a:cubicBezTo>
                  <a:cubicBezTo>
                    <a:pt x="1" y="605"/>
                    <a:pt x="169" y="689"/>
                    <a:pt x="337" y="689"/>
                  </a:cubicBezTo>
                  <a:cubicBezTo>
                    <a:pt x="589" y="689"/>
                    <a:pt x="673" y="605"/>
                    <a:pt x="673" y="353"/>
                  </a:cubicBezTo>
                  <a:cubicBezTo>
                    <a:pt x="673" y="208"/>
                    <a:pt x="610" y="1"/>
                    <a:pt x="43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12" name="Google Shape;1912;p42"/>
            <p:cNvSpPr/>
            <p:nvPr/>
          </p:nvSpPr>
          <p:spPr>
            <a:xfrm flipH="1">
              <a:off x="2467811" y="2687260"/>
              <a:ext cx="12986" cy="12986"/>
            </a:xfrm>
            <a:custGeom>
              <a:avLst/>
              <a:gdLst/>
              <a:ahLst/>
              <a:cxnLst/>
              <a:rect l="l" t="t" r="r" b="b"/>
              <a:pathLst>
                <a:path w="421" h="421" extrusionOk="0">
                  <a:moveTo>
                    <a:pt x="169" y="0"/>
                  </a:moveTo>
                  <a:cubicBezTo>
                    <a:pt x="85" y="0"/>
                    <a:pt x="1" y="168"/>
                    <a:pt x="1" y="252"/>
                  </a:cubicBezTo>
                  <a:cubicBezTo>
                    <a:pt x="1" y="336"/>
                    <a:pt x="85" y="420"/>
                    <a:pt x="169" y="420"/>
                  </a:cubicBezTo>
                  <a:cubicBezTo>
                    <a:pt x="253" y="420"/>
                    <a:pt x="421" y="336"/>
                    <a:pt x="421" y="252"/>
                  </a:cubicBezTo>
                  <a:cubicBezTo>
                    <a:pt x="421" y="168"/>
                    <a:pt x="253" y="0"/>
                    <a:pt x="169" y="0"/>
                  </a:cubicBezTo>
                  <a:close/>
                </a:path>
              </a:pathLst>
            </a:custGeom>
            <a:solidFill>
              <a:srgbClr val="5068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913" name="Google Shape;1913;p42"/>
          <p:cNvGrpSpPr/>
          <p:nvPr/>
        </p:nvGrpSpPr>
        <p:grpSpPr>
          <a:xfrm>
            <a:off x="1351281" y="2531639"/>
            <a:ext cx="282509" cy="1021247"/>
            <a:chOff x="1428581" y="2539389"/>
            <a:chExt cx="282509" cy="1021247"/>
          </a:xfrm>
        </p:grpSpPr>
        <p:sp>
          <p:nvSpPr>
            <p:cNvPr id="1914" name="Google Shape;1914;p42"/>
            <p:cNvSpPr/>
            <p:nvPr/>
          </p:nvSpPr>
          <p:spPr>
            <a:xfrm flipH="1">
              <a:off x="1514084" y="3412889"/>
              <a:ext cx="28562" cy="147748"/>
            </a:xfrm>
            <a:custGeom>
              <a:avLst/>
              <a:gdLst/>
              <a:ahLst/>
              <a:cxnLst/>
              <a:rect l="l" t="t" r="r" b="b"/>
              <a:pathLst>
                <a:path w="926" h="4790" extrusionOk="0">
                  <a:moveTo>
                    <a:pt x="1" y="1"/>
                  </a:moveTo>
                  <a:lnTo>
                    <a:pt x="1" y="4790"/>
                  </a:lnTo>
                  <a:lnTo>
                    <a:pt x="925" y="4790"/>
                  </a:lnTo>
                  <a:lnTo>
                    <a:pt x="925" y="1"/>
                  </a:lnTo>
                  <a:close/>
                </a:path>
              </a:pathLst>
            </a:custGeom>
            <a:solidFill>
              <a:srgbClr val="4054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15" name="Google Shape;1915;p42"/>
            <p:cNvSpPr/>
            <p:nvPr/>
          </p:nvSpPr>
          <p:spPr>
            <a:xfrm flipH="1">
              <a:off x="1514084" y="3412889"/>
              <a:ext cx="12986" cy="147748"/>
            </a:xfrm>
            <a:custGeom>
              <a:avLst/>
              <a:gdLst/>
              <a:ahLst/>
              <a:cxnLst/>
              <a:rect l="l" t="t" r="r" b="b"/>
              <a:pathLst>
                <a:path w="421" h="4790" extrusionOk="0">
                  <a:moveTo>
                    <a:pt x="0" y="1"/>
                  </a:moveTo>
                  <a:lnTo>
                    <a:pt x="0" y="4790"/>
                  </a:lnTo>
                  <a:lnTo>
                    <a:pt x="420" y="4790"/>
                  </a:lnTo>
                  <a:lnTo>
                    <a:pt x="420" y="1"/>
                  </a:lnTo>
                  <a:close/>
                </a:path>
              </a:pathLst>
            </a:custGeom>
            <a:solidFill>
              <a:srgbClr val="6C8C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16" name="Google Shape;1916;p42"/>
            <p:cNvSpPr/>
            <p:nvPr/>
          </p:nvSpPr>
          <p:spPr>
            <a:xfrm flipH="1">
              <a:off x="1516675" y="2695033"/>
              <a:ext cx="23381" cy="717887"/>
            </a:xfrm>
            <a:custGeom>
              <a:avLst/>
              <a:gdLst/>
              <a:ahLst/>
              <a:cxnLst/>
              <a:rect l="l" t="t" r="r" b="b"/>
              <a:pathLst>
                <a:path w="758" h="23274" extrusionOk="0">
                  <a:moveTo>
                    <a:pt x="337" y="0"/>
                  </a:moveTo>
                  <a:cubicBezTo>
                    <a:pt x="337" y="924"/>
                    <a:pt x="1" y="22601"/>
                    <a:pt x="1" y="23274"/>
                  </a:cubicBezTo>
                  <a:lnTo>
                    <a:pt x="757" y="23274"/>
                  </a:lnTo>
                  <a:cubicBezTo>
                    <a:pt x="673" y="22601"/>
                    <a:pt x="421" y="924"/>
                    <a:pt x="421" y="0"/>
                  </a:cubicBezTo>
                  <a:close/>
                </a:path>
              </a:pathLst>
            </a:custGeom>
            <a:solidFill>
              <a:srgbClr val="F5F9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17" name="Google Shape;1917;p42"/>
            <p:cNvSpPr/>
            <p:nvPr/>
          </p:nvSpPr>
          <p:spPr>
            <a:xfrm flipH="1">
              <a:off x="1519266" y="2695033"/>
              <a:ext cx="10395" cy="717887"/>
            </a:xfrm>
            <a:custGeom>
              <a:avLst/>
              <a:gdLst/>
              <a:ahLst/>
              <a:cxnLst/>
              <a:rect l="l" t="t" r="r" b="b"/>
              <a:pathLst>
                <a:path w="337" h="23274" extrusionOk="0">
                  <a:moveTo>
                    <a:pt x="0" y="0"/>
                  </a:moveTo>
                  <a:lnTo>
                    <a:pt x="0" y="23274"/>
                  </a:lnTo>
                  <a:lnTo>
                    <a:pt x="252" y="23274"/>
                  </a:lnTo>
                  <a:cubicBezTo>
                    <a:pt x="336" y="22601"/>
                    <a:pt x="84" y="924"/>
                    <a:pt x="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18" name="Google Shape;1918;p42"/>
            <p:cNvSpPr/>
            <p:nvPr/>
          </p:nvSpPr>
          <p:spPr>
            <a:xfrm flipH="1">
              <a:off x="1532251" y="2681831"/>
              <a:ext cx="178839" cy="27884"/>
            </a:xfrm>
            <a:custGeom>
              <a:avLst/>
              <a:gdLst/>
              <a:ahLst/>
              <a:cxnLst/>
              <a:rect l="l" t="t" r="r" b="b"/>
              <a:pathLst>
                <a:path w="5798" h="904" extrusionOk="0">
                  <a:moveTo>
                    <a:pt x="4507" y="0"/>
                  </a:moveTo>
                  <a:cubicBezTo>
                    <a:pt x="3741" y="0"/>
                    <a:pt x="1" y="529"/>
                    <a:pt x="1" y="764"/>
                  </a:cubicBezTo>
                  <a:cubicBezTo>
                    <a:pt x="1" y="863"/>
                    <a:pt x="462" y="904"/>
                    <a:pt x="1182" y="904"/>
                  </a:cubicBezTo>
                  <a:cubicBezTo>
                    <a:pt x="1691" y="904"/>
                    <a:pt x="2329" y="883"/>
                    <a:pt x="3025" y="848"/>
                  </a:cubicBezTo>
                  <a:cubicBezTo>
                    <a:pt x="4706" y="764"/>
                    <a:pt x="5714" y="764"/>
                    <a:pt x="5714" y="512"/>
                  </a:cubicBezTo>
                  <a:cubicBezTo>
                    <a:pt x="5798" y="344"/>
                    <a:pt x="5294" y="176"/>
                    <a:pt x="4622" y="8"/>
                  </a:cubicBezTo>
                  <a:cubicBezTo>
                    <a:pt x="4600" y="3"/>
                    <a:pt x="4560" y="0"/>
                    <a:pt x="450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19" name="Google Shape;1919;p42"/>
            <p:cNvSpPr/>
            <p:nvPr/>
          </p:nvSpPr>
          <p:spPr>
            <a:xfrm flipH="1">
              <a:off x="1545206" y="2682078"/>
              <a:ext cx="152930" cy="18168"/>
            </a:xfrm>
            <a:custGeom>
              <a:avLst/>
              <a:gdLst/>
              <a:ahLst/>
              <a:cxnLst/>
              <a:rect l="l" t="t" r="r" b="b"/>
              <a:pathLst>
                <a:path w="4958" h="589" extrusionOk="0">
                  <a:moveTo>
                    <a:pt x="4202" y="0"/>
                  </a:moveTo>
                  <a:cubicBezTo>
                    <a:pt x="4034" y="0"/>
                    <a:pt x="1093" y="420"/>
                    <a:pt x="1" y="588"/>
                  </a:cubicBezTo>
                  <a:lnTo>
                    <a:pt x="4958" y="336"/>
                  </a:lnTo>
                  <a:cubicBezTo>
                    <a:pt x="4706" y="168"/>
                    <a:pt x="4538" y="168"/>
                    <a:pt x="4454" y="84"/>
                  </a:cubicBezTo>
                  <a:cubicBezTo>
                    <a:pt x="4286" y="84"/>
                    <a:pt x="4286" y="0"/>
                    <a:pt x="4202" y="0"/>
                  </a:cubicBez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20" name="Google Shape;1920;p42"/>
            <p:cNvSpPr/>
            <p:nvPr/>
          </p:nvSpPr>
          <p:spPr>
            <a:xfrm flipH="1">
              <a:off x="1428581" y="2697439"/>
              <a:ext cx="103701" cy="145342"/>
            </a:xfrm>
            <a:custGeom>
              <a:avLst/>
              <a:gdLst/>
              <a:ahLst/>
              <a:cxnLst/>
              <a:rect l="l" t="t" r="r" b="b"/>
              <a:pathLst>
                <a:path w="3362" h="4712" extrusionOk="0">
                  <a:moveTo>
                    <a:pt x="194" y="1"/>
                  </a:moveTo>
                  <a:cubicBezTo>
                    <a:pt x="185" y="1"/>
                    <a:pt x="177" y="2"/>
                    <a:pt x="169" y="6"/>
                  </a:cubicBezTo>
                  <a:cubicBezTo>
                    <a:pt x="1" y="90"/>
                    <a:pt x="169" y="510"/>
                    <a:pt x="337" y="1183"/>
                  </a:cubicBezTo>
                  <a:cubicBezTo>
                    <a:pt x="421" y="1435"/>
                    <a:pt x="3110" y="4711"/>
                    <a:pt x="3278" y="4711"/>
                  </a:cubicBezTo>
                  <a:cubicBezTo>
                    <a:pt x="3362" y="4627"/>
                    <a:pt x="2690" y="3451"/>
                    <a:pt x="1765" y="2107"/>
                  </a:cubicBezTo>
                  <a:cubicBezTo>
                    <a:pt x="884" y="824"/>
                    <a:pt x="384" y="1"/>
                    <a:pt x="19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21" name="Google Shape;1921;p42"/>
            <p:cNvSpPr/>
            <p:nvPr/>
          </p:nvSpPr>
          <p:spPr>
            <a:xfrm flipH="1">
              <a:off x="1441536" y="2707988"/>
              <a:ext cx="85533" cy="127020"/>
            </a:xfrm>
            <a:custGeom>
              <a:avLst/>
              <a:gdLst/>
              <a:ahLst/>
              <a:cxnLst/>
              <a:rect l="l" t="t" r="r" b="b"/>
              <a:pathLst>
                <a:path w="2773" h="4118" extrusionOk="0">
                  <a:moveTo>
                    <a:pt x="0" y="0"/>
                  </a:moveTo>
                  <a:cubicBezTo>
                    <a:pt x="0" y="168"/>
                    <a:pt x="168" y="420"/>
                    <a:pt x="168" y="588"/>
                  </a:cubicBezTo>
                  <a:lnTo>
                    <a:pt x="168" y="841"/>
                  </a:lnTo>
                  <a:cubicBezTo>
                    <a:pt x="252" y="1093"/>
                    <a:pt x="2101" y="3361"/>
                    <a:pt x="2773" y="4117"/>
                  </a:cubicBezTo>
                  <a:lnTo>
                    <a:pt x="0" y="0"/>
                  </a:ln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22" name="Google Shape;1922;p42"/>
            <p:cNvSpPr/>
            <p:nvPr/>
          </p:nvSpPr>
          <p:spPr>
            <a:xfrm flipH="1">
              <a:off x="1441536" y="2539389"/>
              <a:ext cx="90746" cy="153485"/>
            </a:xfrm>
            <a:custGeom>
              <a:avLst/>
              <a:gdLst/>
              <a:ahLst/>
              <a:cxnLst/>
              <a:rect l="l" t="t" r="r" b="b"/>
              <a:pathLst>
                <a:path w="2942" h="4976" extrusionOk="0">
                  <a:moveTo>
                    <a:pt x="2837" y="1"/>
                  </a:moveTo>
                  <a:cubicBezTo>
                    <a:pt x="2641" y="1"/>
                    <a:pt x="1990" y="1068"/>
                    <a:pt x="1261" y="2526"/>
                  </a:cubicBezTo>
                  <a:cubicBezTo>
                    <a:pt x="505" y="3954"/>
                    <a:pt x="1" y="4794"/>
                    <a:pt x="169" y="4962"/>
                  </a:cubicBezTo>
                  <a:cubicBezTo>
                    <a:pt x="169" y="4971"/>
                    <a:pt x="174" y="4975"/>
                    <a:pt x="182" y="4975"/>
                  </a:cubicBezTo>
                  <a:cubicBezTo>
                    <a:pt x="259" y="4975"/>
                    <a:pt x="651" y="4666"/>
                    <a:pt x="1177" y="4290"/>
                  </a:cubicBezTo>
                  <a:cubicBezTo>
                    <a:pt x="1429" y="4122"/>
                    <a:pt x="2942" y="89"/>
                    <a:pt x="2858" y="5"/>
                  </a:cubicBezTo>
                  <a:cubicBezTo>
                    <a:pt x="2852" y="2"/>
                    <a:pt x="2845" y="1"/>
                    <a:pt x="283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23" name="Google Shape;1923;p42"/>
            <p:cNvSpPr/>
            <p:nvPr/>
          </p:nvSpPr>
          <p:spPr>
            <a:xfrm flipH="1">
              <a:off x="1451900" y="2552498"/>
              <a:ext cx="67396" cy="134793"/>
            </a:xfrm>
            <a:custGeom>
              <a:avLst/>
              <a:gdLst/>
              <a:ahLst/>
              <a:cxnLst/>
              <a:rect l="l" t="t" r="r" b="b"/>
              <a:pathLst>
                <a:path w="2185" h="4370" extrusionOk="0">
                  <a:moveTo>
                    <a:pt x="2185" y="0"/>
                  </a:moveTo>
                  <a:lnTo>
                    <a:pt x="0" y="4369"/>
                  </a:lnTo>
                  <a:cubicBezTo>
                    <a:pt x="84" y="4285"/>
                    <a:pt x="336" y="4201"/>
                    <a:pt x="420" y="3949"/>
                  </a:cubicBezTo>
                  <a:cubicBezTo>
                    <a:pt x="504" y="3949"/>
                    <a:pt x="504" y="3865"/>
                    <a:pt x="588" y="3865"/>
                  </a:cubicBezTo>
                  <a:cubicBezTo>
                    <a:pt x="840" y="3697"/>
                    <a:pt x="1849" y="924"/>
                    <a:pt x="2185" y="0"/>
                  </a:cubicBez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24" name="Google Shape;1924;p42"/>
            <p:cNvSpPr/>
            <p:nvPr/>
          </p:nvSpPr>
          <p:spPr>
            <a:xfrm flipH="1">
              <a:off x="1519266" y="2686736"/>
              <a:ext cx="20790" cy="21283"/>
            </a:xfrm>
            <a:custGeom>
              <a:avLst/>
              <a:gdLst/>
              <a:ahLst/>
              <a:cxnLst/>
              <a:rect l="l" t="t" r="r" b="b"/>
              <a:pathLst>
                <a:path w="674" h="690" extrusionOk="0">
                  <a:moveTo>
                    <a:pt x="380" y="1"/>
                  </a:moveTo>
                  <a:cubicBezTo>
                    <a:pt x="363" y="1"/>
                    <a:pt x="348" y="6"/>
                    <a:pt x="337" y="17"/>
                  </a:cubicBezTo>
                  <a:cubicBezTo>
                    <a:pt x="169" y="17"/>
                    <a:pt x="1" y="185"/>
                    <a:pt x="1" y="353"/>
                  </a:cubicBezTo>
                  <a:cubicBezTo>
                    <a:pt x="1" y="605"/>
                    <a:pt x="169" y="689"/>
                    <a:pt x="337" y="689"/>
                  </a:cubicBezTo>
                  <a:cubicBezTo>
                    <a:pt x="589" y="689"/>
                    <a:pt x="673" y="605"/>
                    <a:pt x="673" y="353"/>
                  </a:cubicBezTo>
                  <a:cubicBezTo>
                    <a:pt x="673" y="208"/>
                    <a:pt x="485" y="1"/>
                    <a:pt x="38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25" name="Google Shape;1925;p42"/>
            <p:cNvSpPr/>
            <p:nvPr/>
          </p:nvSpPr>
          <p:spPr>
            <a:xfrm flipH="1">
              <a:off x="1521856" y="2687260"/>
              <a:ext cx="13017" cy="12986"/>
            </a:xfrm>
            <a:custGeom>
              <a:avLst/>
              <a:gdLst/>
              <a:ahLst/>
              <a:cxnLst/>
              <a:rect l="l" t="t" r="r" b="b"/>
              <a:pathLst>
                <a:path w="422" h="421" extrusionOk="0">
                  <a:moveTo>
                    <a:pt x="169" y="0"/>
                  </a:moveTo>
                  <a:cubicBezTo>
                    <a:pt x="85" y="0"/>
                    <a:pt x="1" y="168"/>
                    <a:pt x="1" y="252"/>
                  </a:cubicBezTo>
                  <a:cubicBezTo>
                    <a:pt x="1" y="336"/>
                    <a:pt x="85" y="420"/>
                    <a:pt x="169" y="420"/>
                  </a:cubicBezTo>
                  <a:cubicBezTo>
                    <a:pt x="253" y="420"/>
                    <a:pt x="421" y="336"/>
                    <a:pt x="421" y="252"/>
                  </a:cubicBezTo>
                  <a:cubicBezTo>
                    <a:pt x="421" y="168"/>
                    <a:pt x="253" y="0"/>
                    <a:pt x="169" y="0"/>
                  </a:cubicBezTo>
                  <a:close/>
                </a:path>
              </a:pathLst>
            </a:custGeom>
            <a:solidFill>
              <a:srgbClr val="5068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926" name="Google Shape;1926;p42"/>
          <p:cNvGrpSpPr/>
          <p:nvPr/>
        </p:nvGrpSpPr>
        <p:grpSpPr>
          <a:xfrm>
            <a:off x="641168" y="2547278"/>
            <a:ext cx="295495" cy="1005609"/>
            <a:chOff x="718468" y="2555028"/>
            <a:chExt cx="295495" cy="1005609"/>
          </a:xfrm>
        </p:grpSpPr>
        <p:sp>
          <p:nvSpPr>
            <p:cNvPr id="1927" name="Google Shape;1927;p42"/>
            <p:cNvSpPr/>
            <p:nvPr/>
          </p:nvSpPr>
          <p:spPr>
            <a:xfrm flipH="1">
              <a:off x="884352" y="3412889"/>
              <a:ext cx="28532" cy="147748"/>
            </a:xfrm>
            <a:custGeom>
              <a:avLst/>
              <a:gdLst/>
              <a:ahLst/>
              <a:cxnLst/>
              <a:rect l="l" t="t" r="r" b="b"/>
              <a:pathLst>
                <a:path w="925" h="4790" extrusionOk="0">
                  <a:moveTo>
                    <a:pt x="1" y="1"/>
                  </a:moveTo>
                  <a:lnTo>
                    <a:pt x="1" y="4790"/>
                  </a:lnTo>
                  <a:lnTo>
                    <a:pt x="925" y="4790"/>
                  </a:lnTo>
                  <a:lnTo>
                    <a:pt x="925" y="1"/>
                  </a:lnTo>
                  <a:close/>
                </a:path>
              </a:pathLst>
            </a:custGeom>
            <a:solidFill>
              <a:srgbClr val="4054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28" name="Google Shape;1928;p42"/>
            <p:cNvSpPr/>
            <p:nvPr/>
          </p:nvSpPr>
          <p:spPr>
            <a:xfrm flipH="1">
              <a:off x="884352" y="3412889"/>
              <a:ext cx="12986" cy="147748"/>
            </a:xfrm>
            <a:custGeom>
              <a:avLst/>
              <a:gdLst/>
              <a:ahLst/>
              <a:cxnLst/>
              <a:rect l="l" t="t" r="r" b="b"/>
              <a:pathLst>
                <a:path w="421" h="4790" extrusionOk="0">
                  <a:moveTo>
                    <a:pt x="1" y="1"/>
                  </a:moveTo>
                  <a:lnTo>
                    <a:pt x="1" y="4790"/>
                  </a:lnTo>
                  <a:lnTo>
                    <a:pt x="421" y="4790"/>
                  </a:lnTo>
                  <a:lnTo>
                    <a:pt x="421" y="1"/>
                  </a:lnTo>
                  <a:close/>
                </a:path>
              </a:pathLst>
            </a:custGeom>
            <a:solidFill>
              <a:srgbClr val="6C8C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29" name="Google Shape;1929;p42"/>
            <p:cNvSpPr/>
            <p:nvPr/>
          </p:nvSpPr>
          <p:spPr>
            <a:xfrm flipH="1">
              <a:off x="886943" y="2695033"/>
              <a:ext cx="23350" cy="717887"/>
            </a:xfrm>
            <a:custGeom>
              <a:avLst/>
              <a:gdLst/>
              <a:ahLst/>
              <a:cxnLst/>
              <a:rect l="l" t="t" r="r" b="b"/>
              <a:pathLst>
                <a:path w="757" h="23274" extrusionOk="0">
                  <a:moveTo>
                    <a:pt x="337" y="0"/>
                  </a:moveTo>
                  <a:cubicBezTo>
                    <a:pt x="337" y="924"/>
                    <a:pt x="1" y="22601"/>
                    <a:pt x="1" y="23274"/>
                  </a:cubicBezTo>
                  <a:lnTo>
                    <a:pt x="757" y="23274"/>
                  </a:lnTo>
                  <a:cubicBezTo>
                    <a:pt x="757" y="22601"/>
                    <a:pt x="505" y="924"/>
                    <a:pt x="421" y="0"/>
                  </a:cubicBezTo>
                  <a:close/>
                </a:path>
              </a:pathLst>
            </a:custGeom>
            <a:solidFill>
              <a:srgbClr val="F5F9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30" name="Google Shape;1930;p42"/>
            <p:cNvSpPr/>
            <p:nvPr/>
          </p:nvSpPr>
          <p:spPr>
            <a:xfrm flipH="1">
              <a:off x="886943" y="2695033"/>
              <a:ext cx="10395" cy="717887"/>
            </a:xfrm>
            <a:custGeom>
              <a:avLst/>
              <a:gdLst/>
              <a:ahLst/>
              <a:cxnLst/>
              <a:rect l="l" t="t" r="r" b="b"/>
              <a:pathLst>
                <a:path w="337" h="23274" extrusionOk="0">
                  <a:moveTo>
                    <a:pt x="1" y="0"/>
                  </a:moveTo>
                  <a:lnTo>
                    <a:pt x="1" y="23274"/>
                  </a:lnTo>
                  <a:lnTo>
                    <a:pt x="169" y="23274"/>
                  </a:lnTo>
                  <a:cubicBezTo>
                    <a:pt x="337" y="22601"/>
                    <a:pt x="1" y="924"/>
                    <a:pt x="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31" name="Google Shape;1931;p42"/>
            <p:cNvSpPr/>
            <p:nvPr/>
          </p:nvSpPr>
          <p:spPr>
            <a:xfrm flipH="1">
              <a:off x="897307" y="2555028"/>
              <a:ext cx="116656" cy="137630"/>
            </a:xfrm>
            <a:custGeom>
              <a:avLst/>
              <a:gdLst/>
              <a:ahLst/>
              <a:cxnLst/>
              <a:rect l="l" t="t" r="r" b="b"/>
              <a:pathLst>
                <a:path w="3782" h="4462" extrusionOk="0">
                  <a:moveTo>
                    <a:pt x="90" y="0"/>
                  </a:moveTo>
                  <a:cubicBezTo>
                    <a:pt x="88" y="0"/>
                    <a:pt x="86" y="1"/>
                    <a:pt x="85" y="2"/>
                  </a:cubicBezTo>
                  <a:cubicBezTo>
                    <a:pt x="1" y="86"/>
                    <a:pt x="757" y="1263"/>
                    <a:pt x="1765" y="2523"/>
                  </a:cubicBezTo>
                  <a:cubicBezTo>
                    <a:pt x="2802" y="3719"/>
                    <a:pt x="3385" y="4462"/>
                    <a:pt x="3513" y="4462"/>
                  </a:cubicBezTo>
                  <a:cubicBezTo>
                    <a:pt x="3520" y="4462"/>
                    <a:pt x="3525" y="4459"/>
                    <a:pt x="3530" y="4455"/>
                  </a:cubicBezTo>
                  <a:cubicBezTo>
                    <a:pt x="3782" y="4455"/>
                    <a:pt x="3530" y="3951"/>
                    <a:pt x="3362" y="3279"/>
                  </a:cubicBezTo>
                  <a:cubicBezTo>
                    <a:pt x="3279" y="2947"/>
                    <a:pt x="253" y="0"/>
                    <a:pt x="9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32" name="Google Shape;1932;p42"/>
            <p:cNvSpPr/>
            <p:nvPr/>
          </p:nvSpPr>
          <p:spPr>
            <a:xfrm flipH="1">
              <a:off x="905080" y="2565453"/>
              <a:ext cx="95928" cy="116656"/>
            </a:xfrm>
            <a:custGeom>
              <a:avLst/>
              <a:gdLst/>
              <a:ahLst/>
              <a:cxnLst/>
              <a:rect l="l" t="t" r="r" b="b"/>
              <a:pathLst>
                <a:path w="3110" h="3782" extrusionOk="0">
                  <a:moveTo>
                    <a:pt x="1" y="0"/>
                  </a:moveTo>
                  <a:lnTo>
                    <a:pt x="3110" y="3781"/>
                  </a:lnTo>
                  <a:cubicBezTo>
                    <a:pt x="3110" y="3529"/>
                    <a:pt x="3026" y="3361"/>
                    <a:pt x="3026" y="3193"/>
                  </a:cubicBezTo>
                  <a:cubicBezTo>
                    <a:pt x="3026" y="3109"/>
                    <a:pt x="3026" y="3109"/>
                    <a:pt x="2942" y="3025"/>
                  </a:cubicBezTo>
                  <a:cubicBezTo>
                    <a:pt x="2858" y="2689"/>
                    <a:pt x="757" y="756"/>
                    <a:pt x="1" y="0"/>
                  </a:cubicBez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33" name="Google Shape;1933;p42"/>
            <p:cNvSpPr/>
            <p:nvPr/>
          </p:nvSpPr>
          <p:spPr>
            <a:xfrm flipH="1">
              <a:off x="892125" y="2697624"/>
              <a:ext cx="77760" cy="163417"/>
            </a:xfrm>
            <a:custGeom>
              <a:avLst/>
              <a:gdLst/>
              <a:ahLst/>
              <a:cxnLst/>
              <a:rect l="l" t="t" r="r" b="b"/>
              <a:pathLst>
                <a:path w="2521" h="5298" extrusionOk="0">
                  <a:moveTo>
                    <a:pt x="2437" y="0"/>
                  </a:moveTo>
                  <a:cubicBezTo>
                    <a:pt x="2101" y="0"/>
                    <a:pt x="1849" y="336"/>
                    <a:pt x="1429" y="840"/>
                  </a:cubicBezTo>
                  <a:cubicBezTo>
                    <a:pt x="1176" y="1093"/>
                    <a:pt x="0" y="5125"/>
                    <a:pt x="252" y="5294"/>
                  </a:cubicBezTo>
                  <a:cubicBezTo>
                    <a:pt x="255" y="5296"/>
                    <a:pt x="258" y="5297"/>
                    <a:pt x="262" y="5297"/>
                  </a:cubicBezTo>
                  <a:cubicBezTo>
                    <a:pt x="379" y="5297"/>
                    <a:pt x="1027" y="4067"/>
                    <a:pt x="1597" y="2521"/>
                  </a:cubicBezTo>
                  <a:cubicBezTo>
                    <a:pt x="2269" y="924"/>
                    <a:pt x="2521" y="84"/>
                    <a:pt x="243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34" name="Google Shape;1934;p42"/>
            <p:cNvSpPr/>
            <p:nvPr/>
          </p:nvSpPr>
          <p:spPr>
            <a:xfrm flipH="1">
              <a:off x="907671" y="2702806"/>
              <a:ext cx="54441" cy="145157"/>
            </a:xfrm>
            <a:custGeom>
              <a:avLst/>
              <a:gdLst/>
              <a:ahLst/>
              <a:cxnLst/>
              <a:rect l="l" t="t" r="r" b="b"/>
              <a:pathLst>
                <a:path w="1765" h="4706" extrusionOk="0">
                  <a:moveTo>
                    <a:pt x="1765" y="0"/>
                  </a:moveTo>
                  <a:lnTo>
                    <a:pt x="1345" y="504"/>
                  </a:lnTo>
                  <a:cubicBezTo>
                    <a:pt x="1345" y="588"/>
                    <a:pt x="1261" y="588"/>
                    <a:pt x="1177" y="672"/>
                  </a:cubicBezTo>
                  <a:cubicBezTo>
                    <a:pt x="924" y="925"/>
                    <a:pt x="168" y="3697"/>
                    <a:pt x="0" y="4705"/>
                  </a:cubicBezTo>
                  <a:lnTo>
                    <a:pt x="1765" y="0"/>
                  </a:ln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35" name="Google Shape;1935;p42"/>
            <p:cNvSpPr/>
            <p:nvPr/>
          </p:nvSpPr>
          <p:spPr>
            <a:xfrm flipH="1">
              <a:off x="718468" y="2669123"/>
              <a:ext cx="176279" cy="39019"/>
            </a:xfrm>
            <a:custGeom>
              <a:avLst/>
              <a:gdLst/>
              <a:ahLst/>
              <a:cxnLst/>
              <a:rect l="l" t="t" r="r" b="b"/>
              <a:pathLst>
                <a:path w="5715" h="1265" extrusionOk="0">
                  <a:moveTo>
                    <a:pt x="5282" y="0"/>
                  </a:moveTo>
                  <a:cubicBezTo>
                    <a:pt x="4734" y="0"/>
                    <a:pt x="3726" y="112"/>
                    <a:pt x="2605" y="336"/>
                  </a:cubicBezTo>
                  <a:cubicBezTo>
                    <a:pt x="925" y="588"/>
                    <a:pt x="1" y="756"/>
                    <a:pt x="1" y="840"/>
                  </a:cubicBezTo>
                  <a:cubicBezTo>
                    <a:pt x="1" y="924"/>
                    <a:pt x="421" y="1008"/>
                    <a:pt x="1177" y="1260"/>
                  </a:cubicBezTo>
                  <a:cubicBezTo>
                    <a:pt x="1189" y="1263"/>
                    <a:pt x="1205" y="1265"/>
                    <a:pt x="1225" y="1265"/>
                  </a:cubicBezTo>
                  <a:cubicBezTo>
                    <a:pt x="1797" y="1265"/>
                    <a:pt x="5714" y="165"/>
                    <a:pt x="5714" y="84"/>
                  </a:cubicBezTo>
                  <a:cubicBezTo>
                    <a:pt x="5714" y="28"/>
                    <a:pt x="5555" y="0"/>
                    <a:pt x="528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36" name="Google Shape;1936;p42"/>
            <p:cNvSpPr/>
            <p:nvPr/>
          </p:nvSpPr>
          <p:spPr>
            <a:xfrm flipH="1">
              <a:off x="731453" y="2671714"/>
              <a:ext cx="152930" cy="31863"/>
            </a:xfrm>
            <a:custGeom>
              <a:avLst/>
              <a:gdLst/>
              <a:ahLst/>
              <a:cxnLst/>
              <a:rect l="l" t="t" r="r" b="b"/>
              <a:pathLst>
                <a:path w="4958" h="1033" extrusionOk="0">
                  <a:moveTo>
                    <a:pt x="4958" y="0"/>
                  </a:moveTo>
                  <a:lnTo>
                    <a:pt x="1" y="840"/>
                  </a:lnTo>
                  <a:cubicBezTo>
                    <a:pt x="169" y="924"/>
                    <a:pt x="421" y="924"/>
                    <a:pt x="589" y="924"/>
                  </a:cubicBezTo>
                  <a:cubicBezTo>
                    <a:pt x="757" y="924"/>
                    <a:pt x="757" y="924"/>
                    <a:pt x="841" y="1008"/>
                  </a:cubicBezTo>
                  <a:cubicBezTo>
                    <a:pt x="857" y="1025"/>
                    <a:pt x="900" y="1032"/>
                    <a:pt x="965" y="1032"/>
                  </a:cubicBezTo>
                  <a:cubicBezTo>
                    <a:pt x="1563" y="1032"/>
                    <a:pt x="4048" y="379"/>
                    <a:pt x="4958" y="0"/>
                  </a:cubicBez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37" name="Google Shape;1937;p42"/>
            <p:cNvSpPr/>
            <p:nvPr/>
          </p:nvSpPr>
          <p:spPr>
            <a:xfrm flipH="1">
              <a:off x="886943" y="2688556"/>
              <a:ext cx="20759" cy="18815"/>
            </a:xfrm>
            <a:custGeom>
              <a:avLst/>
              <a:gdLst/>
              <a:ahLst/>
              <a:cxnLst/>
              <a:rect l="l" t="t" r="r" b="b"/>
              <a:pathLst>
                <a:path w="673" h="610" extrusionOk="0">
                  <a:moveTo>
                    <a:pt x="295" y="0"/>
                  </a:moveTo>
                  <a:cubicBezTo>
                    <a:pt x="211" y="0"/>
                    <a:pt x="127" y="42"/>
                    <a:pt x="85" y="126"/>
                  </a:cubicBezTo>
                  <a:cubicBezTo>
                    <a:pt x="1" y="210"/>
                    <a:pt x="1" y="378"/>
                    <a:pt x="85" y="546"/>
                  </a:cubicBezTo>
                  <a:cubicBezTo>
                    <a:pt x="127" y="588"/>
                    <a:pt x="211" y="609"/>
                    <a:pt x="295" y="609"/>
                  </a:cubicBezTo>
                  <a:cubicBezTo>
                    <a:pt x="379" y="609"/>
                    <a:pt x="463" y="588"/>
                    <a:pt x="505" y="546"/>
                  </a:cubicBezTo>
                  <a:cubicBezTo>
                    <a:pt x="673" y="378"/>
                    <a:pt x="673" y="210"/>
                    <a:pt x="505" y="126"/>
                  </a:cubicBezTo>
                  <a:cubicBezTo>
                    <a:pt x="463" y="42"/>
                    <a:pt x="379" y="0"/>
                    <a:pt x="29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38" name="Google Shape;1938;p42"/>
            <p:cNvSpPr/>
            <p:nvPr/>
          </p:nvSpPr>
          <p:spPr>
            <a:xfrm flipH="1">
              <a:off x="892125" y="2688556"/>
              <a:ext cx="15577" cy="13633"/>
            </a:xfrm>
            <a:custGeom>
              <a:avLst/>
              <a:gdLst/>
              <a:ahLst/>
              <a:cxnLst/>
              <a:rect l="l" t="t" r="r" b="b"/>
              <a:pathLst>
                <a:path w="505" h="442" extrusionOk="0">
                  <a:moveTo>
                    <a:pt x="284" y="0"/>
                  </a:moveTo>
                  <a:cubicBezTo>
                    <a:pt x="232" y="0"/>
                    <a:pt x="169" y="42"/>
                    <a:pt x="85" y="126"/>
                  </a:cubicBezTo>
                  <a:cubicBezTo>
                    <a:pt x="1" y="210"/>
                    <a:pt x="1" y="294"/>
                    <a:pt x="85" y="378"/>
                  </a:cubicBezTo>
                  <a:cubicBezTo>
                    <a:pt x="127" y="420"/>
                    <a:pt x="190" y="441"/>
                    <a:pt x="253" y="441"/>
                  </a:cubicBezTo>
                  <a:cubicBezTo>
                    <a:pt x="316" y="441"/>
                    <a:pt x="379" y="420"/>
                    <a:pt x="421" y="378"/>
                  </a:cubicBezTo>
                  <a:cubicBezTo>
                    <a:pt x="505" y="294"/>
                    <a:pt x="505" y="210"/>
                    <a:pt x="421" y="126"/>
                  </a:cubicBezTo>
                  <a:cubicBezTo>
                    <a:pt x="379" y="42"/>
                    <a:pt x="337" y="0"/>
                    <a:pt x="284" y="0"/>
                  </a:cubicBezTo>
                  <a:close/>
                </a:path>
              </a:pathLst>
            </a:custGeom>
            <a:solidFill>
              <a:srgbClr val="5068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939" name="Google Shape;1939;p42"/>
          <p:cNvGrpSpPr/>
          <p:nvPr/>
        </p:nvGrpSpPr>
        <p:grpSpPr>
          <a:xfrm>
            <a:off x="1022134" y="2531639"/>
            <a:ext cx="277327" cy="1021247"/>
            <a:chOff x="1099434" y="2539389"/>
            <a:chExt cx="277327" cy="1021247"/>
          </a:xfrm>
        </p:grpSpPr>
        <p:sp>
          <p:nvSpPr>
            <p:cNvPr id="1940" name="Google Shape;1940;p42"/>
            <p:cNvSpPr/>
            <p:nvPr/>
          </p:nvSpPr>
          <p:spPr>
            <a:xfrm flipH="1">
              <a:off x="1182376" y="3412889"/>
              <a:ext cx="28532" cy="147748"/>
            </a:xfrm>
            <a:custGeom>
              <a:avLst/>
              <a:gdLst/>
              <a:ahLst/>
              <a:cxnLst/>
              <a:rect l="l" t="t" r="r" b="b"/>
              <a:pathLst>
                <a:path w="925" h="4790" extrusionOk="0">
                  <a:moveTo>
                    <a:pt x="0" y="1"/>
                  </a:moveTo>
                  <a:lnTo>
                    <a:pt x="0" y="4790"/>
                  </a:lnTo>
                  <a:lnTo>
                    <a:pt x="925" y="4790"/>
                  </a:lnTo>
                  <a:lnTo>
                    <a:pt x="925" y="1"/>
                  </a:lnTo>
                  <a:close/>
                </a:path>
              </a:pathLst>
            </a:custGeom>
            <a:solidFill>
              <a:srgbClr val="4054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41" name="Google Shape;1941;p42"/>
            <p:cNvSpPr/>
            <p:nvPr/>
          </p:nvSpPr>
          <p:spPr>
            <a:xfrm flipH="1">
              <a:off x="1182376" y="3412889"/>
              <a:ext cx="12986" cy="147748"/>
            </a:xfrm>
            <a:custGeom>
              <a:avLst/>
              <a:gdLst/>
              <a:ahLst/>
              <a:cxnLst/>
              <a:rect l="l" t="t" r="r" b="b"/>
              <a:pathLst>
                <a:path w="421" h="4790" extrusionOk="0">
                  <a:moveTo>
                    <a:pt x="1" y="1"/>
                  </a:moveTo>
                  <a:lnTo>
                    <a:pt x="1" y="4790"/>
                  </a:lnTo>
                  <a:lnTo>
                    <a:pt x="421" y="4790"/>
                  </a:lnTo>
                  <a:lnTo>
                    <a:pt x="421" y="1"/>
                  </a:lnTo>
                  <a:close/>
                </a:path>
              </a:pathLst>
            </a:custGeom>
            <a:solidFill>
              <a:srgbClr val="6C8C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42" name="Google Shape;1942;p42"/>
            <p:cNvSpPr/>
            <p:nvPr/>
          </p:nvSpPr>
          <p:spPr>
            <a:xfrm flipH="1">
              <a:off x="1184967" y="2695033"/>
              <a:ext cx="23350" cy="717887"/>
            </a:xfrm>
            <a:custGeom>
              <a:avLst/>
              <a:gdLst/>
              <a:ahLst/>
              <a:cxnLst/>
              <a:rect l="l" t="t" r="r" b="b"/>
              <a:pathLst>
                <a:path w="757" h="23274" extrusionOk="0">
                  <a:moveTo>
                    <a:pt x="336" y="0"/>
                  </a:moveTo>
                  <a:cubicBezTo>
                    <a:pt x="336" y="924"/>
                    <a:pt x="0" y="22601"/>
                    <a:pt x="0" y="23274"/>
                  </a:cubicBezTo>
                  <a:lnTo>
                    <a:pt x="757" y="23274"/>
                  </a:lnTo>
                  <a:cubicBezTo>
                    <a:pt x="757" y="22601"/>
                    <a:pt x="505" y="924"/>
                    <a:pt x="421" y="0"/>
                  </a:cubicBezTo>
                  <a:close/>
                </a:path>
              </a:pathLst>
            </a:custGeom>
            <a:solidFill>
              <a:srgbClr val="F5F9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43" name="Google Shape;1943;p42"/>
            <p:cNvSpPr/>
            <p:nvPr/>
          </p:nvSpPr>
          <p:spPr>
            <a:xfrm flipH="1">
              <a:off x="1184967" y="2695033"/>
              <a:ext cx="10395" cy="717887"/>
            </a:xfrm>
            <a:custGeom>
              <a:avLst/>
              <a:gdLst/>
              <a:ahLst/>
              <a:cxnLst/>
              <a:rect l="l" t="t" r="r" b="b"/>
              <a:pathLst>
                <a:path w="337" h="23274" extrusionOk="0">
                  <a:moveTo>
                    <a:pt x="1" y="0"/>
                  </a:moveTo>
                  <a:lnTo>
                    <a:pt x="1" y="23274"/>
                  </a:lnTo>
                  <a:lnTo>
                    <a:pt x="169" y="23274"/>
                  </a:lnTo>
                  <a:cubicBezTo>
                    <a:pt x="337" y="22601"/>
                    <a:pt x="1" y="924"/>
                    <a:pt x="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44" name="Google Shape;1944;p42"/>
            <p:cNvSpPr/>
            <p:nvPr/>
          </p:nvSpPr>
          <p:spPr>
            <a:xfrm flipH="1">
              <a:off x="1197922" y="2681831"/>
              <a:ext cx="178839" cy="27884"/>
            </a:xfrm>
            <a:custGeom>
              <a:avLst/>
              <a:gdLst/>
              <a:ahLst/>
              <a:cxnLst/>
              <a:rect l="l" t="t" r="r" b="b"/>
              <a:pathLst>
                <a:path w="5798" h="904" extrusionOk="0">
                  <a:moveTo>
                    <a:pt x="4506" y="0"/>
                  </a:moveTo>
                  <a:cubicBezTo>
                    <a:pt x="3740" y="0"/>
                    <a:pt x="0" y="529"/>
                    <a:pt x="0" y="764"/>
                  </a:cubicBezTo>
                  <a:cubicBezTo>
                    <a:pt x="0" y="863"/>
                    <a:pt x="461" y="904"/>
                    <a:pt x="1181" y="904"/>
                  </a:cubicBezTo>
                  <a:cubicBezTo>
                    <a:pt x="1690" y="904"/>
                    <a:pt x="2329" y="883"/>
                    <a:pt x="3025" y="848"/>
                  </a:cubicBezTo>
                  <a:cubicBezTo>
                    <a:pt x="4705" y="764"/>
                    <a:pt x="5629" y="764"/>
                    <a:pt x="5629" y="512"/>
                  </a:cubicBezTo>
                  <a:cubicBezTo>
                    <a:pt x="5797" y="344"/>
                    <a:pt x="5209" y="176"/>
                    <a:pt x="4621" y="8"/>
                  </a:cubicBezTo>
                  <a:cubicBezTo>
                    <a:pt x="4599" y="3"/>
                    <a:pt x="4560" y="0"/>
                    <a:pt x="450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45" name="Google Shape;1945;p42"/>
            <p:cNvSpPr/>
            <p:nvPr/>
          </p:nvSpPr>
          <p:spPr>
            <a:xfrm flipH="1">
              <a:off x="1210877" y="2682078"/>
              <a:ext cx="152930" cy="18168"/>
            </a:xfrm>
            <a:custGeom>
              <a:avLst/>
              <a:gdLst/>
              <a:ahLst/>
              <a:cxnLst/>
              <a:rect l="l" t="t" r="r" b="b"/>
              <a:pathLst>
                <a:path w="4958" h="589" extrusionOk="0">
                  <a:moveTo>
                    <a:pt x="4201" y="0"/>
                  </a:moveTo>
                  <a:cubicBezTo>
                    <a:pt x="3865" y="0"/>
                    <a:pt x="924" y="420"/>
                    <a:pt x="0" y="588"/>
                  </a:cubicBezTo>
                  <a:lnTo>
                    <a:pt x="4957" y="336"/>
                  </a:lnTo>
                  <a:cubicBezTo>
                    <a:pt x="4705" y="168"/>
                    <a:pt x="4453" y="168"/>
                    <a:pt x="4369" y="84"/>
                  </a:cubicBezTo>
                  <a:cubicBezTo>
                    <a:pt x="4285" y="84"/>
                    <a:pt x="4285" y="0"/>
                    <a:pt x="4201" y="0"/>
                  </a:cubicBez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46" name="Google Shape;1946;p42"/>
            <p:cNvSpPr/>
            <p:nvPr/>
          </p:nvSpPr>
          <p:spPr>
            <a:xfrm flipH="1">
              <a:off x="1099434" y="2697439"/>
              <a:ext cx="98519" cy="145342"/>
            </a:xfrm>
            <a:custGeom>
              <a:avLst/>
              <a:gdLst/>
              <a:ahLst/>
              <a:cxnLst/>
              <a:rect l="l" t="t" r="r" b="b"/>
              <a:pathLst>
                <a:path w="3194" h="4712" extrusionOk="0">
                  <a:moveTo>
                    <a:pt x="99" y="1"/>
                  </a:moveTo>
                  <a:cubicBezTo>
                    <a:pt x="93" y="1"/>
                    <a:pt x="88" y="2"/>
                    <a:pt x="85" y="6"/>
                  </a:cubicBezTo>
                  <a:cubicBezTo>
                    <a:pt x="0" y="90"/>
                    <a:pt x="85" y="510"/>
                    <a:pt x="169" y="1183"/>
                  </a:cubicBezTo>
                  <a:cubicBezTo>
                    <a:pt x="253" y="1435"/>
                    <a:pt x="3025" y="4711"/>
                    <a:pt x="3109" y="4711"/>
                  </a:cubicBezTo>
                  <a:cubicBezTo>
                    <a:pt x="3193" y="4627"/>
                    <a:pt x="2605" y="3451"/>
                    <a:pt x="1681" y="2107"/>
                  </a:cubicBezTo>
                  <a:cubicBezTo>
                    <a:pt x="719" y="824"/>
                    <a:pt x="216" y="1"/>
                    <a:pt x="9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47" name="Google Shape;1947;p42"/>
            <p:cNvSpPr/>
            <p:nvPr/>
          </p:nvSpPr>
          <p:spPr>
            <a:xfrm flipH="1">
              <a:off x="1107207" y="2707988"/>
              <a:ext cx="85564" cy="127020"/>
            </a:xfrm>
            <a:custGeom>
              <a:avLst/>
              <a:gdLst/>
              <a:ahLst/>
              <a:cxnLst/>
              <a:rect l="l" t="t" r="r" b="b"/>
              <a:pathLst>
                <a:path w="2774" h="4118" extrusionOk="0">
                  <a:moveTo>
                    <a:pt x="1" y="0"/>
                  </a:moveTo>
                  <a:cubicBezTo>
                    <a:pt x="1" y="168"/>
                    <a:pt x="85" y="420"/>
                    <a:pt x="85" y="588"/>
                  </a:cubicBezTo>
                  <a:lnTo>
                    <a:pt x="85" y="841"/>
                  </a:lnTo>
                  <a:cubicBezTo>
                    <a:pt x="85" y="1093"/>
                    <a:pt x="2017" y="3361"/>
                    <a:pt x="2773" y="4117"/>
                  </a:cubicBezTo>
                  <a:lnTo>
                    <a:pt x="1" y="0"/>
                  </a:ln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48" name="Google Shape;1948;p42"/>
            <p:cNvSpPr/>
            <p:nvPr/>
          </p:nvSpPr>
          <p:spPr>
            <a:xfrm flipH="1">
              <a:off x="1112389" y="2539389"/>
              <a:ext cx="90746" cy="153485"/>
            </a:xfrm>
            <a:custGeom>
              <a:avLst/>
              <a:gdLst/>
              <a:ahLst/>
              <a:cxnLst/>
              <a:rect l="l" t="t" r="r" b="b"/>
              <a:pathLst>
                <a:path w="2942" h="4976" extrusionOk="0">
                  <a:moveTo>
                    <a:pt x="2845" y="1"/>
                  </a:moveTo>
                  <a:cubicBezTo>
                    <a:pt x="2718" y="1"/>
                    <a:pt x="1990" y="1068"/>
                    <a:pt x="1261" y="2526"/>
                  </a:cubicBezTo>
                  <a:cubicBezTo>
                    <a:pt x="589" y="3954"/>
                    <a:pt x="0" y="4794"/>
                    <a:pt x="253" y="4962"/>
                  </a:cubicBezTo>
                  <a:cubicBezTo>
                    <a:pt x="261" y="4971"/>
                    <a:pt x="273" y="4975"/>
                    <a:pt x="287" y="4975"/>
                  </a:cubicBezTo>
                  <a:cubicBezTo>
                    <a:pt x="409" y="4975"/>
                    <a:pt x="725" y="4666"/>
                    <a:pt x="1177" y="4290"/>
                  </a:cubicBezTo>
                  <a:cubicBezTo>
                    <a:pt x="1513" y="4122"/>
                    <a:pt x="2941" y="89"/>
                    <a:pt x="2857" y="5"/>
                  </a:cubicBezTo>
                  <a:cubicBezTo>
                    <a:pt x="2854" y="2"/>
                    <a:pt x="2850" y="1"/>
                    <a:pt x="284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49" name="Google Shape;1949;p42"/>
            <p:cNvSpPr/>
            <p:nvPr/>
          </p:nvSpPr>
          <p:spPr>
            <a:xfrm flipH="1">
              <a:off x="1117571" y="2552498"/>
              <a:ext cx="67427" cy="134793"/>
            </a:xfrm>
            <a:custGeom>
              <a:avLst/>
              <a:gdLst/>
              <a:ahLst/>
              <a:cxnLst/>
              <a:rect l="l" t="t" r="r" b="b"/>
              <a:pathLst>
                <a:path w="2186" h="4370" extrusionOk="0">
                  <a:moveTo>
                    <a:pt x="2185" y="0"/>
                  </a:moveTo>
                  <a:lnTo>
                    <a:pt x="1" y="4369"/>
                  </a:lnTo>
                  <a:cubicBezTo>
                    <a:pt x="85" y="4285"/>
                    <a:pt x="253" y="4201"/>
                    <a:pt x="421" y="3949"/>
                  </a:cubicBezTo>
                  <a:cubicBezTo>
                    <a:pt x="505" y="3949"/>
                    <a:pt x="505" y="3865"/>
                    <a:pt x="589" y="3865"/>
                  </a:cubicBezTo>
                  <a:cubicBezTo>
                    <a:pt x="841" y="3697"/>
                    <a:pt x="1849" y="924"/>
                    <a:pt x="2185" y="0"/>
                  </a:cubicBez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50" name="Google Shape;1950;p42"/>
            <p:cNvSpPr/>
            <p:nvPr/>
          </p:nvSpPr>
          <p:spPr>
            <a:xfrm flipH="1">
              <a:off x="1190149" y="2686736"/>
              <a:ext cx="18168" cy="21283"/>
            </a:xfrm>
            <a:custGeom>
              <a:avLst/>
              <a:gdLst/>
              <a:ahLst/>
              <a:cxnLst/>
              <a:rect l="l" t="t" r="r" b="b"/>
              <a:pathLst>
                <a:path w="589" h="690" extrusionOk="0">
                  <a:moveTo>
                    <a:pt x="401" y="1"/>
                  </a:moveTo>
                  <a:cubicBezTo>
                    <a:pt x="381" y="1"/>
                    <a:pt x="359" y="6"/>
                    <a:pt x="336" y="17"/>
                  </a:cubicBezTo>
                  <a:cubicBezTo>
                    <a:pt x="84" y="17"/>
                    <a:pt x="0" y="185"/>
                    <a:pt x="0" y="353"/>
                  </a:cubicBezTo>
                  <a:cubicBezTo>
                    <a:pt x="0" y="605"/>
                    <a:pt x="84" y="689"/>
                    <a:pt x="336" y="689"/>
                  </a:cubicBezTo>
                  <a:cubicBezTo>
                    <a:pt x="505" y="689"/>
                    <a:pt x="589" y="605"/>
                    <a:pt x="589" y="353"/>
                  </a:cubicBezTo>
                  <a:cubicBezTo>
                    <a:pt x="589" y="208"/>
                    <a:pt x="526" y="1"/>
                    <a:pt x="40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51" name="Google Shape;1951;p42"/>
            <p:cNvSpPr/>
            <p:nvPr/>
          </p:nvSpPr>
          <p:spPr>
            <a:xfrm flipH="1">
              <a:off x="1192740" y="2687260"/>
              <a:ext cx="12986" cy="12986"/>
            </a:xfrm>
            <a:custGeom>
              <a:avLst/>
              <a:gdLst/>
              <a:ahLst/>
              <a:cxnLst/>
              <a:rect l="l" t="t" r="r" b="b"/>
              <a:pathLst>
                <a:path w="421" h="421" extrusionOk="0">
                  <a:moveTo>
                    <a:pt x="252" y="0"/>
                  </a:moveTo>
                  <a:cubicBezTo>
                    <a:pt x="84" y="0"/>
                    <a:pt x="0" y="168"/>
                    <a:pt x="0" y="252"/>
                  </a:cubicBezTo>
                  <a:cubicBezTo>
                    <a:pt x="0" y="336"/>
                    <a:pt x="84" y="420"/>
                    <a:pt x="252" y="420"/>
                  </a:cubicBezTo>
                  <a:cubicBezTo>
                    <a:pt x="337" y="420"/>
                    <a:pt x="421" y="336"/>
                    <a:pt x="421" y="252"/>
                  </a:cubicBezTo>
                  <a:cubicBezTo>
                    <a:pt x="421" y="168"/>
                    <a:pt x="337" y="0"/>
                    <a:pt x="252" y="0"/>
                  </a:cubicBezTo>
                  <a:close/>
                </a:path>
              </a:pathLst>
            </a:custGeom>
            <a:solidFill>
              <a:srgbClr val="5068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952" name="Google Shape;1952;p42"/>
          <p:cNvGrpSpPr/>
          <p:nvPr/>
        </p:nvGrpSpPr>
        <p:grpSpPr>
          <a:xfrm>
            <a:off x="2643168" y="3063053"/>
            <a:ext cx="440621" cy="489819"/>
            <a:chOff x="2584405" y="3096728"/>
            <a:chExt cx="440621" cy="489819"/>
          </a:xfrm>
        </p:grpSpPr>
        <p:sp>
          <p:nvSpPr>
            <p:cNvPr id="1953" name="Google Shape;1953;p42"/>
            <p:cNvSpPr/>
            <p:nvPr/>
          </p:nvSpPr>
          <p:spPr>
            <a:xfrm flipH="1">
              <a:off x="2786563" y="3410298"/>
              <a:ext cx="54441" cy="176248"/>
            </a:xfrm>
            <a:custGeom>
              <a:avLst/>
              <a:gdLst/>
              <a:ahLst/>
              <a:cxnLst/>
              <a:rect l="l" t="t" r="r" b="b"/>
              <a:pathLst>
                <a:path w="1765" h="5714" extrusionOk="0">
                  <a:moveTo>
                    <a:pt x="420" y="1"/>
                  </a:moveTo>
                  <a:lnTo>
                    <a:pt x="0" y="5714"/>
                  </a:lnTo>
                  <a:lnTo>
                    <a:pt x="1765" y="5714"/>
                  </a:lnTo>
                  <a:lnTo>
                    <a:pt x="1429" y="1"/>
                  </a:lnTo>
                  <a:close/>
                </a:path>
              </a:pathLst>
            </a:custGeom>
            <a:solidFill>
              <a:srgbClr val="7A452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54" name="Google Shape;1954;p42"/>
            <p:cNvSpPr/>
            <p:nvPr/>
          </p:nvSpPr>
          <p:spPr>
            <a:xfrm flipH="1">
              <a:off x="2584405" y="3096728"/>
              <a:ext cx="414680" cy="347284"/>
            </a:xfrm>
            <a:custGeom>
              <a:avLst/>
              <a:gdLst/>
              <a:ahLst/>
              <a:cxnLst/>
              <a:rect l="l" t="t" r="r" b="b"/>
              <a:pathLst>
                <a:path w="13444" h="11259" extrusionOk="0">
                  <a:moveTo>
                    <a:pt x="4621" y="0"/>
                  </a:moveTo>
                  <a:cubicBezTo>
                    <a:pt x="4033" y="0"/>
                    <a:pt x="3529" y="420"/>
                    <a:pt x="3529" y="924"/>
                  </a:cubicBezTo>
                  <a:cubicBezTo>
                    <a:pt x="3529" y="1177"/>
                    <a:pt x="3613" y="1261"/>
                    <a:pt x="3613" y="1429"/>
                  </a:cubicBezTo>
                  <a:lnTo>
                    <a:pt x="2605" y="1429"/>
                  </a:lnTo>
                  <a:cubicBezTo>
                    <a:pt x="1932" y="1429"/>
                    <a:pt x="1428" y="2017"/>
                    <a:pt x="1428" y="2605"/>
                  </a:cubicBezTo>
                  <a:lnTo>
                    <a:pt x="1428" y="2857"/>
                  </a:lnTo>
                  <a:cubicBezTo>
                    <a:pt x="840" y="3109"/>
                    <a:pt x="420" y="3781"/>
                    <a:pt x="420" y="4537"/>
                  </a:cubicBezTo>
                  <a:cubicBezTo>
                    <a:pt x="420" y="5041"/>
                    <a:pt x="588" y="5462"/>
                    <a:pt x="924" y="5798"/>
                  </a:cubicBezTo>
                  <a:lnTo>
                    <a:pt x="840" y="5798"/>
                  </a:lnTo>
                  <a:cubicBezTo>
                    <a:pt x="252" y="5798"/>
                    <a:pt x="0" y="6218"/>
                    <a:pt x="0" y="6638"/>
                  </a:cubicBezTo>
                  <a:cubicBezTo>
                    <a:pt x="0" y="7142"/>
                    <a:pt x="420" y="7478"/>
                    <a:pt x="840" y="7478"/>
                  </a:cubicBezTo>
                  <a:lnTo>
                    <a:pt x="1008" y="7478"/>
                  </a:lnTo>
                  <a:cubicBezTo>
                    <a:pt x="924" y="7646"/>
                    <a:pt x="840" y="7898"/>
                    <a:pt x="840" y="8066"/>
                  </a:cubicBezTo>
                  <a:cubicBezTo>
                    <a:pt x="840" y="8570"/>
                    <a:pt x="1260" y="8990"/>
                    <a:pt x="1764" y="9158"/>
                  </a:cubicBezTo>
                  <a:lnTo>
                    <a:pt x="1764" y="9242"/>
                  </a:lnTo>
                  <a:cubicBezTo>
                    <a:pt x="1764" y="9999"/>
                    <a:pt x="2353" y="10503"/>
                    <a:pt x="3109" y="10503"/>
                  </a:cubicBezTo>
                  <a:cubicBezTo>
                    <a:pt x="3109" y="10923"/>
                    <a:pt x="3529" y="11259"/>
                    <a:pt x="3949" y="11259"/>
                  </a:cubicBezTo>
                  <a:lnTo>
                    <a:pt x="10082" y="11259"/>
                  </a:lnTo>
                  <a:cubicBezTo>
                    <a:pt x="10502" y="11259"/>
                    <a:pt x="10923" y="10923"/>
                    <a:pt x="10923" y="10419"/>
                  </a:cubicBezTo>
                  <a:cubicBezTo>
                    <a:pt x="10923" y="10251"/>
                    <a:pt x="10923" y="10083"/>
                    <a:pt x="10754" y="9999"/>
                  </a:cubicBezTo>
                  <a:lnTo>
                    <a:pt x="11343" y="9999"/>
                  </a:lnTo>
                  <a:cubicBezTo>
                    <a:pt x="11763" y="9999"/>
                    <a:pt x="12015" y="9663"/>
                    <a:pt x="12015" y="9242"/>
                  </a:cubicBezTo>
                  <a:cubicBezTo>
                    <a:pt x="12015" y="8990"/>
                    <a:pt x="11931" y="8822"/>
                    <a:pt x="11763" y="8570"/>
                  </a:cubicBezTo>
                  <a:lnTo>
                    <a:pt x="12015" y="8570"/>
                  </a:lnTo>
                  <a:cubicBezTo>
                    <a:pt x="12351" y="8570"/>
                    <a:pt x="12687" y="8402"/>
                    <a:pt x="12687" y="7982"/>
                  </a:cubicBezTo>
                  <a:cubicBezTo>
                    <a:pt x="12687" y="7898"/>
                    <a:pt x="12687" y="7730"/>
                    <a:pt x="12603" y="7646"/>
                  </a:cubicBezTo>
                  <a:lnTo>
                    <a:pt x="12603" y="7646"/>
                  </a:lnTo>
                  <a:cubicBezTo>
                    <a:pt x="12634" y="7652"/>
                    <a:pt x="12664" y="7655"/>
                    <a:pt x="12695" y="7655"/>
                  </a:cubicBezTo>
                  <a:cubicBezTo>
                    <a:pt x="13082" y="7655"/>
                    <a:pt x="13443" y="7171"/>
                    <a:pt x="13443" y="6470"/>
                  </a:cubicBezTo>
                  <a:cubicBezTo>
                    <a:pt x="13443" y="5882"/>
                    <a:pt x="13023" y="5209"/>
                    <a:pt x="12351" y="5125"/>
                  </a:cubicBezTo>
                  <a:cubicBezTo>
                    <a:pt x="12435" y="4957"/>
                    <a:pt x="12435" y="4705"/>
                    <a:pt x="12435" y="4537"/>
                  </a:cubicBezTo>
                  <a:cubicBezTo>
                    <a:pt x="12435" y="3697"/>
                    <a:pt x="11931" y="3025"/>
                    <a:pt x="11175" y="2857"/>
                  </a:cubicBezTo>
                  <a:lnTo>
                    <a:pt x="11175" y="2605"/>
                  </a:lnTo>
                  <a:cubicBezTo>
                    <a:pt x="11175" y="2017"/>
                    <a:pt x="10670" y="1429"/>
                    <a:pt x="10082" y="1429"/>
                  </a:cubicBezTo>
                  <a:lnTo>
                    <a:pt x="9914" y="1429"/>
                  </a:lnTo>
                  <a:cubicBezTo>
                    <a:pt x="10082" y="1345"/>
                    <a:pt x="10082" y="1177"/>
                    <a:pt x="10082" y="924"/>
                  </a:cubicBezTo>
                  <a:cubicBezTo>
                    <a:pt x="10082" y="420"/>
                    <a:pt x="9662" y="0"/>
                    <a:pt x="899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55" name="Google Shape;1955;p42"/>
            <p:cNvSpPr/>
            <p:nvPr/>
          </p:nvSpPr>
          <p:spPr>
            <a:xfrm flipH="1">
              <a:off x="2675120" y="3096728"/>
              <a:ext cx="347315" cy="347284"/>
            </a:xfrm>
            <a:custGeom>
              <a:avLst/>
              <a:gdLst/>
              <a:ahLst/>
              <a:cxnLst/>
              <a:rect l="l" t="t" r="r" b="b"/>
              <a:pathLst>
                <a:path w="11260" h="11259" extrusionOk="0">
                  <a:moveTo>
                    <a:pt x="4622" y="0"/>
                  </a:moveTo>
                  <a:cubicBezTo>
                    <a:pt x="4118" y="0"/>
                    <a:pt x="3530" y="420"/>
                    <a:pt x="3530" y="924"/>
                  </a:cubicBezTo>
                  <a:cubicBezTo>
                    <a:pt x="3530" y="1177"/>
                    <a:pt x="3698" y="1261"/>
                    <a:pt x="3698" y="1429"/>
                  </a:cubicBezTo>
                  <a:lnTo>
                    <a:pt x="2605" y="1429"/>
                  </a:lnTo>
                  <a:cubicBezTo>
                    <a:pt x="2017" y="1429"/>
                    <a:pt x="1429" y="2017"/>
                    <a:pt x="1429" y="2605"/>
                  </a:cubicBezTo>
                  <a:lnTo>
                    <a:pt x="1429" y="2857"/>
                  </a:lnTo>
                  <a:cubicBezTo>
                    <a:pt x="841" y="3109"/>
                    <a:pt x="421" y="3781"/>
                    <a:pt x="421" y="4537"/>
                  </a:cubicBezTo>
                  <a:cubicBezTo>
                    <a:pt x="421" y="5041"/>
                    <a:pt x="589" y="5462"/>
                    <a:pt x="925" y="5798"/>
                  </a:cubicBezTo>
                  <a:lnTo>
                    <a:pt x="841" y="5798"/>
                  </a:lnTo>
                  <a:cubicBezTo>
                    <a:pt x="337" y="5798"/>
                    <a:pt x="1" y="6218"/>
                    <a:pt x="1" y="6638"/>
                  </a:cubicBezTo>
                  <a:cubicBezTo>
                    <a:pt x="1" y="7142"/>
                    <a:pt x="421" y="7478"/>
                    <a:pt x="841" y="7478"/>
                  </a:cubicBezTo>
                  <a:lnTo>
                    <a:pt x="1009" y="7478"/>
                  </a:lnTo>
                  <a:cubicBezTo>
                    <a:pt x="925" y="7646"/>
                    <a:pt x="841" y="7898"/>
                    <a:pt x="841" y="8066"/>
                  </a:cubicBezTo>
                  <a:cubicBezTo>
                    <a:pt x="841" y="8570"/>
                    <a:pt x="1261" y="8990"/>
                    <a:pt x="1765" y="9158"/>
                  </a:cubicBezTo>
                  <a:lnTo>
                    <a:pt x="1765" y="9242"/>
                  </a:lnTo>
                  <a:cubicBezTo>
                    <a:pt x="1765" y="9999"/>
                    <a:pt x="2437" y="10503"/>
                    <a:pt x="3110" y="10503"/>
                  </a:cubicBezTo>
                  <a:cubicBezTo>
                    <a:pt x="3110" y="10923"/>
                    <a:pt x="3530" y="11259"/>
                    <a:pt x="3950" y="11259"/>
                  </a:cubicBezTo>
                  <a:lnTo>
                    <a:pt x="7731" y="11259"/>
                  </a:lnTo>
                  <a:cubicBezTo>
                    <a:pt x="8151" y="11259"/>
                    <a:pt x="8571" y="10923"/>
                    <a:pt x="8571" y="10419"/>
                  </a:cubicBezTo>
                  <a:cubicBezTo>
                    <a:pt x="8571" y="10251"/>
                    <a:pt x="8571" y="10083"/>
                    <a:pt x="8487" y="9999"/>
                  </a:cubicBezTo>
                  <a:lnTo>
                    <a:pt x="8991" y="9999"/>
                  </a:lnTo>
                  <a:cubicBezTo>
                    <a:pt x="9411" y="9999"/>
                    <a:pt x="9747" y="9663"/>
                    <a:pt x="9747" y="9242"/>
                  </a:cubicBezTo>
                  <a:cubicBezTo>
                    <a:pt x="9747" y="8990"/>
                    <a:pt x="9663" y="8822"/>
                    <a:pt x="9411" y="8570"/>
                  </a:cubicBezTo>
                  <a:lnTo>
                    <a:pt x="9747" y="8570"/>
                  </a:lnTo>
                  <a:cubicBezTo>
                    <a:pt x="10083" y="8570"/>
                    <a:pt x="10419" y="8402"/>
                    <a:pt x="10419" y="7982"/>
                  </a:cubicBezTo>
                  <a:cubicBezTo>
                    <a:pt x="10419" y="7898"/>
                    <a:pt x="10419" y="7730"/>
                    <a:pt x="10251" y="7646"/>
                  </a:cubicBezTo>
                  <a:lnTo>
                    <a:pt x="10251" y="7646"/>
                  </a:lnTo>
                  <a:cubicBezTo>
                    <a:pt x="10282" y="7652"/>
                    <a:pt x="10313" y="7655"/>
                    <a:pt x="10346" y="7655"/>
                  </a:cubicBezTo>
                  <a:cubicBezTo>
                    <a:pt x="10754" y="7655"/>
                    <a:pt x="11259" y="7171"/>
                    <a:pt x="11259" y="6470"/>
                  </a:cubicBezTo>
                  <a:cubicBezTo>
                    <a:pt x="11259" y="5882"/>
                    <a:pt x="10839" y="5209"/>
                    <a:pt x="10167" y="5125"/>
                  </a:cubicBezTo>
                  <a:cubicBezTo>
                    <a:pt x="10251" y="4957"/>
                    <a:pt x="10251" y="4705"/>
                    <a:pt x="10251" y="4537"/>
                  </a:cubicBezTo>
                  <a:cubicBezTo>
                    <a:pt x="10251" y="3697"/>
                    <a:pt x="9747" y="3025"/>
                    <a:pt x="8991" y="2857"/>
                  </a:cubicBezTo>
                  <a:lnTo>
                    <a:pt x="8991" y="2605"/>
                  </a:lnTo>
                  <a:cubicBezTo>
                    <a:pt x="8991" y="2017"/>
                    <a:pt x="8487" y="1429"/>
                    <a:pt x="7899" y="1429"/>
                  </a:cubicBezTo>
                  <a:lnTo>
                    <a:pt x="7731" y="1429"/>
                  </a:lnTo>
                  <a:cubicBezTo>
                    <a:pt x="7899" y="1345"/>
                    <a:pt x="7899" y="1177"/>
                    <a:pt x="7899" y="924"/>
                  </a:cubicBezTo>
                  <a:cubicBezTo>
                    <a:pt x="7899" y="420"/>
                    <a:pt x="7479" y="0"/>
                    <a:pt x="68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56" name="Google Shape;1956;p42"/>
            <p:cNvSpPr/>
            <p:nvPr/>
          </p:nvSpPr>
          <p:spPr>
            <a:xfrm flipH="1">
              <a:off x="2760653" y="3272945"/>
              <a:ext cx="264372" cy="168475"/>
            </a:xfrm>
            <a:custGeom>
              <a:avLst/>
              <a:gdLst/>
              <a:ahLst/>
              <a:cxnLst/>
              <a:rect l="l" t="t" r="r" b="b"/>
              <a:pathLst>
                <a:path w="8571" h="5462" extrusionOk="0">
                  <a:moveTo>
                    <a:pt x="841" y="1"/>
                  </a:moveTo>
                  <a:cubicBezTo>
                    <a:pt x="253" y="1"/>
                    <a:pt x="1" y="505"/>
                    <a:pt x="1" y="841"/>
                  </a:cubicBezTo>
                  <a:cubicBezTo>
                    <a:pt x="1" y="1429"/>
                    <a:pt x="421" y="1681"/>
                    <a:pt x="841" y="1681"/>
                  </a:cubicBezTo>
                  <a:lnTo>
                    <a:pt x="1009" y="1681"/>
                  </a:lnTo>
                  <a:cubicBezTo>
                    <a:pt x="925" y="1933"/>
                    <a:pt x="841" y="2101"/>
                    <a:pt x="841" y="2353"/>
                  </a:cubicBezTo>
                  <a:cubicBezTo>
                    <a:pt x="841" y="2857"/>
                    <a:pt x="1261" y="3277"/>
                    <a:pt x="1765" y="3361"/>
                  </a:cubicBezTo>
                  <a:lnTo>
                    <a:pt x="1765" y="3529"/>
                  </a:lnTo>
                  <a:cubicBezTo>
                    <a:pt x="1765" y="4202"/>
                    <a:pt x="2353" y="4790"/>
                    <a:pt x="3110" y="4790"/>
                  </a:cubicBezTo>
                  <a:cubicBezTo>
                    <a:pt x="3110" y="5210"/>
                    <a:pt x="3530" y="5462"/>
                    <a:pt x="3950" y="5462"/>
                  </a:cubicBezTo>
                  <a:lnTo>
                    <a:pt x="7731" y="5462"/>
                  </a:lnTo>
                  <a:cubicBezTo>
                    <a:pt x="8151" y="5462"/>
                    <a:pt x="8571" y="5210"/>
                    <a:pt x="8571" y="4622"/>
                  </a:cubicBezTo>
                  <a:lnTo>
                    <a:pt x="6453" y="4622"/>
                  </a:lnTo>
                  <a:cubicBezTo>
                    <a:pt x="6470" y="4583"/>
                    <a:pt x="6470" y="4503"/>
                    <a:pt x="6470" y="4454"/>
                  </a:cubicBezTo>
                  <a:cubicBezTo>
                    <a:pt x="6470" y="4034"/>
                    <a:pt x="6134" y="3697"/>
                    <a:pt x="5714" y="3613"/>
                  </a:cubicBezTo>
                  <a:cubicBezTo>
                    <a:pt x="5966" y="3529"/>
                    <a:pt x="6134" y="3445"/>
                    <a:pt x="6134" y="3109"/>
                  </a:cubicBezTo>
                  <a:lnTo>
                    <a:pt x="7563" y="3109"/>
                  </a:lnTo>
                  <a:cubicBezTo>
                    <a:pt x="8067" y="3109"/>
                    <a:pt x="8487" y="2689"/>
                    <a:pt x="8487" y="2185"/>
                  </a:cubicBezTo>
                  <a:cubicBezTo>
                    <a:pt x="8487" y="1597"/>
                    <a:pt x="8067" y="1177"/>
                    <a:pt x="7563" y="1177"/>
                  </a:cubicBezTo>
                  <a:lnTo>
                    <a:pt x="5882" y="1177"/>
                  </a:lnTo>
                  <a:lnTo>
                    <a:pt x="5882" y="1009"/>
                  </a:lnTo>
                  <a:cubicBezTo>
                    <a:pt x="5882" y="505"/>
                    <a:pt x="5462" y="1"/>
                    <a:pt x="487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57" name="Google Shape;1957;p42"/>
            <p:cNvSpPr/>
            <p:nvPr/>
          </p:nvSpPr>
          <p:spPr>
            <a:xfrm flipH="1">
              <a:off x="2708803" y="3096728"/>
              <a:ext cx="194416" cy="127020"/>
            </a:xfrm>
            <a:custGeom>
              <a:avLst/>
              <a:gdLst/>
              <a:ahLst/>
              <a:cxnLst/>
              <a:rect l="l" t="t" r="r" b="b"/>
              <a:pathLst>
                <a:path w="6303" h="4118" extrusionOk="0">
                  <a:moveTo>
                    <a:pt x="1933" y="0"/>
                  </a:moveTo>
                  <a:cubicBezTo>
                    <a:pt x="1933" y="84"/>
                    <a:pt x="1765" y="84"/>
                    <a:pt x="1765" y="168"/>
                  </a:cubicBezTo>
                  <a:cubicBezTo>
                    <a:pt x="1765" y="504"/>
                    <a:pt x="2017" y="840"/>
                    <a:pt x="2437" y="924"/>
                  </a:cubicBezTo>
                  <a:cubicBezTo>
                    <a:pt x="2185" y="1009"/>
                    <a:pt x="2101" y="1177"/>
                    <a:pt x="2017" y="1345"/>
                  </a:cubicBezTo>
                  <a:lnTo>
                    <a:pt x="841" y="1345"/>
                  </a:lnTo>
                  <a:cubicBezTo>
                    <a:pt x="421" y="1345"/>
                    <a:pt x="1" y="1681"/>
                    <a:pt x="1" y="2185"/>
                  </a:cubicBezTo>
                  <a:cubicBezTo>
                    <a:pt x="1" y="2689"/>
                    <a:pt x="337" y="3025"/>
                    <a:pt x="841" y="3025"/>
                  </a:cubicBezTo>
                  <a:lnTo>
                    <a:pt x="2353" y="3025"/>
                  </a:lnTo>
                  <a:lnTo>
                    <a:pt x="2353" y="3277"/>
                  </a:lnTo>
                  <a:cubicBezTo>
                    <a:pt x="2353" y="3697"/>
                    <a:pt x="2605" y="4117"/>
                    <a:pt x="3193" y="4117"/>
                  </a:cubicBezTo>
                  <a:lnTo>
                    <a:pt x="6302" y="4117"/>
                  </a:lnTo>
                  <a:cubicBezTo>
                    <a:pt x="6134" y="3361"/>
                    <a:pt x="5714" y="2941"/>
                    <a:pt x="5126" y="2857"/>
                  </a:cubicBezTo>
                  <a:lnTo>
                    <a:pt x="5126" y="2605"/>
                  </a:lnTo>
                  <a:cubicBezTo>
                    <a:pt x="5126" y="2017"/>
                    <a:pt x="4622" y="1429"/>
                    <a:pt x="4034" y="1429"/>
                  </a:cubicBezTo>
                  <a:lnTo>
                    <a:pt x="3866" y="1429"/>
                  </a:lnTo>
                  <a:cubicBezTo>
                    <a:pt x="4034" y="1345"/>
                    <a:pt x="4034" y="1177"/>
                    <a:pt x="4034" y="924"/>
                  </a:cubicBezTo>
                  <a:cubicBezTo>
                    <a:pt x="4034" y="420"/>
                    <a:pt x="3614" y="0"/>
                    <a:pt x="29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958" name="Google Shape;1958;p42"/>
          <p:cNvGrpSpPr/>
          <p:nvPr/>
        </p:nvGrpSpPr>
        <p:grpSpPr>
          <a:xfrm>
            <a:off x="1591014" y="2858303"/>
            <a:ext cx="629762" cy="694568"/>
            <a:chOff x="1532251" y="2891978"/>
            <a:chExt cx="629762" cy="694568"/>
          </a:xfrm>
        </p:grpSpPr>
        <p:sp>
          <p:nvSpPr>
            <p:cNvPr id="1959" name="Google Shape;1959;p42"/>
            <p:cNvSpPr/>
            <p:nvPr/>
          </p:nvSpPr>
          <p:spPr>
            <a:xfrm flipH="1">
              <a:off x="1819912" y="3340341"/>
              <a:ext cx="69987" cy="246205"/>
            </a:xfrm>
            <a:custGeom>
              <a:avLst/>
              <a:gdLst/>
              <a:ahLst/>
              <a:cxnLst/>
              <a:rect l="l" t="t" r="r" b="b"/>
              <a:pathLst>
                <a:path w="2269" h="7982" extrusionOk="0">
                  <a:moveTo>
                    <a:pt x="588" y="0"/>
                  </a:moveTo>
                  <a:lnTo>
                    <a:pt x="0" y="7982"/>
                  </a:lnTo>
                  <a:lnTo>
                    <a:pt x="2269" y="7982"/>
                  </a:lnTo>
                  <a:lnTo>
                    <a:pt x="1681" y="0"/>
                  </a:lnTo>
                  <a:close/>
                </a:path>
              </a:pathLst>
            </a:custGeom>
            <a:solidFill>
              <a:srgbClr val="7A452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60" name="Google Shape;1960;p42"/>
            <p:cNvSpPr/>
            <p:nvPr/>
          </p:nvSpPr>
          <p:spPr>
            <a:xfrm flipH="1">
              <a:off x="1532251" y="2894569"/>
              <a:ext cx="593489" cy="500213"/>
            </a:xfrm>
            <a:custGeom>
              <a:avLst/>
              <a:gdLst/>
              <a:ahLst/>
              <a:cxnLst/>
              <a:rect l="l" t="t" r="r" b="b"/>
              <a:pathLst>
                <a:path w="19241" h="16217" extrusionOk="0">
                  <a:moveTo>
                    <a:pt x="6722" y="1"/>
                  </a:moveTo>
                  <a:cubicBezTo>
                    <a:pt x="5882" y="1"/>
                    <a:pt x="5294" y="673"/>
                    <a:pt x="5294" y="1345"/>
                  </a:cubicBezTo>
                  <a:cubicBezTo>
                    <a:pt x="5294" y="1681"/>
                    <a:pt x="5378" y="1933"/>
                    <a:pt x="5462" y="2101"/>
                  </a:cubicBezTo>
                  <a:lnTo>
                    <a:pt x="3949" y="2101"/>
                  </a:lnTo>
                  <a:cubicBezTo>
                    <a:pt x="3025" y="2101"/>
                    <a:pt x="2353" y="2857"/>
                    <a:pt x="2353" y="3782"/>
                  </a:cubicBezTo>
                  <a:lnTo>
                    <a:pt x="2353" y="4118"/>
                  </a:lnTo>
                  <a:cubicBezTo>
                    <a:pt x="1345" y="4538"/>
                    <a:pt x="757" y="5378"/>
                    <a:pt x="757" y="6470"/>
                  </a:cubicBezTo>
                  <a:cubicBezTo>
                    <a:pt x="757" y="7142"/>
                    <a:pt x="1093" y="7815"/>
                    <a:pt x="1429" y="8235"/>
                  </a:cubicBezTo>
                  <a:lnTo>
                    <a:pt x="1261" y="8235"/>
                  </a:lnTo>
                  <a:cubicBezTo>
                    <a:pt x="505" y="8235"/>
                    <a:pt x="1" y="8739"/>
                    <a:pt x="1" y="9495"/>
                  </a:cubicBezTo>
                  <a:cubicBezTo>
                    <a:pt x="1" y="10083"/>
                    <a:pt x="505" y="10755"/>
                    <a:pt x="1261" y="10755"/>
                  </a:cubicBezTo>
                  <a:lnTo>
                    <a:pt x="1597" y="10755"/>
                  </a:lnTo>
                  <a:cubicBezTo>
                    <a:pt x="1345" y="10923"/>
                    <a:pt x="1261" y="11259"/>
                    <a:pt x="1261" y="11595"/>
                  </a:cubicBezTo>
                  <a:cubicBezTo>
                    <a:pt x="1261" y="12352"/>
                    <a:pt x="1765" y="12940"/>
                    <a:pt x="2521" y="13024"/>
                  </a:cubicBezTo>
                  <a:lnTo>
                    <a:pt x="2521" y="13276"/>
                  </a:lnTo>
                  <a:cubicBezTo>
                    <a:pt x="2521" y="14284"/>
                    <a:pt x="3361" y="15124"/>
                    <a:pt x="4454" y="15124"/>
                  </a:cubicBezTo>
                  <a:cubicBezTo>
                    <a:pt x="4454" y="15796"/>
                    <a:pt x="4958" y="16217"/>
                    <a:pt x="5546" y="16217"/>
                  </a:cubicBezTo>
                  <a:lnTo>
                    <a:pt x="14200" y="16217"/>
                  </a:lnTo>
                  <a:cubicBezTo>
                    <a:pt x="14788" y="16217"/>
                    <a:pt x="15292" y="15712"/>
                    <a:pt x="15292" y="15040"/>
                  </a:cubicBezTo>
                  <a:cubicBezTo>
                    <a:pt x="15292" y="14872"/>
                    <a:pt x="15208" y="14620"/>
                    <a:pt x="15208" y="14536"/>
                  </a:cubicBezTo>
                  <a:lnTo>
                    <a:pt x="15964" y="14536"/>
                  </a:lnTo>
                  <a:cubicBezTo>
                    <a:pt x="16468" y="14536"/>
                    <a:pt x="16972" y="14116"/>
                    <a:pt x="16972" y="13444"/>
                  </a:cubicBezTo>
                  <a:cubicBezTo>
                    <a:pt x="16972" y="13192"/>
                    <a:pt x="16804" y="12856"/>
                    <a:pt x="16552" y="12604"/>
                  </a:cubicBezTo>
                  <a:lnTo>
                    <a:pt x="17141" y="12604"/>
                  </a:lnTo>
                  <a:cubicBezTo>
                    <a:pt x="17561" y="12604"/>
                    <a:pt x="17981" y="12184"/>
                    <a:pt x="17981" y="11763"/>
                  </a:cubicBezTo>
                  <a:cubicBezTo>
                    <a:pt x="17981" y="11595"/>
                    <a:pt x="17813" y="11511"/>
                    <a:pt x="17729" y="11343"/>
                  </a:cubicBezTo>
                  <a:cubicBezTo>
                    <a:pt x="18569" y="10923"/>
                    <a:pt x="19241" y="10083"/>
                    <a:pt x="19241" y="9243"/>
                  </a:cubicBezTo>
                  <a:cubicBezTo>
                    <a:pt x="19241" y="8319"/>
                    <a:pt x="18569" y="7563"/>
                    <a:pt x="17729" y="7226"/>
                  </a:cubicBezTo>
                  <a:cubicBezTo>
                    <a:pt x="17897" y="6974"/>
                    <a:pt x="17981" y="6722"/>
                    <a:pt x="17981" y="6470"/>
                  </a:cubicBezTo>
                  <a:cubicBezTo>
                    <a:pt x="17981" y="5294"/>
                    <a:pt x="17225" y="4286"/>
                    <a:pt x="16216" y="4034"/>
                  </a:cubicBezTo>
                  <a:lnTo>
                    <a:pt x="16216" y="3782"/>
                  </a:lnTo>
                  <a:cubicBezTo>
                    <a:pt x="16216" y="2857"/>
                    <a:pt x="15460" y="2101"/>
                    <a:pt x="14536" y="2101"/>
                  </a:cubicBezTo>
                  <a:lnTo>
                    <a:pt x="14284" y="2101"/>
                  </a:lnTo>
                  <a:cubicBezTo>
                    <a:pt x="14368" y="1933"/>
                    <a:pt x="14536" y="1681"/>
                    <a:pt x="14536" y="1345"/>
                  </a:cubicBezTo>
                  <a:cubicBezTo>
                    <a:pt x="14536" y="673"/>
                    <a:pt x="13864" y="1"/>
                    <a:pt x="1302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61" name="Google Shape;1961;p42"/>
            <p:cNvSpPr/>
            <p:nvPr/>
          </p:nvSpPr>
          <p:spPr>
            <a:xfrm flipH="1">
              <a:off x="1664422" y="2894569"/>
              <a:ext cx="497592" cy="500213"/>
            </a:xfrm>
            <a:custGeom>
              <a:avLst/>
              <a:gdLst/>
              <a:ahLst/>
              <a:cxnLst/>
              <a:rect l="l" t="t" r="r" b="b"/>
              <a:pathLst>
                <a:path w="16132" h="16217" extrusionOk="0">
                  <a:moveTo>
                    <a:pt x="6722" y="1"/>
                  </a:moveTo>
                  <a:cubicBezTo>
                    <a:pt x="5882" y="1"/>
                    <a:pt x="5293" y="673"/>
                    <a:pt x="5293" y="1345"/>
                  </a:cubicBezTo>
                  <a:cubicBezTo>
                    <a:pt x="5293" y="1681"/>
                    <a:pt x="5378" y="1933"/>
                    <a:pt x="5462" y="2101"/>
                  </a:cubicBezTo>
                  <a:lnTo>
                    <a:pt x="4033" y="2101"/>
                  </a:lnTo>
                  <a:cubicBezTo>
                    <a:pt x="3025" y="2101"/>
                    <a:pt x="2353" y="2857"/>
                    <a:pt x="2353" y="3782"/>
                  </a:cubicBezTo>
                  <a:lnTo>
                    <a:pt x="2353" y="4118"/>
                  </a:lnTo>
                  <a:cubicBezTo>
                    <a:pt x="1345" y="4538"/>
                    <a:pt x="756" y="5378"/>
                    <a:pt x="756" y="6470"/>
                  </a:cubicBezTo>
                  <a:cubicBezTo>
                    <a:pt x="756" y="7142"/>
                    <a:pt x="1093" y="7815"/>
                    <a:pt x="1513" y="8235"/>
                  </a:cubicBezTo>
                  <a:lnTo>
                    <a:pt x="1261" y="8235"/>
                  </a:lnTo>
                  <a:cubicBezTo>
                    <a:pt x="504" y="8235"/>
                    <a:pt x="0" y="8739"/>
                    <a:pt x="0" y="9495"/>
                  </a:cubicBezTo>
                  <a:cubicBezTo>
                    <a:pt x="0" y="10083"/>
                    <a:pt x="504" y="10755"/>
                    <a:pt x="1261" y="10755"/>
                  </a:cubicBezTo>
                  <a:lnTo>
                    <a:pt x="1597" y="10755"/>
                  </a:lnTo>
                  <a:cubicBezTo>
                    <a:pt x="1429" y="10923"/>
                    <a:pt x="1261" y="11259"/>
                    <a:pt x="1261" y="11595"/>
                  </a:cubicBezTo>
                  <a:cubicBezTo>
                    <a:pt x="1261" y="12352"/>
                    <a:pt x="1765" y="12940"/>
                    <a:pt x="2521" y="13024"/>
                  </a:cubicBezTo>
                  <a:lnTo>
                    <a:pt x="2521" y="13276"/>
                  </a:lnTo>
                  <a:cubicBezTo>
                    <a:pt x="2521" y="14284"/>
                    <a:pt x="3361" y="15124"/>
                    <a:pt x="4453" y="15124"/>
                  </a:cubicBezTo>
                  <a:cubicBezTo>
                    <a:pt x="4453" y="15796"/>
                    <a:pt x="4957" y="16217"/>
                    <a:pt x="5546" y="16217"/>
                  </a:cubicBezTo>
                  <a:lnTo>
                    <a:pt x="10923" y="16217"/>
                  </a:lnTo>
                  <a:cubicBezTo>
                    <a:pt x="11595" y="16217"/>
                    <a:pt x="12099" y="15712"/>
                    <a:pt x="12099" y="15040"/>
                  </a:cubicBezTo>
                  <a:cubicBezTo>
                    <a:pt x="12099" y="14872"/>
                    <a:pt x="12015" y="14620"/>
                    <a:pt x="12015" y="14536"/>
                  </a:cubicBezTo>
                  <a:lnTo>
                    <a:pt x="12687" y="14536"/>
                  </a:lnTo>
                  <a:cubicBezTo>
                    <a:pt x="13275" y="14536"/>
                    <a:pt x="13779" y="14116"/>
                    <a:pt x="13779" y="13444"/>
                  </a:cubicBezTo>
                  <a:cubicBezTo>
                    <a:pt x="13779" y="13192"/>
                    <a:pt x="13527" y="12856"/>
                    <a:pt x="13359" y="12604"/>
                  </a:cubicBezTo>
                  <a:lnTo>
                    <a:pt x="13863" y="12604"/>
                  </a:lnTo>
                  <a:cubicBezTo>
                    <a:pt x="14284" y="12604"/>
                    <a:pt x="14704" y="12184"/>
                    <a:pt x="14704" y="11763"/>
                  </a:cubicBezTo>
                  <a:cubicBezTo>
                    <a:pt x="14704" y="11595"/>
                    <a:pt x="14620" y="11511"/>
                    <a:pt x="14536" y="11343"/>
                  </a:cubicBezTo>
                  <a:cubicBezTo>
                    <a:pt x="15460" y="10923"/>
                    <a:pt x="16132" y="10083"/>
                    <a:pt x="16132" y="9243"/>
                  </a:cubicBezTo>
                  <a:cubicBezTo>
                    <a:pt x="16132" y="8319"/>
                    <a:pt x="15460" y="7563"/>
                    <a:pt x="14620" y="7226"/>
                  </a:cubicBezTo>
                  <a:cubicBezTo>
                    <a:pt x="14704" y="6974"/>
                    <a:pt x="14872" y="6722"/>
                    <a:pt x="14872" y="6470"/>
                  </a:cubicBezTo>
                  <a:cubicBezTo>
                    <a:pt x="14872" y="5294"/>
                    <a:pt x="14116" y="4286"/>
                    <a:pt x="13023" y="4034"/>
                  </a:cubicBezTo>
                  <a:lnTo>
                    <a:pt x="13023" y="3782"/>
                  </a:lnTo>
                  <a:cubicBezTo>
                    <a:pt x="13023" y="2857"/>
                    <a:pt x="12351" y="2101"/>
                    <a:pt x="11343" y="2101"/>
                  </a:cubicBezTo>
                  <a:lnTo>
                    <a:pt x="11091" y="2101"/>
                  </a:lnTo>
                  <a:cubicBezTo>
                    <a:pt x="11175" y="1933"/>
                    <a:pt x="11259" y="1681"/>
                    <a:pt x="11259" y="1345"/>
                  </a:cubicBezTo>
                  <a:cubicBezTo>
                    <a:pt x="11259" y="673"/>
                    <a:pt x="10671" y="1"/>
                    <a:pt x="983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62" name="Google Shape;1962;p42"/>
            <p:cNvSpPr/>
            <p:nvPr/>
          </p:nvSpPr>
          <p:spPr>
            <a:xfrm flipH="1">
              <a:off x="1781016" y="3140774"/>
              <a:ext cx="375815" cy="246236"/>
            </a:xfrm>
            <a:custGeom>
              <a:avLst/>
              <a:gdLst/>
              <a:ahLst/>
              <a:cxnLst/>
              <a:rect l="l" t="t" r="r" b="b"/>
              <a:pathLst>
                <a:path w="12184" h="7983" extrusionOk="0">
                  <a:moveTo>
                    <a:pt x="1261" y="1"/>
                  </a:moveTo>
                  <a:cubicBezTo>
                    <a:pt x="504" y="1"/>
                    <a:pt x="0" y="589"/>
                    <a:pt x="0" y="1261"/>
                  </a:cubicBezTo>
                  <a:cubicBezTo>
                    <a:pt x="0" y="1933"/>
                    <a:pt x="504" y="2521"/>
                    <a:pt x="1261" y="2521"/>
                  </a:cubicBezTo>
                  <a:lnTo>
                    <a:pt x="1513" y="2521"/>
                  </a:lnTo>
                  <a:cubicBezTo>
                    <a:pt x="1345" y="2773"/>
                    <a:pt x="1261" y="3109"/>
                    <a:pt x="1261" y="3361"/>
                  </a:cubicBezTo>
                  <a:cubicBezTo>
                    <a:pt x="1261" y="4118"/>
                    <a:pt x="1765" y="4790"/>
                    <a:pt x="2521" y="4874"/>
                  </a:cubicBezTo>
                  <a:lnTo>
                    <a:pt x="2521" y="5042"/>
                  </a:lnTo>
                  <a:cubicBezTo>
                    <a:pt x="2521" y="6134"/>
                    <a:pt x="3361" y="6974"/>
                    <a:pt x="4369" y="6974"/>
                  </a:cubicBezTo>
                  <a:cubicBezTo>
                    <a:pt x="4369" y="7562"/>
                    <a:pt x="4873" y="7982"/>
                    <a:pt x="5546" y="7982"/>
                  </a:cubicBezTo>
                  <a:lnTo>
                    <a:pt x="10923" y="7982"/>
                  </a:lnTo>
                  <a:cubicBezTo>
                    <a:pt x="11511" y="7982"/>
                    <a:pt x="12015" y="7478"/>
                    <a:pt x="12015" y="6890"/>
                  </a:cubicBezTo>
                  <a:cubicBezTo>
                    <a:pt x="12015" y="6722"/>
                    <a:pt x="8990" y="6722"/>
                    <a:pt x="8990" y="6722"/>
                  </a:cubicBezTo>
                  <a:cubicBezTo>
                    <a:pt x="9074" y="6722"/>
                    <a:pt x="9242" y="6554"/>
                    <a:pt x="9242" y="6302"/>
                  </a:cubicBezTo>
                  <a:cubicBezTo>
                    <a:pt x="9242" y="5714"/>
                    <a:pt x="8822" y="5294"/>
                    <a:pt x="8234" y="5042"/>
                  </a:cubicBezTo>
                  <a:cubicBezTo>
                    <a:pt x="8570" y="4958"/>
                    <a:pt x="8822" y="4790"/>
                    <a:pt x="8906" y="4454"/>
                  </a:cubicBezTo>
                  <a:lnTo>
                    <a:pt x="10755" y="4454"/>
                  </a:lnTo>
                  <a:cubicBezTo>
                    <a:pt x="11511" y="4454"/>
                    <a:pt x="12183" y="3781"/>
                    <a:pt x="12183" y="3109"/>
                  </a:cubicBezTo>
                  <a:cubicBezTo>
                    <a:pt x="12183" y="2353"/>
                    <a:pt x="11511" y="1681"/>
                    <a:pt x="10755" y="1681"/>
                  </a:cubicBezTo>
                  <a:lnTo>
                    <a:pt x="8402" y="1681"/>
                  </a:lnTo>
                  <a:cubicBezTo>
                    <a:pt x="8402" y="1597"/>
                    <a:pt x="8486" y="1513"/>
                    <a:pt x="8486" y="1429"/>
                  </a:cubicBezTo>
                  <a:cubicBezTo>
                    <a:pt x="8486" y="673"/>
                    <a:pt x="7814" y="1"/>
                    <a:pt x="705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63" name="Google Shape;1963;p42"/>
            <p:cNvSpPr/>
            <p:nvPr/>
          </p:nvSpPr>
          <p:spPr>
            <a:xfrm flipH="1">
              <a:off x="1713651" y="2891978"/>
              <a:ext cx="272145" cy="171097"/>
            </a:xfrm>
            <a:custGeom>
              <a:avLst/>
              <a:gdLst/>
              <a:ahLst/>
              <a:cxnLst/>
              <a:rect l="l" t="t" r="r" b="b"/>
              <a:pathLst>
                <a:path w="8823" h="5547" extrusionOk="0">
                  <a:moveTo>
                    <a:pt x="2605" y="1"/>
                  </a:moveTo>
                  <a:cubicBezTo>
                    <a:pt x="2605" y="85"/>
                    <a:pt x="2521" y="253"/>
                    <a:pt x="2521" y="337"/>
                  </a:cubicBezTo>
                  <a:cubicBezTo>
                    <a:pt x="2521" y="841"/>
                    <a:pt x="2857" y="1261"/>
                    <a:pt x="3361" y="1345"/>
                  </a:cubicBezTo>
                  <a:cubicBezTo>
                    <a:pt x="3025" y="1429"/>
                    <a:pt x="2857" y="1681"/>
                    <a:pt x="2857" y="1933"/>
                  </a:cubicBezTo>
                  <a:lnTo>
                    <a:pt x="1177" y="1933"/>
                  </a:lnTo>
                  <a:cubicBezTo>
                    <a:pt x="505" y="1933"/>
                    <a:pt x="1" y="2437"/>
                    <a:pt x="1" y="3025"/>
                  </a:cubicBezTo>
                  <a:cubicBezTo>
                    <a:pt x="1" y="3698"/>
                    <a:pt x="505" y="4202"/>
                    <a:pt x="1177" y="4202"/>
                  </a:cubicBezTo>
                  <a:lnTo>
                    <a:pt x="3109" y="4202"/>
                  </a:lnTo>
                  <a:lnTo>
                    <a:pt x="3109" y="4370"/>
                  </a:lnTo>
                  <a:cubicBezTo>
                    <a:pt x="3109" y="5042"/>
                    <a:pt x="3697" y="5546"/>
                    <a:pt x="4286" y="5546"/>
                  </a:cubicBezTo>
                  <a:lnTo>
                    <a:pt x="8823" y="5546"/>
                  </a:lnTo>
                  <a:cubicBezTo>
                    <a:pt x="8571" y="4874"/>
                    <a:pt x="8066" y="4202"/>
                    <a:pt x="7226" y="4034"/>
                  </a:cubicBezTo>
                  <a:lnTo>
                    <a:pt x="7226" y="3782"/>
                  </a:lnTo>
                  <a:cubicBezTo>
                    <a:pt x="7226" y="2857"/>
                    <a:pt x="6470" y="2101"/>
                    <a:pt x="5546" y="2101"/>
                  </a:cubicBezTo>
                  <a:lnTo>
                    <a:pt x="5378" y="2101"/>
                  </a:lnTo>
                  <a:cubicBezTo>
                    <a:pt x="5462" y="1933"/>
                    <a:pt x="5546" y="1681"/>
                    <a:pt x="5546" y="1345"/>
                  </a:cubicBezTo>
                  <a:cubicBezTo>
                    <a:pt x="5546" y="673"/>
                    <a:pt x="4958" y="1"/>
                    <a:pt x="411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964" name="Google Shape;1964;p42"/>
          <p:cNvGrpSpPr/>
          <p:nvPr/>
        </p:nvGrpSpPr>
        <p:grpSpPr>
          <a:xfrm>
            <a:off x="1381083" y="2938655"/>
            <a:ext cx="440590" cy="614216"/>
            <a:chOff x="1322320" y="2972330"/>
            <a:chExt cx="440590" cy="614216"/>
          </a:xfrm>
        </p:grpSpPr>
        <p:sp>
          <p:nvSpPr>
            <p:cNvPr id="1965" name="Google Shape;1965;p42"/>
            <p:cNvSpPr/>
            <p:nvPr/>
          </p:nvSpPr>
          <p:spPr>
            <a:xfrm flipH="1">
              <a:off x="1521856" y="3288491"/>
              <a:ext cx="57063" cy="298055"/>
            </a:xfrm>
            <a:custGeom>
              <a:avLst/>
              <a:gdLst/>
              <a:ahLst/>
              <a:cxnLst/>
              <a:rect l="l" t="t" r="r" b="b"/>
              <a:pathLst>
                <a:path w="1850" h="9663" extrusionOk="0">
                  <a:moveTo>
                    <a:pt x="421" y="1"/>
                  </a:moveTo>
                  <a:lnTo>
                    <a:pt x="1" y="9663"/>
                  </a:lnTo>
                  <a:lnTo>
                    <a:pt x="1849" y="9663"/>
                  </a:lnTo>
                  <a:lnTo>
                    <a:pt x="1429" y="1"/>
                  </a:lnTo>
                  <a:close/>
                </a:path>
              </a:pathLst>
            </a:custGeom>
            <a:solidFill>
              <a:srgbClr val="7A452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66" name="Google Shape;1966;p42"/>
            <p:cNvSpPr/>
            <p:nvPr/>
          </p:nvSpPr>
          <p:spPr>
            <a:xfrm flipH="1">
              <a:off x="1322320" y="2972330"/>
              <a:ext cx="414680" cy="347284"/>
            </a:xfrm>
            <a:custGeom>
              <a:avLst/>
              <a:gdLst/>
              <a:ahLst/>
              <a:cxnLst/>
              <a:rect l="l" t="t" r="r" b="b"/>
              <a:pathLst>
                <a:path w="13444" h="11259" extrusionOk="0">
                  <a:moveTo>
                    <a:pt x="4622" y="0"/>
                  </a:moveTo>
                  <a:cubicBezTo>
                    <a:pt x="4117" y="0"/>
                    <a:pt x="3613" y="420"/>
                    <a:pt x="3613" y="1009"/>
                  </a:cubicBezTo>
                  <a:cubicBezTo>
                    <a:pt x="3613" y="1177"/>
                    <a:pt x="3697" y="1261"/>
                    <a:pt x="3697" y="1513"/>
                  </a:cubicBezTo>
                  <a:lnTo>
                    <a:pt x="2605" y="1513"/>
                  </a:lnTo>
                  <a:cubicBezTo>
                    <a:pt x="2017" y="1513"/>
                    <a:pt x="1513" y="2017"/>
                    <a:pt x="1513" y="2689"/>
                  </a:cubicBezTo>
                  <a:lnTo>
                    <a:pt x="1513" y="2857"/>
                  </a:lnTo>
                  <a:cubicBezTo>
                    <a:pt x="841" y="3193"/>
                    <a:pt x="421" y="3781"/>
                    <a:pt x="421" y="4537"/>
                  </a:cubicBezTo>
                  <a:cubicBezTo>
                    <a:pt x="421" y="5042"/>
                    <a:pt x="673" y="5462"/>
                    <a:pt x="925" y="5798"/>
                  </a:cubicBezTo>
                  <a:lnTo>
                    <a:pt x="841" y="5798"/>
                  </a:lnTo>
                  <a:cubicBezTo>
                    <a:pt x="337" y="5798"/>
                    <a:pt x="0" y="6218"/>
                    <a:pt x="0" y="6638"/>
                  </a:cubicBezTo>
                  <a:cubicBezTo>
                    <a:pt x="0" y="7142"/>
                    <a:pt x="421" y="7478"/>
                    <a:pt x="841" y="7478"/>
                  </a:cubicBezTo>
                  <a:lnTo>
                    <a:pt x="1093" y="7478"/>
                  </a:lnTo>
                  <a:cubicBezTo>
                    <a:pt x="925" y="7730"/>
                    <a:pt x="841" y="7898"/>
                    <a:pt x="841" y="8150"/>
                  </a:cubicBezTo>
                  <a:cubicBezTo>
                    <a:pt x="841" y="8654"/>
                    <a:pt x="1261" y="9074"/>
                    <a:pt x="1765" y="9158"/>
                  </a:cubicBezTo>
                  <a:lnTo>
                    <a:pt x="1765" y="9242"/>
                  </a:lnTo>
                  <a:cubicBezTo>
                    <a:pt x="1765" y="9999"/>
                    <a:pt x="2437" y="10503"/>
                    <a:pt x="3193" y="10503"/>
                  </a:cubicBezTo>
                  <a:cubicBezTo>
                    <a:pt x="3193" y="10923"/>
                    <a:pt x="3613" y="11259"/>
                    <a:pt x="4033" y="11259"/>
                  </a:cubicBezTo>
                  <a:lnTo>
                    <a:pt x="10083" y="11259"/>
                  </a:lnTo>
                  <a:cubicBezTo>
                    <a:pt x="10503" y="11259"/>
                    <a:pt x="10923" y="10923"/>
                    <a:pt x="10923" y="10419"/>
                  </a:cubicBezTo>
                  <a:cubicBezTo>
                    <a:pt x="10923" y="10335"/>
                    <a:pt x="10923" y="10083"/>
                    <a:pt x="10839" y="9999"/>
                  </a:cubicBezTo>
                  <a:lnTo>
                    <a:pt x="11343" y="9999"/>
                  </a:lnTo>
                  <a:cubicBezTo>
                    <a:pt x="11763" y="9999"/>
                    <a:pt x="12099" y="9663"/>
                    <a:pt x="12099" y="9242"/>
                  </a:cubicBezTo>
                  <a:cubicBezTo>
                    <a:pt x="12099" y="9074"/>
                    <a:pt x="12015" y="8822"/>
                    <a:pt x="11763" y="8654"/>
                  </a:cubicBezTo>
                  <a:lnTo>
                    <a:pt x="12099" y="8654"/>
                  </a:lnTo>
                  <a:cubicBezTo>
                    <a:pt x="12435" y="8654"/>
                    <a:pt x="12687" y="8402"/>
                    <a:pt x="12687" y="7982"/>
                  </a:cubicBezTo>
                  <a:cubicBezTo>
                    <a:pt x="12687" y="7898"/>
                    <a:pt x="12687" y="7814"/>
                    <a:pt x="12603" y="7730"/>
                  </a:cubicBezTo>
                  <a:lnTo>
                    <a:pt x="12603" y="7730"/>
                  </a:lnTo>
                  <a:cubicBezTo>
                    <a:pt x="12634" y="7736"/>
                    <a:pt x="12665" y="7739"/>
                    <a:pt x="12696" y="7739"/>
                  </a:cubicBezTo>
                  <a:cubicBezTo>
                    <a:pt x="13083" y="7739"/>
                    <a:pt x="13444" y="7261"/>
                    <a:pt x="13444" y="6638"/>
                  </a:cubicBezTo>
                  <a:cubicBezTo>
                    <a:pt x="13444" y="6050"/>
                    <a:pt x="13023" y="5378"/>
                    <a:pt x="12435" y="5210"/>
                  </a:cubicBezTo>
                  <a:cubicBezTo>
                    <a:pt x="12519" y="4957"/>
                    <a:pt x="12519" y="4705"/>
                    <a:pt x="12519" y="4537"/>
                  </a:cubicBezTo>
                  <a:cubicBezTo>
                    <a:pt x="12519" y="3697"/>
                    <a:pt x="12015" y="3109"/>
                    <a:pt x="11259" y="2857"/>
                  </a:cubicBezTo>
                  <a:lnTo>
                    <a:pt x="11259" y="2689"/>
                  </a:lnTo>
                  <a:cubicBezTo>
                    <a:pt x="11259" y="2017"/>
                    <a:pt x="10755" y="1513"/>
                    <a:pt x="10083" y="1513"/>
                  </a:cubicBezTo>
                  <a:lnTo>
                    <a:pt x="9915" y="1513"/>
                  </a:lnTo>
                  <a:cubicBezTo>
                    <a:pt x="9999" y="1429"/>
                    <a:pt x="9999" y="1177"/>
                    <a:pt x="9999" y="1009"/>
                  </a:cubicBezTo>
                  <a:cubicBezTo>
                    <a:pt x="9999" y="420"/>
                    <a:pt x="9579" y="0"/>
                    <a:pt x="890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67" name="Google Shape;1967;p42"/>
            <p:cNvSpPr/>
            <p:nvPr/>
          </p:nvSpPr>
          <p:spPr>
            <a:xfrm flipH="1">
              <a:off x="1415626" y="2972330"/>
              <a:ext cx="347284" cy="347284"/>
            </a:xfrm>
            <a:custGeom>
              <a:avLst/>
              <a:gdLst/>
              <a:ahLst/>
              <a:cxnLst/>
              <a:rect l="l" t="t" r="r" b="b"/>
              <a:pathLst>
                <a:path w="11259" h="11259" extrusionOk="0">
                  <a:moveTo>
                    <a:pt x="4621" y="0"/>
                  </a:moveTo>
                  <a:cubicBezTo>
                    <a:pt x="4117" y="0"/>
                    <a:pt x="3613" y="420"/>
                    <a:pt x="3613" y="1009"/>
                  </a:cubicBezTo>
                  <a:cubicBezTo>
                    <a:pt x="3613" y="1177"/>
                    <a:pt x="3697" y="1261"/>
                    <a:pt x="3697" y="1513"/>
                  </a:cubicBezTo>
                  <a:lnTo>
                    <a:pt x="2605" y="1513"/>
                  </a:lnTo>
                  <a:cubicBezTo>
                    <a:pt x="2017" y="1513"/>
                    <a:pt x="1513" y="2017"/>
                    <a:pt x="1513" y="2689"/>
                  </a:cubicBezTo>
                  <a:lnTo>
                    <a:pt x="1513" y="2857"/>
                  </a:lnTo>
                  <a:cubicBezTo>
                    <a:pt x="840" y="3193"/>
                    <a:pt x="420" y="3781"/>
                    <a:pt x="420" y="4537"/>
                  </a:cubicBezTo>
                  <a:cubicBezTo>
                    <a:pt x="420" y="5042"/>
                    <a:pt x="672" y="5462"/>
                    <a:pt x="924" y="5798"/>
                  </a:cubicBezTo>
                  <a:lnTo>
                    <a:pt x="840" y="5798"/>
                  </a:lnTo>
                  <a:cubicBezTo>
                    <a:pt x="336" y="5798"/>
                    <a:pt x="0" y="6218"/>
                    <a:pt x="0" y="6638"/>
                  </a:cubicBezTo>
                  <a:cubicBezTo>
                    <a:pt x="0" y="7142"/>
                    <a:pt x="420" y="7478"/>
                    <a:pt x="840" y="7478"/>
                  </a:cubicBezTo>
                  <a:lnTo>
                    <a:pt x="1093" y="7478"/>
                  </a:lnTo>
                  <a:cubicBezTo>
                    <a:pt x="924" y="7730"/>
                    <a:pt x="840" y="7898"/>
                    <a:pt x="840" y="8150"/>
                  </a:cubicBezTo>
                  <a:cubicBezTo>
                    <a:pt x="840" y="8654"/>
                    <a:pt x="1261" y="9074"/>
                    <a:pt x="1765" y="9158"/>
                  </a:cubicBezTo>
                  <a:lnTo>
                    <a:pt x="1765" y="9242"/>
                  </a:lnTo>
                  <a:cubicBezTo>
                    <a:pt x="1765" y="9999"/>
                    <a:pt x="2437" y="10503"/>
                    <a:pt x="3193" y="10503"/>
                  </a:cubicBezTo>
                  <a:cubicBezTo>
                    <a:pt x="3193" y="10923"/>
                    <a:pt x="3613" y="11259"/>
                    <a:pt x="4033" y="11259"/>
                  </a:cubicBezTo>
                  <a:lnTo>
                    <a:pt x="7814" y="11259"/>
                  </a:lnTo>
                  <a:cubicBezTo>
                    <a:pt x="8234" y="11259"/>
                    <a:pt x="8654" y="10923"/>
                    <a:pt x="8654" y="10419"/>
                  </a:cubicBezTo>
                  <a:cubicBezTo>
                    <a:pt x="8654" y="10335"/>
                    <a:pt x="8654" y="10083"/>
                    <a:pt x="8486" y="9999"/>
                  </a:cubicBezTo>
                  <a:lnTo>
                    <a:pt x="9074" y="9999"/>
                  </a:lnTo>
                  <a:cubicBezTo>
                    <a:pt x="9494" y="9999"/>
                    <a:pt x="9747" y="9663"/>
                    <a:pt x="9747" y="9242"/>
                  </a:cubicBezTo>
                  <a:cubicBezTo>
                    <a:pt x="9747" y="9074"/>
                    <a:pt x="9662" y="8822"/>
                    <a:pt x="9494" y="8654"/>
                  </a:cubicBezTo>
                  <a:lnTo>
                    <a:pt x="9747" y="8654"/>
                  </a:lnTo>
                  <a:cubicBezTo>
                    <a:pt x="10083" y="8654"/>
                    <a:pt x="10419" y="8402"/>
                    <a:pt x="10419" y="7982"/>
                  </a:cubicBezTo>
                  <a:cubicBezTo>
                    <a:pt x="10419" y="7898"/>
                    <a:pt x="10419" y="7814"/>
                    <a:pt x="10335" y="7730"/>
                  </a:cubicBezTo>
                  <a:lnTo>
                    <a:pt x="10335" y="7730"/>
                  </a:lnTo>
                  <a:cubicBezTo>
                    <a:pt x="10372" y="7736"/>
                    <a:pt x="10408" y="7739"/>
                    <a:pt x="10444" y="7739"/>
                  </a:cubicBezTo>
                  <a:cubicBezTo>
                    <a:pt x="10898" y="7739"/>
                    <a:pt x="11259" y="7261"/>
                    <a:pt x="11259" y="6638"/>
                  </a:cubicBezTo>
                  <a:cubicBezTo>
                    <a:pt x="11259" y="6050"/>
                    <a:pt x="10839" y="5378"/>
                    <a:pt x="10167" y="5210"/>
                  </a:cubicBezTo>
                  <a:cubicBezTo>
                    <a:pt x="10335" y="4957"/>
                    <a:pt x="10335" y="4705"/>
                    <a:pt x="10335" y="4537"/>
                  </a:cubicBezTo>
                  <a:cubicBezTo>
                    <a:pt x="10335" y="3697"/>
                    <a:pt x="9747" y="3109"/>
                    <a:pt x="9074" y="2857"/>
                  </a:cubicBezTo>
                  <a:lnTo>
                    <a:pt x="9074" y="2689"/>
                  </a:lnTo>
                  <a:cubicBezTo>
                    <a:pt x="9074" y="2017"/>
                    <a:pt x="8486" y="1513"/>
                    <a:pt x="7898" y="1513"/>
                  </a:cubicBezTo>
                  <a:lnTo>
                    <a:pt x="7814" y="1513"/>
                  </a:lnTo>
                  <a:cubicBezTo>
                    <a:pt x="7898" y="1429"/>
                    <a:pt x="7898" y="1177"/>
                    <a:pt x="7898" y="1009"/>
                  </a:cubicBezTo>
                  <a:cubicBezTo>
                    <a:pt x="7898" y="420"/>
                    <a:pt x="7478" y="0"/>
                    <a:pt x="68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68" name="Google Shape;1968;p42"/>
            <p:cNvSpPr/>
            <p:nvPr/>
          </p:nvSpPr>
          <p:spPr>
            <a:xfrm flipH="1">
              <a:off x="1495947" y="3151138"/>
              <a:ext cx="266963" cy="168475"/>
            </a:xfrm>
            <a:custGeom>
              <a:avLst/>
              <a:gdLst/>
              <a:ahLst/>
              <a:cxnLst/>
              <a:rect l="l" t="t" r="r" b="b"/>
              <a:pathLst>
                <a:path w="8655" h="5462" extrusionOk="0">
                  <a:moveTo>
                    <a:pt x="840" y="1"/>
                  </a:moveTo>
                  <a:cubicBezTo>
                    <a:pt x="336" y="1"/>
                    <a:pt x="0" y="421"/>
                    <a:pt x="0" y="841"/>
                  </a:cubicBezTo>
                  <a:cubicBezTo>
                    <a:pt x="0" y="1345"/>
                    <a:pt x="420" y="1681"/>
                    <a:pt x="840" y="1681"/>
                  </a:cubicBezTo>
                  <a:lnTo>
                    <a:pt x="1093" y="1681"/>
                  </a:lnTo>
                  <a:cubicBezTo>
                    <a:pt x="924" y="1849"/>
                    <a:pt x="840" y="2101"/>
                    <a:pt x="840" y="2269"/>
                  </a:cubicBezTo>
                  <a:cubicBezTo>
                    <a:pt x="840" y="2857"/>
                    <a:pt x="1261" y="3277"/>
                    <a:pt x="1765" y="3361"/>
                  </a:cubicBezTo>
                  <a:lnTo>
                    <a:pt x="1765" y="3445"/>
                  </a:lnTo>
                  <a:cubicBezTo>
                    <a:pt x="1765" y="4202"/>
                    <a:pt x="2437" y="4706"/>
                    <a:pt x="3193" y="4706"/>
                  </a:cubicBezTo>
                  <a:cubicBezTo>
                    <a:pt x="3193" y="5126"/>
                    <a:pt x="3613" y="5462"/>
                    <a:pt x="4033" y="5462"/>
                  </a:cubicBezTo>
                  <a:lnTo>
                    <a:pt x="7814" y="5462"/>
                  </a:lnTo>
                  <a:cubicBezTo>
                    <a:pt x="8234" y="5462"/>
                    <a:pt x="8654" y="5126"/>
                    <a:pt x="8654" y="4622"/>
                  </a:cubicBezTo>
                  <a:lnTo>
                    <a:pt x="6519" y="4622"/>
                  </a:lnTo>
                  <a:cubicBezTo>
                    <a:pt x="6554" y="4583"/>
                    <a:pt x="6554" y="4504"/>
                    <a:pt x="6554" y="4454"/>
                  </a:cubicBezTo>
                  <a:cubicBezTo>
                    <a:pt x="6554" y="4034"/>
                    <a:pt x="6218" y="3698"/>
                    <a:pt x="5798" y="3614"/>
                  </a:cubicBezTo>
                  <a:cubicBezTo>
                    <a:pt x="5966" y="3445"/>
                    <a:pt x="6218" y="3361"/>
                    <a:pt x="6218" y="3025"/>
                  </a:cubicBezTo>
                  <a:lnTo>
                    <a:pt x="7562" y="3025"/>
                  </a:lnTo>
                  <a:cubicBezTo>
                    <a:pt x="8066" y="3025"/>
                    <a:pt x="8486" y="2605"/>
                    <a:pt x="8486" y="2101"/>
                  </a:cubicBezTo>
                  <a:cubicBezTo>
                    <a:pt x="8486" y="1597"/>
                    <a:pt x="8066" y="1177"/>
                    <a:pt x="7562" y="1177"/>
                  </a:cubicBezTo>
                  <a:lnTo>
                    <a:pt x="5882" y="1177"/>
                  </a:lnTo>
                  <a:lnTo>
                    <a:pt x="5882" y="925"/>
                  </a:lnTo>
                  <a:cubicBezTo>
                    <a:pt x="5882" y="421"/>
                    <a:pt x="5462" y="1"/>
                    <a:pt x="49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69" name="Google Shape;1969;p42"/>
            <p:cNvSpPr/>
            <p:nvPr/>
          </p:nvSpPr>
          <p:spPr>
            <a:xfrm flipH="1">
              <a:off x="1449309" y="2972330"/>
              <a:ext cx="194385" cy="127020"/>
            </a:xfrm>
            <a:custGeom>
              <a:avLst/>
              <a:gdLst/>
              <a:ahLst/>
              <a:cxnLst/>
              <a:rect l="l" t="t" r="r" b="b"/>
              <a:pathLst>
                <a:path w="6302" h="4118" extrusionOk="0">
                  <a:moveTo>
                    <a:pt x="1933" y="0"/>
                  </a:moveTo>
                  <a:cubicBezTo>
                    <a:pt x="1933" y="168"/>
                    <a:pt x="1849" y="168"/>
                    <a:pt x="1849" y="252"/>
                  </a:cubicBezTo>
                  <a:cubicBezTo>
                    <a:pt x="1849" y="588"/>
                    <a:pt x="2017" y="841"/>
                    <a:pt x="2437" y="1009"/>
                  </a:cubicBezTo>
                  <a:cubicBezTo>
                    <a:pt x="2269" y="1093"/>
                    <a:pt x="2101" y="1177"/>
                    <a:pt x="2017" y="1429"/>
                  </a:cubicBezTo>
                  <a:lnTo>
                    <a:pt x="840" y="1429"/>
                  </a:lnTo>
                  <a:cubicBezTo>
                    <a:pt x="420" y="1429"/>
                    <a:pt x="0" y="1681"/>
                    <a:pt x="0" y="2269"/>
                  </a:cubicBezTo>
                  <a:cubicBezTo>
                    <a:pt x="0" y="2689"/>
                    <a:pt x="336" y="3109"/>
                    <a:pt x="840" y="3109"/>
                  </a:cubicBezTo>
                  <a:lnTo>
                    <a:pt x="2353" y="3109"/>
                  </a:lnTo>
                  <a:lnTo>
                    <a:pt x="2353" y="3277"/>
                  </a:lnTo>
                  <a:cubicBezTo>
                    <a:pt x="2353" y="3697"/>
                    <a:pt x="2689" y="4117"/>
                    <a:pt x="3193" y="4117"/>
                  </a:cubicBezTo>
                  <a:lnTo>
                    <a:pt x="6302" y="4117"/>
                  </a:lnTo>
                  <a:cubicBezTo>
                    <a:pt x="6134" y="3529"/>
                    <a:pt x="5713" y="3109"/>
                    <a:pt x="5209" y="2857"/>
                  </a:cubicBezTo>
                  <a:lnTo>
                    <a:pt x="5209" y="2689"/>
                  </a:lnTo>
                  <a:cubicBezTo>
                    <a:pt x="5209" y="2017"/>
                    <a:pt x="4621" y="1513"/>
                    <a:pt x="4033" y="1513"/>
                  </a:cubicBezTo>
                  <a:lnTo>
                    <a:pt x="3949" y="1513"/>
                  </a:lnTo>
                  <a:cubicBezTo>
                    <a:pt x="4033" y="1429"/>
                    <a:pt x="4033" y="1177"/>
                    <a:pt x="4033" y="1009"/>
                  </a:cubicBezTo>
                  <a:cubicBezTo>
                    <a:pt x="4033" y="420"/>
                    <a:pt x="3613" y="0"/>
                    <a:pt x="294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970" name="Google Shape;1970;p42"/>
          <p:cNvGrpSpPr/>
          <p:nvPr/>
        </p:nvGrpSpPr>
        <p:grpSpPr>
          <a:xfrm>
            <a:off x="681364" y="2974928"/>
            <a:ext cx="520941" cy="577943"/>
            <a:chOff x="622601" y="3008603"/>
            <a:chExt cx="520941" cy="577943"/>
          </a:xfrm>
        </p:grpSpPr>
        <p:sp>
          <p:nvSpPr>
            <p:cNvPr id="1971" name="Google Shape;1971;p42"/>
            <p:cNvSpPr/>
            <p:nvPr/>
          </p:nvSpPr>
          <p:spPr>
            <a:xfrm flipH="1">
              <a:off x="861033" y="3381797"/>
              <a:ext cx="57032" cy="204749"/>
            </a:xfrm>
            <a:custGeom>
              <a:avLst/>
              <a:gdLst/>
              <a:ahLst/>
              <a:cxnLst/>
              <a:rect l="l" t="t" r="r" b="b"/>
              <a:pathLst>
                <a:path w="1849" h="6638" extrusionOk="0">
                  <a:moveTo>
                    <a:pt x="421" y="0"/>
                  </a:moveTo>
                  <a:lnTo>
                    <a:pt x="1" y="6638"/>
                  </a:lnTo>
                  <a:lnTo>
                    <a:pt x="1849" y="6638"/>
                  </a:lnTo>
                  <a:lnTo>
                    <a:pt x="1513" y="0"/>
                  </a:lnTo>
                  <a:close/>
                </a:path>
              </a:pathLst>
            </a:custGeom>
            <a:solidFill>
              <a:srgbClr val="7A452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72" name="Google Shape;1972;p42"/>
            <p:cNvSpPr/>
            <p:nvPr/>
          </p:nvSpPr>
          <p:spPr>
            <a:xfrm flipH="1">
              <a:off x="622601" y="3008603"/>
              <a:ext cx="489819" cy="414680"/>
            </a:xfrm>
            <a:custGeom>
              <a:avLst/>
              <a:gdLst/>
              <a:ahLst/>
              <a:cxnLst/>
              <a:rect l="l" t="t" r="r" b="b"/>
              <a:pathLst>
                <a:path w="15880" h="13444" extrusionOk="0">
                  <a:moveTo>
                    <a:pt x="5461" y="1"/>
                  </a:moveTo>
                  <a:cubicBezTo>
                    <a:pt x="4873" y="1"/>
                    <a:pt x="4369" y="505"/>
                    <a:pt x="4369" y="1177"/>
                  </a:cubicBezTo>
                  <a:cubicBezTo>
                    <a:pt x="4369" y="1345"/>
                    <a:pt x="4453" y="1597"/>
                    <a:pt x="4537" y="1765"/>
                  </a:cubicBezTo>
                  <a:lnTo>
                    <a:pt x="3277" y="1765"/>
                  </a:lnTo>
                  <a:cubicBezTo>
                    <a:pt x="2521" y="1765"/>
                    <a:pt x="1933" y="2437"/>
                    <a:pt x="1933" y="3193"/>
                  </a:cubicBezTo>
                  <a:lnTo>
                    <a:pt x="1933" y="3445"/>
                  </a:lnTo>
                  <a:cubicBezTo>
                    <a:pt x="1176" y="3781"/>
                    <a:pt x="672" y="4538"/>
                    <a:pt x="672" y="5378"/>
                  </a:cubicBezTo>
                  <a:cubicBezTo>
                    <a:pt x="672" y="5966"/>
                    <a:pt x="840" y="6470"/>
                    <a:pt x="1260" y="6806"/>
                  </a:cubicBezTo>
                  <a:lnTo>
                    <a:pt x="1092" y="6806"/>
                  </a:lnTo>
                  <a:cubicBezTo>
                    <a:pt x="588" y="6806"/>
                    <a:pt x="0" y="7226"/>
                    <a:pt x="0" y="7898"/>
                  </a:cubicBezTo>
                  <a:cubicBezTo>
                    <a:pt x="0" y="8403"/>
                    <a:pt x="420" y="8907"/>
                    <a:pt x="1092" y="8907"/>
                  </a:cubicBezTo>
                  <a:lnTo>
                    <a:pt x="1428" y="8907"/>
                  </a:lnTo>
                  <a:cubicBezTo>
                    <a:pt x="1260" y="9159"/>
                    <a:pt x="1176" y="9327"/>
                    <a:pt x="1176" y="9663"/>
                  </a:cubicBezTo>
                  <a:cubicBezTo>
                    <a:pt x="1176" y="10335"/>
                    <a:pt x="1681" y="10839"/>
                    <a:pt x="2269" y="10839"/>
                  </a:cubicBezTo>
                  <a:lnTo>
                    <a:pt x="2269" y="11007"/>
                  </a:lnTo>
                  <a:cubicBezTo>
                    <a:pt x="2269" y="11847"/>
                    <a:pt x="2941" y="12604"/>
                    <a:pt x="3781" y="12604"/>
                  </a:cubicBezTo>
                  <a:cubicBezTo>
                    <a:pt x="3781" y="13108"/>
                    <a:pt x="4201" y="13444"/>
                    <a:pt x="4789" y="13444"/>
                  </a:cubicBezTo>
                  <a:lnTo>
                    <a:pt x="11931" y="13444"/>
                  </a:lnTo>
                  <a:cubicBezTo>
                    <a:pt x="12435" y="13444"/>
                    <a:pt x="12855" y="13024"/>
                    <a:pt x="12855" y="12520"/>
                  </a:cubicBezTo>
                  <a:cubicBezTo>
                    <a:pt x="12855" y="12267"/>
                    <a:pt x="12771" y="12183"/>
                    <a:pt x="12771" y="12099"/>
                  </a:cubicBezTo>
                  <a:lnTo>
                    <a:pt x="13359" y="12099"/>
                  </a:lnTo>
                  <a:cubicBezTo>
                    <a:pt x="13863" y="12099"/>
                    <a:pt x="14199" y="11679"/>
                    <a:pt x="14199" y="11259"/>
                  </a:cubicBezTo>
                  <a:cubicBezTo>
                    <a:pt x="14199" y="10923"/>
                    <a:pt x="14031" y="10671"/>
                    <a:pt x="13779" y="10503"/>
                  </a:cubicBezTo>
                  <a:lnTo>
                    <a:pt x="14199" y="10503"/>
                  </a:lnTo>
                  <a:cubicBezTo>
                    <a:pt x="14620" y="10503"/>
                    <a:pt x="14956" y="10167"/>
                    <a:pt x="14956" y="9831"/>
                  </a:cubicBezTo>
                  <a:cubicBezTo>
                    <a:pt x="14956" y="9747"/>
                    <a:pt x="14872" y="9579"/>
                    <a:pt x="14872" y="9411"/>
                  </a:cubicBezTo>
                  <a:cubicBezTo>
                    <a:pt x="15376" y="9243"/>
                    <a:pt x="15880" y="8655"/>
                    <a:pt x="15880" y="7814"/>
                  </a:cubicBezTo>
                  <a:cubicBezTo>
                    <a:pt x="15880" y="7058"/>
                    <a:pt x="15376" y="6386"/>
                    <a:pt x="14704" y="6134"/>
                  </a:cubicBezTo>
                  <a:cubicBezTo>
                    <a:pt x="14872" y="5882"/>
                    <a:pt x="14872" y="5714"/>
                    <a:pt x="14872" y="5378"/>
                  </a:cubicBezTo>
                  <a:cubicBezTo>
                    <a:pt x="14872" y="4454"/>
                    <a:pt x="14199" y="3613"/>
                    <a:pt x="13359" y="3361"/>
                  </a:cubicBezTo>
                  <a:lnTo>
                    <a:pt x="13359" y="3193"/>
                  </a:lnTo>
                  <a:cubicBezTo>
                    <a:pt x="13359" y="2437"/>
                    <a:pt x="12771" y="1765"/>
                    <a:pt x="12015" y="1765"/>
                  </a:cubicBezTo>
                  <a:lnTo>
                    <a:pt x="11679" y="1765"/>
                  </a:lnTo>
                  <a:cubicBezTo>
                    <a:pt x="11763" y="1597"/>
                    <a:pt x="11931" y="1345"/>
                    <a:pt x="11931" y="1177"/>
                  </a:cubicBezTo>
                  <a:cubicBezTo>
                    <a:pt x="11931" y="505"/>
                    <a:pt x="11343" y="1"/>
                    <a:pt x="1075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73" name="Google Shape;1973;p42"/>
            <p:cNvSpPr/>
            <p:nvPr/>
          </p:nvSpPr>
          <p:spPr>
            <a:xfrm flipH="1">
              <a:off x="731453" y="3008603"/>
              <a:ext cx="401725" cy="414680"/>
            </a:xfrm>
            <a:custGeom>
              <a:avLst/>
              <a:gdLst/>
              <a:ahLst/>
              <a:cxnLst/>
              <a:rect l="l" t="t" r="r" b="b"/>
              <a:pathLst>
                <a:path w="13024" h="13444" extrusionOk="0">
                  <a:moveTo>
                    <a:pt x="5378" y="1"/>
                  </a:moveTo>
                  <a:cubicBezTo>
                    <a:pt x="4790" y="1"/>
                    <a:pt x="4286" y="505"/>
                    <a:pt x="4286" y="1177"/>
                  </a:cubicBezTo>
                  <a:cubicBezTo>
                    <a:pt x="4286" y="1345"/>
                    <a:pt x="4370" y="1597"/>
                    <a:pt x="4454" y="1765"/>
                  </a:cubicBezTo>
                  <a:lnTo>
                    <a:pt x="3194" y="1765"/>
                  </a:lnTo>
                  <a:cubicBezTo>
                    <a:pt x="2522" y="1765"/>
                    <a:pt x="1849" y="2437"/>
                    <a:pt x="1849" y="3193"/>
                  </a:cubicBezTo>
                  <a:lnTo>
                    <a:pt x="1849" y="3445"/>
                  </a:lnTo>
                  <a:cubicBezTo>
                    <a:pt x="1093" y="3781"/>
                    <a:pt x="589" y="4538"/>
                    <a:pt x="589" y="5378"/>
                  </a:cubicBezTo>
                  <a:cubicBezTo>
                    <a:pt x="589" y="5966"/>
                    <a:pt x="757" y="6470"/>
                    <a:pt x="1177" y="6806"/>
                  </a:cubicBezTo>
                  <a:lnTo>
                    <a:pt x="1009" y="6806"/>
                  </a:lnTo>
                  <a:cubicBezTo>
                    <a:pt x="505" y="6806"/>
                    <a:pt x="1" y="7226"/>
                    <a:pt x="1" y="7898"/>
                  </a:cubicBezTo>
                  <a:cubicBezTo>
                    <a:pt x="1" y="8403"/>
                    <a:pt x="421" y="8907"/>
                    <a:pt x="1009" y="8907"/>
                  </a:cubicBezTo>
                  <a:lnTo>
                    <a:pt x="1345" y="8907"/>
                  </a:lnTo>
                  <a:cubicBezTo>
                    <a:pt x="1261" y="9159"/>
                    <a:pt x="1093" y="9327"/>
                    <a:pt x="1093" y="9663"/>
                  </a:cubicBezTo>
                  <a:cubicBezTo>
                    <a:pt x="1093" y="10335"/>
                    <a:pt x="1681" y="10839"/>
                    <a:pt x="2185" y="10839"/>
                  </a:cubicBezTo>
                  <a:lnTo>
                    <a:pt x="2185" y="11007"/>
                  </a:lnTo>
                  <a:cubicBezTo>
                    <a:pt x="2185" y="11847"/>
                    <a:pt x="2942" y="12604"/>
                    <a:pt x="3782" y="12604"/>
                  </a:cubicBezTo>
                  <a:cubicBezTo>
                    <a:pt x="3782" y="13108"/>
                    <a:pt x="4202" y="13444"/>
                    <a:pt x="4706" y="13444"/>
                  </a:cubicBezTo>
                  <a:lnTo>
                    <a:pt x="9075" y="13444"/>
                  </a:lnTo>
                  <a:cubicBezTo>
                    <a:pt x="9663" y="13444"/>
                    <a:pt x="10083" y="13024"/>
                    <a:pt x="10083" y="12520"/>
                  </a:cubicBezTo>
                  <a:cubicBezTo>
                    <a:pt x="10083" y="12267"/>
                    <a:pt x="9915" y="12183"/>
                    <a:pt x="9915" y="12099"/>
                  </a:cubicBezTo>
                  <a:lnTo>
                    <a:pt x="10587" y="12099"/>
                  </a:lnTo>
                  <a:cubicBezTo>
                    <a:pt x="11092" y="12099"/>
                    <a:pt x="11428" y="11679"/>
                    <a:pt x="11428" y="11259"/>
                  </a:cubicBezTo>
                  <a:cubicBezTo>
                    <a:pt x="11428" y="10923"/>
                    <a:pt x="11344" y="10671"/>
                    <a:pt x="11008" y="10503"/>
                  </a:cubicBezTo>
                  <a:lnTo>
                    <a:pt x="11428" y="10503"/>
                  </a:lnTo>
                  <a:cubicBezTo>
                    <a:pt x="11848" y="10503"/>
                    <a:pt x="12184" y="10167"/>
                    <a:pt x="12184" y="9831"/>
                  </a:cubicBezTo>
                  <a:cubicBezTo>
                    <a:pt x="12184" y="9747"/>
                    <a:pt x="12016" y="9579"/>
                    <a:pt x="12016" y="9411"/>
                  </a:cubicBezTo>
                  <a:cubicBezTo>
                    <a:pt x="12436" y="9243"/>
                    <a:pt x="13024" y="8655"/>
                    <a:pt x="13024" y="7814"/>
                  </a:cubicBezTo>
                  <a:cubicBezTo>
                    <a:pt x="13024" y="7058"/>
                    <a:pt x="12436" y="6386"/>
                    <a:pt x="11848" y="6134"/>
                  </a:cubicBezTo>
                  <a:cubicBezTo>
                    <a:pt x="11932" y="5882"/>
                    <a:pt x="11932" y="5714"/>
                    <a:pt x="11932" y="5378"/>
                  </a:cubicBezTo>
                  <a:cubicBezTo>
                    <a:pt x="11932" y="4454"/>
                    <a:pt x="11344" y="3613"/>
                    <a:pt x="10503" y="3361"/>
                  </a:cubicBezTo>
                  <a:lnTo>
                    <a:pt x="10503" y="3193"/>
                  </a:lnTo>
                  <a:cubicBezTo>
                    <a:pt x="10503" y="2437"/>
                    <a:pt x="9831" y="1765"/>
                    <a:pt x="9075" y="1765"/>
                  </a:cubicBezTo>
                  <a:lnTo>
                    <a:pt x="8907" y="1765"/>
                  </a:lnTo>
                  <a:cubicBezTo>
                    <a:pt x="8991" y="1597"/>
                    <a:pt x="9075" y="1345"/>
                    <a:pt x="9075" y="1177"/>
                  </a:cubicBezTo>
                  <a:cubicBezTo>
                    <a:pt x="9075" y="505"/>
                    <a:pt x="8571" y="1"/>
                    <a:pt x="798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74" name="Google Shape;1974;p42"/>
            <p:cNvSpPr/>
            <p:nvPr/>
          </p:nvSpPr>
          <p:spPr>
            <a:xfrm flipH="1">
              <a:off x="829911" y="3226307"/>
              <a:ext cx="313632" cy="204749"/>
            </a:xfrm>
            <a:custGeom>
              <a:avLst/>
              <a:gdLst/>
              <a:ahLst/>
              <a:cxnLst/>
              <a:rect l="l" t="t" r="r" b="b"/>
              <a:pathLst>
                <a:path w="10168" h="6638" extrusionOk="0">
                  <a:moveTo>
                    <a:pt x="1009" y="0"/>
                  </a:moveTo>
                  <a:cubicBezTo>
                    <a:pt x="505" y="0"/>
                    <a:pt x="1" y="420"/>
                    <a:pt x="1" y="1008"/>
                  </a:cubicBezTo>
                  <a:cubicBezTo>
                    <a:pt x="1" y="1597"/>
                    <a:pt x="421" y="2101"/>
                    <a:pt x="1009" y="2101"/>
                  </a:cubicBezTo>
                  <a:lnTo>
                    <a:pt x="1345" y="2101"/>
                  </a:lnTo>
                  <a:cubicBezTo>
                    <a:pt x="1261" y="2269"/>
                    <a:pt x="1177" y="2521"/>
                    <a:pt x="1177" y="2857"/>
                  </a:cubicBezTo>
                  <a:cubicBezTo>
                    <a:pt x="1177" y="3445"/>
                    <a:pt x="1681" y="3949"/>
                    <a:pt x="2185" y="3949"/>
                  </a:cubicBezTo>
                  <a:lnTo>
                    <a:pt x="2185" y="4201"/>
                  </a:lnTo>
                  <a:cubicBezTo>
                    <a:pt x="2185" y="5041"/>
                    <a:pt x="2942" y="5798"/>
                    <a:pt x="3782" y="5798"/>
                  </a:cubicBezTo>
                  <a:cubicBezTo>
                    <a:pt x="3782" y="6302"/>
                    <a:pt x="4202" y="6638"/>
                    <a:pt x="4706" y="6638"/>
                  </a:cubicBezTo>
                  <a:lnTo>
                    <a:pt x="9159" y="6638"/>
                  </a:lnTo>
                  <a:cubicBezTo>
                    <a:pt x="9663" y="6638"/>
                    <a:pt x="10083" y="6218"/>
                    <a:pt x="10083" y="5630"/>
                  </a:cubicBezTo>
                  <a:lnTo>
                    <a:pt x="7563" y="5630"/>
                  </a:lnTo>
                  <a:cubicBezTo>
                    <a:pt x="7731" y="5209"/>
                    <a:pt x="7731" y="5125"/>
                    <a:pt x="7731" y="4957"/>
                  </a:cubicBezTo>
                  <a:cubicBezTo>
                    <a:pt x="7731" y="4369"/>
                    <a:pt x="7479" y="3949"/>
                    <a:pt x="6890" y="3865"/>
                  </a:cubicBezTo>
                  <a:cubicBezTo>
                    <a:pt x="7227" y="3781"/>
                    <a:pt x="7479" y="3529"/>
                    <a:pt x="7479" y="3361"/>
                  </a:cubicBezTo>
                  <a:lnTo>
                    <a:pt x="8991" y="3361"/>
                  </a:lnTo>
                  <a:cubicBezTo>
                    <a:pt x="9663" y="3361"/>
                    <a:pt x="10167" y="2857"/>
                    <a:pt x="10167" y="2269"/>
                  </a:cubicBezTo>
                  <a:cubicBezTo>
                    <a:pt x="10167" y="1681"/>
                    <a:pt x="9663" y="1261"/>
                    <a:pt x="8991" y="1261"/>
                  </a:cubicBezTo>
                  <a:lnTo>
                    <a:pt x="7059" y="1261"/>
                  </a:lnTo>
                  <a:lnTo>
                    <a:pt x="7059" y="1008"/>
                  </a:lnTo>
                  <a:cubicBezTo>
                    <a:pt x="7059" y="420"/>
                    <a:pt x="6470" y="0"/>
                    <a:pt x="588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75" name="Google Shape;1975;p42"/>
            <p:cNvSpPr/>
            <p:nvPr/>
          </p:nvSpPr>
          <p:spPr>
            <a:xfrm flipH="1">
              <a:off x="767727" y="3011194"/>
              <a:ext cx="228068" cy="147748"/>
            </a:xfrm>
            <a:custGeom>
              <a:avLst/>
              <a:gdLst/>
              <a:ahLst/>
              <a:cxnLst/>
              <a:rect l="l" t="t" r="r" b="b"/>
              <a:pathLst>
                <a:path w="7394" h="4790" extrusionOk="0">
                  <a:moveTo>
                    <a:pt x="2269" y="1"/>
                  </a:moveTo>
                  <a:cubicBezTo>
                    <a:pt x="2269" y="169"/>
                    <a:pt x="2100" y="253"/>
                    <a:pt x="2100" y="337"/>
                  </a:cubicBezTo>
                  <a:cubicBezTo>
                    <a:pt x="2100" y="757"/>
                    <a:pt x="2437" y="1093"/>
                    <a:pt x="2773" y="1177"/>
                  </a:cubicBezTo>
                  <a:cubicBezTo>
                    <a:pt x="2521" y="1261"/>
                    <a:pt x="2353" y="1429"/>
                    <a:pt x="2353" y="1681"/>
                  </a:cubicBezTo>
                  <a:lnTo>
                    <a:pt x="924" y="1681"/>
                  </a:lnTo>
                  <a:cubicBezTo>
                    <a:pt x="420" y="1681"/>
                    <a:pt x="0" y="2101"/>
                    <a:pt x="0" y="2689"/>
                  </a:cubicBezTo>
                  <a:cubicBezTo>
                    <a:pt x="0" y="3193"/>
                    <a:pt x="420" y="3613"/>
                    <a:pt x="924" y="3613"/>
                  </a:cubicBezTo>
                  <a:lnTo>
                    <a:pt x="2605" y="3613"/>
                  </a:lnTo>
                  <a:lnTo>
                    <a:pt x="2605" y="3782"/>
                  </a:lnTo>
                  <a:cubicBezTo>
                    <a:pt x="2605" y="4370"/>
                    <a:pt x="3025" y="4790"/>
                    <a:pt x="3613" y="4790"/>
                  </a:cubicBezTo>
                  <a:lnTo>
                    <a:pt x="7394" y="4790"/>
                  </a:lnTo>
                  <a:cubicBezTo>
                    <a:pt x="7058" y="4034"/>
                    <a:pt x="6554" y="3613"/>
                    <a:pt x="5881" y="3361"/>
                  </a:cubicBezTo>
                  <a:lnTo>
                    <a:pt x="5881" y="3193"/>
                  </a:lnTo>
                  <a:cubicBezTo>
                    <a:pt x="5881" y="2437"/>
                    <a:pt x="5293" y="1849"/>
                    <a:pt x="4537" y="1849"/>
                  </a:cubicBezTo>
                  <a:lnTo>
                    <a:pt x="4369" y="1849"/>
                  </a:lnTo>
                  <a:cubicBezTo>
                    <a:pt x="4453" y="1597"/>
                    <a:pt x="4537" y="1345"/>
                    <a:pt x="4537" y="1177"/>
                  </a:cubicBezTo>
                  <a:cubicBezTo>
                    <a:pt x="4537" y="589"/>
                    <a:pt x="4033" y="1"/>
                    <a:pt x="336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1976" name="Google Shape;1976;p42"/>
          <p:cNvSpPr txBox="1">
            <a:spLocks noGrp="1"/>
          </p:cNvSpPr>
          <p:nvPr>
            <p:ph type="title"/>
          </p:nvPr>
        </p:nvSpPr>
        <p:spPr>
          <a:xfrm>
            <a:off x="2813650" y="0"/>
            <a:ext cx="6017700" cy="1964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5400" dirty="0"/>
              <a:t>The problem:</a:t>
            </a:r>
            <a:endParaRPr sz="5400" dirty="0"/>
          </a:p>
        </p:txBody>
      </p:sp>
      <p:sp>
        <p:nvSpPr>
          <p:cNvPr id="1977" name="Google Shape;1977;p42"/>
          <p:cNvSpPr txBox="1">
            <a:spLocks noGrp="1"/>
          </p:cNvSpPr>
          <p:nvPr>
            <p:ph type="subTitle" idx="1"/>
          </p:nvPr>
        </p:nvSpPr>
        <p:spPr>
          <a:xfrm>
            <a:off x="2867840" y="1747419"/>
            <a:ext cx="6330350" cy="1473918"/>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2400" dirty="0"/>
              <a:t>Renewable energy is cleaner, but it does not always appear at the same time as electricity demand.</a:t>
            </a:r>
            <a:endParaRPr sz="2400" dirty="0"/>
          </a:p>
        </p:txBody>
      </p:sp>
      <p:sp>
        <p:nvSpPr>
          <p:cNvPr id="2" name="Google Shape;1977;p42">
            <a:extLst>
              <a:ext uri="{FF2B5EF4-FFF2-40B4-BE49-F238E27FC236}">
                <a16:creationId xmlns:a16="http://schemas.microsoft.com/office/drawing/2014/main" id="{096791C5-492F-B4B2-ABD1-9C4A7AE9A9F3}"/>
              </a:ext>
            </a:extLst>
          </p:cNvPr>
          <p:cNvSpPr txBox="1">
            <a:spLocks/>
          </p:cNvSpPr>
          <p:nvPr/>
        </p:nvSpPr>
        <p:spPr>
          <a:xfrm>
            <a:off x="-16827" y="3950614"/>
            <a:ext cx="2813650" cy="73723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accent4"/>
              </a:buClr>
              <a:buSzPts val="1400"/>
              <a:buFont typeface="Albert Sans Medium"/>
              <a:buNone/>
              <a:defRPr sz="1600" b="0" i="0" u="none" strike="noStrike" cap="none">
                <a:solidFill>
                  <a:schemeClr val="accent4"/>
                </a:solidFill>
                <a:latin typeface="Albert Sans Medium"/>
                <a:ea typeface="Albert Sans Medium"/>
                <a:cs typeface="Albert Sans Medium"/>
                <a:sym typeface="Albert Sans Medium"/>
              </a:defRPr>
            </a:lvl1pPr>
            <a:lvl2pPr marL="914400" marR="0" lvl="1" indent="-317500" algn="ctr" rtl="0">
              <a:lnSpc>
                <a:spcPct val="100000"/>
              </a:lnSpc>
              <a:spcBef>
                <a:spcPts val="0"/>
              </a:spcBef>
              <a:spcAft>
                <a:spcPts val="0"/>
              </a:spcAft>
              <a:buClr>
                <a:schemeClr val="accent4"/>
              </a:buClr>
              <a:buSzPts val="1400"/>
              <a:buFont typeface="Albert Sans Medium"/>
              <a:buNone/>
              <a:defRPr sz="1400" b="0" i="0" u="none" strike="noStrike" cap="none">
                <a:solidFill>
                  <a:schemeClr val="accent4"/>
                </a:solidFill>
                <a:latin typeface="Albert Sans Medium"/>
                <a:ea typeface="Albert Sans Medium"/>
                <a:cs typeface="Albert Sans Medium"/>
                <a:sym typeface="Albert Sans Medium"/>
              </a:defRPr>
            </a:lvl2pPr>
            <a:lvl3pPr marL="1371600" marR="0" lvl="2" indent="-317500" algn="ctr" rtl="0">
              <a:lnSpc>
                <a:spcPct val="100000"/>
              </a:lnSpc>
              <a:spcBef>
                <a:spcPts val="1600"/>
              </a:spcBef>
              <a:spcAft>
                <a:spcPts val="0"/>
              </a:spcAft>
              <a:buClr>
                <a:schemeClr val="accent4"/>
              </a:buClr>
              <a:buSzPts val="1400"/>
              <a:buFont typeface="Albert Sans Medium"/>
              <a:buNone/>
              <a:defRPr sz="1400" b="0" i="0" u="none" strike="noStrike" cap="none">
                <a:solidFill>
                  <a:schemeClr val="accent4"/>
                </a:solidFill>
                <a:latin typeface="Albert Sans Medium"/>
                <a:ea typeface="Albert Sans Medium"/>
                <a:cs typeface="Albert Sans Medium"/>
                <a:sym typeface="Albert Sans Medium"/>
              </a:defRPr>
            </a:lvl3pPr>
            <a:lvl4pPr marL="1828800" marR="0" lvl="3" indent="-317500" algn="ctr" rtl="0">
              <a:lnSpc>
                <a:spcPct val="100000"/>
              </a:lnSpc>
              <a:spcBef>
                <a:spcPts val="1600"/>
              </a:spcBef>
              <a:spcAft>
                <a:spcPts val="0"/>
              </a:spcAft>
              <a:buClr>
                <a:schemeClr val="accent4"/>
              </a:buClr>
              <a:buSzPts val="1400"/>
              <a:buFont typeface="Albert Sans Medium"/>
              <a:buNone/>
              <a:defRPr sz="1400" b="0" i="0" u="none" strike="noStrike" cap="none">
                <a:solidFill>
                  <a:schemeClr val="accent4"/>
                </a:solidFill>
                <a:latin typeface="Albert Sans Medium"/>
                <a:ea typeface="Albert Sans Medium"/>
                <a:cs typeface="Albert Sans Medium"/>
                <a:sym typeface="Albert Sans Medium"/>
              </a:defRPr>
            </a:lvl4pPr>
            <a:lvl5pPr marL="2286000" marR="0" lvl="4" indent="-317500" algn="ctr" rtl="0">
              <a:lnSpc>
                <a:spcPct val="100000"/>
              </a:lnSpc>
              <a:spcBef>
                <a:spcPts val="1600"/>
              </a:spcBef>
              <a:spcAft>
                <a:spcPts val="0"/>
              </a:spcAft>
              <a:buClr>
                <a:schemeClr val="accent4"/>
              </a:buClr>
              <a:buSzPts val="1400"/>
              <a:buFont typeface="Albert Sans Medium"/>
              <a:buNone/>
              <a:defRPr sz="1400" b="0" i="0" u="none" strike="noStrike" cap="none">
                <a:solidFill>
                  <a:schemeClr val="accent4"/>
                </a:solidFill>
                <a:latin typeface="Albert Sans Medium"/>
                <a:ea typeface="Albert Sans Medium"/>
                <a:cs typeface="Albert Sans Medium"/>
                <a:sym typeface="Albert Sans Medium"/>
              </a:defRPr>
            </a:lvl5pPr>
            <a:lvl6pPr marL="2743200" marR="0" lvl="5" indent="-317500" algn="ctr" rtl="0">
              <a:lnSpc>
                <a:spcPct val="100000"/>
              </a:lnSpc>
              <a:spcBef>
                <a:spcPts val="1600"/>
              </a:spcBef>
              <a:spcAft>
                <a:spcPts val="0"/>
              </a:spcAft>
              <a:buClr>
                <a:schemeClr val="accent4"/>
              </a:buClr>
              <a:buSzPts val="1400"/>
              <a:buFont typeface="Albert Sans Medium"/>
              <a:buNone/>
              <a:defRPr sz="1400" b="0" i="0" u="none" strike="noStrike" cap="none">
                <a:solidFill>
                  <a:schemeClr val="accent4"/>
                </a:solidFill>
                <a:latin typeface="Albert Sans Medium"/>
                <a:ea typeface="Albert Sans Medium"/>
                <a:cs typeface="Albert Sans Medium"/>
                <a:sym typeface="Albert Sans Medium"/>
              </a:defRPr>
            </a:lvl6pPr>
            <a:lvl7pPr marL="3200400" marR="0" lvl="6" indent="-317500" algn="ctr" rtl="0">
              <a:lnSpc>
                <a:spcPct val="100000"/>
              </a:lnSpc>
              <a:spcBef>
                <a:spcPts val="1600"/>
              </a:spcBef>
              <a:spcAft>
                <a:spcPts val="0"/>
              </a:spcAft>
              <a:buClr>
                <a:schemeClr val="accent4"/>
              </a:buClr>
              <a:buSzPts val="1400"/>
              <a:buFont typeface="Albert Sans Medium"/>
              <a:buNone/>
              <a:defRPr sz="1400" b="0" i="0" u="none" strike="noStrike" cap="none">
                <a:solidFill>
                  <a:schemeClr val="accent4"/>
                </a:solidFill>
                <a:latin typeface="Albert Sans Medium"/>
                <a:ea typeface="Albert Sans Medium"/>
                <a:cs typeface="Albert Sans Medium"/>
                <a:sym typeface="Albert Sans Medium"/>
              </a:defRPr>
            </a:lvl7pPr>
            <a:lvl8pPr marL="3657600" marR="0" lvl="7" indent="-317500" algn="ctr" rtl="0">
              <a:lnSpc>
                <a:spcPct val="100000"/>
              </a:lnSpc>
              <a:spcBef>
                <a:spcPts val="1600"/>
              </a:spcBef>
              <a:spcAft>
                <a:spcPts val="0"/>
              </a:spcAft>
              <a:buClr>
                <a:schemeClr val="accent4"/>
              </a:buClr>
              <a:buSzPts val="1400"/>
              <a:buFont typeface="Albert Sans Medium"/>
              <a:buNone/>
              <a:defRPr sz="1400" b="0" i="0" u="none" strike="noStrike" cap="none">
                <a:solidFill>
                  <a:schemeClr val="accent4"/>
                </a:solidFill>
                <a:latin typeface="Albert Sans Medium"/>
                <a:ea typeface="Albert Sans Medium"/>
                <a:cs typeface="Albert Sans Medium"/>
                <a:sym typeface="Albert Sans Medium"/>
              </a:defRPr>
            </a:lvl8pPr>
            <a:lvl9pPr marL="4114800" marR="0" lvl="8" indent="-317500" algn="ctr" rtl="0">
              <a:lnSpc>
                <a:spcPct val="100000"/>
              </a:lnSpc>
              <a:spcBef>
                <a:spcPts val="1600"/>
              </a:spcBef>
              <a:spcAft>
                <a:spcPts val="1600"/>
              </a:spcAft>
              <a:buClr>
                <a:schemeClr val="accent4"/>
              </a:buClr>
              <a:buSzPts val="1400"/>
              <a:buFont typeface="Albert Sans Medium"/>
              <a:buNone/>
              <a:defRPr sz="1400" b="0" i="0" u="none" strike="noStrike" cap="none">
                <a:solidFill>
                  <a:schemeClr val="accent4"/>
                </a:solidFill>
                <a:latin typeface="Albert Sans Medium"/>
                <a:ea typeface="Albert Sans Medium"/>
                <a:cs typeface="Albert Sans Medium"/>
                <a:sym typeface="Albert Sans Medium"/>
              </a:defRPr>
            </a:lvl9pPr>
          </a:lstStyle>
          <a:p>
            <a:pPr marL="0" indent="0"/>
            <a:r>
              <a:rPr lang="en-US" sz="1800" dirty="0"/>
              <a:t>Wind and solar generation depend on weather</a:t>
            </a:r>
          </a:p>
        </p:txBody>
      </p:sp>
      <p:sp>
        <p:nvSpPr>
          <p:cNvPr id="3" name="Google Shape;1977;p42">
            <a:extLst>
              <a:ext uri="{FF2B5EF4-FFF2-40B4-BE49-F238E27FC236}">
                <a16:creationId xmlns:a16="http://schemas.microsoft.com/office/drawing/2014/main" id="{72569DBB-766C-BAD4-FBCD-3BA781D47B6B}"/>
              </a:ext>
            </a:extLst>
          </p:cNvPr>
          <p:cNvSpPr txBox="1">
            <a:spLocks/>
          </p:cNvSpPr>
          <p:nvPr/>
        </p:nvSpPr>
        <p:spPr>
          <a:xfrm>
            <a:off x="3182174" y="3958573"/>
            <a:ext cx="3008850" cy="73723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accent4"/>
              </a:buClr>
              <a:buSzPts val="1400"/>
              <a:buFont typeface="Albert Sans Medium"/>
              <a:buNone/>
              <a:defRPr sz="1600" b="0" i="0" u="none" strike="noStrike" cap="none">
                <a:solidFill>
                  <a:schemeClr val="accent4"/>
                </a:solidFill>
                <a:latin typeface="Albert Sans Medium"/>
                <a:ea typeface="Albert Sans Medium"/>
                <a:cs typeface="Albert Sans Medium"/>
                <a:sym typeface="Albert Sans Medium"/>
              </a:defRPr>
            </a:lvl1pPr>
            <a:lvl2pPr marL="914400" marR="0" lvl="1" indent="-317500" algn="ctr" rtl="0">
              <a:lnSpc>
                <a:spcPct val="100000"/>
              </a:lnSpc>
              <a:spcBef>
                <a:spcPts val="0"/>
              </a:spcBef>
              <a:spcAft>
                <a:spcPts val="0"/>
              </a:spcAft>
              <a:buClr>
                <a:schemeClr val="accent4"/>
              </a:buClr>
              <a:buSzPts val="1400"/>
              <a:buFont typeface="Albert Sans Medium"/>
              <a:buNone/>
              <a:defRPr sz="1400" b="0" i="0" u="none" strike="noStrike" cap="none">
                <a:solidFill>
                  <a:schemeClr val="accent4"/>
                </a:solidFill>
                <a:latin typeface="Albert Sans Medium"/>
                <a:ea typeface="Albert Sans Medium"/>
                <a:cs typeface="Albert Sans Medium"/>
                <a:sym typeface="Albert Sans Medium"/>
              </a:defRPr>
            </a:lvl2pPr>
            <a:lvl3pPr marL="1371600" marR="0" lvl="2" indent="-317500" algn="ctr" rtl="0">
              <a:lnSpc>
                <a:spcPct val="100000"/>
              </a:lnSpc>
              <a:spcBef>
                <a:spcPts val="1600"/>
              </a:spcBef>
              <a:spcAft>
                <a:spcPts val="0"/>
              </a:spcAft>
              <a:buClr>
                <a:schemeClr val="accent4"/>
              </a:buClr>
              <a:buSzPts val="1400"/>
              <a:buFont typeface="Albert Sans Medium"/>
              <a:buNone/>
              <a:defRPr sz="1400" b="0" i="0" u="none" strike="noStrike" cap="none">
                <a:solidFill>
                  <a:schemeClr val="accent4"/>
                </a:solidFill>
                <a:latin typeface="Albert Sans Medium"/>
                <a:ea typeface="Albert Sans Medium"/>
                <a:cs typeface="Albert Sans Medium"/>
                <a:sym typeface="Albert Sans Medium"/>
              </a:defRPr>
            </a:lvl3pPr>
            <a:lvl4pPr marL="1828800" marR="0" lvl="3" indent="-317500" algn="ctr" rtl="0">
              <a:lnSpc>
                <a:spcPct val="100000"/>
              </a:lnSpc>
              <a:spcBef>
                <a:spcPts val="1600"/>
              </a:spcBef>
              <a:spcAft>
                <a:spcPts val="0"/>
              </a:spcAft>
              <a:buClr>
                <a:schemeClr val="accent4"/>
              </a:buClr>
              <a:buSzPts val="1400"/>
              <a:buFont typeface="Albert Sans Medium"/>
              <a:buNone/>
              <a:defRPr sz="1400" b="0" i="0" u="none" strike="noStrike" cap="none">
                <a:solidFill>
                  <a:schemeClr val="accent4"/>
                </a:solidFill>
                <a:latin typeface="Albert Sans Medium"/>
                <a:ea typeface="Albert Sans Medium"/>
                <a:cs typeface="Albert Sans Medium"/>
                <a:sym typeface="Albert Sans Medium"/>
              </a:defRPr>
            </a:lvl4pPr>
            <a:lvl5pPr marL="2286000" marR="0" lvl="4" indent="-317500" algn="ctr" rtl="0">
              <a:lnSpc>
                <a:spcPct val="100000"/>
              </a:lnSpc>
              <a:spcBef>
                <a:spcPts val="1600"/>
              </a:spcBef>
              <a:spcAft>
                <a:spcPts val="0"/>
              </a:spcAft>
              <a:buClr>
                <a:schemeClr val="accent4"/>
              </a:buClr>
              <a:buSzPts val="1400"/>
              <a:buFont typeface="Albert Sans Medium"/>
              <a:buNone/>
              <a:defRPr sz="1400" b="0" i="0" u="none" strike="noStrike" cap="none">
                <a:solidFill>
                  <a:schemeClr val="accent4"/>
                </a:solidFill>
                <a:latin typeface="Albert Sans Medium"/>
                <a:ea typeface="Albert Sans Medium"/>
                <a:cs typeface="Albert Sans Medium"/>
                <a:sym typeface="Albert Sans Medium"/>
              </a:defRPr>
            </a:lvl5pPr>
            <a:lvl6pPr marL="2743200" marR="0" lvl="5" indent="-317500" algn="ctr" rtl="0">
              <a:lnSpc>
                <a:spcPct val="100000"/>
              </a:lnSpc>
              <a:spcBef>
                <a:spcPts val="1600"/>
              </a:spcBef>
              <a:spcAft>
                <a:spcPts val="0"/>
              </a:spcAft>
              <a:buClr>
                <a:schemeClr val="accent4"/>
              </a:buClr>
              <a:buSzPts val="1400"/>
              <a:buFont typeface="Albert Sans Medium"/>
              <a:buNone/>
              <a:defRPr sz="1400" b="0" i="0" u="none" strike="noStrike" cap="none">
                <a:solidFill>
                  <a:schemeClr val="accent4"/>
                </a:solidFill>
                <a:latin typeface="Albert Sans Medium"/>
                <a:ea typeface="Albert Sans Medium"/>
                <a:cs typeface="Albert Sans Medium"/>
                <a:sym typeface="Albert Sans Medium"/>
              </a:defRPr>
            </a:lvl6pPr>
            <a:lvl7pPr marL="3200400" marR="0" lvl="6" indent="-317500" algn="ctr" rtl="0">
              <a:lnSpc>
                <a:spcPct val="100000"/>
              </a:lnSpc>
              <a:spcBef>
                <a:spcPts val="1600"/>
              </a:spcBef>
              <a:spcAft>
                <a:spcPts val="0"/>
              </a:spcAft>
              <a:buClr>
                <a:schemeClr val="accent4"/>
              </a:buClr>
              <a:buSzPts val="1400"/>
              <a:buFont typeface="Albert Sans Medium"/>
              <a:buNone/>
              <a:defRPr sz="1400" b="0" i="0" u="none" strike="noStrike" cap="none">
                <a:solidFill>
                  <a:schemeClr val="accent4"/>
                </a:solidFill>
                <a:latin typeface="Albert Sans Medium"/>
                <a:ea typeface="Albert Sans Medium"/>
                <a:cs typeface="Albert Sans Medium"/>
                <a:sym typeface="Albert Sans Medium"/>
              </a:defRPr>
            </a:lvl7pPr>
            <a:lvl8pPr marL="3657600" marR="0" lvl="7" indent="-317500" algn="ctr" rtl="0">
              <a:lnSpc>
                <a:spcPct val="100000"/>
              </a:lnSpc>
              <a:spcBef>
                <a:spcPts val="1600"/>
              </a:spcBef>
              <a:spcAft>
                <a:spcPts val="0"/>
              </a:spcAft>
              <a:buClr>
                <a:schemeClr val="accent4"/>
              </a:buClr>
              <a:buSzPts val="1400"/>
              <a:buFont typeface="Albert Sans Medium"/>
              <a:buNone/>
              <a:defRPr sz="1400" b="0" i="0" u="none" strike="noStrike" cap="none">
                <a:solidFill>
                  <a:schemeClr val="accent4"/>
                </a:solidFill>
                <a:latin typeface="Albert Sans Medium"/>
                <a:ea typeface="Albert Sans Medium"/>
                <a:cs typeface="Albert Sans Medium"/>
                <a:sym typeface="Albert Sans Medium"/>
              </a:defRPr>
            </a:lvl8pPr>
            <a:lvl9pPr marL="4114800" marR="0" lvl="8" indent="-317500" algn="ctr" rtl="0">
              <a:lnSpc>
                <a:spcPct val="100000"/>
              </a:lnSpc>
              <a:spcBef>
                <a:spcPts val="1600"/>
              </a:spcBef>
              <a:spcAft>
                <a:spcPts val="1600"/>
              </a:spcAft>
              <a:buClr>
                <a:schemeClr val="accent4"/>
              </a:buClr>
              <a:buSzPts val="1400"/>
              <a:buFont typeface="Albert Sans Medium"/>
              <a:buNone/>
              <a:defRPr sz="1400" b="0" i="0" u="none" strike="noStrike" cap="none">
                <a:solidFill>
                  <a:schemeClr val="accent4"/>
                </a:solidFill>
                <a:latin typeface="Albert Sans Medium"/>
                <a:ea typeface="Albert Sans Medium"/>
                <a:cs typeface="Albert Sans Medium"/>
                <a:sym typeface="Albert Sans Medium"/>
              </a:defRPr>
            </a:lvl9pPr>
          </a:lstStyle>
          <a:p>
            <a:pPr marL="0" indent="0"/>
            <a:r>
              <a:rPr lang="en-US" sz="1800" dirty="0"/>
              <a:t>Demand still has to be met every hour, even when renewable output is low</a:t>
            </a:r>
          </a:p>
        </p:txBody>
      </p:sp>
      <p:sp>
        <p:nvSpPr>
          <p:cNvPr id="4" name="Google Shape;1977;p42">
            <a:extLst>
              <a:ext uri="{FF2B5EF4-FFF2-40B4-BE49-F238E27FC236}">
                <a16:creationId xmlns:a16="http://schemas.microsoft.com/office/drawing/2014/main" id="{E3128559-7566-B41A-D4E8-8742B59F3769}"/>
              </a:ext>
            </a:extLst>
          </p:cNvPr>
          <p:cNvSpPr txBox="1">
            <a:spLocks/>
          </p:cNvSpPr>
          <p:nvPr/>
        </p:nvSpPr>
        <p:spPr>
          <a:xfrm>
            <a:off x="6384540" y="3958573"/>
            <a:ext cx="2813650" cy="73723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accent4"/>
              </a:buClr>
              <a:buSzPts val="1400"/>
              <a:buFont typeface="Albert Sans Medium"/>
              <a:buNone/>
              <a:defRPr sz="1600" b="0" i="0" u="none" strike="noStrike" cap="none">
                <a:solidFill>
                  <a:schemeClr val="accent4"/>
                </a:solidFill>
                <a:latin typeface="Albert Sans Medium"/>
                <a:ea typeface="Albert Sans Medium"/>
                <a:cs typeface="Albert Sans Medium"/>
                <a:sym typeface="Albert Sans Medium"/>
              </a:defRPr>
            </a:lvl1pPr>
            <a:lvl2pPr marL="914400" marR="0" lvl="1" indent="-317500" algn="ctr" rtl="0">
              <a:lnSpc>
                <a:spcPct val="100000"/>
              </a:lnSpc>
              <a:spcBef>
                <a:spcPts val="0"/>
              </a:spcBef>
              <a:spcAft>
                <a:spcPts val="0"/>
              </a:spcAft>
              <a:buClr>
                <a:schemeClr val="accent4"/>
              </a:buClr>
              <a:buSzPts val="1400"/>
              <a:buFont typeface="Albert Sans Medium"/>
              <a:buNone/>
              <a:defRPr sz="1400" b="0" i="0" u="none" strike="noStrike" cap="none">
                <a:solidFill>
                  <a:schemeClr val="accent4"/>
                </a:solidFill>
                <a:latin typeface="Albert Sans Medium"/>
                <a:ea typeface="Albert Sans Medium"/>
                <a:cs typeface="Albert Sans Medium"/>
                <a:sym typeface="Albert Sans Medium"/>
              </a:defRPr>
            </a:lvl2pPr>
            <a:lvl3pPr marL="1371600" marR="0" lvl="2" indent="-317500" algn="ctr" rtl="0">
              <a:lnSpc>
                <a:spcPct val="100000"/>
              </a:lnSpc>
              <a:spcBef>
                <a:spcPts val="1600"/>
              </a:spcBef>
              <a:spcAft>
                <a:spcPts val="0"/>
              </a:spcAft>
              <a:buClr>
                <a:schemeClr val="accent4"/>
              </a:buClr>
              <a:buSzPts val="1400"/>
              <a:buFont typeface="Albert Sans Medium"/>
              <a:buNone/>
              <a:defRPr sz="1400" b="0" i="0" u="none" strike="noStrike" cap="none">
                <a:solidFill>
                  <a:schemeClr val="accent4"/>
                </a:solidFill>
                <a:latin typeface="Albert Sans Medium"/>
                <a:ea typeface="Albert Sans Medium"/>
                <a:cs typeface="Albert Sans Medium"/>
                <a:sym typeface="Albert Sans Medium"/>
              </a:defRPr>
            </a:lvl3pPr>
            <a:lvl4pPr marL="1828800" marR="0" lvl="3" indent="-317500" algn="ctr" rtl="0">
              <a:lnSpc>
                <a:spcPct val="100000"/>
              </a:lnSpc>
              <a:spcBef>
                <a:spcPts val="1600"/>
              </a:spcBef>
              <a:spcAft>
                <a:spcPts val="0"/>
              </a:spcAft>
              <a:buClr>
                <a:schemeClr val="accent4"/>
              </a:buClr>
              <a:buSzPts val="1400"/>
              <a:buFont typeface="Albert Sans Medium"/>
              <a:buNone/>
              <a:defRPr sz="1400" b="0" i="0" u="none" strike="noStrike" cap="none">
                <a:solidFill>
                  <a:schemeClr val="accent4"/>
                </a:solidFill>
                <a:latin typeface="Albert Sans Medium"/>
                <a:ea typeface="Albert Sans Medium"/>
                <a:cs typeface="Albert Sans Medium"/>
                <a:sym typeface="Albert Sans Medium"/>
              </a:defRPr>
            </a:lvl4pPr>
            <a:lvl5pPr marL="2286000" marR="0" lvl="4" indent="-317500" algn="ctr" rtl="0">
              <a:lnSpc>
                <a:spcPct val="100000"/>
              </a:lnSpc>
              <a:spcBef>
                <a:spcPts val="1600"/>
              </a:spcBef>
              <a:spcAft>
                <a:spcPts val="0"/>
              </a:spcAft>
              <a:buClr>
                <a:schemeClr val="accent4"/>
              </a:buClr>
              <a:buSzPts val="1400"/>
              <a:buFont typeface="Albert Sans Medium"/>
              <a:buNone/>
              <a:defRPr sz="1400" b="0" i="0" u="none" strike="noStrike" cap="none">
                <a:solidFill>
                  <a:schemeClr val="accent4"/>
                </a:solidFill>
                <a:latin typeface="Albert Sans Medium"/>
                <a:ea typeface="Albert Sans Medium"/>
                <a:cs typeface="Albert Sans Medium"/>
                <a:sym typeface="Albert Sans Medium"/>
              </a:defRPr>
            </a:lvl5pPr>
            <a:lvl6pPr marL="2743200" marR="0" lvl="5" indent="-317500" algn="ctr" rtl="0">
              <a:lnSpc>
                <a:spcPct val="100000"/>
              </a:lnSpc>
              <a:spcBef>
                <a:spcPts val="1600"/>
              </a:spcBef>
              <a:spcAft>
                <a:spcPts val="0"/>
              </a:spcAft>
              <a:buClr>
                <a:schemeClr val="accent4"/>
              </a:buClr>
              <a:buSzPts val="1400"/>
              <a:buFont typeface="Albert Sans Medium"/>
              <a:buNone/>
              <a:defRPr sz="1400" b="0" i="0" u="none" strike="noStrike" cap="none">
                <a:solidFill>
                  <a:schemeClr val="accent4"/>
                </a:solidFill>
                <a:latin typeface="Albert Sans Medium"/>
                <a:ea typeface="Albert Sans Medium"/>
                <a:cs typeface="Albert Sans Medium"/>
                <a:sym typeface="Albert Sans Medium"/>
              </a:defRPr>
            </a:lvl6pPr>
            <a:lvl7pPr marL="3200400" marR="0" lvl="6" indent="-317500" algn="ctr" rtl="0">
              <a:lnSpc>
                <a:spcPct val="100000"/>
              </a:lnSpc>
              <a:spcBef>
                <a:spcPts val="1600"/>
              </a:spcBef>
              <a:spcAft>
                <a:spcPts val="0"/>
              </a:spcAft>
              <a:buClr>
                <a:schemeClr val="accent4"/>
              </a:buClr>
              <a:buSzPts val="1400"/>
              <a:buFont typeface="Albert Sans Medium"/>
              <a:buNone/>
              <a:defRPr sz="1400" b="0" i="0" u="none" strike="noStrike" cap="none">
                <a:solidFill>
                  <a:schemeClr val="accent4"/>
                </a:solidFill>
                <a:latin typeface="Albert Sans Medium"/>
                <a:ea typeface="Albert Sans Medium"/>
                <a:cs typeface="Albert Sans Medium"/>
                <a:sym typeface="Albert Sans Medium"/>
              </a:defRPr>
            </a:lvl7pPr>
            <a:lvl8pPr marL="3657600" marR="0" lvl="7" indent="-317500" algn="ctr" rtl="0">
              <a:lnSpc>
                <a:spcPct val="100000"/>
              </a:lnSpc>
              <a:spcBef>
                <a:spcPts val="1600"/>
              </a:spcBef>
              <a:spcAft>
                <a:spcPts val="0"/>
              </a:spcAft>
              <a:buClr>
                <a:schemeClr val="accent4"/>
              </a:buClr>
              <a:buSzPts val="1400"/>
              <a:buFont typeface="Albert Sans Medium"/>
              <a:buNone/>
              <a:defRPr sz="1400" b="0" i="0" u="none" strike="noStrike" cap="none">
                <a:solidFill>
                  <a:schemeClr val="accent4"/>
                </a:solidFill>
                <a:latin typeface="Albert Sans Medium"/>
                <a:ea typeface="Albert Sans Medium"/>
                <a:cs typeface="Albert Sans Medium"/>
                <a:sym typeface="Albert Sans Medium"/>
              </a:defRPr>
            </a:lvl8pPr>
            <a:lvl9pPr marL="4114800" marR="0" lvl="8" indent="-317500" algn="ctr" rtl="0">
              <a:lnSpc>
                <a:spcPct val="100000"/>
              </a:lnSpc>
              <a:spcBef>
                <a:spcPts val="1600"/>
              </a:spcBef>
              <a:spcAft>
                <a:spcPts val="1600"/>
              </a:spcAft>
              <a:buClr>
                <a:schemeClr val="accent4"/>
              </a:buClr>
              <a:buSzPts val="1400"/>
              <a:buFont typeface="Albert Sans Medium"/>
              <a:buNone/>
              <a:defRPr sz="1400" b="0" i="0" u="none" strike="noStrike" cap="none">
                <a:solidFill>
                  <a:schemeClr val="accent4"/>
                </a:solidFill>
                <a:latin typeface="Albert Sans Medium"/>
                <a:ea typeface="Albert Sans Medium"/>
                <a:cs typeface="Albert Sans Medium"/>
                <a:sym typeface="Albert Sans Medium"/>
              </a:defRPr>
            </a:lvl9pPr>
          </a:lstStyle>
          <a:p>
            <a:pPr marL="0" indent="0"/>
            <a:r>
              <a:rPr lang="en-US" sz="1800" dirty="0"/>
              <a:t>Wind and solar generation depend on weather</a:t>
            </a:r>
          </a:p>
        </p:txBody>
      </p:sp>
      <p:sp>
        <p:nvSpPr>
          <p:cNvPr id="5" name="Google Shape;1976;p42">
            <a:extLst>
              <a:ext uri="{FF2B5EF4-FFF2-40B4-BE49-F238E27FC236}">
                <a16:creationId xmlns:a16="http://schemas.microsoft.com/office/drawing/2014/main" id="{7399AC7F-AF40-1F2C-086E-29C3BC65377B}"/>
              </a:ext>
            </a:extLst>
          </p:cNvPr>
          <p:cNvSpPr txBox="1">
            <a:spLocks/>
          </p:cNvSpPr>
          <p:nvPr/>
        </p:nvSpPr>
        <p:spPr>
          <a:xfrm>
            <a:off x="-171640" y="3750001"/>
            <a:ext cx="3123277" cy="357591"/>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600"/>
              <a:buFont typeface="Syncopate"/>
              <a:buNone/>
              <a:defRPr sz="9600" b="1" i="0" u="none" strike="noStrike" cap="none">
                <a:solidFill>
                  <a:schemeClr val="dk1"/>
                </a:solidFill>
                <a:latin typeface="Syncopate"/>
                <a:ea typeface="Syncopate"/>
                <a:cs typeface="Syncopate"/>
                <a:sym typeface="Syncopate"/>
              </a:defRPr>
            </a:lvl1pPr>
            <a:lvl2pPr marR="0" lvl="1" algn="ctr"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2pPr>
            <a:lvl3pPr marR="0" lvl="2" algn="ctr"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3pPr>
            <a:lvl4pPr marR="0" lvl="3" algn="ctr"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4pPr>
            <a:lvl5pPr marR="0" lvl="4" algn="ctr"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5pPr>
            <a:lvl6pPr marR="0" lvl="5" algn="ctr"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6pPr>
            <a:lvl7pPr marR="0" lvl="6" algn="ctr"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7pPr>
            <a:lvl8pPr marR="0" lvl="7" algn="ctr"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8pPr>
            <a:lvl9pPr marR="0" lvl="8" algn="ctr"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9pPr>
          </a:lstStyle>
          <a:p>
            <a:r>
              <a:rPr lang="en-US" sz="1800" dirty="0"/>
              <a:t>The issue</a:t>
            </a:r>
          </a:p>
        </p:txBody>
      </p:sp>
      <p:sp>
        <p:nvSpPr>
          <p:cNvPr id="6" name="Google Shape;1976;p42">
            <a:extLst>
              <a:ext uri="{FF2B5EF4-FFF2-40B4-BE49-F238E27FC236}">
                <a16:creationId xmlns:a16="http://schemas.microsoft.com/office/drawing/2014/main" id="{12C67644-2827-EC25-F669-90B2E4789F27}"/>
              </a:ext>
            </a:extLst>
          </p:cNvPr>
          <p:cNvSpPr txBox="1">
            <a:spLocks/>
          </p:cNvSpPr>
          <p:nvPr/>
        </p:nvSpPr>
        <p:spPr>
          <a:xfrm>
            <a:off x="3009692" y="3744175"/>
            <a:ext cx="3123277" cy="357591"/>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600"/>
              <a:buFont typeface="Syncopate"/>
              <a:buNone/>
              <a:defRPr sz="9600" b="1" i="0" u="none" strike="noStrike" cap="none">
                <a:solidFill>
                  <a:schemeClr val="dk1"/>
                </a:solidFill>
                <a:latin typeface="Syncopate"/>
                <a:ea typeface="Syncopate"/>
                <a:cs typeface="Syncopate"/>
                <a:sym typeface="Syncopate"/>
              </a:defRPr>
            </a:lvl1pPr>
            <a:lvl2pPr marR="0" lvl="1" algn="ctr"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2pPr>
            <a:lvl3pPr marR="0" lvl="2" algn="ctr"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3pPr>
            <a:lvl4pPr marR="0" lvl="3" algn="ctr"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4pPr>
            <a:lvl5pPr marR="0" lvl="4" algn="ctr"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5pPr>
            <a:lvl6pPr marR="0" lvl="5" algn="ctr"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6pPr>
            <a:lvl7pPr marR="0" lvl="6" algn="ctr"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7pPr>
            <a:lvl8pPr marR="0" lvl="7" algn="ctr"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8pPr>
            <a:lvl9pPr marR="0" lvl="8" algn="ctr"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9pPr>
          </a:lstStyle>
          <a:p>
            <a:r>
              <a:rPr lang="en-US" sz="1800" dirty="0"/>
              <a:t>The risk</a:t>
            </a:r>
          </a:p>
        </p:txBody>
      </p:sp>
      <p:sp>
        <p:nvSpPr>
          <p:cNvPr id="7" name="Google Shape;1976;p42">
            <a:extLst>
              <a:ext uri="{FF2B5EF4-FFF2-40B4-BE49-F238E27FC236}">
                <a16:creationId xmlns:a16="http://schemas.microsoft.com/office/drawing/2014/main" id="{F349141C-5AD8-6218-4CA8-54B81FDC9BD3}"/>
              </a:ext>
            </a:extLst>
          </p:cNvPr>
          <p:cNvSpPr txBox="1">
            <a:spLocks/>
          </p:cNvSpPr>
          <p:nvPr/>
        </p:nvSpPr>
        <p:spPr>
          <a:xfrm>
            <a:off x="6229727" y="3750000"/>
            <a:ext cx="3123277" cy="357591"/>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600"/>
              <a:buFont typeface="Syncopate"/>
              <a:buNone/>
              <a:defRPr sz="9600" b="1" i="0" u="none" strike="noStrike" cap="none">
                <a:solidFill>
                  <a:schemeClr val="dk1"/>
                </a:solidFill>
                <a:latin typeface="Syncopate"/>
                <a:ea typeface="Syncopate"/>
                <a:cs typeface="Syncopate"/>
                <a:sym typeface="Syncopate"/>
              </a:defRPr>
            </a:lvl1pPr>
            <a:lvl2pPr marR="0" lvl="1" algn="ctr"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2pPr>
            <a:lvl3pPr marR="0" lvl="2" algn="ctr"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3pPr>
            <a:lvl4pPr marR="0" lvl="3" algn="ctr"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4pPr>
            <a:lvl5pPr marR="0" lvl="4" algn="ctr"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5pPr>
            <a:lvl6pPr marR="0" lvl="5" algn="ctr"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6pPr>
            <a:lvl7pPr marR="0" lvl="6" algn="ctr"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7pPr>
            <a:lvl8pPr marR="0" lvl="7" algn="ctr"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8pPr>
            <a:lvl9pPr marR="0" lvl="8" algn="ctr"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9pPr>
          </a:lstStyle>
          <a:p>
            <a:r>
              <a:rPr lang="en-US" sz="1800" dirty="0"/>
              <a:t>The gap</a:t>
            </a:r>
          </a:p>
        </p:txBody>
      </p:sp>
      <p:sp>
        <p:nvSpPr>
          <p:cNvPr id="8" name="Google Shape;2043;p45">
            <a:extLst>
              <a:ext uri="{FF2B5EF4-FFF2-40B4-BE49-F238E27FC236}">
                <a16:creationId xmlns:a16="http://schemas.microsoft.com/office/drawing/2014/main" id="{56DAB095-BDAB-43F7-D459-AFF6507EACCD}"/>
              </a:ext>
            </a:extLst>
          </p:cNvPr>
          <p:cNvSpPr txBox="1">
            <a:spLocks/>
          </p:cNvSpPr>
          <p:nvPr/>
        </p:nvSpPr>
        <p:spPr>
          <a:xfrm>
            <a:off x="3499756" y="2807076"/>
            <a:ext cx="4645488" cy="74405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accent4"/>
              </a:buClr>
              <a:buSzPts val="1400"/>
              <a:buFont typeface="Albert Sans Medium"/>
              <a:buNone/>
              <a:defRPr sz="1600" b="0" i="0" u="none" strike="noStrike" cap="none">
                <a:solidFill>
                  <a:schemeClr val="accent4"/>
                </a:solidFill>
                <a:latin typeface="Albert Sans Medium"/>
                <a:ea typeface="Albert Sans Medium"/>
                <a:cs typeface="Albert Sans Medium"/>
                <a:sym typeface="Albert Sans Medium"/>
              </a:defRPr>
            </a:lvl1pPr>
            <a:lvl2pPr marL="914400" marR="0" lvl="1" indent="-317500" algn="ctr" rtl="0">
              <a:lnSpc>
                <a:spcPct val="100000"/>
              </a:lnSpc>
              <a:spcBef>
                <a:spcPts val="0"/>
              </a:spcBef>
              <a:spcAft>
                <a:spcPts val="0"/>
              </a:spcAft>
              <a:buClr>
                <a:schemeClr val="accent4"/>
              </a:buClr>
              <a:buSzPts val="1400"/>
              <a:buFont typeface="Albert Sans Medium"/>
              <a:buNone/>
              <a:defRPr sz="1400" b="0" i="0" u="none" strike="noStrike" cap="none">
                <a:solidFill>
                  <a:schemeClr val="accent4"/>
                </a:solidFill>
                <a:latin typeface="Albert Sans Medium"/>
                <a:ea typeface="Albert Sans Medium"/>
                <a:cs typeface="Albert Sans Medium"/>
                <a:sym typeface="Albert Sans Medium"/>
              </a:defRPr>
            </a:lvl2pPr>
            <a:lvl3pPr marL="1371600" marR="0" lvl="2" indent="-317500" algn="ctr" rtl="0">
              <a:lnSpc>
                <a:spcPct val="100000"/>
              </a:lnSpc>
              <a:spcBef>
                <a:spcPts val="1600"/>
              </a:spcBef>
              <a:spcAft>
                <a:spcPts val="0"/>
              </a:spcAft>
              <a:buClr>
                <a:schemeClr val="accent4"/>
              </a:buClr>
              <a:buSzPts val="1400"/>
              <a:buFont typeface="Albert Sans Medium"/>
              <a:buNone/>
              <a:defRPr sz="1400" b="0" i="0" u="none" strike="noStrike" cap="none">
                <a:solidFill>
                  <a:schemeClr val="accent4"/>
                </a:solidFill>
                <a:latin typeface="Albert Sans Medium"/>
                <a:ea typeface="Albert Sans Medium"/>
                <a:cs typeface="Albert Sans Medium"/>
                <a:sym typeface="Albert Sans Medium"/>
              </a:defRPr>
            </a:lvl3pPr>
            <a:lvl4pPr marL="1828800" marR="0" lvl="3" indent="-317500" algn="ctr" rtl="0">
              <a:lnSpc>
                <a:spcPct val="100000"/>
              </a:lnSpc>
              <a:spcBef>
                <a:spcPts val="1600"/>
              </a:spcBef>
              <a:spcAft>
                <a:spcPts val="0"/>
              </a:spcAft>
              <a:buClr>
                <a:schemeClr val="accent4"/>
              </a:buClr>
              <a:buSzPts val="1400"/>
              <a:buFont typeface="Albert Sans Medium"/>
              <a:buNone/>
              <a:defRPr sz="1400" b="0" i="0" u="none" strike="noStrike" cap="none">
                <a:solidFill>
                  <a:schemeClr val="accent4"/>
                </a:solidFill>
                <a:latin typeface="Albert Sans Medium"/>
                <a:ea typeface="Albert Sans Medium"/>
                <a:cs typeface="Albert Sans Medium"/>
                <a:sym typeface="Albert Sans Medium"/>
              </a:defRPr>
            </a:lvl4pPr>
            <a:lvl5pPr marL="2286000" marR="0" lvl="4" indent="-317500" algn="ctr" rtl="0">
              <a:lnSpc>
                <a:spcPct val="100000"/>
              </a:lnSpc>
              <a:spcBef>
                <a:spcPts val="1600"/>
              </a:spcBef>
              <a:spcAft>
                <a:spcPts val="0"/>
              </a:spcAft>
              <a:buClr>
                <a:schemeClr val="accent4"/>
              </a:buClr>
              <a:buSzPts val="1400"/>
              <a:buFont typeface="Albert Sans Medium"/>
              <a:buNone/>
              <a:defRPr sz="1400" b="0" i="0" u="none" strike="noStrike" cap="none">
                <a:solidFill>
                  <a:schemeClr val="accent4"/>
                </a:solidFill>
                <a:latin typeface="Albert Sans Medium"/>
                <a:ea typeface="Albert Sans Medium"/>
                <a:cs typeface="Albert Sans Medium"/>
                <a:sym typeface="Albert Sans Medium"/>
              </a:defRPr>
            </a:lvl5pPr>
            <a:lvl6pPr marL="2743200" marR="0" lvl="5" indent="-317500" algn="ctr" rtl="0">
              <a:lnSpc>
                <a:spcPct val="100000"/>
              </a:lnSpc>
              <a:spcBef>
                <a:spcPts val="1600"/>
              </a:spcBef>
              <a:spcAft>
                <a:spcPts val="0"/>
              </a:spcAft>
              <a:buClr>
                <a:schemeClr val="accent4"/>
              </a:buClr>
              <a:buSzPts val="1400"/>
              <a:buFont typeface="Albert Sans Medium"/>
              <a:buNone/>
              <a:defRPr sz="1400" b="0" i="0" u="none" strike="noStrike" cap="none">
                <a:solidFill>
                  <a:schemeClr val="accent4"/>
                </a:solidFill>
                <a:latin typeface="Albert Sans Medium"/>
                <a:ea typeface="Albert Sans Medium"/>
                <a:cs typeface="Albert Sans Medium"/>
                <a:sym typeface="Albert Sans Medium"/>
              </a:defRPr>
            </a:lvl6pPr>
            <a:lvl7pPr marL="3200400" marR="0" lvl="6" indent="-317500" algn="ctr" rtl="0">
              <a:lnSpc>
                <a:spcPct val="100000"/>
              </a:lnSpc>
              <a:spcBef>
                <a:spcPts val="1600"/>
              </a:spcBef>
              <a:spcAft>
                <a:spcPts val="0"/>
              </a:spcAft>
              <a:buClr>
                <a:schemeClr val="accent4"/>
              </a:buClr>
              <a:buSzPts val="1400"/>
              <a:buFont typeface="Albert Sans Medium"/>
              <a:buNone/>
              <a:defRPr sz="1400" b="0" i="0" u="none" strike="noStrike" cap="none">
                <a:solidFill>
                  <a:schemeClr val="accent4"/>
                </a:solidFill>
                <a:latin typeface="Albert Sans Medium"/>
                <a:ea typeface="Albert Sans Medium"/>
                <a:cs typeface="Albert Sans Medium"/>
                <a:sym typeface="Albert Sans Medium"/>
              </a:defRPr>
            </a:lvl7pPr>
            <a:lvl8pPr marL="3657600" marR="0" lvl="7" indent="-317500" algn="ctr" rtl="0">
              <a:lnSpc>
                <a:spcPct val="100000"/>
              </a:lnSpc>
              <a:spcBef>
                <a:spcPts val="1600"/>
              </a:spcBef>
              <a:spcAft>
                <a:spcPts val="0"/>
              </a:spcAft>
              <a:buClr>
                <a:schemeClr val="accent4"/>
              </a:buClr>
              <a:buSzPts val="1400"/>
              <a:buFont typeface="Albert Sans Medium"/>
              <a:buNone/>
              <a:defRPr sz="1400" b="0" i="0" u="none" strike="noStrike" cap="none">
                <a:solidFill>
                  <a:schemeClr val="accent4"/>
                </a:solidFill>
                <a:latin typeface="Albert Sans Medium"/>
                <a:ea typeface="Albert Sans Medium"/>
                <a:cs typeface="Albert Sans Medium"/>
                <a:sym typeface="Albert Sans Medium"/>
              </a:defRPr>
            </a:lvl8pPr>
            <a:lvl9pPr marL="4114800" marR="0" lvl="8" indent="-317500" algn="ctr" rtl="0">
              <a:lnSpc>
                <a:spcPct val="100000"/>
              </a:lnSpc>
              <a:spcBef>
                <a:spcPts val="1600"/>
              </a:spcBef>
              <a:spcAft>
                <a:spcPts val="1600"/>
              </a:spcAft>
              <a:buClr>
                <a:schemeClr val="accent4"/>
              </a:buClr>
              <a:buSzPts val="1400"/>
              <a:buFont typeface="Albert Sans Medium"/>
              <a:buNone/>
              <a:defRPr sz="1400" b="0" i="0" u="none" strike="noStrike" cap="none">
                <a:solidFill>
                  <a:schemeClr val="accent4"/>
                </a:solidFill>
                <a:latin typeface="Albert Sans Medium"/>
                <a:ea typeface="Albert Sans Medium"/>
                <a:cs typeface="Albert Sans Medium"/>
                <a:sym typeface="Albert Sans Medium"/>
              </a:defRPr>
            </a:lvl9pPr>
          </a:lstStyle>
          <a:p>
            <a:pPr marL="0" indent="0">
              <a:spcBef>
                <a:spcPts val="1000"/>
              </a:spcBef>
            </a:pPr>
            <a:r>
              <a:rPr lang="en-US" b="1" dirty="0"/>
              <a:t>Shortfall = Demand – Wind Generation - Solar Generation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307"/>
        <p:cNvGrpSpPr/>
        <p:nvPr/>
      </p:nvGrpSpPr>
      <p:grpSpPr>
        <a:xfrm>
          <a:off x="0" y="0"/>
          <a:ext cx="0" cy="0"/>
          <a:chOff x="0" y="0"/>
          <a:chExt cx="0" cy="0"/>
        </a:xfrm>
      </p:grpSpPr>
      <p:pic>
        <p:nvPicPr>
          <p:cNvPr id="5" name="Picture 4" descr="Germany map png">
            <a:extLst>
              <a:ext uri="{FF2B5EF4-FFF2-40B4-BE49-F238E27FC236}">
                <a16:creationId xmlns:a16="http://schemas.microsoft.com/office/drawing/2014/main" id="{B096E061-6ADC-FC81-2DB2-A7A836B5722B}"/>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5483463" y="781792"/>
            <a:ext cx="2739598" cy="3576698"/>
          </a:xfrm>
          <a:prstGeom prst="rect">
            <a:avLst/>
          </a:prstGeom>
        </p:spPr>
      </p:pic>
      <p:sp>
        <p:nvSpPr>
          <p:cNvPr id="2310" name="Google Shape;2310;p48"/>
          <p:cNvSpPr txBox="1">
            <a:spLocks noGrp="1"/>
          </p:cNvSpPr>
          <p:nvPr>
            <p:ph type="title"/>
          </p:nvPr>
        </p:nvSpPr>
        <p:spPr>
          <a:xfrm>
            <a:off x="720000" y="38415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sz="2800" dirty="0"/>
              <a:t>W</a:t>
            </a:r>
            <a:r>
              <a:rPr lang="en" sz="2800" dirty="0"/>
              <a:t>hy Germany?</a:t>
            </a:r>
            <a:endParaRPr sz="2800" dirty="0"/>
          </a:p>
        </p:txBody>
      </p:sp>
      <p:sp>
        <p:nvSpPr>
          <p:cNvPr id="2312" name="Google Shape;2312;p48"/>
          <p:cNvSpPr txBox="1"/>
          <p:nvPr/>
        </p:nvSpPr>
        <p:spPr>
          <a:xfrm flipH="1">
            <a:off x="1226142" y="1486877"/>
            <a:ext cx="4447895" cy="2602864"/>
          </a:xfrm>
          <a:prstGeom prst="rect">
            <a:avLst/>
          </a:prstGeom>
          <a:noFill/>
          <a:ln>
            <a:noFill/>
          </a:ln>
        </p:spPr>
        <p:txBody>
          <a:bodyPr spcFirstLastPara="1" wrap="square" lIns="91425" tIns="91425" rIns="91425" bIns="91425" anchor="ctr" anchorCtr="0">
            <a:noAutofit/>
          </a:bodyPr>
          <a:lstStyle/>
          <a:p>
            <a:pPr marL="285750" lvl="0" indent="-285750" algn="just" rtl="0">
              <a:spcBef>
                <a:spcPts val="0"/>
              </a:spcBef>
              <a:spcAft>
                <a:spcPts val="0"/>
              </a:spcAft>
              <a:buClr>
                <a:schemeClr val="accent6"/>
              </a:buClr>
              <a:buFont typeface="Arial" panose="020B0604020202020204" pitchFamily="34" charset="0"/>
              <a:buChar char="•"/>
            </a:pPr>
            <a:r>
              <a:rPr lang="en" sz="1800" dirty="0">
                <a:solidFill>
                  <a:schemeClr val="accent4"/>
                </a:solidFill>
                <a:latin typeface="Albert Sans Medium"/>
                <a:ea typeface="Albert Sans Medium"/>
                <a:cs typeface="Albert Sans Medium"/>
                <a:sym typeface="Albert Sans Medium"/>
              </a:rPr>
              <a:t>Germany has major wind and solar development</a:t>
            </a:r>
          </a:p>
          <a:p>
            <a:pPr marL="285750" lvl="0" indent="-285750" algn="just" rtl="0">
              <a:spcBef>
                <a:spcPts val="0"/>
              </a:spcBef>
              <a:spcAft>
                <a:spcPts val="0"/>
              </a:spcAft>
              <a:buClr>
                <a:schemeClr val="accent6"/>
              </a:buClr>
              <a:buFont typeface="Arial" panose="020B0604020202020204" pitchFamily="34" charset="0"/>
              <a:buChar char="•"/>
            </a:pPr>
            <a:r>
              <a:rPr lang="en-US" sz="1800" dirty="0">
                <a:solidFill>
                  <a:schemeClr val="accent4"/>
                </a:solidFill>
                <a:latin typeface="Albert Sans Medium"/>
                <a:ea typeface="Albert Sans Medium"/>
                <a:cs typeface="Albert Sans Medium"/>
                <a:sym typeface="Albert Sans Medium"/>
              </a:rPr>
              <a:t>Seasonal weather variation creates forecasting challenges</a:t>
            </a:r>
          </a:p>
          <a:p>
            <a:pPr marL="285750" lvl="0" indent="-285750" algn="just" rtl="0">
              <a:spcBef>
                <a:spcPts val="0"/>
              </a:spcBef>
              <a:spcAft>
                <a:spcPts val="0"/>
              </a:spcAft>
              <a:buClr>
                <a:schemeClr val="accent6"/>
              </a:buClr>
              <a:buFont typeface="Arial" panose="020B0604020202020204" pitchFamily="34" charset="0"/>
              <a:buChar char="•"/>
            </a:pPr>
            <a:r>
              <a:rPr lang="en-US" sz="1800" dirty="0">
                <a:solidFill>
                  <a:schemeClr val="accent4"/>
                </a:solidFill>
                <a:latin typeface="Albert Sans Medium"/>
                <a:ea typeface="Albert Sans Medium"/>
                <a:cs typeface="Albert Sans Medium"/>
                <a:sym typeface="Albert Sans Medium"/>
              </a:rPr>
              <a:t>Winter periods can have lower solar output and high demand</a:t>
            </a:r>
          </a:p>
          <a:p>
            <a:pPr marL="285750" lvl="0" indent="-285750" algn="just" rtl="0">
              <a:spcBef>
                <a:spcPts val="0"/>
              </a:spcBef>
              <a:spcAft>
                <a:spcPts val="0"/>
              </a:spcAft>
              <a:buClr>
                <a:schemeClr val="accent6"/>
              </a:buClr>
              <a:buFont typeface="Arial" panose="020B0604020202020204" pitchFamily="34" charset="0"/>
              <a:buChar char="•"/>
            </a:pPr>
            <a:r>
              <a:rPr lang="en-US" sz="1800" dirty="0">
                <a:solidFill>
                  <a:schemeClr val="accent4"/>
                </a:solidFill>
                <a:latin typeface="Albert Sans Medium"/>
                <a:ea typeface="Albert Sans Medium"/>
                <a:cs typeface="Albert Sans Medium"/>
                <a:sym typeface="Albert Sans Medium"/>
              </a:rPr>
              <a:t>Public electricity data makes the project reproducible</a:t>
            </a:r>
          </a:p>
          <a:p>
            <a:pPr marL="285750" lvl="0" indent="-285750" algn="ctr" rtl="0">
              <a:spcBef>
                <a:spcPts val="0"/>
              </a:spcBef>
              <a:spcAft>
                <a:spcPts val="0"/>
              </a:spcAft>
              <a:buClr>
                <a:schemeClr val="accent6"/>
              </a:buClr>
              <a:buFont typeface="Arial" panose="020B0604020202020204" pitchFamily="34" charset="0"/>
              <a:buChar char="•"/>
            </a:pPr>
            <a:endParaRPr lang="en" dirty="0">
              <a:solidFill>
                <a:schemeClr val="accent4"/>
              </a:solidFill>
              <a:latin typeface="Albert Sans Medium"/>
              <a:ea typeface="Albert Sans Medium"/>
              <a:cs typeface="Albert Sans Medium"/>
              <a:sym typeface="Albert Sans Medium"/>
            </a:endParaRPr>
          </a:p>
        </p:txBody>
      </p:sp>
      <p:grpSp>
        <p:nvGrpSpPr>
          <p:cNvPr id="2430" name="Google Shape;2430;p48"/>
          <p:cNvGrpSpPr/>
          <p:nvPr/>
        </p:nvGrpSpPr>
        <p:grpSpPr>
          <a:xfrm>
            <a:off x="780618" y="1740760"/>
            <a:ext cx="376786" cy="376786"/>
            <a:chOff x="2482827" y="1958342"/>
            <a:chExt cx="483307" cy="483307"/>
          </a:xfrm>
        </p:grpSpPr>
        <p:sp>
          <p:nvSpPr>
            <p:cNvPr id="2431" name="Google Shape;2431;p48"/>
            <p:cNvSpPr/>
            <p:nvPr/>
          </p:nvSpPr>
          <p:spPr>
            <a:xfrm>
              <a:off x="2682985" y="2226973"/>
              <a:ext cx="82990" cy="127747"/>
            </a:xfrm>
            <a:custGeom>
              <a:avLst/>
              <a:gdLst/>
              <a:ahLst/>
              <a:cxnLst/>
              <a:rect l="l" t="t" r="r" b="b"/>
              <a:pathLst>
                <a:path w="2824" h="4347" extrusionOk="0">
                  <a:moveTo>
                    <a:pt x="403" y="0"/>
                  </a:moveTo>
                  <a:lnTo>
                    <a:pt x="0" y="4347"/>
                  </a:lnTo>
                  <a:lnTo>
                    <a:pt x="2823" y="4347"/>
                  </a:lnTo>
                  <a:lnTo>
                    <a:pt x="2420" y="0"/>
                  </a:lnTo>
                  <a:cubicBezTo>
                    <a:pt x="2151" y="135"/>
                    <a:pt x="1748" y="269"/>
                    <a:pt x="1434" y="269"/>
                  </a:cubicBezTo>
                  <a:cubicBezTo>
                    <a:pt x="1031" y="269"/>
                    <a:pt x="672" y="135"/>
                    <a:pt x="40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32" name="Google Shape;2432;p48"/>
            <p:cNvSpPr/>
            <p:nvPr/>
          </p:nvSpPr>
          <p:spPr>
            <a:xfrm>
              <a:off x="2517063" y="2167699"/>
              <a:ext cx="175149" cy="109762"/>
            </a:xfrm>
            <a:custGeom>
              <a:avLst/>
              <a:gdLst/>
              <a:ahLst/>
              <a:cxnLst/>
              <a:rect l="l" t="t" r="r" b="b"/>
              <a:pathLst>
                <a:path w="5960" h="3735" extrusionOk="0">
                  <a:moveTo>
                    <a:pt x="5198" y="1"/>
                  </a:moveTo>
                  <a:lnTo>
                    <a:pt x="179" y="2510"/>
                  </a:lnTo>
                  <a:cubicBezTo>
                    <a:pt x="45" y="2510"/>
                    <a:pt x="0" y="2555"/>
                    <a:pt x="45" y="2600"/>
                  </a:cubicBezTo>
                  <a:cubicBezTo>
                    <a:pt x="421" y="3321"/>
                    <a:pt x="1104" y="3734"/>
                    <a:pt x="1817" y="3734"/>
                  </a:cubicBezTo>
                  <a:cubicBezTo>
                    <a:pt x="2124" y="3734"/>
                    <a:pt x="2437" y="3658"/>
                    <a:pt x="2734" y="3496"/>
                  </a:cubicBezTo>
                  <a:lnTo>
                    <a:pt x="5960" y="1928"/>
                  </a:lnTo>
                  <a:cubicBezTo>
                    <a:pt x="5422" y="1614"/>
                    <a:pt x="5153" y="1032"/>
                    <a:pt x="5153" y="359"/>
                  </a:cubicBezTo>
                  <a:cubicBezTo>
                    <a:pt x="5153" y="270"/>
                    <a:pt x="5153" y="91"/>
                    <a:pt x="51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33" name="Google Shape;2433;p48"/>
            <p:cNvSpPr/>
            <p:nvPr/>
          </p:nvSpPr>
          <p:spPr>
            <a:xfrm>
              <a:off x="2758041" y="2167699"/>
              <a:ext cx="171212" cy="109527"/>
            </a:xfrm>
            <a:custGeom>
              <a:avLst/>
              <a:gdLst/>
              <a:ahLst/>
              <a:cxnLst/>
              <a:rect l="l" t="t" r="r" b="b"/>
              <a:pathLst>
                <a:path w="5826" h="3727" extrusionOk="0">
                  <a:moveTo>
                    <a:pt x="717" y="1"/>
                  </a:moveTo>
                  <a:lnTo>
                    <a:pt x="717" y="1"/>
                  </a:lnTo>
                  <a:cubicBezTo>
                    <a:pt x="762" y="91"/>
                    <a:pt x="762" y="270"/>
                    <a:pt x="762" y="359"/>
                  </a:cubicBezTo>
                  <a:cubicBezTo>
                    <a:pt x="762" y="1032"/>
                    <a:pt x="448" y="1614"/>
                    <a:pt x="0" y="1928"/>
                  </a:cubicBezTo>
                  <a:lnTo>
                    <a:pt x="3182" y="3496"/>
                  </a:lnTo>
                  <a:cubicBezTo>
                    <a:pt x="3457" y="3653"/>
                    <a:pt x="3758" y="3726"/>
                    <a:pt x="4059" y="3726"/>
                  </a:cubicBezTo>
                  <a:cubicBezTo>
                    <a:pt x="4787" y="3726"/>
                    <a:pt x="5508" y="3298"/>
                    <a:pt x="5825" y="2600"/>
                  </a:cubicBezTo>
                  <a:cubicBezTo>
                    <a:pt x="5825" y="2555"/>
                    <a:pt x="5825" y="2510"/>
                    <a:pt x="5736" y="2510"/>
                  </a:cubicBezTo>
                  <a:lnTo>
                    <a:pt x="71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34" name="Google Shape;2434;p48"/>
            <p:cNvSpPr/>
            <p:nvPr/>
          </p:nvSpPr>
          <p:spPr>
            <a:xfrm>
              <a:off x="2690861" y="1958342"/>
              <a:ext cx="63242" cy="172534"/>
            </a:xfrm>
            <a:custGeom>
              <a:avLst/>
              <a:gdLst/>
              <a:ahLst/>
              <a:cxnLst/>
              <a:rect l="l" t="t" r="r" b="b"/>
              <a:pathLst>
                <a:path w="2152" h="5871" extrusionOk="0">
                  <a:moveTo>
                    <a:pt x="270" y="0"/>
                  </a:moveTo>
                  <a:cubicBezTo>
                    <a:pt x="135" y="0"/>
                    <a:pt x="1" y="90"/>
                    <a:pt x="1" y="224"/>
                  </a:cubicBezTo>
                  <a:lnTo>
                    <a:pt x="1" y="5870"/>
                  </a:lnTo>
                  <a:cubicBezTo>
                    <a:pt x="359" y="5646"/>
                    <a:pt x="673" y="5557"/>
                    <a:pt x="1076" y="5557"/>
                  </a:cubicBezTo>
                  <a:cubicBezTo>
                    <a:pt x="1480" y="5557"/>
                    <a:pt x="1883" y="5646"/>
                    <a:pt x="2152" y="5870"/>
                  </a:cubicBezTo>
                  <a:lnTo>
                    <a:pt x="2152" y="1882"/>
                  </a:lnTo>
                  <a:cubicBezTo>
                    <a:pt x="2152" y="852"/>
                    <a:pt x="1300" y="0"/>
                    <a:pt x="27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35" name="Google Shape;2435;p48"/>
            <p:cNvSpPr/>
            <p:nvPr/>
          </p:nvSpPr>
          <p:spPr>
            <a:xfrm>
              <a:off x="2694828" y="2150595"/>
              <a:ext cx="57982" cy="56659"/>
            </a:xfrm>
            <a:custGeom>
              <a:avLst/>
              <a:gdLst/>
              <a:ahLst/>
              <a:cxnLst/>
              <a:rect l="l" t="t" r="r" b="b"/>
              <a:pathLst>
                <a:path w="1973" h="1928" extrusionOk="0">
                  <a:moveTo>
                    <a:pt x="1031" y="0"/>
                  </a:moveTo>
                  <a:cubicBezTo>
                    <a:pt x="717" y="0"/>
                    <a:pt x="493" y="135"/>
                    <a:pt x="359" y="269"/>
                  </a:cubicBezTo>
                  <a:cubicBezTo>
                    <a:pt x="180" y="449"/>
                    <a:pt x="45" y="717"/>
                    <a:pt x="45" y="941"/>
                  </a:cubicBezTo>
                  <a:cubicBezTo>
                    <a:pt x="0" y="1479"/>
                    <a:pt x="449" y="1927"/>
                    <a:pt x="1031" y="1927"/>
                  </a:cubicBezTo>
                  <a:cubicBezTo>
                    <a:pt x="1569" y="1927"/>
                    <a:pt x="1972" y="1479"/>
                    <a:pt x="1972" y="941"/>
                  </a:cubicBezTo>
                  <a:cubicBezTo>
                    <a:pt x="1972" y="673"/>
                    <a:pt x="1838" y="449"/>
                    <a:pt x="1703" y="269"/>
                  </a:cubicBezTo>
                  <a:cubicBezTo>
                    <a:pt x="1524" y="135"/>
                    <a:pt x="1255" y="0"/>
                    <a:pt x="103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36" name="Google Shape;2436;p48"/>
            <p:cNvSpPr/>
            <p:nvPr/>
          </p:nvSpPr>
          <p:spPr>
            <a:xfrm>
              <a:off x="2482827" y="2382345"/>
              <a:ext cx="483307" cy="59304"/>
            </a:xfrm>
            <a:custGeom>
              <a:avLst/>
              <a:gdLst/>
              <a:ahLst/>
              <a:cxnLst/>
              <a:rect l="l" t="t" r="r" b="b"/>
              <a:pathLst>
                <a:path w="16446" h="2018" extrusionOk="0">
                  <a:moveTo>
                    <a:pt x="6722" y="1"/>
                  </a:moveTo>
                  <a:lnTo>
                    <a:pt x="6677" y="1032"/>
                  </a:lnTo>
                  <a:lnTo>
                    <a:pt x="493" y="1032"/>
                  </a:lnTo>
                  <a:cubicBezTo>
                    <a:pt x="224" y="1032"/>
                    <a:pt x="0" y="1256"/>
                    <a:pt x="0" y="1524"/>
                  </a:cubicBezTo>
                  <a:cubicBezTo>
                    <a:pt x="0" y="1793"/>
                    <a:pt x="224" y="2017"/>
                    <a:pt x="493" y="2017"/>
                  </a:cubicBezTo>
                  <a:lnTo>
                    <a:pt x="15952" y="2017"/>
                  </a:lnTo>
                  <a:cubicBezTo>
                    <a:pt x="16221" y="2017"/>
                    <a:pt x="16445" y="1793"/>
                    <a:pt x="16445" y="1524"/>
                  </a:cubicBezTo>
                  <a:cubicBezTo>
                    <a:pt x="16400" y="1256"/>
                    <a:pt x="16176" y="1032"/>
                    <a:pt x="15907" y="1032"/>
                  </a:cubicBezTo>
                  <a:lnTo>
                    <a:pt x="9724" y="1032"/>
                  </a:lnTo>
                  <a:lnTo>
                    <a:pt x="967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2437" name="Google Shape;2437;p48"/>
          <p:cNvGrpSpPr/>
          <p:nvPr/>
        </p:nvGrpSpPr>
        <p:grpSpPr>
          <a:xfrm>
            <a:off x="764896" y="2321539"/>
            <a:ext cx="376786" cy="376786"/>
            <a:chOff x="2482827" y="1958342"/>
            <a:chExt cx="483307" cy="483307"/>
          </a:xfrm>
        </p:grpSpPr>
        <p:sp>
          <p:nvSpPr>
            <p:cNvPr id="2438" name="Google Shape;2438;p48"/>
            <p:cNvSpPr/>
            <p:nvPr/>
          </p:nvSpPr>
          <p:spPr>
            <a:xfrm>
              <a:off x="2682985" y="2226973"/>
              <a:ext cx="82990" cy="127747"/>
            </a:xfrm>
            <a:custGeom>
              <a:avLst/>
              <a:gdLst/>
              <a:ahLst/>
              <a:cxnLst/>
              <a:rect l="l" t="t" r="r" b="b"/>
              <a:pathLst>
                <a:path w="2824" h="4347" extrusionOk="0">
                  <a:moveTo>
                    <a:pt x="403" y="0"/>
                  </a:moveTo>
                  <a:lnTo>
                    <a:pt x="0" y="4347"/>
                  </a:lnTo>
                  <a:lnTo>
                    <a:pt x="2823" y="4347"/>
                  </a:lnTo>
                  <a:lnTo>
                    <a:pt x="2420" y="0"/>
                  </a:lnTo>
                  <a:cubicBezTo>
                    <a:pt x="2151" y="135"/>
                    <a:pt x="1748" y="269"/>
                    <a:pt x="1434" y="269"/>
                  </a:cubicBezTo>
                  <a:cubicBezTo>
                    <a:pt x="1031" y="269"/>
                    <a:pt x="672" y="135"/>
                    <a:pt x="40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39" name="Google Shape;2439;p48"/>
            <p:cNvSpPr/>
            <p:nvPr/>
          </p:nvSpPr>
          <p:spPr>
            <a:xfrm>
              <a:off x="2517063" y="2167699"/>
              <a:ext cx="175149" cy="109762"/>
            </a:xfrm>
            <a:custGeom>
              <a:avLst/>
              <a:gdLst/>
              <a:ahLst/>
              <a:cxnLst/>
              <a:rect l="l" t="t" r="r" b="b"/>
              <a:pathLst>
                <a:path w="5960" h="3735" extrusionOk="0">
                  <a:moveTo>
                    <a:pt x="5198" y="1"/>
                  </a:moveTo>
                  <a:lnTo>
                    <a:pt x="179" y="2510"/>
                  </a:lnTo>
                  <a:cubicBezTo>
                    <a:pt x="45" y="2510"/>
                    <a:pt x="0" y="2555"/>
                    <a:pt x="45" y="2600"/>
                  </a:cubicBezTo>
                  <a:cubicBezTo>
                    <a:pt x="421" y="3321"/>
                    <a:pt x="1104" y="3734"/>
                    <a:pt x="1817" y="3734"/>
                  </a:cubicBezTo>
                  <a:cubicBezTo>
                    <a:pt x="2124" y="3734"/>
                    <a:pt x="2437" y="3658"/>
                    <a:pt x="2734" y="3496"/>
                  </a:cubicBezTo>
                  <a:lnTo>
                    <a:pt x="5960" y="1928"/>
                  </a:lnTo>
                  <a:cubicBezTo>
                    <a:pt x="5422" y="1614"/>
                    <a:pt x="5153" y="1032"/>
                    <a:pt x="5153" y="359"/>
                  </a:cubicBezTo>
                  <a:cubicBezTo>
                    <a:pt x="5153" y="270"/>
                    <a:pt x="5153" y="91"/>
                    <a:pt x="519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40" name="Google Shape;2440;p48"/>
            <p:cNvSpPr/>
            <p:nvPr/>
          </p:nvSpPr>
          <p:spPr>
            <a:xfrm>
              <a:off x="2758041" y="2167699"/>
              <a:ext cx="171212" cy="109527"/>
            </a:xfrm>
            <a:custGeom>
              <a:avLst/>
              <a:gdLst/>
              <a:ahLst/>
              <a:cxnLst/>
              <a:rect l="l" t="t" r="r" b="b"/>
              <a:pathLst>
                <a:path w="5826" h="3727" extrusionOk="0">
                  <a:moveTo>
                    <a:pt x="717" y="1"/>
                  </a:moveTo>
                  <a:lnTo>
                    <a:pt x="717" y="1"/>
                  </a:lnTo>
                  <a:cubicBezTo>
                    <a:pt x="762" y="91"/>
                    <a:pt x="762" y="270"/>
                    <a:pt x="762" y="359"/>
                  </a:cubicBezTo>
                  <a:cubicBezTo>
                    <a:pt x="762" y="1032"/>
                    <a:pt x="448" y="1614"/>
                    <a:pt x="0" y="1928"/>
                  </a:cubicBezTo>
                  <a:lnTo>
                    <a:pt x="3182" y="3496"/>
                  </a:lnTo>
                  <a:cubicBezTo>
                    <a:pt x="3457" y="3653"/>
                    <a:pt x="3758" y="3726"/>
                    <a:pt x="4059" y="3726"/>
                  </a:cubicBezTo>
                  <a:cubicBezTo>
                    <a:pt x="4787" y="3726"/>
                    <a:pt x="5508" y="3298"/>
                    <a:pt x="5825" y="2600"/>
                  </a:cubicBezTo>
                  <a:cubicBezTo>
                    <a:pt x="5825" y="2555"/>
                    <a:pt x="5825" y="2510"/>
                    <a:pt x="5736" y="2510"/>
                  </a:cubicBezTo>
                  <a:lnTo>
                    <a:pt x="71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41" name="Google Shape;2441;p48"/>
            <p:cNvSpPr/>
            <p:nvPr/>
          </p:nvSpPr>
          <p:spPr>
            <a:xfrm>
              <a:off x="2690861" y="1958342"/>
              <a:ext cx="63242" cy="172534"/>
            </a:xfrm>
            <a:custGeom>
              <a:avLst/>
              <a:gdLst/>
              <a:ahLst/>
              <a:cxnLst/>
              <a:rect l="l" t="t" r="r" b="b"/>
              <a:pathLst>
                <a:path w="2152" h="5871" extrusionOk="0">
                  <a:moveTo>
                    <a:pt x="270" y="0"/>
                  </a:moveTo>
                  <a:cubicBezTo>
                    <a:pt x="135" y="0"/>
                    <a:pt x="1" y="90"/>
                    <a:pt x="1" y="224"/>
                  </a:cubicBezTo>
                  <a:lnTo>
                    <a:pt x="1" y="5870"/>
                  </a:lnTo>
                  <a:cubicBezTo>
                    <a:pt x="359" y="5646"/>
                    <a:pt x="673" y="5557"/>
                    <a:pt x="1076" y="5557"/>
                  </a:cubicBezTo>
                  <a:cubicBezTo>
                    <a:pt x="1480" y="5557"/>
                    <a:pt x="1883" y="5646"/>
                    <a:pt x="2152" y="5870"/>
                  </a:cubicBezTo>
                  <a:lnTo>
                    <a:pt x="2152" y="1882"/>
                  </a:lnTo>
                  <a:cubicBezTo>
                    <a:pt x="2152" y="852"/>
                    <a:pt x="1300" y="0"/>
                    <a:pt x="2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42" name="Google Shape;2442;p48"/>
            <p:cNvSpPr/>
            <p:nvPr/>
          </p:nvSpPr>
          <p:spPr>
            <a:xfrm>
              <a:off x="2694828" y="2150595"/>
              <a:ext cx="57982" cy="56659"/>
            </a:xfrm>
            <a:custGeom>
              <a:avLst/>
              <a:gdLst/>
              <a:ahLst/>
              <a:cxnLst/>
              <a:rect l="l" t="t" r="r" b="b"/>
              <a:pathLst>
                <a:path w="1973" h="1928" extrusionOk="0">
                  <a:moveTo>
                    <a:pt x="1031" y="0"/>
                  </a:moveTo>
                  <a:cubicBezTo>
                    <a:pt x="717" y="0"/>
                    <a:pt x="493" y="135"/>
                    <a:pt x="359" y="269"/>
                  </a:cubicBezTo>
                  <a:cubicBezTo>
                    <a:pt x="180" y="449"/>
                    <a:pt x="45" y="717"/>
                    <a:pt x="45" y="941"/>
                  </a:cubicBezTo>
                  <a:cubicBezTo>
                    <a:pt x="0" y="1479"/>
                    <a:pt x="449" y="1927"/>
                    <a:pt x="1031" y="1927"/>
                  </a:cubicBezTo>
                  <a:cubicBezTo>
                    <a:pt x="1569" y="1927"/>
                    <a:pt x="1972" y="1479"/>
                    <a:pt x="1972" y="941"/>
                  </a:cubicBezTo>
                  <a:cubicBezTo>
                    <a:pt x="1972" y="673"/>
                    <a:pt x="1838" y="449"/>
                    <a:pt x="1703" y="269"/>
                  </a:cubicBezTo>
                  <a:cubicBezTo>
                    <a:pt x="1524" y="135"/>
                    <a:pt x="1255" y="0"/>
                    <a:pt x="10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43" name="Google Shape;2443;p48"/>
            <p:cNvSpPr/>
            <p:nvPr/>
          </p:nvSpPr>
          <p:spPr>
            <a:xfrm>
              <a:off x="2482827" y="2382345"/>
              <a:ext cx="483307" cy="59304"/>
            </a:xfrm>
            <a:custGeom>
              <a:avLst/>
              <a:gdLst/>
              <a:ahLst/>
              <a:cxnLst/>
              <a:rect l="l" t="t" r="r" b="b"/>
              <a:pathLst>
                <a:path w="16446" h="2018" extrusionOk="0">
                  <a:moveTo>
                    <a:pt x="6722" y="1"/>
                  </a:moveTo>
                  <a:lnTo>
                    <a:pt x="6677" y="1032"/>
                  </a:lnTo>
                  <a:lnTo>
                    <a:pt x="493" y="1032"/>
                  </a:lnTo>
                  <a:cubicBezTo>
                    <a:pt x="224" y="1032"/>
                    <a:pt x="0" y="1256"/>
                    <a:pt x="0" y="1524"/>
                  </a:cubicBezTo>
                  <a:cubicBezTo>
                    <a:pt x="0" y="1793"/>
                    <a:pt x="224" y="2017"/>
                    <a:pt x="493" y="2017"/>
                  </a:cubicBezTo>
                  <a:lnTo>
                    <a:pt x="15952" y="2017"/>
                  </a:lnTo>
                  <a:cubicBezTo>
                    <a:pt x="16221" y="2017"/>
                    <a:pt x="16445" y="1793"/>
                    <a:pt x="16445" y="1524"/>
                  </a:cubicBezTo>
                  <a:cubicBezTo>
                    <a:pt x="16400" y="1256"/>
                    <a:pt x="16176" y="1032"/>
                    <a:pt x="15907" y="1032"/>
                  </a:cubicBezTo>
                  <a:lnTo>
                    <a:pt x="9724" y="1032"/>
                  </a:lnTo>
                  <a:lnTo>
                    <a:pt x="967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2444" name="Google Shape;2444;p48"/>
          <p:cNvGrpSpPr/>
          <p:nvPr/>
        </p:nvGrpSpPr>
        <p:grpSpPr>
          <a:xfrm>
            <a:off x="783323" y="2931053"/>
            <a:ext cx="376786" cy="376786"/>
            <a:chOff x="2482827" y="1958342"/>
            <a:chExt cx="483307" cy="483307"/>
          </a:xfrm>
        </p:grpSpPr>
        <p:sp>
          <p:nvSpPr>
            <p:cNvPr id="2445" name="Google Shape;2445;p48"/>
            <p:cNvSpPr/>
            <p:nvPr/>
          </p:nvSpPr>
          <p:spPr>
            <a:xfrm>
              <a:off x="2682985" y="2226973"/>
              <a:ext cx="82990" cy="127747"/>
            </a:xfrm>
            <a:custGeom>
              <a:avLst/>
              <a:gdLst/>
              <a:ahLst/>
              <a:cxnLst/>
              <a:rect l="l" t="t" r="r" b="b"/>
              <a:pathLst>
                <a:path w="2824" h="4347" extrusionOk="0">
                  <a:moveTo>
                    <a:pt x="403" y="0"/>
                  </a:moveTo>
                  <a:lnTo>
                    <a:pt x="0" y="4347"/>
                  </a:lnTo>
                  <a:lnTo>
                    <a:pt x="2823" y="4347"/>
                  </a:lnTo>
                  <a:lnTo>
                    <a:pt x="2420" y="0"/>
                  </a:lnTo>
                  <a:cubicBezTo>
                    <a:pt x="2151" y="135"/>
                    <a:pt x="1748" y="269"/>
                    <a:pt x="1434" y="269"/>
                  </a:cubicBezTo>
                  <a:cubicBezTo>
                    <a:pt x="1031" y="269"/>
                    <a:pt x="672" y="135"/>
                    <a:pt x="40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46" name="Google Shape;2446;p48"/>
            <p:cNvSpPr/>
            <p:nvPr/>
          </p:nvSpPr>
          <p:spPr>
            <a:xfrm>
              <a:off x="2517063" y="2167699"/>
              <a:ext cx="175149" cy="109762"/>
            </a:xfrm>
            <a:custGeom>
              <a:avLst/>
              <a:gdLst/>
              <a:ahLst/>
              <a:cxnLst/>
              <a:rect l="l" t="t" r="r" b="b"/>
              <a:pathLst>
                <a:path w="5960" h="3735" extrusionOk="0">
                  <a:moveTo>
                    <a:pt x="5198" y="1"/>
                  </a:moveTo>
                  <a:lnTo>
                    <a:pt x="179" y="2510"/>
                  </a:lnTo>
                  <a:cubicBezTo>
                    <a:pt x="45" y="2510"/>
                    <a:pt x="0" y="2555"/>
                    <a:pt x="45" y="2600"/>
                  </a:cubicBezTo>
                  <a:cubicBezTo>
                    <a:pt x="421" y="3321"/>
                    <a:pt x="1104" y="3734"/>
                    <a:pt x="1817" y="3734"/>
                  </a:cubicBezTo>
                  <a:cubicBezTo>
                    <a:pt x="2124" y="3734"/>
                    <a:pt x="2437" y="3658"/>
                    <a:pt x="2734" y="3496"/>
                  </a:cubicBezTo>
                  <a:lnTo>
                    <a:pt x="5960" y="1928"/>
                  </a:lnTo>
                  <a:cubicBezTo>
                    <a:pt x="5422" y="1614"/>
                    <a:pt x="5153" y="1032"/>
                    <a:pt x="5153" y="359"/>
                  </a:cubicBezTo>
                  <a:cubicBezTo>
                    <a:pt x="5153" y="270"/>
                    <a:pt x="5153" y="91"/>
                    <a:pt x="519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47" name="Google Shape;2447;p48"/>
            <p:cNvSpPr/>
            <p:nvPr/>
          </p:nvSpPr>
          <p:spPr>
            <a:xfrm>
              <a:off x="2758041" y="2167699"/>
              <a:ext cx="171212" cy="109527"/>
            </a:xfrm>
            <a:custGeom>
              <a:avLst/>
              <a:gdLst/>
              <a:ahLst/>
              <a:cxnLst/>
              <a:rect l="l" t="t" r="r" b="b"/>
              <a:pathLst>
                <a:path w="5826" h="3727" extrusionOk="0">
                  <a:moveTo>
                    <a:pt x="717" y="1"/>
                  </a:moveTo>
                  <a:lnTo>
                    <a:pt x="717" y="1"/>
                  </a:lnTo>
                  <a:cubicBezTo>
                    <a:pt x="762" y="91"/>
                    <a:pt x="762" y="270"/>
                    <a:pt x="762" y="359"/>
                  </a:cubicBezTo>
                  <a:cubicBezTo>
                    <a:pt x="762" y="1032"/>
                    <a:pt x="448" y="1614"/>
                    <a:pt x="0" y="1928"/>
                  </a:cubicBezTo>
                  <a:lnTo>
                    <a:pt x="3182" y="3496"/>
                  </a:lnTo>
                  <a:cubicBezTo>
                    <a:pt x="3457" y="3653"/>
                    <a:pt x="3758" y="3726"/>
                    <a:pt x="4059" y="3726"/>
                  </a:cubicBezTo>
                  <a:cubicBezTo>
                    <a:pt x="4787" y="3726"/>
                    <a:pt x="5508" y="3298"/>
                    <a:pt x="5825" y="2600"/>
                  </a:cubicBezTo>
                  <a:cubicBezTo>
                    <a:pt x="5825" y="2555"/>
                    <a:pt x="5825" y="2510"/>
                    <a:pt x="5736" y="2510"/>
                  </a:cubicBezTo>
                  <a:lnTo>
                    <a:pt x="71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48" name="Google Shape;2448;p48"/>
            <p:cNvSpPr/>
            <p:nvPr/>
          </p:nvSpPr>
          <p:spPr>
            <a:xfrm>
              <a:off x="2690861" y="1958342"/>
              <a:ext cx="63242" cy="172534"/>
            </a:xfrm>
            <a:custGeom>
              <a:avLst/>
              <a:gdLst/>
              <a:ahLst/>
              <a:cxnLst/>
              <a:rect l="l" t="t" r="r" b="b"/>
              <a:pathLst>
                <a:path w="2152" h="5871" extrusionOk="0">
                  <a:moveTo>
                    <a:pt x="270" y="0"/>
                  </a:moveTo>
                  <a:cubicBezTo>
                    <a:pt x="135" y="0"/>
                    <a:pt x="1" y="90"/>
                    <a:pt x="1" y="224"/>
                  </a:cubicBezTo>
                  <a:lnTo>
                    <a:pt x="1" y="5870"/>
                  </a:lnTo>
                  <a:cubicBezTo>
                    <a:pt x="359" y="5646"/>
                    <a:pt x="673" y="5557"/>
                    <a:pt x="1076" y="5557"/>
                  </a:cubicBezTo>
                  <a:cubicBezTo>
                    <a:pt x="1480" y="5557"/>
                    <a:pt x="1883" y="5646"/>
                    <a:pt x="2152" y="5870"/>
                  </a:cubicBezTo>
                  <a:lnTo>
                    <a:pt x="2152" y="1882"/>
                  </a:lnTo>
                  <a:cubicBezTo>
                    <a:pt x="2152" y="852"/>
                    <a:pt x="1300" y="0"/>
                    <a:pt x="27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49" name="Google Shape;2449;p48"/>
            <p:cNvSpPr/>
            <p:nvPr/>
          </p:nvSpPr>
          <p:spPr>
            <a:xfrm>
              <a:off x="2694828" y="2150595"/>
              <a:ext cx="57982" cy="56659"/>
            </a:xfrm>
            <a:custGeom>
              <a:avLst/>
              <a:gdLst/>
              <a:ahLst/>
              <a:cxnLst/>
              <a:rect l="l" t="t" r="r" b="b"/>
              <a:pathLst>
                <a:path w="1973" h="1928" extrusionOk="0">
                  <a:moveTo>
                    <a:pt x="1031" y="0"/>
                  </a:moveTo>
                  <a:cubicBezTo>
                    <a:pt x="717" y="0"/>
                    <a:pt x="493" y="135"/>
                    <a:pt x="359" y="269"/>
                  </a:cubicBezTo>
                  <a:cubicBezTo>
                    <a:pt x="180" y="449"/>
                    <a:pt x="45" y="717"/>
                    <a:pt x="45" y="941"/>
                  </a:cubicBezTo>
                  <a:cubicBezTo>
                    <a:pt x="0" y="1479"/>
                    <a:pt x="449" y="1927"/>
                    <a:pt x="1031" y="1927"/>
                  </a:cubicBezTo>
                  <a:cubicBezTo>
                    <a:pt x="1569" y="1927"/>
                    <a:pt x="1972" y="1479"/>
                    <a:pt x="1972" y="941"/>
                  </a:cubicBezTo>
                  <a:cubicBezTo>
                    <a:pt x="1972" y="673"/>
                    <a:pt x="1838" y="449"/>
                    <a:pt x="1703" y="269"/>
                  </a:cubicBezTo>
                  <a:cubicBezTo>
                    <a:pt x="1524" y="135"/>
                    <a:pt x="1255" y="0"/>
                    <a:pt x="103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50" name="Google Shape;2450;p48"/>
            <p:cNvSpPr/>
            <p:nvPr/>
          </p:nvSpPr>
          <p:spPr>
            <a:xfrm>
              <a:off x="2482827" y="2382345"/>
              <a:ext cx="483307" cy="59304"/>
            </a:xfrm>
            <a:custGeom>
              <a:avLst/>
              <a:gdLst/>
              <a:ahLst/>
              <a:cxnLst/>
              <a:rect l="l" t="t" r="r" b="b"/>
              <a:pathLst>
                <a:path w="16446" h="2018" extrusionOk="0">
                  <a:moveTo>
                    <a:pt x="6722" y="1"/>
                  </a:moveTo>
                  <a:lnTo>
                    <a:pt x="6677" y="1032"/>
                  </a:lnTo>
                  <a:lnTo>
                    <a:pt x="493" y="1032"/>
                  </a:lnTo>
                  <a:cubicBezTo>
                    <a:pt x="224" y="1032"/>
                    <a:pt x="0" y="1256"/>
                    <a:pt x="0" y="1524"/>
                  </a:cubicBezTo>
                  <a:cubicBezTo>
                    <a:pt x="0" y="1793"/>
                    <a:pt x="224" y="2017"/>
                    <a:pt x="493" y="2017"/>
                  </a:cubicBezTo>
                  <a:lnTo>
                    <a:pt x="15952" y="2017"/>
                  </a:lnTo>
                  <a:cubicBezTo>
                    <a:pt x="16221" y="2017"/>
                    <a:pt x="16445" y="1793"/>
                    <a:pt x="16445" y="1524"/>
                  </a:cubicBezTo>
                  <a:cubicBezTo>
                    <a:pt x="16400" y="1256"/>
                    <a:pt x="16176" y="1032"/>
                    <a:pt x="15907" y="1032"/>
                  </a:cubicBezTo>
                  <a:lnTo>
                    <a:pt x="9724" y="1032"/>
                  </a:lnTo>
                  <a:lnTo>
                    <a:pt x="9679"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033"/>
        <p:cNvGrpSpPr/>
        <p:nvPr/>
      </p:nvGrpSpPr>
      <p:grpSpPr>
        <a:xfrm>
          <a:off x="0" y="0"/>
          <a:ext cx="0" cy="0"/>
          <a:chOff x="0" y="0"/>
          <a:chExt cx="0" cy="0"/>
        </a:xfrm>
      </p:grpSpPr>
      <p:sp>
        <p:nvSpPr>
          <p:cNvPr id="2034" name="Google Shape;2034;p4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Data sources</a:t>
            </a:r>
            <a:endParaRPr dirty="0"/>
          </a:p>
        </p:txBody>
      </p:sp>
      <p:sp>
        <p:nvSpPr>
          <p:cNvPr id="2035" name="Google Shape;2035;p44"/>
          <p:cNvSpPr txBox="1">
            <a:spLocks noGrp="1"/>
          </p:cNvSpPr>
          <p:nvPr>
            <p:ph type="subTitle" idx="1"/>
          </p:nvPr>
        </p:nvSpPr>
        <p:spPr>
          <a:xfrm>
            <a:off x="4888269" y="2092037"/>
            <a:ext cx="2947800" cy="1808438"/>
          </a:xfrm>
          <a:prstGeom prst="rect">
            <a:avLst/>
          </a:prstGeom>
        </p:spPr>
        <p:txBody>
          <a:bodyPr spcFirstLastPara="1" wrap="square" lIns="91425" tIns="91425" rIns="91425" bIns="91425" anchor="ctr" anchorCtr="0">
            <a:noAutofit/>
          </a:bodyPr>
          <a:lstStyle/>
          <a:p>
            <a:pPr marL="285750" lvl="0" indent="-285750" algn="l" rtl="0">
              <a:spcBef>
                <a:spcPts val="0"/>
              </a:spcBef>
              <a:spcAft>
                <a:spcPts val="0"/>
              </a:spcAft>
              <a:buClr>
                <a:schemeClr val="accent6"/>
              </a:buClr>
              <a:buFont typeface="Arial" panose="020B0604020202020204" pitchFamily="34" charset="0"/>
              <a:buChar char="•"/>
            </a:pPr>
            <a:r>
              <a:rPr lang="en-US" sz="1800" dirty="0"/>
              <a:t>Weather data came from </a:t>
            </a:r>
            <a:r>
              <a:rPr lang="en-US" sz="1800" b="1" dirty="0"/>
              <a:t>NASA power API.</a:t>
            </a:r>
          </a:p>
          <a:p>
            <a:pPr marL="285750" lvl="0" indent="-285750" algn="l" rtl="0">
              <a:spcBef>
                <a:spcPts val="0"/>
              </a:spcBef>
              <a:spcAft>
                <a:spcPts val="0"/>
              </a:spcAft>
              <a:buClr>
                <a:schemeClr val="accent6"/>
              </a:buClr>
              <a:buFont typeface="Arial" panose="020B0604020202020204" pitchFamily="34" charset="0"/>
              <a:buChar char="•"/>
            </a:pPr>
            <a:r>
              <a:rPr lang="en-US" sz="1800" dirty="0"/>
              <a:t>Weather variables: solar irradiance, wind speed at 10m, temperature at 2m.</a:t>
            </a:r>
          </a:p>
          <a:p>
            <a:pPr marL="285750" lvl="0" indent="-285750" algn="l" rtl="0">
              <a:spcBef>
                <a:spcPts val="0"/>
              </a:spcBef>
              <a:spcAft>
                <a:spcPts val="0"/>
              </a:spcAft>
              <a:buClr>
                <a:schemeClr val="accent6"/>
              </a:buClr>
              <a:buFont typeface="Arial" panose="020B0604020202020204" pitchFamily="34" charset="0"/>
              <a:buChar char="•"/>
            </a:pPr>
            <a:r>
              <a:rPr lang="en-US" sz="1800" dirty="0"/>
              <a:t>Weather was collected for 5 German cities – Berlin, Hamburg, Munich, Frankfurt, Cologne</a:t>
            </a:r>
            <a:endParaRPr sz="1800" dirty="0"/>
          </a:p>
        </p:txBody>
      </p:sp>
      <p:sp>
        <p:nvSpPr>
          <p:cNvPr id="2036" name="Google Shape;2036;p44"/>
          <p:cNvSpPr txBox="1">
            <a:spLocks noGrp="1"/>
          </p:cNvSpPr>
          <p:nvPr>
            <p:ph type="subTitle" idx="2"/>
          </p:nvPr>
        </p:nvSpPr>
        <p:spPr>
          <a:xfrm>
            <a:off x="1307932" y="1173299"/>
            <a:ext cx="2947800" cy="2727175"/>
          </a:xfrm>
          <a:prstGeom prst="rect">
            <a:avLst/>
          </a:prstGeom>
        </p:spPr>
        <p:txBody>
          <a:bodyPr spcFirstLastPara="1" wrap="square" lIns="91425" tIns="91425" rIns="91425" bIns="91425" anchor="ctr" anchorCtr="0">
            <a:noAutofit/>
          </a:bodyPr>
          <a:lstStyle/>
          <a:p>
            <a:pPr marL="285750" lvl="0" indent="-285750" algn="just" rtl="0">
              <a:spcBef>
                <a:spcPts val="0"/>
              </a:spcBef>
              <a:spcAft>
                <a:spcPts val="0"/>
              </a:spcAft>
              <a:buClr>
                <a:schemeClr val="accent6"/>
              </a:buClr>
              <a:buFont typeface="Arial" panose="020B0604020202020204" pitchFamily="34" charset="0"/>
              <a:buChar char="•"/>
            </a:pPr>
            <a:r>
              <a:rPr lang="en-US" sz="1800" dirty="0"/>
              <a:t>Electricity data came from </a:t>
            </a:r>
            <a:r>
              <a:rPr lang="en-US" sz="1800" b="1" dirty="0"/>
              <a:t>Open power system data</a:t>
            </a:r>
            <a:r>
              <a:rPr lang="en-US" sz="1800" dirty="0"/>
              <a:t>.</a:t>
            </a:r>
          </a:p>
          <a:p>
            <a:pPr marL="285750" lvl="0" indent="-285750" algn="l" rtl="0">
              <a:spcBef>
                <a:spcPts val="0"/>
              </a:spcBef>
              <a:spcAft>
                <a:spcPts val="0"/>
              </a:spcAft>
              <a:buClr>
                <a:schemeClr val="accent6"/>
              </a:buClr>
              <a:buFont typeface="Arial" panose="020B0604020202020204" pitchFamily="34" charset="0"/>
              <a:buChar char="•"/>
            </a:pPr>
            <a:r>
              <a:rPr lang="en-US" sz="1800" dirty="0"/>
              <a:t>Germany electricity load, Germany wind generation, Germany solar generation.</a:t>
            </a:r>
            <a:endParaRPr sz="1800" dirty="0"/>
          </a:p>
        </p:txBody>
      </p:sp>
      <p:sp>
        <p:nvSpPr>
          <p:cNvPr id="2037" name="Google Shape;2037;p44"/>
          <p:cNvSpPr/>
          <p:nvPr/>
        </p:nvSpPr>
        <p:spPr>
          <a:xfrm flipH="1">
            <a:off x="773950" y="4695074"/>
            <a:ext cx="2082563" cy="372147"/>
          </a:xfrm>
          <a:custGeom>
            <a:avLst/>
            <a:gdLst/>
            <a:ahLst/>
            <a:cxnLst/>
            <a:rect l="l" t="t" r="r" b="b"/>
            <a:pathLst>
              <a:path w="66292" h="16805" extrusionOk="0">
                <a:moveTo>
                  <a:pt x="4117" y="0"/>
                </a:moveTo>
                <a:cubicBezTo>
                  <a:pt x="1849" y="0"/>
                  <a:pt x="1" y="1765"/>
                  <a:pt x="1" y="3949"/>
                </a:cubicBezTo>
                <a:cubicBezTo>
                  <a:pt x="1" y="6218"/>
                  <a:pt x="1933" y="7982"/>
                  <a:pt x="4117" y="7982"/>
                </a:cubicBezTo>
                <a:lnTo>
                  <a:pt x="4454" y="7982"/>
                </a:lnTo>
                <a:cubicBezTo>
                  <a:pt x="4370" y="8318"/>
                  <a:pt x="4370" y="8738"/>
                  <a:pt x="4370" y="8990"/>
                </a:cubicBezTo>
                <a:cubicBezTo>
                  <a:pt x="4370" y="11763"/>
                  <a:pt x="6554" y="13863"/>
                  <a:pt x="9327" y="13863"/>
                </a:cubicBezTo>
                <a:lnTo>
                  <a:pt x="23358" y="13863"/>
                </a:lnTo>
                <a:lnTo>
                  <a:pt x="23358" y="14283"/>
                </a:lnTo>
                <a:cubicBezTo>
                  <a:pt x="23358" y="15628"/>
                  <a:pt x="24534" y="16804"/>
                  <a:pt x="25963" y="16804"/>
                </a:cubicBezTo>
                <a:lnTo>
                  <a:pt x="63687" y="16804"/>
                </a:lnTo>
                <a:cubicBezTo>
                  <a:pt x="65200" y="16804"/>
                  <a:pt x="66292" y="15628"/>
                  <a:pt x="66292" y="14283"/>
                </a:cubicBezTo>
                <a:cubicBezTo>
                  <a:pt x="66292" y="12939"/>
                  <a:pt x="65200" y="11763"/>
                  <a:pt x="63687" y="11763"/>
                </a:cubicBezTo>
                <a:lnTo>
                  <a:pt x="49404" y="11763"/>
                </a:lnTo>
                <a:cubicBezTo>
                  <a:pt x="49908" y="11007"/>
                  <a:pt x="50244" y="10082"/>
                  <a:pt x="50244" y="8990"/>
                </a:cubicBezTo>
                <a:cubicBezTo>
                  <a:pt x="50244" y="8738"/>
                  <a:pt x="50244" y="8318"/>
                  <a:pt x="50160" y="7982"/>
                </a:cubicBezTo>
                <a:lnTo>
                  <a:pt x="59990" y="7982"/>
                </a:lnTo>
                <a:cubicBezTo>
                  <a:pt x="62343" y="7982"/>
                  <a:pt x="64107" y="6218"/>
                  <a:pt x="64107" y="3949"/>
                </a:cubicBezTo>
                <a:cubicBezTo>
                  <a:pt x="64107" y="1765"/>
                  <a:pt x="62259" y="0"/>
                  <a:pt x="5999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38" name="Google Shape;2038;p44"/>
          <p:cNvSpPr/>
          <p:nvPr/>
        </p:nvSpPr>
        <p:spPr>
          <a:xfrm flipH="1">
            <a:off x="3944794" y="4751750"/>
            <a:ext cx="4479214" cy="612373"/>
          </a:xfrm>
          <a:custGeom>
            <a:avLst/>
            <a:gdLst/>
            <a:ahLst/>
            <a:cxnLst/>
            <a:rect l="l" t="t" r="r" b="b"/>
            <a:pathLst>
              <a:path w="142582" h="19493" extrusionOk="0">
                <a:moveTo>
                  <a:pt x="7730" y="0"/>
                </a:moveTo>
                <a:cubicBezTo>
                  <a:pt x="3445" y="0"/>
                  <a:pt x="0" y="3445"/>
                  <a:pt x="0" y="7646"/>
                </a:cubicBezTo>
                <a:cubicBezTo>
                  <a:pt x="0" y="11847"/>
                  <a:pt x="3445" y="15292"/>
                  <a:pt x="7730" y="15292"/>
                </a:cubicBezTo>
                <a:lnTo>
                  <a:pt x="13023" y="15292"/>
                </a:lnTo>
                <a:cubicBezTo>
                  <a:pt x="12687" y="15712"/>
                  <a:pt x="12603" y="16300"/>
                  <a:pt x="12603" y="16804"/>
                </a:cubicBezTo>
                <a:cubicBezTo>
                  <a:pt x="12603" y="18401"/>
                  <a:pt x="13864" y="19493"/>
                  <a:pt x="15376" y="19493"/>
                </a:cubicBezTo>
                <a:lnTo>
                  <a:pt x="108554" y="19493"/>
                </a:lnTo>
                <a:cubicBezTo>
                  <a:pt x="110150" y="19493"/>
                  <a:pt x="111410" y="18233"/>
                  <a:pt x="111410" y="16804"/>
                </a:cubicBezTo>
                <a:cubicBezTo>
                  <a:pt x="111410" y="16300"/>
                  <a:pt x="111158" y="15712"/>
                  <a:pt x="110990" y="15292"/>
                </a:cubicBezTo>
                <a:lnTo>
                  <a:pt x="134768" y="15292"/>
                </a:lnTo>
                <a:cubicBezTo>
                  <a:pt x="139137" y="15292"/>
                  <a:pt x="142581" y="11847"/>
                  <a:pt x="142581" y="7646"/>
                </a:cubicBezTo>
                <a:cubicBezTo>
                  <a:pt x="142497" y="3445"/>
                  <a:pt x="139053" y="0"/>
                  <a:pt x="13468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 name="Google Shape;2034;p44">
            <a:extLst>
              <a:ext uri="{FF2B5EF4-FFF2-40B4-BE49-F238E27FC236}">
                <a16:creationId xmlns:a16="http://schemas.microsoft.com/office/drawing/2014/main" id="{987C0F5D-EC05-9877-FE42-12984CBF3030}"/>
              </a:ext>
            </a:extLst>
          </p:cNvPr>
          <p:cNvSpPr txBox="1">
            <a:spLocks/>
          </p:cNvSpPr>
          <p:nvPr/>
        </p:nvSpPr>
        <p:spPr>
          <a:xfrm>
            <a:off x="1382613" y="1024068"/>
            <a:ext cx="29478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600"/>
              <a:buFont typeface="Syncopate"/>
              <a:buNone/>
              <a:defRPr sz="2600" b="1" i="0" u="none" strike="noStrike" cap="none">
                <a:solidFill>
                  <a:schemeClr val="dk1"/>
                </a:solidFill>
                <a:latin typeface="Syncopate"/>
                <a:ea typeface="Syncopate"/>
                <a:cs typeface="Syncopate"/>
                <a:sym typeface="Syncopate"/>
              </a:defRPr>
            </a:lvl1pPr>
            <a:lvl2pPr marR="0" lvl="1"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2pPr>
            <a:lvl3pPr marR="0" lvl="2"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3pPr>
            <a:lvl4pPr marR="0" lvl="3"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4pPr>
            <a:lvl5pPr marR="0" lvl="4"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5pPr>
            <a:lvl6pPr marR="0" lvl="5"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6pPr>
            <a:lvl7pPr marR="0" lvl="6"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7pPr>
            <a:lvl8pPr marR="0" lvl="7"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8pPr>
            <a:lvl9pPr marR="0" lvl="8"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9pPr>
          </a:lstStyle>
          <a:p>
            <a:r>
              <a:rPr lang="en-US" sz="1600" dirty="0"/>
              <a:t>Electricity data</a:t>
            </a:r>
          </a:p>
        </p:txBody>
      </p:sp>
      <p:sp>
        <p:nvSpPr>
          <p:cNvPr id="3" name="Google Shape;2034;p44">
            <a:extLst>
              <a:ext uri="{FF2B5EF4-FFF2-40B4-BE49-F238E27FC236}">
                <a16:creationId xmlns:a16="http://schemas.microsoft.com/office/drawing/2014/main" id="{F5AA6C84-3AB5-36EA-D42E-00EACCAE9EDC}"/>
              </a:ext>
            </a:extLst>
          </p:cNvPr>
          <p:cNvSpPr txBox="1">
            <a:spLocks/>
          </p:cNvSpPr>
          <p:nvPr/>
        </p:nvSpPr>
        <p:spPr>
          <a:xfrm>
            <a:off x="4884517" y="982181"/>
            <a:ext cx="29478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600"/>
              <a:buFont typeface="Syncopate"/>
              <a:buNone/>
              <a:defRPr sz="2600" b="1" i="0" u="none" strike="noStrike" cap="none">
                <a:solidFill>
                  <a:schemeClr val="dk1"/>
                </a:solidFill>
                <a:latin typeface="Syncopate"/>
                <a:ea typeface="Syncopate"/>
                <a:cs typeface="Syncopate"/>
                <a:sym typeface="Syncopate"/>
              </a:defRPr>
            </a:lvl1pPr>
            <a:lvl2pPr marR="0" lvl="1"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2pPr>
            <a:lvl3pPr marR="0" lvl="2"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3pPr>
            <a:lvl4pPr marR="0" lvl="3"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4pPr>
            <a:lvl5pPr marR="0" lvl="4"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5pPr>
            <a:lvl6pPr marR="0" lvl="5"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6pPr>
            <a:lvl7pPr marR="0" lvl="6"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7pPr>
            <a:lvl8pPr marR="0" lvl="7"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8pPr>
            <a:lvl9pPr marR="0" lvl="8"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9pPr>
          </a:lstStyle>
          <a:p>
            <a:r>
              <a:rPr lang="en-US" sz="1600" dirty="0"/>
              <a:t>Weather data</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976"/>
        <p:cNvGrpSpPr/>
        <p:nvPr/>
      </p:nvGrpSpPr>
      <p:grpSpPr>
        <a:xfrm>
          <a:off x="0" y="0"/>
          <a:ext cx="0" cy="0"/>
          <a:chOff x="0" y="0"/>
          <a:chExt cx="0" cy="0"/>
        </a:xfrm>
      </p:grpSpPr>
      <p:sp>
        <p:nvSpPr>
          <p:cNvPr id="2977" name="Google Shape;2977;p5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Data preparation</a:t>
            </a:r>
            <a:endParaRPr dirty="0"/>
          </a:p>
        </p:txBody>
      </p:sp>
      <p:sp>
        <p:nvSpPr>
          <p:cNvPr id="2978" name="Google Shape;2978;p58"/>
          <p:cNvSpPr/>
          <p:nvPr/>
        </p:nvSpPr>
        <p:spPr>
          <a:xfrm>
            <a:off x="230139" y="2543849"/>
            <a:ext cx="1170900" cy="7449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900" b="1" dirty="0">
                <a:solidFill>
                  <a:schemeClr val="dk1"/>
                </a:solidFill>
                <a:latin typeface="Syncopate"/>
                <a:ea typeface="Syncopate"/>
                <a:cs typeface="Syncopate"/>
                <a:sym typeface="Syncopate"/>
              </a:rPr>
              <a:t>Electricity data</a:t>
            </a:r>
            <a:endParaRPr sz="900" b="1" dirty="0">
              <a:solidFill>
                <a:schemeClr val="dk1"/>
              </a:solidFill>
              <a:latin typeface="Syncopate"/>
              <a:ea typeface="Syncopate"/>
              <a:cs typeface="Syncopate"/>
              <a:sym typeface="Syncopate"/>
            </a:endParaRPr>
          </a:p>
        </p:txBody>
      </p:sp>
      <p:sp>
        <p:nvSpPr>
          <p:cNvPr id="2979" name="Google Shape;2979;p58"/>
          <p:cNvSpPr/>
          <p:nvPr/>
        </p:nvSpPr>
        <p:spPr>
          <a:xfrm>
            <a:off x="1810235" y="2543849"/>
            <a:ext cx="1170900" cy="7449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100" b="1" dirty="0">
                <a:solidFill>
                  <a:schemeClr val="dk1"/>
                </a:solidFill>
                <a:latin typeface="Syncopate"/>
                <a:ea typeface="Syncopate"/>
                <a:cs typeface="Syncopate"/>
                <a:sym typeface="Syncopate"/>
              </a:rPr>
              <a:t>Weather data</a:t>
            </a:r>
            <a:endParaRPr sz="1100" b="1" dirty="0">
              <a:solidFill>
                <a:schemeClr val="dk1"/>
              </a:solidFill>
              <a:latin typeface="Syncopate"/>
              <a:ea typeface="Syncopate"/>
              <a:cs typeface="Syncopate"/>
              <a:sym typeface="Syncopate"/>
            </a:endParaRPr>
          </a:p>
        </p:txBody>
      </p:sp>
      <p:sp>
        <p:nvSpPr>
          <p:cNvPr id="2980" name="Google Shape;2980;p58"/>
          <p:cNvSpPr/>
          <p:nvPr/>
        </p:nvSpPr>
        <p:spPr>
          <a:xfrm>
            <a:off x="3391726" y="2543849"/>
            <a:ext cx="1170900" cy="7449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100" b="1" dirty="0">
                <a:solidFill>
                  <a:schemeClr val="dk1"/>
                </a:solidFill>
                <a:latin typeface="Syncopate"/>
                <a:ea typeface="Syncopate"/>
                <a:cs typeface="Syncopate"/>
                <a:sym typeface="Syncopate"/>
              </a:rPr>
              <a:t>Cleaning</a:t>
            </a:r>
            <a:endParaRPr sz="1600" b="1" dirty="0">
              <a:solidFill>
                <a:schemeClr val="dk1"/>
              </a:solidFill>
              <a:latin typeface="Syncopate"/>
              <a:ea typeface="Syncopate"/>
              <a:cs typeface="Syncopate"/>
              <a:sym typeface="Syncopate"/>
            </a:endParaRPr>
          </a:p>
        </p:txBody>
      </p:sp>
      <p:sp>
        <p:nvSpPr>
          <p:cNvPr id="2981" name="Google Shape;2981;p58"/>
          <p:cNvSpPr/>
          <p:nvPr/>
        </p:nvSpPr>
        <p:spPr>
          <a:xfrm>
            <a:off x="4966825" y="2543850"/>
            <a:ext cx="1170900" cy="7449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100" b="1" dirty="0">
                <a:solidFill>
                  <a:schemeClr val="dk1"/>
                </a:solidFill>
                <a:latin typeface="Syncopate"/>
                <a:ea typeface="Syncopate"/>
                <a:cs typeface="Syncopate"/>
                <a:sym typeface="Syncopate"/>
              </a:rPr>
              <a:t>Merge</a:t>
            </a:r>
            <a:endParaRPr sz="1100" b="1" dirty="0">
              <a:solidFill>
                <a:schemeClr val="dk1"/>
              </a:solidFill>
              <a:latin typeface="Syncopate"/>
              <a:ea typeface="Syncopate"/>
              <a:cs typeface="Syncopate"/>
              <a:sym typeface="Syncopate"/>
            </a:endParaRPr>
          </a:p>
        </p:txBody>
      </p:sp>
      <p:sp>
        <p:nvSpPr>
          <p:cNvPr id="2983" name="Google Shape;2983;p58"/>
          <p:cNvSpPr txBox="1"/>
          <p:nvPr/>
        </p:nvSpPr>
        <p:spPr>
          <a:xfrm>
            <a:off x="0" y="1424700"/>
            <a:ext cx="3941805" cy="935211"/>
          </a:xfrm>
          <a:prstGeom prst="rect">
            <a:avLst/>
          </a:prstGeom>
          <a:noFill/>
          <a:ln>
            <a:noFill/>
          </a:ln>
        </p:spPr>
        <p:txBody>
          <a:bodyPr spcFirstLastPara="1" wrap="square" lIns="91425" tIns="91425" rIns="91425" bIns="91425" anchor="t" anchorCtr="0">
            <a:noAutofit/>
          </a:bodyPr>
          <a:lstStyle/>
          <a:p>
            <a:pPr marL="285750" lvl="0" indent="-285750" algn="just" rtl="0">
              <a:spcBef>
                <a:spcPts val="0"/>
              </a:spcBef>
              <a:spcAft>
                <a:spcPts val="0"/>
              </a:spcAft>
              <a:buClr>
                <a:schemeClr val="accent6"/>
              </a:buClr>
              <a:buFont typeface="Arial" panose="020B0604020202020204" pitchFamily="34" charset="0"/>
              <a:buChar char="•"/>
            </a:pPr>
            <a:r>
              <a:rPr lang="en" dirty="0">
                <a:solidFill>
                  <a:schemeClr val="accent4"/>
                </a:solidFill>
                <a:latin typeface="Albert Sans Medium"/>
                <a:ea typeface="Albert Sans Medium"/>
                <a:cs typeface="Albert Sans Medium"/>
                <a:sym typeface="Albert Sans Medium"/>
              </a:rPr>
              <a:t>Converted timestamps into a consistent UTC format.</a:t>
            </a:r>
          </a:p>
          <a:p>
            <a:pPr marL="285750" lvl="0" indent="-285750" algn="just" rtl="0">
              <a:spcBef>
                <a:spcPts val="0"/>
              </a:spcBef>
              <a:spcAft>
                <a:spcPts val="0"/>
              </a:spcAft>
              <a:buClr>
                <a:schemeClr val="accent6"/>
              </a:buClr>
              <a:buFont typeface="Arial" panose="020B0604020202020204" pitchFamily="34" charset="0"/>
              <a:buChar char="•"/>
            </a:pPr>
            <a:r>
              <a:rPr lang="en" dirty="0">
                <a:solidFill>
                  <a:schemeClr val="accent4"/>
                </a:solidFill>
                <a:latin typeface="Albert Sans Medium"/>
                <a:ea typeface="Albert Sans Medium"/>
                <a:cs typeface="Albert Sans Medium"/>
                <a:sym typeface="Albert Sans Medium"/>
              </a:rPr>
              <a:t>Filtered the data to the study period.</a:t>
            </a:r>
            <a:endParaRPr dirty="0">
              <a:solidFill>
                <a:schemeClr val="accent4"/>
              </a:solidFill>
              <a:latin typeface="Albert Sans Medium"/>
              <a:ea typeface="Albert Sans Medium"/>
              <a:cs typeface="Albert Sans Medium"/>
              <a:sym typeface="Albert Sans Medium"/>
            </a:endParaRPr>
          </a:p>
        </p:txBody>
      </p:sp>
      <p:sp>
        <p:nvSpPr>
          <p:cNvPr id="2987" name="Google Shape;2987;p58"/>
          <p:cNvSpPr txBox="1"/>
          <p:nvPr/>
        </p:nvSpPr>
        <p:spPr>
          <a:xfrm>
            <a:off x="3941399" y="1406125"/>
            <a:ext cx="4658903" cy="543600"/>
          </a:xfrm>
          <a:prstGeom prst="rect">
            <a:avLst/>
          </a:prstGeom>
          <a:noFill/>
          <a:ln>
            <a:noFill/>
          </a:ln>
        </p:spPr>
        <p:txBody>
          <a:bodyPr spcFirstLastPara="1" wrap="square" lIns="91425" tIns="91425" rIns="91425" bIns="91425" anchor="t" anchorCtr="0">
            <a:noAutofit/>
          </a:bodyPr>
          <a:lstStyle/>
          <a:p>
            <a:pPr marL="285750" lvl="0" indent="-285750" algn="just" rtl="0">
              <a:spcBef>
                <a:spcPts val="0"/>
              </a:spcBef>
              <a:spcAft>
                <a:spcPts val="0"/>
              </a:spcAft>
              <a:buClr>
                <a:schemeClr val="accent6"/>
              </a:buClr>
              <a:buFont typeface="Arial" panose="020B0604020202020204" pitchFamily="34" charset="0"/>
              <a:buChar char="•"/>
            </a:pPr>
            <a:r>
              <a:rPr lang="en" dirty="0">
                <a:solidFill>
                  <a:schemeClr val="accent4"/>
                </a:solidFill>
                <a:latin typeface="Albert Sans Medium"/>
                <a:ea typeface="Albert Sans Medium"/>
                <a:cs typeface="Albert Sans Medium"/>
                <a:sym typeface="Albert Sans Medium"/>
              </a:rPr>
              <a:t>Merged electricity and weather data by timestamp.</a:t>
            </a:r>
          </a:p>
          <a:p>
            <a:pPr marL="285750" lvl="0" indent="-285750" algn="just" rtl="0">
              <a:spcBef>
                <a:spcPts val="0"/>
              </a:spcBef>
              <a:spcAft>
                <a:spcPts val="0"/>
              </a:spcAft>
              <a:buClr>
                <a:schemeClr val="accent6"/>
              </a:buClr>
              <a:buFont typeface="Arial" panose="020B0604020202020204" pitchFamily="34" charset="0"/>
              <a:buChar char="•"/>
            </a:pPr>
            <a:r>
              <a:rPr lang="en" dirty="0">
                <a:solidFill>
                  <a:schemeClr val="accent4"/>
                </a:solidFill>
                <a:latin typeface="Albert Sans Medium"/>
                <a:ea typeface="Albert Sans Medium"/>
                <a:cs typeface="Albert Sans Medium"/>
                <a:sym typeface="Albert Sans Medium"/>
              </a:rPr>
              <a:t>Removed rows with missing required values.</a:t>
            </a:r>
          </a:p>
          <a:p>
            <a:pPr marL="285750" lvl="0" indent="-285750" algn="just" rtl="0">
              <a:spcBef>
                <a:spcPts val="0"/>
              </a:spcBef>
              <a:spcAft>
                <a:spcPts val="0"/>
              </a:spcAft>
              <a:buClr>
                <a:schemeClr val="accent6"/>
              </a:buClr>
              <a:buFont typeface="Arial" panose="020B0604020202020204" pitchFamily="34" charset="0"/>
              <a:buChar char="•"/>
            </a:pPr>
            <a:r>
              <a:rPr lang="en" dirty="0">
                <a:solidFill>
                  <a:schemeClr val="accent4"/>
                </a:solidFill>
                <a:latin typeface="Albert Sans Medium"/>
                <a:ea typeface="Albert Sans Medium"/>
                <a:cs typeface="Albert Sans Medium"/>
                <a:sym typeface="Albert Sans Medium"/>
              </a:rPr>
              <a:t>Created a complete modelling dataset for forecasting.</a:t>
            </a:r>
            <a:endParaRPr dirty="0">
              <a:solidFill>
                <a:schemeClr val="accent4"/>
              </a:solidFill>
              <a:latin typeface="Albert Sans Medium"/>
              <a:ea typeface="Albert Sans Medium"/>
              <a:cs typeface="Albert Sans Medium"/>
              <a:sym typeface="Albert Sans Medium"/>
            </a:endParaRPr>
          </a:p>
        </p:txBody>
      </p:sp>
      <p:sp>
        <p:nvSpPr>
          <p:cNvPr id="2" name="Plus 1">
            <a:extLst>
              <a:ext uri="{FF2B5EF4-FFF2-40B4-BE49-F238E27FC236}">
                <a16:creationId xmlns:a16="http://schemas.microsoft.com/office/drawing/2014/main" id="{ED65F0F9-2EAF-5F77-8986-0BE06D6D9922}"/>
              </a:ext>
            </a:extLst>
          </p:cNvPr>
          <p:cNvSpPr/>
          <p:nvPr/>
        </p:nvSpPr>
        <p:spPr>
          <a:xfrm>
            <a:off x="1388281" y="2699211"/>
            <a:ext cx="434712" cy="387001"/>
          </a:xfrm>
          <a:prstGeom prst="mathPlus">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w="0"/>
              <a:solidFill>
                <a:schemeClr val="tx1"/>
              </a:solidFill>
              <a:effectLst>
                <a:outerShdw blurRad="38100" dist="19050" dir="2700000" algn="tl" rotWithShape="0">
                  <a:schemeClr val="dk1">
                    <a:alpha val="40000"/>
                  </a:schemeClr>
                </a:outerShdw>
              </a:effectLst>
            </a:endParaRPr>
          </a:p>
        </p:txBody>
      </p:sp>
      <p:sp>
        <p:nvSpPr>
          <p:cNvPr id="7" name="Google Shape;2981;p58">
            <a:extLst>
              <a:ext uri="{FF2B5EF4-FFF2-40B4-BE49-F238E27FC236}">
                <a16:creationId xmlns:a16="http://schemas.microsoft.com/office/drawing/2014/main" id="{18A6F165-EE14-4C37-B135-A557C0BE9CC2}"/>
              </a:ext>
            </a:extLst>
          </p:cNvPr>
          <p:cNvSpPr/>
          <p:nvPr/>
        </p:nvSpPr>
        <p:spPr>
          <a:xfrm>
            <a:off x="6469962" y="2543849"/>
            <a:ext cx="1170900" cy="7449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800" b="1" dirty="0">
                <a:solidFill>
                  <a:schemeClr val="dk1"/>
                </a:solidFill>
                <a:latin typeface="Syncopate"/>
                <a:ea typeface="Syncopate"/>
                <a:cs typeface="Syncopate"/>
                <a:sym typeface="Syncopate"/>
              </a:rPr>
              <a:t>F</a:t>
            </a:r>
            <a:r>
              <a:rPr lang="en" sz="800" b="1" dirty="0" err="1">
                <a:solidFill>
                  <a:schemeClr val="dk1"/>
                </a:solidFill>
                <a:latin typeface="Syncopate"/>
                <a:ea typeface="Syncopate"/>
                <a:cs typeface="Syncopate"/>
                <a:sym typeface="Syncopate"/>
              </a:rPr>
              <a:t>eature</a:t>
            </a:r>
            <a:r>
              <a:rPr lang="en" sz="800" b="1" dirty="0">
                <a:solidFill>
                  <a:schemeClr val="dk1"/>
                </a:solidFill>
                <a:latin typeface="Syncopate"/>
                <a:ea typeface="Syncopate"/>
                <a:cs typeface="Syncopate"/>
                <a:sym typeface="Syncopate"/>
              </a:rPr>
              <a:t> engineering</a:t>
            </a:r>
            <a:endParaRPr sz="800" b="1" dirty="0">
              <a:solidFill>
                <a:schemeClr val="dk1"/>
              </a:solidFill>
              <a:latin typeface="Syncopate"/>
              <a:ea typeface="Syncopate"/>
              <a:cs typeface="Syncopate"/>
              <a:sym typeface="Syncopate"/>
            </a:endParaRPr>
          </a:p>
        </p:txBody>
      </p:sp>
      <p:sp>
        <p:nvSpPr>
          <p:cNvPr id="12" name="Google Shape;2981;p58">
            <a:extLst>
              <a:ext uri="{FF2B5EF4-FFF2-40B4-BE49-F238E27FC236}">
                <a16:creationId xmlns:a16="http://schemas.microsoft.com/office/drawing/2014/main" id="{817FE80C-722B-5EC3-9CD6-16DD7A20319E}"/>
              </a:ext>
            </a:extLst>
          </p:cNvPr>
          <p:cNvSpPr/>
          <p:nvPr/>
        </p:nvSpPr>
        <p:spPr>
          <a:xfrm>
            <a:off x="7947161" y="2543849"/>
            <a:ext cx="1170900" cy="7449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b="1" dirty="0">
                <a:solidFill>
                  <a:schemeClr val="dk1"/>
                </a:solidFill>
                <a:latin typeface="Syncopate"/>
                <a:ea typeface="Syncopate"/>
                <a:cs typeface="Syncopate"/>
                <a:sym typeface="Syncopate"/>
              </a:rPr>
              <a:t>Model dataset</a:t>
            </a:r>
            <a:endParaRPr sz="1200" b="1" dirty="0">
              <a:solidFill>
                <a:schemeClr val="dk1"/>
              </a:solidFill>
              <a:latin typeface="Syncopate"/>
              <a:ea typeface="Syncopate"/>
              <a:cs typeface="Syncopate"/>
              <a:sym typeface="Syncopate"/>
            </a:endParaRPr>
          </a:p>
        </p:txBody>
      </p:sp>
      <p:cxnSp>
        <p:nvCxnSpPr>
          <p:cNvPr id="19" name="Straight Arrow Connector 18">
            <a:extLst>
              <a:ext uri="{FF2B5EF4-FFF2-40B4-BE49-F238E27FC236}">
                <a16:creationId xmlns:a16="http://schemas.microsoft.com/office/drawing/2014/main" id="{D1D3AE8B-42E0-52E6-2B31-2D5E47AC00AB}"/>
              </a:ext>
            </a:extLst>
          </p:cNvPr>
          <p:cNvCxnSpPr>
            <a:stCxn id="2981" idx="3"/>
            <a:endCxn id="7" idx="1"/>
          </p:cNvCxnSpPr>
          <p:nvPr/>
        </p:nvCxnSpPr>
        <p:spPr>
          <a:xfrm flipV="1">
            <a:off x="6137725" y="2916299"/>
            <a:ext cx="332237" cy="1"/>
          </a:xfrm>
          <a:prstGeom prst="straightConnector1">
            <a:avLst/>
          </a:prstGeom>
          <a:ln>
            <a:solidFill>
              <a:schemeClr val="accent6">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EF357C66-3E51-6700-5CDD-A730683F5B05}"/>
              </a:ext>
            </a:extLst>
          </p:cNvPr>
          <p:cNvCxnSpPr>
            <a:cxnSpLocks/>
            <a:stCxn id="2979" idx="3"/>
            <a:endCxn id="2980" idx="1"/>
          </p:cNvCxnSpPr>
          <p:nvPr/>
        </p:nvCxnSpPr>
        <p:spPr>
          <a:xfrm>
            <a:off x="2981135" y="2916299"/>
            <a:ext cx="410591" cy="0"/>
          </a:xfrm>
          <a:prstGeom prst="straightConnector1">
            <a:avLst/>
          </a:prstGeom>
          <a:ln>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A2D53AE5-0184-237A-886C-22D9FE4F80A7}"/>
              </a:ext>
            </a:extLst>
          </p:cNvPr>
          <p:cNvCxnSpPr>
            <a:stCxn id="2980" idx="3"/>
            <a:endCxn id="2981" idx="1"/>
          </p:cNvCxnSpPr>
          <p:nvPr/>
        </p:nvCxnSpPr>
        <p:spPr>
          <a:xfrm>
            <a:off x="4562626" y="2916299"/>
            <a:ext cx="404199" cy="1"/>
          </a:xfrm>
          <a:prstGeom prst="straightConnector1">
            <a:avLst/>
          </a:prstGeom>
          <a:ln>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5BE9D5D6-658A-32D6-6988-495B9A2E1CAD}"/>
              </a:ext>
            </a:extLst>
          </p:cNvPr>
          <p:cNvCxnSpPr>
            <a:stCxn id="7" idx="3"/>
            <a:endCxn id="12" idx="1"/>
          </p:cNvCxnSpPr>
          <p:nvPr/>
        </p:nvCxnSpPr>
        <p:spPr>
          <a:xfrm>
            <a:off x="7640862" y="2916299"/>
            <a:ext cx="306299" cy="0"/>
          </a:xfrm>
          <a:prstGeom prst="straightConnector1">
            <a:avLst/>
          </a:prstGeom>
          <a:ln>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686"/>
        <p:cNvGrpSpPr/>
        <p:nvPr/>
      </p:nvGrpSpPr>
      <p:grpSpPr>
        <a:xfrm>
          <a:off x="0" y="0"/>
          <a:ext cx="0" cy="0"/>
          <a:chOff x="0" y="0"/>
          <a:chExt cx="0" cy="0"/>
        </a:xfrm>
      </p:grpSpPr>
      <p:grpSp>
        <p:nvGrpSpPr>
          <p:cNvPr id="2687" name="Google Shape;2687;p52"/>
          <p:cNvGrpSpPr/>
          <p:nvPr/>
        </p:nvGrpSpPr>
        <p:grpSpPr>
          <a:xfrm>
            <a:off x="445420" y="1482044"/>
            <a:ext cx="1705275" cy="3140945"/>
            <a:chOff x="1975432" y="1622121"/>
            <a:chExt cx="1049594" cy="1933365"/>
          </a:xfrm>
        </p:grpSpPr>
        <p:sp>
          <p:nvSpPr>
            <p:cNvPr id="2688" name="Google Shape;2688;p52"/>
            <p:cNvSpPr/>
            <p:nvPr/>
          </p:nvSpPr>
          <p:spPr>
            <a:xfrm>
              <a:off x="2019479" y="1622121"/>
              <a:ext cx="531305" cy="165884"/>
            </a:xfrm>
            <a:custGeom>
              <a:avLst/>
              <a:gdLst/>
              <a:ahLst/>
              <a:cxnLst/>
              <a:rect l="l" t="t" r="r" b="b"/>
              <a:pathLst>
                <a:path w="17225" h="5378" extrusionOk="0">
                  <a:moveTo>
                    <a:pt x="8654" y="0"/>
                  </a:moveTo>
                  <a:cubicBezTo>
                    <a:pt x="4874" y="0"/>
                    <a:pt x="1513" y="2185"/>
                    <a:pt x="0" y="5377"/>
                  </a:cubicBezTo>
                  <a:lnTo>
                    <a:pt x="17224" y="5377"/>
                  </a:lnTo>
                  <a:cubicBezTo>
                    <a:pt x="15796" y="2185"/>
                    <a:pt x="12435" y="0"/>
                    <a:pt x="8654" y="0"/>
                  </a:cubicBezTo>
                  <a:close/>
                </a:path>
              </a:pathLst>
            </a:custGeom>
            <a:solidFill>
              <a:srgbClr val="EECC9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89" name="Google Shape;2689;p52"/>
            <p:cNvSpPr/>
            <p:nvPr/>
          </p:nvSpPr>
          <p:spPr>
            <a:xfrm>
              <a:off x="2322685" y="1622121"/>
              <a:ext cx="228099" cy="165884"/>
            </a:xfrm>
            <a:custGeom>
              <a:avLst/>
              <a:gdLst/>
              <a:ahLst/>
              <a:cxnLst/>
              <a:rect l="l" t="t" r="r" b="b"/>
              <a:pathLst>
                <a:path w="7395" h="5378" extrusionOk="0">
                  <a:moveTo>
                    <a:pt x="1" y="0"/>
                  </a:moveTo>
                  <a:lnTo>
                    <a:pt x="1" y="0"/>
                  </a:lnTo>
                  <a:cubicBezTo>
                    <a:pt x="1093" y="840"/>
                    <a:pt x="2185" y="2773"/>
                    <a:pt x="2689" y="5377"/>
                  </a:cubicBezTo>
                  <a:lnTo>
                    <a:pt x="7394" y="5377"/>
                  </a:lnTo>
                  <a:cubicBezTo>
                    <a:pt x="6050" y="2521"/>
                    <a:pt x="3193" y="420"/>
                    <a:pt x="1" y="0"/>
                  </a:cubicBezTo>
                  <a:close/>
                </a:path>
              </a:pathLst>
            </a:custGeom>
            <a:solidFill>
              <a:srgbClr val="D7A6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90" name="Google Shape;2690;p52"/>
            <p:cNvSpPr/>
            <p:nvPr/>
          </p:nvSpPr>
          <p:spPr>
            <a:xfrm>
              <a:off x="2413400" y="1813884"/>
              <a:ext cx="163293" cy="1738979"/>
            </a:xfrm>
            <a:custGeom>
              <a:avLst/>
              <a:gdLst/>
              <a:ahLst/>
              <a:cxnLst/>
              <a:rect l="l" t="t" r="r" b="b"/>
              <a:pathLst>
                <a:path w="5294" h="56378" extrusionOk="0">
                  <a:moveTo>
                    <a:pt x="0" y="1"/>
                  </a:moveTo>
                  <a:lnTo>
                    <a:pt x="0" y="56378"/>
                  </a:lnTo>
                  <a:lnTo>
                    <a:pt x="5294" y="56378"/>
                  </a:lnTo>
                  <a:lnTo>
                    <a:pt x="5294" y="1"/>
                  </a:lnTo>
                  <a:close/>
                </a:path>
              </a:pathLst>
            </a:custGeom>
            <a:solidFill>
              <a:srgbClr val="D7A6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91" name="Google Shape;2691;p52"/>
            <p:cNvSpPr/>
            <p:nvPr/>
          </p:nvSpPr>
          <p:spPr>
            <a:xfrm>
              <a:off x="2001342" y="1813884"/>
              <a:ext cx="412089" cy="1738979"/>
            </a:xfrm>
            <a:custGeom>
              <a:avLst/>
              <a:gdLst/>
              <a:ahLst/>
              <a:cxnLst/>
              <a:rect l="l" t="t" r="r" b="b"/>
              <a:pathLst>
                <a:path w="13360" h="56378" extrusionOk="0">
                  <a:moveTo>
                    <a:pt x="0" y="1"/>
                  </a:moveTo>
                  <a:lnTo>
                    <a:pt x="0" y="56378"/>
                  </a:lnTo>
                  <a:lnTo>
                    <a:pt x="13359" y="56378"/>
                  </a:lnTo>
                  <a:lnTo>
                    <a:pt x="13359" y="1"/>
                  </a:lnTo>
                  <a:close/>
                </a:path>
              </a:pathLst>
            </a:custGeom>
            <a:solidFill>
              <a:srgbClr val="EECC9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92" name="Google Shape;2692;p52"/>
            <p:cNvSpPr/>
            <p:nvPr/>
          </p:nvSpPr>
          <p:spPr>
            <a:xfrm>
              <a:off x="2413400" y="1775019"/>
              <a:ext cx="178839" cy="51850"/>
            </a:xfrm>
            <a:custGeom>
              <a:avLst/>
              <a:gdLst/>
              <a:ahLst/>
              <a:cxnLst/>
              <a:rect l="l" t="t" r="r" b="b"/>
              <a:pathLst>
                <a:path w="5798" h="1681" extrusionOk="0">
                  <a:moveTo>
                    <a:pt x="0" y="0"/>
                  </a:moveTo>
                  <a:lnTo>
                    <a:pt x="0" y="1681"/>
                  </a:lnTo>
                  <a:lnTo>
                    <a:pt x="5798" y="1681"/>
                  </a:lnTo>
                  <a:lnTo>
                    <a:pt x="5798" y="0"/>
                  </a:lnTo>
                  <a:close/>
                </a:path>
              </a:pathLst>
            </a:custGeom>
            <a:solidFill>
              <a:srgbClr val="DDF0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93" name="Google Shape;2693;p52"/>
            <p:cNvSpPr/>
            <p:nvPr/>
          </p:nvSpPr>
          <p:spPr>
            <a:xfrm>
              <a:off x="1975432" y="1775019"/>
              <a:ext cx="432817" cy="51850"/>
            </a:xfrm>
            <a:custGeom>
              <a:avLst/>
              <a:gdLst/>
              <a:ahLst/>
              <a:cxnLst/>
              <a:rect l="l" t="t" r="r" b="b"/>
              <a:pathLst>
                <a:path w="14032" h="1681" extrusionOk="0">
                  <a:moveTo>
                    <a:pt x="0" y="0"/>
                  </a:moveTo>
                  <a:lnTo>
                    <a:pt x="0" y="1681"/>
                  </a:lnTo>
                  <a:lnTo>
                    <a:pt x="14031" y="1681"/>
                  </a:lnTo>
                  <a:lnTo>
                    <a:pt x="14031" y="0"/>
                  </a:lnTo>
                  <a:close/>
                </a:path>
              </a:pathLst>
            </a:custGeom>
            <a:solidFill>
              <a:srgbClr val="F5F9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94" name="Google Shape;2694;p52"/>
            <p:cNvSpPr/>
            <p:nvPr/>
          </p:nvSpPr>
          <p:spPr>
            <a:xfrm>
              <a:off x="2439310" y="1852749"/>
              <a:ext cx="124429" cy="816405"/>
            </a:xfrm>
            <a:custGeom>
              <a:avLst/>
              <a:gdLst/>
              <a:ahLst/>
              <a:cxnLst/>
              <a:rect l="l" t="t" r="r" b="b"/>
              <a:pathLst>
                <a:path w="4034" h="26468" extrusionOk="0">
                  <a:moveTo>
                    <a:pt x="1" y="1"/>
                  </a:moveTo>
                  <a:lnTo>
                    <a:pt x="1" y="2438"/>
                  </a:lnTo>
                  <a:lnTo>
                    <a:pt x="589" y="2438"/>
                  </a:lnTo>
                  <a:lnTo>
                    <a:pt x="589" y="1"/>
                  </a:lnTo>
                  <a:close/>
                  <a:moveTo>
                    <a:pt x="1093" y="85"/>
                  </a:moveTo>
                  <a:lnTo>
                    <a:pt x="1093" y="2522"/>
                  </a:lnTo>
                  <a:lnTo>
                    <a:pt x="1765" y="2522"/>
                  </a:lnTo>
                  <a:lnTo>
                    <a:pt x="1765" y="85"/>
                  </a:lnTo>
                  <a:close/>
                  <a:moveTo>
                    <a:pt x="2269" y="85"/>
                  </a:moveTo>
                  <a:lnTo>
                    <a:pt x="2269" y="2522"/>
                  </a:lnTo>
                  <a:lnTo>
                    <a:pt x="2941" y="2522"/>
                  </a:lnTo>
                  <a:lnTo>
                    <a:pt x="2941" y="85"/>
                  </a:lnTo>
                  <a:close/>
                  <a:moveTo>
                    <a:pt x="3445" y="85"/>
                  </a:moveTo>
                  <a:lnTo>
                    <a:pt x="3445" y="2522"/>
                  </a:lnTo>
                  <a:lnTo>
                    <a:pt x="4034" y="2522"/>
                  </a:lnTo>
                  <a:lnTo>
                    <a:pt x="4034" y="85"/>
                  </a:lnTo>
                  <a:close/>
                  <a:moveTo>
                    <a:pt x="1" y="3446"/>
                  </a:moveTo>
                  <a:lnTo>
                    <a:pt x="1" y="5882"/>
                  </a:lnTo>
                  <a:lnTo>
                    <a:pt x="589" y="5882"/>
                  </a:lnTo>
                  <a:lnTo>
                    <a:pt x="589" y="3446"/>
                  </a:lnTo>
                  <a:close/>
                  <a:moveTo>
                    <a:pt x="1093" y="3446"/>
                  </a:moveTo>
                  <a:lnTo>
                    <a:pt x="1093" y="5882"/>
                  </a:lnTo>
                  <a:lnTo>
                    <a:pt x="1765" y="5882"/>
                  </a:lnTo>
                  <a:lnTo>
                    <a:pt x="1765" y="3446"/>
                  </a:lnTo>
                  <a:close/>
                  <a:moveTo>
                    <a:pt x="2269" y="3446"/>
                  </a:moveTo>
                  <a:lnTo>
                    <a:pt x="2269" y="5882"/>
                  </a:lnTo>
                  <a:lnTo>
                    <a:pt x="2941" y="5882"/>
                  </a:lnTo>
                  <a:lnTo>
                    <a:pt x="2941" y="3446"/>
                  </a:lnTo>
                  <a:close/>
                  <a:moveTo>
                    <a:pt x="3445" y="3446"/>
                  </a:moveTo>
                  <a:lnTo>
                    <a:pt x="3445" y="5882"/>
                  </a:lnTo>
                  <a:lnTo>
                    <a:pt x="4034" y="5882"/>
                  </a:lnTo>
                  <a:lnTo>
                    <a:pt x="4034" y="3446"/>
                  </a:lnTo>
                  <a:close/>
                  <a:moveTo>
                    <a:pt x="1" y="6891"/>
                  </a:moveTo>
                  <a:lnTo>
                    <a:pt x="1" y="9327"/>
                  </a:lnTo>
                  <a:lnTo>
                    <a:pt x="589" y="9327"/>
                  </a:lnTo>
                  <a:lnTo>
                    <a:pt x="589" y="6891"/>
                  </a:lnTo>
                  <a:close/>
                  <a:moveTo>
                    <a:pt x="1093" y="6891"/>
                  </a:moveTo>
                  <a:lnTo>
                    <a:pt x="1093" y="9327"/>
                  </a:lnTo>
                  <a:lnTo>
                    <a:pt x="1765" y="9327"/>
                  </a:lnTo>
                  <a:lnTo>
                    <a:pt x="1765" y="6891"/>
                  </a:lnTo>
                  <a:close/>
                  <a:moveTo>
                    <a:pt x="2269" y="6891"/>
                  </a:moveTo>
                  <a:lnTo>
                    <a:pt x="2269" y="9327"/>
                  </a:lnTo>
                  <a:lnTo>
                    <a:pt x="2941" y="9327"/>
                  </a:lnTo>
                  <a:lnTo>
                    <a:pt x="2941" y="6891"/>
                  </a:lnTo>
                  <a:close/>
                  <a:moveTo>
                    <a:pt x="3445" y="6891"/>
                  </a:moveTo>
                  <a:lnTo>
                    <a:pt x="3445" y="9327"/>
                  </a:lnTo>
                  <a:lnTo>
                    <a:pt x="4034" y="9327"/>
                  </a:lnTo>
                  <a:lnTo>
                    <a:pt x="4034" y="6891"/>
                  </a:lnTo>
                  <a:close/>
                  <a:moveTo>
                    <a:pt x="1" y="10251"/>
                  </a:moveTo>
                  <a:lnTo>
                    <a:pt x="1" y="12688"/>
                  </a:lnTo>
                  <a:lnTo>
                    <a:pt x="589" y="12688"/>
                  </a:lnTo>
                  <a:lnTo>
                    <a:pt x="589" y="10251"/>
                  </a:lnTo>
                  <a:close/>
                  <a:moveTo>
                    <a:pt x="1093" y="10251"/>
                  </a:moveTo>
                  <a:lnTo>
                    <a:pt x="1093" y="12688"/>
                  </a:lnTo>
                  <a:lnTo>
                    <a:pt x="1765" y="12688"/>
                  </a:lnTo>
                  <a:lnTo>
                    <a:pt x="1765" y="10251"/>
                  </a:lnTo>
                  <a:close/>
                  <a:moveTo>
                    <a:pt x="2269" y="10251"/>
                  </a:moveTo>
                  <a:lnTo>
                    <a:pt x="2269" y="12688"/>
                  </a:lnTo>
                  <a:lnTo>
                    <a:pt x="2941" y="12688"/>
                  </a:lnTo>
                  <a:lnTo>
                    <a:pt x="2941" y="10251"/>
                  </a:lnTo>
                  <a:close/>
                  <a:moveTo>
                    <a:pt x="3445" y="10251"/>
                  </a:moveTo>
                  <a:lnTo>
                    <a:pt x="3445" y="12688"/>
                  </a:lnTo>
                  <a:lnTo>
                    <a:pt x="4034" y="12688"/>
                  </a:lnTo>
                  <a:lnTo>
                    <a:pt x="4034" y="10251"/>
                  </a:lnTo>
                  <a:close/>
                  <a:moveTo>
                    <a:pt x="1" y="13780"/>
                  </a:moveTo>
                  <a:lnTo>
                    <a:pt x="1" y="16133"/>
                  </a:lnTo>
                  <a:lnTo>
                    <a:pt x="589" y="16133"/>
                  </a:lnTo>
                  <a:lnTo>
                    <a:pt x="589" y="13780"/>
                  </a:lnTo>
                  <a:close/>
                  <a:moveTo>
                    <a:pt x="1093" y="13780"/>
                  </a:moveTo>
                  <a:lnTo>
                    <a:pt x="1093" y="16133"/>
                  </a:lnTo>
                  <a:lnTo>
                    <a:pt x="1765" y="16133"/>
                  </a:lnTo>
                  <a:lnTo>
                    <a:pt x="1765" y="13780"/>
                  </a:lnTo>
                  <a:close/>
                  <a:moveTo>
                    <a:pt x="2269" y="13780"/>
                  </a:moveTo>
                  <a:lnTo>
                    <a:pt x="2269" y="16133"/>
                  </a:lnTo>
                  <a:lnTo>
                    <a:pt x="2941" y="16133"/>
                  </a:lnTo>
                  <a:lnTo>
                    <a:pt x="2941" y="13780"/>
                  </a:lnTo>
                  <a:close/>
                  <a:moveTo>
                    <a:pt x="3445" y="13780"/>
                  </a:moveTo>
                  <a:lnTo>
                    <a:pt x="3445" y="16133"/>
                  </a:lnTo>
                  <a:lnTo>
                    <a:pt x="4034" y="16133"/>
                  </a:lnTo>
                  <a:lnTo>
                    <a:pt x="4034" y="13780"/>
                  </a:lnTo>
                  <a:close/>
                  <a:moveTo>
                    <a:pt x="1" y="17141"/>
                  </a:moveTo>
                  <a:lnTo>
                    <a:pt x="1" y="19493"/>
                  </a:lnTo>
                  <a:lnTo>
                    <a:pt x="589" y="19493"/>
                  </a:lnTo>
                  <a:lnTo>
                    <a:pt x="589" y="17141"/>
                  </a:lnTo>
                  <a:close/>
                  <a:moveTo>
                    <a:pt x="1093" y="17141"/>
                  </a:moveTo>
                  <a:lnTo>
                    <a:pt x="1093" y="19493"/>
                  </a:lnTo>
                  <a:lnTo>
                    <a:pt x="1765" y="19493"/>
                  </a:lnTo>
                  <a:lnTo>
                    <a:pt x="1765" y="17141"/>
                  </a:lnTo>
                  <a:close/>
                  <a:moveTo>
                    <a:pt x="2269" y="17141"/>
                  </a:moveTo>
                  <a:lnTo>
                    <a:pt x="2269" y="19493"/>
                  </a:lnTo>
                  <a:lnTo>
                    <a:pt x="2941" y="19493"/>
                  </a:lnTo>
                  <a:lnTo>
                    <a:pt x="2941" y="17141"/>
                  </a:lnTo>
                  <a:close/>
                  <a:moveTo>
                    <a:pt x="3445" y="17141"/>
                  </a:moveTo>
                  <a:lnTo>
                    <a:pt x="3445" y="19493"/>
                  </a:lnTo>
                  <a:lnTo>
                    <a:pt x="4034" y="19493"/>
                  </a:lnTo>
                  <a:lnTo>
                    <a:pt x="4034" y="17141"/>
                  </a:lnTo>
                  <a:close/>
                  <a:moveTo>
                    <a:pt x="1" y="20586"/>
                  </a:moveTo>
                  <a:lnTo>
                    <a:pt x="1" y="23022"/>
                  </a:lnTo>
                  <a:lnTo>
                    <a:pt x="589" y="23022"/>
                  </a:lnTo>
                  <a:lnTo>
                    <a:pt x="589" y="20586"/>
                  </a:lnTo>
                  <a:close/>
                  <a:moveTo>
                    <a:pt x="1093" y="20586"/>
                  </a:moveTo>
                  <a:lnTo>
                    <a:pt x="1093" y="23022"/>
                  </a:lnTo>
                  <a:lnTo>
                    <a:pt x="1765" y="23022"/>
                  </a:lnTo>
                  <a:lnTo>
                    <a:pt x="1765" y="20586"/>
                  </a:lnTo>
                  <a:close/>
                  <a:moveTo>
                    <a:pt x="2269" y="20586"/>
                  </a:moveTo>
                  <a:lnTo>
                    <a:pt x="2269" y="23022"/>
                  </a:lnTo>
                  <a:lnTo>
                    <a:pt x="2941" y="23022"/>
                  </a:lnTo>
                  <a:lnTo>
                    <a:pt x="2941" y="20586"/>
                  </a:lnTo>
                  <a:close/>
                  <a:moveTo>
                    <a:pt x="3445" y="20586"/>
                  </a:moveTo>
                  <a:lnTo>
                    <a:pt x="3445" y="23022"/>
                  </a:lnTo>
                  <a:lnTo>
                    <a:pt x="4034" y="23022"/>
                  </a:lnTo>
                  <a:lnTo>
                    <a:pt x="4034" y="20586"/>
                  </a:lnTo>
                  <a:close/>
                  <a:moveTo>
                    <a:pt x="1" y="24031"/>
                  </a:moveTo>
                  <a:lnTo>
                    <a:pt x="1" y="26467"/>
                  </a:lnTo>
                  <a:lnTo>
                    <a:pt x="589" y="26467"/>
                  </a:lnTo>
                  <a:lnTo>
                    <a:pt x="589" y="24031"/>
                  </a:lnTo>
                  <a:close/>
                  <a:moveTo>
                    <a:pt x="1093" y="24031"/>
                  </a:moveTo>
                  <a:lnTo>
                    <a:pt x="1093" y="26467"/>
                  </a:lnTo>
                  <a:lnTo>
                    <a:pt x="1765" y="26467"/>
                  </a:lnTo>
                  <a:lnTo>
                    <a:pt x="1765" y="24031"/>
                  </a:lnTo>
                  <a:close/>
                  <a:moveTo>
                    <a:pt x="2269" y="24031"/>
                  </a:moveTo>
                  <a:lnTo>
                    <a:pt x="2269" y="26467"/>
                  </a:lnTo>
                  <a:lnTo>
                    <a:pt x="2941" y="26467"/>
                  </a:lnTo>
                  <a:lnTo>
                    <a:pt x="2941" y="24031"/>
                  </a:lnTo>
                  <a:close/>
                  <a:moveTo>
                    <a:pt x="3445" y="24031"/>
                  </a:moveTo>
                  <a:lnTo>
                    <a:pt x="3445" y="26467"/>
                  </a:lnTo>
                  <a:lnTo>
                    <a:pt x="4034" y="26467"/>
                  </a:lnTo>
                  <a:lnTo>
                    <a:pt x="4034" y="24031"/>
                  </a:lnTo>
                  <a:close/>
                </a:path>
              </a:pathLst>
            </a:custGeom>
            <a:solidFill>
              <a:srgbClr val="408BC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95" name="Google Shape;2695;p52"/>
            <p:cNvSpPr/>
            <p:nvPr/>
          </p:nvSpPr>
          <p:spPr>
            <a:xfrm>
              <a:off x="2024661" y="1852749"/>
              <a:ext cx="344724" cy="1661250"/>
            </a:xfrm>
            <a:custGeom>
              <a:avLst/>
              <a:gdLst/>
              <a:ahLst/>
              <a:cxnLst/>
              <a:rect l="l" t="t" r="r" b="b"/>
              <a:pathLst>
                <a:path w="11176" h="53858" extrusionOk="0">
                  <a:moveTo>
                    <a:pt x="3781" y="2438"/>
                  </a:moveTo>
                  <a:lnTo>
                    <a:pt x="2353" y="2438"/>
                  </a:lnTo>
                  <a:lnTo>
                    <a:pt x="2353" y="1"/>
                  </a:lnTo>
                  <a:lnTo>
                    <a:pt x="3781" y="1"/>
                  </a:lnTo>
                  <a:close/>
                  <a:moveTo>
                    <a:pt x="6134" y="85"/>
                  </a:moveTo>
                  <a:lnTo>
                    <a:pt x="4790" y="85"/>
                  </a:lnTo>
                  <a:lnTo>
                    <a:pt x="4790" y="2522"/>
                  </a:lnTo>
                  <a:lnTo>
                    <a:pt x="6134" y="2522"/>
                  </a:lnTo>
                  <a:close/>
                  <a:moveTo>
                    <a:pt x="8654" y="85"/>
                  </a:moveTo>
                  <a:lnTo>
                    <a:pt x="7310" y="85"/>
                  </a:lnTo>
                  <a:lnTo>
                    <a:pt x="7310" y="2522"/>
                  </a:lnTo>
                  <a:lnTo>
                    <a:pt x="8654" y="2522"/>
                  </a:lnTo>
                  <a:close/>
                  <a:moveTo>
                    <a:pt x="11175" y="85"/>
                  </a:moveTo>
                  <a:lnTo>
                    <a:pt x="9831" y="85"/>
                  </a:lnTo>
                  <a:lnTo>
                    <a:pt x="9831" y="2522"/>
                  </a:lnTo>
                  <a:lnTo>
                    <a:pt x="11175" y="2522"/>
                  </a:lnTo>
                  <a:close/>
                  <a:moveTo>
                    <a:pt x="3781" y="3446"/>
                  </a:moveTo>
                  <a:lnTo>
                    <a:pt x="2353" y="3446"/>
                  </a:lnTo>
                  <a:lnTo>
                    <a:pt x="2353" y="5882"/>
                  </a:lnTo>
                  <a:lnTo>
                    <a:pt x="3781" y="5882"/>
                  </a:lnTo>
                  <a:close/>
                  <a:moveTo>
                    <a:pt x="6134" y="3446"/>
                  </a:moveTo>
                  <a:lnTo>
                    <a:pt x="4790" y="3446"/>
                  </a:lnTo>
                  <a:lnTo>
                    <a:pt x="4790" y="5882"/>
                  </a:lnTo>
                  <a:lnTo>
                    <a:pt x="6134" y="5882"/>
                  </a:lnTo>
                  <a:close/>
                  <a:moveTo>
                    <a:pt x="8654" y="3446"/>
                  </a:moveTo>
                  <a:lnTo>
                    <a:pt x="7310" y="3446"/>
                  </a:lnTo>
                  <a:lnTo>
                    <a:pt x="7310" y="5882"/>
                  </a:lnTo>
                  <a:lnTo>
                    <a:pt x="8654" y="5882"/>
                  </a:lnTo>
                  <a:close/>
                  <a:moveTo>
                    <a:pt x="11175" y="3446"/>
                  </a:moveTo>
                  <a:lnTo>
                    <a:pt x="9831" y="3446"/>
                  </a:lnTo>
                  <a:lnTo>
                    <a:pt x="9831" y="5882"/>
                  </a:lnTo>
                  <a:lnTo>
                    <a:pt x="11175" y="5882"/>
                  </a:lnTo>
                  <a:close/>
                  <a:moveTo>
                    <a:pt x="3781" y="6891"/>
                  </a:moveTo>
                  <a:lnTo>
                    <a:pt x="2353" y="6891"/>
                  </a:lnTo>
                  <a:lnTo>
                    <a:pt x="2353" y="9327"/>
                  </a:lnTo>
                  <a:lnTo>
                    <a:pt x="3781" y="9327"/>
                  </a:lnTo>
                  <a:close/>
                  <a:moveTo>
                    <a:pt x="6134" y="6891"/>
                  </a:moveTo>
                  <a:lnTo>
                    <a:pt x="4790" y="6891"/>
                  </a:lnTo>
                  <a:lnTo>
                    <a:pt x="4790" y="9327"/>
                  </a:lnTo>
                  <a:lnTo>
                    <a:pt x="6134" y="9327"/>
                  </a:lnTo>
                  <a:close/>
                  <a:moveTo>
                    <a:pt x="8654" y="6891"/>
                  </a:moveTo>
                  <a:lnTo>
                    <a:pt x="7310" y="6891"/>
                  </a:lnTo>
                  <a:lnTo>
                    <a:pt x="7310" y="9327"/>
                  </a:lnTo>
                  <a:lnTo>
                    <a:pt x="8654" y="9327"/>
                  </a:lnTo>
                  <a:close/>
                  <a:moveTo>
                    <a:pt x="11175" y="6891"/>
                  </a:moveTo>
                  <a:lnTo>
                    <a:pt x="9831" y="6891"/>
                  </a:lnTo>
                  <a:lnTo>
                    <a:pt x="9831" y="9327"/>
                  </a:lnTo>
                  <a:lnTo>
                    <a:pt x="11175" y="9327"/>
                  </a:lnTo>
                  <a:close/>
                  <a:moveTo>
                    <a:pt x="3781" y="10251"/>
                  </a:moveTo>
                  <a:lnTo>
                    <a:pt x="2353" y="10251"/>
                  </a:lnTo>
                  <a:lnTo>
                    <a:pt x="2353" y="12688"/>
                  </a:lnTo>
                  <a:lnTo>
                    <a:pt x="3781" y="12688"/>
                  </a:lnTo>
                  <a:close/>
                  <a:moveTo>
                    <a:pt x="6134" y="10251"/>
                  </a:moveTo>
                  <a:lnTo>
                    <a:pt x="4790" y="10251"/>
                  </a:lnTo>
                  <a:lnTo>
                    <a:pt x="4790" y="12688"/>
                  </a:lnTo>
                  <a:lnTo>
                    <a:pt x="6134" y="12688"/>
                  </a:lnTo>
                  <a:close/>
                  <a:moveTo>
                    <a:pt x="8654" y="10251"/>
                  </a:moveTo>
                  <a:lnTo>
                    <a:pt x="7310" y="10251"/>
                  </a:lnTo>
                  <a:lnTo>
                    <a:pt x="7310" y="12688"/>
                  </a:lnTo>
                  <a:lnTo>
                    <a:pt x="8654" y="12688"/>
                  </a:lnTo>
                  <a:close/>
                  <a:moveTo>
                    <a:pt x="11175" y="10251"/>
                  </a:moveTo>
                  <a:lnTo>
                    <a:pt x="9831" y="10251"/>
                  </a:lnTo>
                  <a:lnTo>
                    <a:pt x="9831" y="12688"/>
                  </a:lnTo>
                  <a:lnTo>
                    <a:pt x="11175" y="12688"/>
                  </a:lnTo>
                  <a:close/>
                  <a:moveTo>
                    <a:pt x="3781" y="13780"/>
                  </a:moveTo>
                  <a:lnTo>
                    <a:pt x="2353" y="13780"/>
                  </a:lnTo>
                  <a:lnTo>
                    <a:pt x="2353" y="16133"/>
                  </a:lnTo>
                  <a:lnTo>
                    <a:pt x="3781" y="16133"/>
                  </a:lnTo>
                  <a:close/>
                  <a:moveTo>
                    <a:pt x="6134" y="13780"/>
                  </a:moveTo>
                  <a:lnTo>
                    <a:pt x="4790" y="13780"/>
                  </a:lnTo>
                  <a:lnTo>
                    <a:pt x="4790" y="16133"/>
                  </a:lnTo>
                  <a:lnTo>
                    <a:pt x="6134" y="16133"/>
                  </a:lnTo>
                  <a:close/>
                  <a:moveTo>
                    <a:pt x="8654" y="13780"/>
                  </a:moveTo>
                  <a:lnTo>
                    <a:pt x="7310" y="13780"/>
                  </a:lnTo>
                  <a:lnTo>
                    <a:pt x="7310" y="16133"/>
                  </a:lnTo>
                  <a:lnTo>
                    <a:pt x="8654" y="16133"/>
                  </a:lnTo>
                  <a:close/>
                  <a:moveTo>
                    <a:pt x="11175" y="13780"/>
                  </a:moveTo>
                  <a:lnTo>
                    <a:pt x="9831" y="13780"/>
                  </a:lnTo>
                  <a:lnTo>
                    <a:pt x="9831" y="16133"/>
                  </a:lnTo>
                  <a:lnTo>
                    <a:pt x="11175" y="16133"/>
                  </a:lnTo>
                  <a:close/>
                  <a:moveTo>
                    <a:pt x="3781" y="17141"/>
                  </a:moveTo>
                  <a:lnTo>
                    <a:pt x="2353" y="17141"/>
                  </a:lnTo>
                  <a:lnTo>
                    <a:pt x="2353" y="19493"/>
                  </a:lnTo>
                  <a:lnTo>
                    <a:pt x="3781" y="19493"/>
                  </a:lnTo>
                  <a:close/>
                  <a:moveTo>
                    <a:pt x="6134" y="17141"/>
                  </a:moveTo>
                  <a:lnTo>
                    <a:pt x="4790" y="17141"/>
                  </a:lnTo>
                  <a:lnTo>
                    <a:pt x="4790" y="19493"/>
                  </a:lnTo>
                  <a:lnTo>
                    <a:pt x="6134" y="19493"/>
                  </a:lnTo>
                  <a:close/>
                  <a:moveTo>
                    <a:pt x="8654" y="17141"/>
                  </a:moveTo>
                  <a:lnTo>
                    <a:pt x="7310" y="17141"/>
                  </a:lnTo>
                  <a:lnTo>
                    <a:pt x="7310" y="19493"/>
                  </a:lnTo>
                  <a:lnTo>
                    <a:pt x="8654" y="19493"/>
                  </a:lnTo>
                  <a:close/>
                  <a:moveTo>
                    <a:pt x="11175" y="17141"/>
                  </a:moveTo>
                  <a:lnTo>
                    <a:pt x="9831" y="17141"/>
                  </a:lnTo>
                  <a:lnTo>
                    <a:pt x="9831" y="19493"/>
                  </a:lnTo>
                  <a:lnTo>
                    <a:pt x="11175" y="19493"/>
                  </a:lnTo>
                  <a:close/>
                  <a:moveTo>
                    <a:pt x="3781" y="20586"/>
                  </a:moveTo>
                  <a:lnTo>
                    <a:pt x="2353" y="20586"/>
                  </a:lnTo>
                  <a:lnTo>
                    <a:pt x="2353" y="23022"/>
                  </a:lnTo>
                  <a:lnTo>
                    <a:pt x="3781" y="23022"/>
                  </a:lnTo>
                  <a:close/>
                  <a:moveTo>
                    <a:pt x="6134" y="20586"/>
                  </a:moveTo>
                  <a:lnTo>
                    <a:pt x="4790" y="20586"/>
                  </a:lnTo>
                  <a:lnTo>
                    <a:pt x="4790" y="23022"/>
                  </a:lnTo>
                  <a:lnTo>
                    <a:pt x="6134" y="23022"/>
                  </a:lnTo>
                  <a:close/>
                  <a:moveTo>
                    <a:pt x="8654" y="20586"/>
                  </a:moveTo>
                  <a:lnTo>
                    <a:pt x="7310" y="20586"/>
                  </a:lnTo>
                  <a:lnTo>
                    <a:pt x="7310" y="23022"/>
                  </a:lnTo>
                  <a:lnTo>
                    <a:pt x="8654" y="23022"/>
                  </a:lnTo>
                  <a:close/>
                  <a:moveTo>
                    <a:pt x="11175" y="20586"/>
                  </a:moveTo>
                  <a:lnTo>
                    <a:pt x="9831" y="20586"/>
                  </a:lnTo>
                  <a:lnTo>
                    <a:pt x="9831" y="23022"/>
                  </a:lnTo>
                  <a:lnTo>
                    <a:pt x="11175" y="23022"/>
                  </a:lnTo>
                  <a:close/>
                  <a:moveTo>
                    <a:pt x="3781" y="24031"/>
                  </a:moveTo>
                  <a:lnTo>
                    <a:pt x="2353" y="24031"/>
                  </a:lnTo>
                  <a:lnTo>
                    <a:pt x="2353" y="26467"/>
                  </a:lnTo>
                  <a:lnTo>
                    <a:pt x="3781" y="26467"/>
                  </a:lnTo>
                  <a:close/>
                  <a:moveTo>
                    <a:pt x="6134" y="24031"/>
                  </a:moveTo>
                  <a:lnTo>
                    <a:pt x="4790" y="24031"/>
                  </a:lnTo>
                  <a:lnTo>
                    <a:pt x="4790" y="26467"/>
                  </a:lnTo>
                  <a:lnTo>
                    <a:pt x="6134" y="26467"/>
                  </a:lnTo>
                  <a:close/>
                  <a:moveTo>
                    <a:pt x="8654" y="24031"/>
                  </a:moveTo>
                  <a:lnTo>
                    <a:pt x="7310" y="24031"/>
                  </a:lnTo>
                  <a:lnTo>
                    <a:pt x="7310" y="26467"/>
                  </a:lnTo>
                  <a:lnTo>
                    <a:pt x="8654" y="26467"/>
                  </a:lnTo>
                  <a:close/>
                  <a:moveTo>
                    <a:pt x="11175" y="24031"/>
                  </a:moveTo>
                  <a:lnTo>
                    <a:pt x="9831" y="24031"/>
                  </a:lnTo>
                  <a:lnTo>
                    <a:pt x="9831" y="26467"/>
                  </a:lnTo>
                  <a:lnTo>
                    <a:pt x="11175" y="26467"/>
                  </a:lnTo>
                  <a:close/>
                  <a:moveTo>
                    <a:pt x="3781" y="29912"/>
                  </a:moveTo>
                  <a:lnTo>
                    <a:pt x="2353" y="29912"/>
                  </a:lnTo>
                  <a:lnTo>
                    <a:pt x="2353" y="27475"/>
                  </a:lnTo>
                  <a:lnTo>
                    <a:pt x="3781" y="27475"/>
                  </a:lnTo>
                  <a:close/>
                  <a:moveTo>
                    <a:pt x="6134" y="27475"/>
                  </a:moveTo>
                  <a:lnTo>
                    <a:pt x="4790" y="27475"/>
                  </a:lnTo>
                  <a:lnTo>
                    <a:pt x="4790" y="29912"/>
                  </a:lnTo>
                  <a:lnTo>
                    <a:pt x="6134" y="29912"/>
                  </a:lnTo>
                  <a:close/>
                  <a:moveTo>
                    <a:pt x="8654" y="27475"/>
                  </a:moveTo>
                  <a:lnTo>
                    <a:pt x="7310" y="27475"/>
                  </a:lnTo>
                  <a:lnTo>
                    <a:pt x="7310" y="29912"/>
                  </a:lnTo>
                  <a:lnTo>
                    <a:pt x="8654" y="29912"/>
                  </a:lnTo>
                  <a:close/>
                  <a:moveTo>
                    <a:pt x="11175" y="27475"/>
                  </a:moveTo>
                  <a:lnTo>
                    <a:pt x="9831" y="27475"/>
                  </a:lnTo>
                  <a:lnTo>
                    <a:pt x="9831" y="29912"/>
                  </a:lnTo>
                  <a:lnTo>
                    <a:pt x="11175" y="29912"/>
                  </a:lnTo>
                  <a:close/>
                  <a:moveTo>
                    <a:pt x="3781" y="30920"/>
                  </a:moveTo>
                  <a:lnTo>
                    <a:pt x="2353" y="30920"/>
                  </a:lnTo>
                  <a:lnTo>
                    <a:pt x="2353" y="33357"/>
                  </a:lnTo>
                  <a:lnTo>
                    <a:pt x="3781" y="33357"/>
                  </a:lnTo>
                  <a:close/>
                  <a:moveTo>
                    <a:pt x="6134" y="30920"/>
                  </a:moveTo>
                  <a:lnTo>
                    <a:pt x="4790" y="30920"/>
                  </a:lnTo>
                  <a:lnTo>
                    <a:pt x="4790" y="33357"/>
                  </a:lnTo>
                  <a:lnTo>
                    <a:pt x="6134" y="33357"/>
                  </a:lnTo>
                  <a:close/>
                  <a:moveTo>
                    <a:pt x="8654" y="30920"/>
                  </a:moveTo>
                  <a:lnTo>
                    <a:pt x="7310" y="30920"/>
                  </a:lnTo>
                  <a:lnTo>
                    <a:pt x="7310" y="33357"/>
                  </a:lnTo>
                  <a:lnTo>
                    <a:pt x="8654" y="33357"/>
                  </a:lnTo>
                  <a:close/>
                  <a:moveTo>
                    <a:pt x="11175" y="30920"/>
                  </a:moveTo>
                  <a:lnTo>
                    <a:pt x="9831" y="30920"/>
                  </a:lnTo>
                  <a:lnTo>
                    <a:pt x="9831" y="33357"/>
                  </a:lnTo>
                  <a:lnTo>
                    <a:pt x="11175" y="33357"/>
                  </a:lnTo>
                  <a:close/>
                  <a:moveTo>
                    <a:pt x="3781" y="34365"/>
                  </a:moveTo>
                  <a:lnTo>
                    <a:pt x="2353" y="34365"/>
                  </a:lnTo>
                  <a:lnTo>
                    <a:pt x="2353" y="36717"/>
                  </a:lnTo>
                  <a:lnTo>
                    <a:pt x="3781" y="36717"/>
                  </a:lnTo>
                  <a:close/>
                  <a:moveTo>
                    <a:pt x="6134" y="34365"/>
                  </a:moveTo>
                  <a:lnTo>
                    <a:pt x="4790" y="34365"/>
                  </a:lnTo>
                  <a:lnTo>
                    <a:pt x="4790" y="36717"/>
                  </a:lnTo>
                  <a:lnTo>
                    <a:pt x="6134" y="36717"/>
                  </a:lnTo>
                  <a:close/>
                  <a:moveTo>
                    <a:pt x="8654" y="34365"/>
                  </a:moveTo>
                  <a:lnTo>
                    <a:pt x="7310" y="34365"/>
                  </a:lnTo>
                  <a:lnTo>
                    <a:pt x="7310" y="36717"/>
                  </a:lnTo>
                  <a:lnTo>
                    <a:pt x="8654" y="36717"/>
                  </a:lnTo>
                  <a:close/>
                  <a:moveTo>
                    <a:pt x="11175" y="34365"/>
                  </a:moveTo>
                  <a:lnTo>
                    <a:pt x="9831" y="34365"/>
                  </a:lnTo>
                  <a:lnTo>
                    <a:pt x="9831" y="36717"/>
                  </a:lnTo>
                  <a:lnTo>
                    <a:pt x="11175" y="36717"/>
                  </a:lnTo>
                  <a:close/>
                  <a:moveTo>
                    <a:pt x="3781" y="37810"/>
                  </a:moveTo>
                  <a:lnTo>
                    <a:pt x="2353" y="37810"/>
                  </a:lnTo>
                  <a:lnTo>
                    <a:pt x="2353" y="40246"/>
                  </a:lnTo>
                  <a:lnTo>
                    <a:pt x="3781" y="40246"/>
                  </a:lnTo>
                  <a:close/>
                  <a:moveTo>
                    <a:pt x="6134" y="37810"/>
                  </a:moveTo>
                  <a:lnTo>
                    <a:pt x="4790" y="37810"/>
                  </a:lnTo>
                  <a:lnTo>
                    <a:pt x="4790" y="40246"/>
                  </a:lnTo>
                  <a:lnTo>
                    <a:pt x="6134" y="40246"/>
                  </a:lnTo>
                  <a:close/>
                  <a:moveTo>
                    <a:pt x="8654" y="37810"/>
                  </a:moveTo>
                  <a:lnTo>
                    <a:pt x="7310" y="37810"/>
                  </a:lnTo>
                  <a:lnTo>
                    <a:pt x="7310" y="40246"/>
                  </a:lnTo>
                  <a:lnTo>
                    <a:pt x="8654" y="40246"/>
                  </a:lnTo>
                  <a:close/>
                  <a:moveTo>
                    <a:pt x="11175" y="37810"/>
                  </a:moveTo>
                  <a:lnTo>
                    <a:pt x="9831" y="37810"/>
                  </a:lnTo>
                  <a:lnTo>
                    <a:pt x="9831" y="40246"/>
                  </a:lnTo>
                  <a:lnTo>
                    <a:pt x="11175" y="40246"/>
                  </a:lnTo>
                  <a:close/>
                  <a:moveTo>
                    <a:pt x="3781" y="41170"/>
                  </a:moveTo>
                  <a:lnTo>
                    <a:pt x="2353" y="41170"/>
                  </a:lnTo>
                  <a:lnTo>
                    <a:pt x="2353" y="43607"/>
                  </a:lnTo>
                  <a:lnTo>
                    <a:pt x="3781" y="43607"/>
                  </a:lnTo>
                  <a:close/>
                  <a:moveTo>
                    <a:pt x="6134" y="41170"/>
                  </a:moveTo>
                  <a:lnTo>
                    <a:pt x="4790" y="41170"/>
                  </a:lnTo>
                  <a:lnTo>
                    <a:pt x="4790" y="43607"/>
                  </a:lnTo>
                  <a:lnTo>
                    <a:pt x="6134" y="43607"/>
                  </a:lnTo>
                  <a:close/>
                  <a:moveTo>
                    <a:pt x="8654" y="41170"/>
                  </a:moveTo>
                  <a:lnTo>
                    <a:pt x="7310" y="41170"/>
                  </a:lnTo>
                  <a:lnTo>
                    <a:pt x="7310" y="43607"/>
                  </a:lnTo>
                  <a:lnTo>
                    <a:pt x="8654" y="43607"/>
                  </a:lnTo>
                  <a:close/>
                  <a:moveTo>
                    <a:pt x="11175" y="41170"/>
                  </a:moveTo>
                  <a:lnTo>
                    <a:pt x="9831" y="41170"/>
                  </a:lnTo>
                  <a:lnTo>
                    <a:pt x="9831" y="43607"/>
                  </a:lnTo>
                  <a:lnTo>
                    <a:pt x="11175" y="43607"/>
                  </a:lnTo>
                  <a:close/>
                  <a:moveTo>
                    <a:pt x="3781" y="44615"/>
                  </a:moveTo>
                  <a:lnTo>
                    <a:pt x="2353" y="44615"/>
                  </a:lnTo>
                  <a:lnTo>
                    <a:pt x="2353" y="47052"/>
                  </a:lnTo>
                  <a:lnTo>
                    <a:pt x="3781" y="47052"/>
                  </a:lnTo>
                  <a:close/>
                  <a:moveTo>
                    <a:pt x="6134" y="44615"/>
                  </a:moveTo>
                  <a:lnTo>
                    <a:pt x="4790" y="44615"/>
                  </a:lnTo>
                  <a:lnTo>
                    <a:pt x="4790" y="47052"/>
                  </a:lnTo>
                  <a:lnTo>
                    <a:pt x="6134" y="47052"/>
                  </a:lnTo>
                  <a:close/>
                  <a:moveTo>
                    <a:pt x="8654" y="44615"/>
                  </a:moveTo>
                  <a:lnTo>
                    <a:pt x="7310" y="44615"/>
                  </a:lnTo>
                  <a:lnTo>
                    <a:pt x="7310" y="47052"/>
                  </a:lnTo>
                  <a:lnTo>
                    <a:pt x="8654" y="47052"/>
                  </a:lnTo>
                  <a:close/>
                  <a:moveTo>
                    <a:pt x="11175" y="44615"/>
                  </a:moveTo>
                  <a:lnTo>
                    <a:pt x="9831" y="44615"/>
                  </a:lnTo>
                  <a:lnTo>
                    <a:pt x="9831" y="47052"/>
                  </a:lnTo>
                  <a:lnTo>
                    <a:pt x="11175" y="47052"/>
                  </a:lnTo>
                  <a:close/>
                  <a:moveTo>
                    <a:pt x="3781" y="47976"/>
                  </a:moveTo>
                  <a:lnTo>
                    <a:pt x="2353" y="47976"/>
                  </a:lnTo>
                  <a:lnTo>
                    <a:pt x="2353" y="50413"/>
                  </a:lnTo>
                  <a:lnTo>
                    <a:pt x="3781" y="50413"/>
                  </a:lnTo>
                  <a:close/>
                  <a:moveTo>
                    <a:pt x="6134" y="47976"/>
                  </a:moveTo>
                  <a:lnTo>
                    <a:pt x="4790" y="47976"/>
                  </a:lnTo>
                  <a:lnTo>
                    <a:pt x="4790" y="50413"/>
                  </a:lnTo>
                  <a:lnTo>
                    <a:pt x="6134" y="50413"/>
                  </a:lnTo>
                  <a:close/>
                  <a:moveTo>
                    <a:pt x="8654" y="47976"/>
                  </a:moveTo>
                  <a:lnTo>
                    <a:pt x="7310" y="47976"/>
                  </a:lnTo>
                  <a:lnTo>
                    <a:pt x="7310" y="50413"/>
                  </a:lnTo>
                  <a:lnTo>
                    <a:pt x="8654" y="50413"/>
                  </a:lnTo>
                  <a:close/>
                  <a:moveTo>
                    <a:pt x="11175" y="47976"/>
                  </a:moveTo>
                  <a:lnTo>
                    <a:pt x="9831" y="47976"/>
                  </a:lnTo>
                  <a:lnTo>
                    <a:pt x="9831" y="50413"/>
                  </a:lnTo>
                  <a:lnTo>
                    <a:pt x="11175" y="50413"/>
                  </a:lnTo>
                  <a:close/>
                  <a:moveTo>
                    <a:pt x="3781" y="51421"/>
                  </a:moveTo>
                  <a:lnTo>
                    <a:pt x="2353" y="51421"/>
                  </a:lnTo>
                  <a:lnTo>
                    <a:pt x="2353" y="53857"/>
                  </a:lnTo>
                  <a:lnTo>
                    <a:pt x="3781" y="53857"/>
                  </a:lnTo>
                  <a:close/>
                  <a:moveTo>
                    <a:pt x="6134" y="51421"/>
                  </a:moveTo>
                  <a:lnTo>
                    <a:pt x="4790" y="51421"/>
                  </a:lnTo>
                  <a:lnTo>
                    <a:pt x="4790" y="53857"/>
                  </a:lnTo>
                  <a:lnTo>
                    <a:pt x="6134" y="53857"/>
                  </a:lnTo>
                  <a:close/>
                  <a:moveTo>
                    <a:pt x="8654" y="51421"/>
                  </a:moveTo>
                  <a:lnTo>
                    <a:pt x="7310" y="51421"/>
                  </a:lnTo>
                  <a:lnTo>
                    <a:pt x="7310" y="53857"/>
                  </a:lnTo>
                  <a:lnTo>
                    <a:pt x="8654" y="53857"/>
                  </a:lnTo>
                  <a:close/>
                  <a:moveTo>
                    <a:pt x="11175" y="51421"/>
                  </a:moveTo>
                  <a:lnTo>
                    <a:pt x="9831" y="51421"/>
                  </a:lnTo>
                  <a:lnTo>
                    <a:pt x="9831" y="53857"/>
                  </a:lnTo>
                  <a:lnTo>
                    <a:pt x="11175" y="53857"/>
                  </a:lnTo>
                  <a:close/>
                  <a:moveTo>
                    <a:pt x="0" y="26383"/>
                  </a:moveTo>
                  <a:lnTo>
                    <a:pt x="1345" y="26383"/>
                  </a:lnTo>
                  <a:lnTo>
                    <a:pt x="1345" y="24031"/>
                  </a:lnTo>
                  <a:lnTo>
                    <a:pt x="0" y="24031"/>
                  </a:lnTo>
                  <a:close/>
                  <a:moveTo>
                    <a:pt x="0" y="19493"/>
                  </a:moveTo>
                  <a:lnTo>
                    <a:pt x="1345" y="19493"/>
                  </a:lnTo>
                  <a:lnTo>
                    <a:pt x="1345" y="17141"/>
                  </a:lnTo>
                  <a:lnTo>
                    <a:pt x="0" y="17141"/>
                  </a:lnTo>
                  <a:close/>
                  <a:moveTo>
                    <a:pt x="0" y="23022"/>
                  </a:moveTo>
                  <a:lnTo>
                    <a:pt x="1345" y="23022"/>
                  </a:lnTo>
                  <a:lnTo>
                    <a:pt x="1345" y="20586"/>
                  </a:lnTo>
                  <a:lnTo>
                    <a:pt x="0" y="20586"/>
                  </a:lnTo>
                  <a:close/>
                  <a:moveTo>
                    <a:pt x="0" y="16133"/>
                  </a:moveTo>
                  <a:lnTo>
                    <a:pt x="1345" y="16133"/>
                  </a:lnTo>
                  <a:lnTo>
                    <a:pt x="1345" y="13780"/>
                  </a:lnTo>
                  <a:lnTo>
                    <a:pt x="0" y="13780"/>
                  </a:lnTo>
                  <a:close/>
                  <a:moveTo>
                    <a:pt x="0" y="5882"/>
                  </a:moveTo>
                  <a:lnTo>
                    <a:pt x="1345" y="5882"/>
                  </a:lnTo>
                  <a:lnTo>
                    <a:pt x="1345" y="3446"/>
                  </a:lnTo>
                  <a:lnTo>
                    <a:pt x="0" y="3446"/>
                  </a:lnTo>
                  <a:close/>
                  <a:moveTo>
                    <a:pt x="0" y="12688"/>
                  </a:moveTo>
                  <a:lnTo>
                    <a:pt x="1345" y="12688"/>
                  </a:lnTo>
                  <a:lnTo>
                    <a:pt x="1345" y="10251"/>
                  </a:lnTo>
                  <a:lnTo>
                    <a:pt x="0" y="10251"/>
                  </a:lnTo>
                  <a:close/>
                  <a:moveTo>
                    <a:pt x="0" y="9327"/>
                  </a:moveTo>
                  <a:lnTo>
                    <a:pt x="1345" y="9327"/>
                  </a:lnTo>
                  <a:lnTo>
                    <a:pt x="1345" y="6891"/>
                  </a:lnTo>
                  <a:lnTo>
                    <a:pt x="0" y="6891"/>
                  </a:lnTo>
                  <a:close/>
                  <a:moveTo>
                    <a:pt x="0" y="50413"/>
                  </a:moveTo>
                  <a:lnTo>
                    <a:pt x="1345" y="50413"/>
                  </a:lnTo>
                  <a:lnTo>
                    <a:pt x="1345" y="47976"/>
                  </a:lnTo>
                  <a:lnTo>
                    <a:pt x="0" y="47976"/>
                  </a:lnTo>
                  <a:close/>
                  <a:moveTo>
                    <a:pt x="0" y="47052"/>
                  </a:moveTo>
                  <a:lnTo>
                    <a:pt x="1345" y="47052"/>
                  </a:lnTo>
                  <a:lnTo>
                    <a:pt x="1345" y="44615"/>
                  </a:lnTo>
                  <a:lnTo>
                    <a:pt x="0" y="44615"/>
                  </a:lnTo>
                  <a:close/>
                  <a:moveTo>
                    <a:pt x="0" y="2438"/>
                  </a:moveTo>
                  <a:lnTo>
                    <a:pt x="1345" y="2438"/>
                  </a:lnTo>
                  <a:lnTo>
                    <a:pt x="1345" y="1"/>
                  </a:lnTo>
                  <a:lnTo>
                    <a:pt x="0" y="1"/>
                  </a:lnTo>
                  <a:close/>
                  <a:moveTo>
                    <a:pt x="0" y="43607"/>
                  </a:moveTo>
                  <a:lnTo>
                    <a:pt x="1345" y="43607"/>
                  </a:lnTo>
                  <a:lnTo>
                    <a:pt x="1345" y="41170"/>
                  </a:lnTo>
                  <a:lnTo>
                    <a:pt x="0" y="41170"/>
                  </a:lnTo>
                  <a:close/>
                  <a:moveTo>
                    <a:pt x="0" y="29912"/>
                  </a:moveTo>
                  <a:lnTo>
                    <a:pt x="1345" y="29912"/>
                  </a:lnTo>
                  <a:lnTo>
                    <a:pt x="1345" y="27475"/>
                  </a:lnTo>
                  <a:lnTo>
                    <a:pt x="0" y="27475"/>
                  </a:lnTo>
                  <a:close/>
                  <a:moveTo>
                    <a:pt x="0" y="33273"/>
                  </a:moveTo>
                  <a:lnTo>
                    <a:pt x="1345" y="33273"/>
                  </a:lnTo>
                  <a:lnTo>
                    <a:pt x="1345" y="30836"/>
                  </a:lnTo>
                  <a:lnTo>
                    <a:pt x="0" y="30836"/>
                  </a:lnTo>
                  <a:close/>
                  <a:moveTo>
                    <a:pt x="0" y="36717"/>
                  </a:moveTo>
                  <a:lnTo>
                    <a:pt x="1345" y="36717"/>
                  </a:lnTo>
                  <a:lnTo>
                    <a:pt x="1345" y="34365"/>
                  </a:lnTo>
                  <a:lnTo>
                    <a:pt x="0" y="34365"/>
                  </a:lnTo>
                  <a:close/>
                  <a:moveTo>
                    <a:pt x="0" y="40078"/>
                  </a:moveTo>
                  <a:lnTo>
                    <a:pt x="1345" y="40078"/>
                  </a:lnTo>
                  <a:lnTo>
                    <a:pt x="1345" y="37726"/>
                  </a:lnTo>
                  <a:lnTo>
                    <a:pt x="0" y="37726"/>
                  </a:lnTo>
                  <a:close/>
                  <a:moveTo>
                    <a:pt x="0" y="53857"/>
                  </a:moveTo>
                  <a:lnTo>
                    <a:pt x="1345" y="53857"/>
                  </a:lnTo>
                  <a:lnTo>
                    <a:pt x="1345" y="51421"/>
                  </a:lnTo>
                  <a:lnTo>
                    <a:pt x="0" y="51421"/>
                  </a:lnTo>
                  <a:close/>
                </a:path>
              </a:pathLst>
            </a:custGeom>
            <a:solidFill>
              <a:srgbClr val="55AD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96" name="Google Shape;2696;p52"/>
            <p:cNvSpPr/>
            <p:nvPr/>
          </p:nvSpPr>
          <p:spPr>
            <a:xfrm>
              <a:off x="2439310" y="2700215"/>
              <a:ext cx="124429" cy="813784"/>
            </a:xfrm>
            <a:custGeom>
              <a:avLst/>
              <a:gdLst/>
              <a:ahLst/>
              <a:cxnLst/>
              <a:rect l="l" t="t" r="r" b="b"/>
              <a:pathLst>
                <a:path w="4034" h="26383" extrusionOk="0">
                  <a:moveTo>
                    <a:pt x="1" y="0"/>
                  </a:moveTo>
                  <a:lnTo>
                    <a:pt x="1" y="2437"/>
                  </a:lnTo>
                  <a:lnTo>
                    <a:pt x="589" y="2437"/>
                  </a:lnTo>
                  <a:lnTo>
                    <a:pt x="589" y="0"/>
                  </a:lnTo>
                  <a:close/>
                  <a:moveTo>
                    <a:pt x="1093" y="0"/>
                  </a:moveTo>
                  <a:lnTo>
                    <a:pt x="1093" y="2437"/>
                  </a:lnTo>
                  <a:lnTo>
                    <a:pt x="1765" y="2437"/>
                  </a:lnTo>
                  <a:lnTo>
                    <a:pt x="1765" y="0"/>
                  </a:lnTo>
                  <a:close/>
                  <a:moveTo>
                    <a:pt x="2269" y="0"/>
                  </a:moveTo>
                  <a:lnTo>
                    <a:pt x="2269" y="2437"/>
                  </a:lnTo>
                  <a:lnTo>
                    <a:pt x="2941" y="2437"/>
                  </a:lnTo>
                  <a:lnTo>
                    <a:pt x="2941" y="0"/>
                  </a:lnTo>
                  <a:close/>
                  <a:moveTo>
                    <a:pt x="3445" y="0"/>
                  </a:moveTo>
                  <a:lnTo>
                    <a:pt x="3445" y="2437"/>
                  </a:lnTo>
                  <a:lnTo>
                    <a:pt x="4034" y="2437"/>
                  </a:lnTo>
                  <a:lnTo>
                    <a:pt x="4034" y="0"/>
                  </a:lnTo>
                  <a:close/>
                  <a:moveTo>
                    <a:pt x="1" y="3445"/>
                  </a:moveTo>
                  <a:lnTo>
                    <a:pt x="1" y="5882"/>
                  </a:lnTo>
                  <a:lnTo>
                    <a:pt x="589" y="5882"/>
                  </a:lnTo>
                  <a:lnTo>
                    <a:pt x="589" y="3445"/>
                  </a:lnTo>
                  <a:close/>
                  <a:moveTo>
                    <a:pt x="1093" y="3445"/>
                  </a:moveTo>
                  <a:lnTo>
                    <a:pt x="1093" y="5882"/>
                  </a:lnTo>
                  <a:lnTo>
                    <a:pt x="1765" y="5882"/>
                  </a:lnTo>
                  <a:lnTo>
                    <a:pt x="1765" y="3445"/>
                  </a:lnTo>
                  <a:close/>
                  <a:moveTo>
                    <a:pt x="2269" y="3445"/>
                  </a:moveTo>
                  <a:lnTo>
                    <a:pt x="2269" y="5882"/>
                  </a:lnTo>
                  <a:lnTo>
                    <a:pt x="2941" y="5882"/>
                  </a:lnTo>
                  <a:lnTo>
                    <a:pt x="2941" y="3445"/>
                  </a:lnTo>
                  <a:close/>
                  <a:moveTo>
                    <a:pt x="3445" y="3445"/>
                  </a:moveTo>
                  <a:lnTo>
                    <a:pt x="3445" y="5882"/>
                  </a:lnTo>
                  <a:lnTo>
                    <a:pt x="4034" y="5882"/>
                  </a:lnTo>
                  <a:lnTo>
                    <a:pt x="4034" y="3445"/>
                  </a:lnTo>
                  <a:close/>
                  <a:moveTo>
                    <a:pt x="1" y="6890"/>
                  </a:moveTo>
                  <a:lnTo>
                    <a:pt x="1" y="9242"/>
                  </a:lnTo>
                  <a:lnTo>
                    <a:pt x="589" y="9242"/>
                  </a:lnTo>
                  <a:lnTo>
                    <a:pt x="589" y="6890"/>
                  </a:lnTo>
                  <a:close/>
                  <a:moveTo>
                    <a:pt x="1093" y="6890"/>
                  </a:moveTo>
                  <a:lnTo>
                    <a:pt x="1093" y="9242"/>
                  </a:lnTo>
                  <a:lnTo>
                    <a:pt x="1765" y="9242"/>
                  </a:lnTo>
                  <a:lnTo>
                    <a:pt x="1765" y="6890"/>
                  </a:lnTo>
                  <a:close/>
                  <a:moveTo>
                    <a:pt x="2269" y="6890"/>
                  </a:moveTo>
                  <a:lnTo>
                    <a:pt x="2269" y="9242"/>
                  </a:lnTo>
                  <a:lnTo>
                    <a:pt x="2941" y="9242"/>
                  </a:lnTo>
                  <a:lnTo>
                    <a:pt x="2941" y="6890"/>
                  </a:lnTo>
                  <a:close/>
                  <a:moveTo>
                    <a:pt x="3445" y="6890"/>
                  </a:moveTo>
                  <a:lnTo>
                    <a:pt x="3445" y="9242"/>
                  </a:lnTo>
                  <a:lnTo>
                    <a:pt x="4034" y="9242"/>
                  </a:lnTo>
                  <a:lnTo>
                    <a:pt x="4034" y="6890"/>
                  </a:lnTo>
                  <a:close/>
                  <a:moveTo>
                    <a:pt x="1" y="10335"/>
                  </a:moveTo>
                  <a:lnTo>
                    <a:pt x="1" y="12771"/>
                  </a:lnTo>
                  <a:lnTo>
                    <a:pt x="589" y="12771"/>
                  </a:lnTo>
                  <a:lnTo>
                    <a:pt x="589" y="10335"/>
                  </a:lnTo>
                  <a:close/>
                  <a:moveTo>
                    <a:pt x="1093" y="10335"/>
                  </a:moveTo>
                  <a:lnTo>
                    <a:pt x="1093" y="12771"/>
                  </a:lnTo>
                  <a:lnTo>
                    <a:pt x="1765" y="12771"/>
                  </a:lnTo>
                  <a:lnTo>
                    <a:pt x="1765" y="10335"/>
                  </a:lnTo>
                  <a:close/>
                  <a:moveTo>
                    <a:pt x="2269" y="10335"/>
                  </a:moveTo>
                  <a:lnTo>
                    <a:pt x="2269" y="12771"/>
                  </a:lnTo>
                  <a:lnTo>
                    <a:pt x="2941" y="12771"/>
                  </a:lnTo>
                  <a:lnTo>
                    <a:pt x="2941" y="10335"/>
                  </a:lnTo>
                  <a:close/>
                  <a:moveTo>
                    <a:pt x="3445" y="10335"/>
                  </a:moveTo>
                  <a:lnTo>
                    <a:pt x="3445" y="12771"/>
                  </a:lnTo>
                  <a:lnTo>
                    <a:pt x="4034" y="12771"/>
                  </a:lnTo>
                  <a:lnTo>
                    <a:pt x="4034" y="10335"/>
                  </a:lnTo>
                  <a:close/>
                  <a:moveTo>
                    <a:pt x="1" y="13695"/>
                  </a:moveTo>
                  <a:lnTo>
                    <a:pt x="1" y="16132"/>
                  </a:lnTo>
                  <a:lnTo>
                    <a:pt x="589" y="16132"/>
                  </a:lnTo>
                  <a:lnTo>
                    <a:pt x="589" y="13695"/>
                  </a:lnTo>
                  <a:close/>
                  <a:moveTo>
                    <a:pt x="1093" y="13695"/>
                  </a:moveTo>
                  <a:lnTo>
                    <a:pt x="1093" y="16132"/>
                  </a:lnTo>
                  <a:lnTo>
                    <a:pt x="1765" y="16132"/>
                  </a:lnTo>
                  <a:lnTo>
                    <a:pt x="1765" y="13695"/>
                  </a:lnTo>
                  <a:close/>
                  <a:moveTo>
                    <a:pt x="2269" y="13695"/>
                  </a:moveTo>
                  <a:lnTo>
                    <a:pt x="2269" y="16132"/>
                  </a:lnTo>
                  <a:lnTo>
                    <a:pt x="2941" y="16132"/>
                  </a:lnTo>
                  <a:lnTo>
                    <a:pt x="2941" y="13695"/>
                  </a:lnTo>
                  <a:close/>
                  <a:moveTo>
                    <a:pt x="3445" y="13695"/>
                  </a:moveTo>
                  <a:lnTo>
                    <a:pt x="3445" y="16132"/>
                  </a:lnTo>
                  <a:lnTo>
                    <a:pt x="4034" y="16132"/>
                  </a:lnTo>
                  <a:lnTo>
                    <a:pt x="4034" y="13695"/>
                  </a:lnTo>
                  <a:close/>
                  <a:moveTo>
                    <a:pt x="1" y="17140"/>
                  </a:moveTo>
                  <a:lnTo>
                    <a:pt x="1" y="19577"/>
                  </a:lnTo>
                  <a:lnTo>
                    <a:pt x="589" y="19577"/>
                  </a:lnTo>
                  <a:lnTo>
                    <a:pt x="589" y="17140"/>
                  </a:lnTo>
                  <a:close/>
                  <a:moveTo>
                    <a:pt x="1093" y="17140"/>
                  </a:moveTo>
                  <a:lnTo>
                    <a:pt x="1093" y="19577"/>
                  </a:lnTo>
                  <a:lnTo>
                    <a:pt x="1765" y="19577"/>
                  </a:lnTo>
                  <a:lnTo>
                    <a:pt x="1765" y="17140"/>
                  </a:lnTo>
                  <a:close/>
                  <a:moveTo>
                    <a:pt x="2269" y="17140"/>
                  </a:moveTo>
                  <a:lnTo>
                    <a:pt x="2269" y="19577"/>
                  </a:lnTo>
                  <a:lnTo>
                    <a:pt x="2941" y="19577"/>
                  </a:lnTo>
                  <a:lnTo>
                    <a:pt x="2941" y="17140"/>
                  </a:lnTo>
                  <a:close/>
                  <a:moveTo>
                    <a:pt x="3445" y="17140"/>
                  </a:moveTo>
                  <a:lnTo>
                    <a:pt x="3445" y="19577"/>
                  </a:lnTo>
                  <a:lnTo>
                    <a:pt x="4034" y="19577"/>
                  </a:lnTo>
                  <a:lnTo>
                    <a:pt x="4034" y="17140"/>
                  </a:lnTo>
                  <a:close/>
                  <a:moveTo>
                    <a:pt x="1" y="20501"/>
                  </a:moveTo>
                  <a:lnTo>
                    <a:pt x="1" y="22938"/>
                  </a:lnTo>
                  <a:lnTo>
                    <a:pt x="589" y="22938"/>
                  </a:lnTo>
                  <a:lnTo>
                    <a:pt x="589" y="20501"/>
                  </a:lnTo>
                  <a:close/>
                  <a:moveTo>
                    <a:pt x="1093" y="20501"/>
                  </a:moveTo>
                  <a:lnTo>
                    <a:pt x="1093" y="22938"/>
                  </a:lnTo>
                  <a:lnTo>
                    <a:pt x="1765" y="22938"/>
                  </a:lnTo>
                  <a:lnTo>
                    <a:pt x="1765" y="20501"/>
                  </a:lnTo>
                  <a:close/>
                  <a:moveTo>
                    <a:pt x="2269" y="20501"/>
                  </a:moveTo>
                  <a:lnTo>
                    <a:pt x="2269" y="22938"/>
                  </a:lnTo>
                  <a:lnTo>
                    <a:pt x="2941" y="22938"/>
                  </a:lnTo>
                  <a:lnTo>
                    <a:pt x="2941" y="20501"/>
                  </a:lnTo>
                  <a:close/>
                  <a:moveTo>
                    <a:pt x="3445" y="20501"/>
                  </a:moveTo>
                  <a:lnTo>
                    <a:pt x="3445" y="22938"/>
                  </a:lnTo>
                  <a:lnTo>
                    <a:pt x="4034" y="22938"/>
                  </a:lnTo>
                  <a:lnTo>
                    <a:pt x="4034" y="20501"/>
                  </a:lnTo>
                  <a:close/>
                  <a:moveTo>
                    <a:pt x="1" y="23946"/>
                  </a:moveTo>
                  <a:lnTo>
                    <a:pt x="1" y="26382"/>
                  </a:lnTo>
                  <a:lnTo>
                    <a:pt x="589" y="26382"/>
                  </a:lnTo>
                  <a:lnTo>
                    <a:pt x="589" y="23946"/>
                  </a:lnTo>
                  <a:close/>
                  <a:moveTo>
                    <a:pt x="1093" y="23946"/>
                  </a:moveTo>
                  <a:lnTo>
                    <a:pt x="1093" y="26382"/>
                  </a:lnTo>
                  <a:lnTo>
                    <a:pt x="1765" y="26382"/>
                  </a:lnTo>
                  <a:lnTo>
                    <a:pt x="1765" y="23946"/>
                  </a:lnTo>
                  <a:close/>
                  <a:moveTo>
                    <a:pt x="2269" y="23946"/>
                  </a:moveTo>
                  <a:lnTo>
                    <a:pt x="2269" y="26382"/>
                  </a:lnTo>
                  <a:lnTo>
                    <a:pt x="2941" y="26382"/>
                  </a:lnTo>
                  <a:lnTo>
                    <a:pt x="2941" y="23946"/>
                  </a:lnTo>
                  <a:close/>
                  <a:moveTo>
                    <a:pt x="3445" y="23946"/>
                  </a:moveTo>
                  <a:lnTo>
                    <a:pt x="3445" y="26382"/>
                  </a:lnTo>
                  <a:lnTo>
                    <a:pt x="4034" y="26382"/>
                  </a:lnTo>
                  <a:lnTo>
                    <a:pt x="4034" y="23946"/>
                  </a:lnTo>
                  <a:close/>
                </a:path>
              </a:pathLst>
            </a:custGeom>
            <a:solidFill>
              <a:srgbClr val="408BC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97" name="Google Shape;2697;p52"/>
            <p:cNvSpPr/>
            <p:nvPr/>
          </p:nvSpPr>
          <p:spPr>
            <a:xfrm>
              <a:off x="2361581" y="1658394"/>
              <a:ext cx="158111" cy="116656"/>
            </a:xfrm>
            <a:custGeom>
              <a:avLst/>
              <a:gdLst/>
              <a:ahLst/>
              <a:cxnLst/>
              <a:rect l="l" t="t" r="r" b="b"/>
              <a:pathLst>
                <a:path w="5126" h="3782" extrusionOk="0">
                  <a:moveTo>
                    <a:pt x="0" y="0"/>
                  </a:moveTo>
                  <a:lnTo>
                    <a:pt x="0" y="169"/>
                  </a:lnTo>
                  <a:lnTo>
                    <a:pt x="2605" y="3529"/>
                  </a:lnTo>
                  <a:lnTo>
                    <a:pt x="2773" y="3781"/>
                  </a:lnTo>
                  <a:lnTo>
                    <a:pt x="5125" y="3781"/>
                  </a:lnTo>
                  <a:lnTo>
                    <a:pt x="5125" y="3529"/>
                  </a:lnTo>
                  <a:lnTo>
                    <a:pt x="2521" y="169"/>
                  </a:lnTo>
                  <a:lnTo>
                    <a:pt x="2269" y="0"/>
                  </a:lnTo>
                  <a:close/>
                </a:path>
              </a:pathLst>
            </a:custGeom>
            <a:solidFill>
              <a:srgbClr val="5A6A7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98" name="Google Shape;2698;p52"/>
            <p:cNvSpPr/>
            <p:nvPr/>
          </p:nvSpPr>
          <p:spPr>
            <a:xfrm>
              <a:off x="2364172" y="1663576"/>
              <a:ext cx="152930" cy="103701"/>
            </a:xfrm>
            <a:custGeom>
              <a:avLst/>
              <a:gdLst/>
              <a:ahLst/>
              <a:cxnLst/>
              <a:rect l="l" t="t" r="r" b="b"/>
              <a:pathLst>
                <a:path w="4958" h="3362" extrusionOk="0">
                  <a:moveTo>
                    <a:pt x="2521" y="1681"/>
                  </a:moveTo>
                  <a:lnTo>
                    <a:pt x="3109" y="2521"/>
                  </a:lnTo>
                  <a:lnTo>
                    <a:pt x="3025" y="2521"/>
                  </a:lnTo>
                  <a:lnTo>
                    <a:pt x="2437" y="1681"/>
                  </a:lnTo>
                  <a:close/>
                  <a:moveTo>
                    <a:pt x="0" y="1"/>
                  </a:moveTo>
                  <a:lnTo>
                    <a:pt x="588" y="841"/>
                  </a:lnTo>
                  <a:lnTo>
                    <a:pt x="1260" y="1681"/>
                  </a:lnTo>
                  <a:lnTo>
                    <a:pt x="1848" y="2521"/>
                  </a:lnTo>
                  <a:lnTo>
                    <a:pt x="2016" y="2521"/>
                  </a:lnTo>
                  <a:lnTo>
                    <a:pt x="2605" y="3361"/>
                  </a:lnTo>
                  <a:lnTo>
                    <a:pt x="3109" y="3361"/>
                  </a:lnTo>
                  <a:lnTo>
                    <a:pt x="2521" y="2521"/>
                  </a:lnTo>
                  <a:lnTo>
                    <a:pt x="2437" y="2521"/>
                  </a:lnTo>
                  <a:lnTo>
                    <a:pt x="1764" y="1681"/>
                  </a:lnTo>
                  <a:lnTo>
                    <a:pt x="1176" y="841"/>
                  </a:lnTo>
                  <a:lnTo>
                    <a:pt x="1260" y="841"/>
                  </a:lnTo>
                  <a:lnTo>
                    <a:pt x="1848" y="1681"/>
                  </a:lnTo>
                  <a:lnTo>
                    <a:pt x="2521" y="2521"/>
                  </a:lnTo>
                  <a:lnTo>
                    <a:pt x="2605" y="2521"/>
                  </a:lnTo>
                  <a:lnTo>
                    <a:pt x="3277" y="3361"/>
                  </a:lnTo>
                  <a:lnTo>
                    <a:pt x="4285" y="3361"/>
                  </a:lnTo>
                  <a:lnTo>
                    <a:pt x="3697" y="2521"/>
                  </a:lnTo>
                  <a:lnTo>
                    <a:pt x="3025" y="1681"/>
                  </a:lnTo>
                  <a:lnTo>
                    <a:pt x="2941" y="1681"/>
                  </a:lnTo>
                  <a:lnTo>
                    <a:pt x="2269" y="841"/>
                  </a:lnTo>
                  <a:lnTo>
                    <a:pt x="1680" y="1"/>
                  </a:lnTo>
                  <a:lnTo>
                    <a:pt x="1176" y="1"/>
                  </a:lnTo>
                  <a:lnTo>
                    <a:pt x="1764" y="841"/>
                  </a:lnTo>
                  <a:lnTo>
                    <a:pt x="1680" y="841"/>
                  </a:lnTo>
                  <a:lnTo>
                    <a:pt x="1008" y="1"/>
                  </a:lnTo>
                  <a:close/>
                  <a:moveTo>
                    <a:pt x="1764" y="1"/>
                  </a:moveTo>
                  <a:lnTo>
                    <a:pt x="2437" y="841"/>
                  </a:lnTo>
                  <a:lnTo>
                    <a:pt x="3025" y="1681"/>
                  </a:lnTo>
                  <a:lnTo>
                    <a:pt x="3109" y="1681"/>
                  </a:lnTo>
                  <a:lnTo>
                    <a:pt x="3781" y="2521"/>
                  </a:lnTo>
                  <a:lnTo>
                    <a:pt x="4369" y="3361"/>
                  </a:lnTo>
                  <a:lnTo>
                    <a:pt x="4957" y="3361"/>
                  </a:lnTo>
                  <a:lnTo>
                    <a:pt x="4285" y="2521"/>
                  </a:lnTo>
                  <a:lnTo>
                    <a:pt x="3697" y="1681"/>
                  </a:lnTo>
                  <a:lnTo>
                    <a:pt x="3529" y="1681"/>
                  </a:lnTo>
                  <a:lnTo>
                    <a:pt x="2941" y="841"/>
                  </a:lnTo>
                  <a:lnTo>
                    <a:pt x="2269" y="1"/>
                  </a:lnTo>
                  <a:close/>
                </a:path>
              </a:pathLst>
            </a:custGeom>
            <a:solidFill>
              <a:srgbClr val="78B2B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99" name="Google Shape;2699;p52"/>
            <p:cNvSpPr/>
            <p:nvPr/>
          </p:nvSpPr>
          <p:spPr>
            <a:xfrm>
              <a:off x="2364172" y="1663576"/>
              <a:ext cx="152930" cy="103701"/>
            </a:xfrm>
            <a:custGeom>
              <a:avLst/>
              <a:gdLst/>
              <a:ahLst/>
              <a:cxnLst/>
              <a:rect l="l" t="t" r="r" b="b"/>
              <a:pathLst>
                <a:path w="4958" h="3362" extrusionOk="0">
                  <a:moveTo>
                    <a:pt x="0" y="1"/>
                  </a:moveTo>
                  <a:lnTo>
                    <a:pt x="588" y="757"/>
                  </a:lnTo>
                  <a:lnTo>
                    <a:pt x="1680" y="757"/>
                  </a:lnTo>
                  <a:lnTo>
                    <a:pt x="1008" y="1"/>
                  </a:lnTo>
                  <a:close/>
                  <a:moveTo>
                    <a:pt x="1176" y="1"/>
                  </a:moveTo>
                  <a:lnTo>
                    <a:pt x="1764" y="757"/>
                  </a:lnTo>
                  <a:lnTo>
                    <a:pt x="2269" y="757"/>
                  </a:lnTo>
                  <a:lnTo>
                    <a:pt x="1680" y="1"/>
                  </a:lnTo>
                  <a:close/>
                  <a:moveTo>
                    <a:pt x="1764" y="1"/>
                  </a:moveTo>
                  <a:lnTo>
                    <a:pt x="2437" y="757"/>
                  </a:lnTo>
                  <a:lnTo>
                    <a:pt x="2941" y="757"/>
                  </a:lnTo>
                  <a:lnTo>
                    <a:pt x="2269" y="1"/>
                  </a:lnTo>
                  <a:close/>
                  <a:moveTo>
                    <a:pt x="588" y="841"/>
                  </a:moveTo>
                  <a:lnTo>
                    <a:pt x="1260" y="1597"/>
                  </a:lnTo>
                  <a:lnTo>
                    <a:pt x="1764" y="1597"/>
                  </a:lnTo>
                  <a:lnTo>
                    <a:pt x="1176" y="841"/>
                  </a:lnTo>
                  <a:close/>
                  <a:moveTo>
                    <a:pt x="1260" y="841"/>
                  </a:moveTo>
                  <a:lnTo>
                    <a:pt x="1848" y="1597"/>
                  </a:lnTo>
                  <a:lnTo>
                    <a:pt x="2941" y="1597"/>
                  </a:lnTo>
                  <a:lnTo>
                    <a:pt x="2269" y="841"/>
                  </a:lnTo>
                  <a:close/>
                  <a:moveTo>
                    <a:pt x="2437" y="841"/>
                  </a:moveTo>
                  <a:lnTo>
                    <a:pt x="3025" y="1597"/>
                  </a:lnTo>
                  <a:lnTo>
                    <a:pt x="3529" y="1597"/>
                  </a:lnTo>
                  <a:lnTo>
                    <a:pt x="2941" y="841"/>
                  </a:lnTo>
                  <a:close/>
                  <a:moveTo>
                    <a:pt x="1260" y="1849"/>
                  </a:moveTo>
                  <a:lnTo>
                    <a:pt x="1848" y="2521"/>
                  </a:lnTo>
                  <a:lnTo>
                    <a:pt x="2437" y="2521"/>
                  </a:lnTo>
                  <a:lnTo>
                    <a:pt x="1764" y="1849"/>
                  </a:lnTo>
                  <a:close/>
                  <a:moveTo>
                    <a:pt x="1848" y="1849"/>
                  </a:moveTo>
                  <a:lnTo>
                    <a:pt x="2521" y="2521"/>
                  </a:lnTo>
                  <a:lnTo>
                    <a:pt x="3025" y="2521"/>
                  </a:lnTo>
                  <a:lnTo>
                    <a:pt x="2437" y="1849"/>
                  </a:lnTo>
                  <a:close/>
                  <a:moveTo>
                    <a:pt x="2521" y="1849"/>
                  </a:moveTo>
                  <a:lnTo>
                    <a:pt x="3109" y="2521"/>
                  </a:lnTo>
                  <a:lnTo>
                    <a:pt x="4201" y="2521"/>
                  </a:lnTo>
                  <a:lnTo>
                    <a:pt x="3697" y="1849"/>
                  </a:lnTo>
                  <a:lnTo>
                    <a:pt x="3109" y="1849"/>
                  </a:lnTo>
                  <a:lnTo>
                    <a:pt x="3697" y="2521"/>
                  </a:lnTo>
                  <a:lnTo>
                    <a:pt x="3025" y="1849"/>
                  </a:lnTo>
                  <a:close/>
                  <a:moveTo>
                    <a:pt x="2016" y="2689"/>
                  </a:moveTo>
                  <a:lnTo>
                    <a:pt x="2605" y="3361"/>
                  </a:lnTo>
                  <a:lnTo>
                    <a:pt x="3109" y="3361"/>
                  </a:lnTo>
                  <a:lnTo>
                    <a:pt x="2521" y="2689"/>
                  </a:lnTo>
                  <a:close/>
                  <a:moveTo>
                    <a:pt x="2605" y="2689"/>
                  </a:moveTo>
                  <a:lnTo>
                    <a:pt x="3109" y="3361"/>
                  </a:lnTo>
                  <a:lnTo>
                    <a:pt x="3697" y="3361"/>
                  </a:lnTo>
                  <a:lnTo>
                    <a:pt x="3025" y="2689"/>
                  </a:lnTo>
                  <a:close/>
                  <a:moveTo>
                    <a:pt x="3109" y="2689"/>
                  </a:moveTo>
                  <a:lnTo>
                    <a:pt x="3781" y="3361"/>
                  </a:lnTo>
                  <a:lnTo>
                    <a:pt x="4285" y="3361"/>
                  </a:lnTo>
                  <a:lnTo>
                    <a:pt x="3697" y="2689"/>
                  </a:lnTo>
                  <a:close/>
                  <a:moveTo>
                    <a:pt x="3781" y="2689"/>
                  </a:moveTo>
                  <a:lnTo>
                    <a:pt x="4369" y="3361"/>
                  </a:lnTo>
                  <a:lnTo>
                    <a:pt x="4957" y="3361"/>
                  </a:lnTo>
                  <a:lnTo>
                    <a:pt x="4285" y="2689"/>
                  </a:lnTo>
                  <a:close/>
                </a:path>
              </a:pathLst>
            </a:custGeom>
            <a:solidFill>
              <a:srgbClr val="5C7A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00" name="Google Shape;2700;p52"/>
            <p:cNvSpPr/>
            <p:nvPr/>
          </p:nvSpPr>
          <p:spPr>
            <a:xfrm>
              <a:off x="2089435" y="1658394"/>
              <a:ext cx="269554" cy="116656"/>
            </a:xfrm>
            <a:custGeom>
              <a:avLst/>
              <a:gdLst/>
              <a:ahLst/>
              <a:cxnLst/>
              <a:rect l="l" t="t" r="r" b="b"/>
              <a:pathLst>
                <a:path w="8739" h="3782" extrusionOk="0">
                  <a:moveTo>
                    <a:pt x="2101" y="0"/>
                  </a:moveTo>
                  <a:cubicBezTo>
                    <a:pt x="1933" y="0"/>
                    <a:pt x="1765" y="85"/>
                    <a:pt x="1765" y="169"/>
                  </a:cubicBezTo>
                  <a:lnTo>
                    <a:pt x="85" y="3529"/>
                  </a:lnTo>
                  <a:cubicBezTo>
                    <a:pt x="1" y="3697"/>
                    <a:pt x="85" y="3781"/>
                    <a:pt x="169" y="3781"/>
                  </a:cubicBezTo>
                  <a:lnTo>
                    <a:pt x="6639" y="3781"/>
                  </a:lnTo>
                  <a:cubicBezTo>
                    <a:pt x="6807" y="3781"/>
                    <a:pt x="6975" y="3697"/>
                    <a:pt x="6975" y="3529"/>
                  </a:cubicBezTo>
                  <a:lnTo>
                    <a:pt x="8655" y="169"/>
                  </a:lnTo>
                  <a:cubicBezTo>
                    <a:pt x="8739" y="85"/>
                    <a:pt x="8655" y="0"/>
                    <a:pt x="8571" y="0"/>
                  </a:cubicBezTo>
                  <a:close/>
                </a:path>
              </a:pathLst>
            </a:custGeom>
            <a:solidFill>
              <a:srgbClr val="5A6A7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01" name="Google Shape;2701;p52"/>
            <p:cNvSpPr/>
            <p:nvPr/>
          </p:nvSpPr>
          <p:spPr>
            <a:xfrm>
              <a:off x="2094648" y="1660985"/>
              <a:ext cx="253978" cy="106292"/>
            </a:xfrm>
            <a:custGeom>
              <a:avLst/>
              <a:gdLst/>
              <a:ahLst/>
              <a:cxnLst/>
              <a:rect l="l" t="t" r="r" b="b"/>
              <a:pathLst>
                <a:path w="8234" h="3446" extrusionOk="0">
                  <a:moveTo>
                    <a:pt x="1680" y="1"/>
                  </a:moveTo>
                  <a:lnTo>
                    <a:pt x="1260" y="841"/>
                  </a:lnTo>
                  <a:lnTo>
                    <a:pt x="2773" y="841"/>
                  </a:lnTo>
                  <a:lnTo>
                    <a:pt x="3193" y="1"/>
                  </a:lnTo>
                  <a:close/>
                  <a:moveTo>
                    <a:pt x="3361" y="1"/>
                  </a:moveTo>
                  <a:lnTo>
                    <a:pt x="2941" y="841"/>
                  </a:lnTo>
                  <a:lnTo>
                    <a:pt x="4453" y="841"/>
                  </a:lnTo>
                  <a:lnTo>
                    <a:pt x="4873" y="1"/>
                  </a:lnTo>
                  <a:close/>
                  <a:moveTo>
                    <a:pt x="5041" y="1"/>
                  </a:moveTo>
                  <a:lnTo>
                    <a:pt x="4621" y="841"/>
                  </a:lnTo>
                  <a:lnTo>
                    <a:pt x="6133" y="841"/>
                  </a:lnTo>
                  <a:lnTo>
                    <a:pt x="6554" y="1"/>
                  </a:lnTo>
                  <a:close/>
                  <a:moveTo>
                    <a:pt x="6722" y="1"/>
                  </a:moveTo>
                  <a:lnTo>
                    <a:pt x="6301" y="841"/>
                  </a:lnTo>
                  <a:lnTo>
                    <a:pt x="7814" y="841"/>
                  </a:lnTo>
                  <a:lnTo>
                    <a:pt x="8234" y="1"/>
                  </a:lnTo>
                  <a:close/>
                  <a:moveTo>
                    <a:pt x="1260" y="925"/>
                  </a:moveTo>
                  <a:lnTo>
                    <a:pt x="840" y="1765"/>
                  </a:lnTo>
                  <a:lnTo>
                    <a:pt x="420" y="2605"/>
                  </a:lnTo>
                  <a:lnTo>
                    <a:pt x="0" y="3445"/>
                  </a:lnTo>
                  <a:lnTo>
                    <a:pt x="1512" y="3445"/>
                  </a:lnTo>
                  <a:lnTo>
                    <a:pt x="1932" y="2605"/>
                  </a:lnTo>
                  <a:lnTo>
                    <a:pt x="2353" y="1765"/>
                  </a:lnTo>
                  <a:lnTo>
                    <a:pt x="2773" y="925"/>
                  </a:lnTo>
                  <a:close/>
                  <a:moveTo>
                    <a:pt x="2941" y="925"/>
                  </a:moveTo>
                  <a:lnTo>
                    <a:pt x="2521" y="1765"/>
                  </a:lnTo>
                  <a:lnTo>
                    <a:pt x="2100" y="2605"/>
                  </a:lnTo>
                  <a:lnTo>
                    <a:pt x="1680" y="3445"/>
                  </a:lnTo>
                  <a:lnTo>
                    <a:pt x="3193" y="3445"/>
                  </a:lnTo>
                  <a:lnTo>
                    <a:pt x="3613" y="2605"/>
                  </a:lnTo>
                  <a:lnTo>
                    <a:pt x="4033" y="1765"/>
                  </a:lnTo>
                  <a:lnTo>
                    <a:pt x="4453" y="925"/>
                  </a:lnTo>
                  <a:close/>
                  <a:moveTo>
                    <a:pt x="4621" y="925"/>
                  </a:moveTo>
                  <a:lnTo>
                    <a:pt x="4201" y="1765"/>
                  </a:lnTo>
                  <a:lnTo>
                    <a:pt x="3781" y="2605"/>
                  </a:lnTo>
                  <a:lnTo>
                    <a:pt x="3361" y="3445"/>
                  </a:lnTo>
                  <a:lnTo>
                    <a:pt x="4873" y="3445"/>
                  </a:lnTo>
                  <a:lnTo>
                    <a:pt x="5293" y="2605"/>
                  </a:lnTo>
                  <a:lnTo>
                    <a:pt x="5713" y="1765"/>
                  </a:lnTo>
                  <a:lnTo>
                    <a:pt x="6133" y="925"/>
                  </a:lnTo>
                  <a:close/>
                  <a:moveTo>
                    <a:pt x="6301" y="925"/>
                  </a:moveTo>
                  <a:lnTo>
                    <a:pt x="5881" y="1765"/>
                  </a:lnTo>
                  <a:lnTo>
                    <a:pt x="5461" y="2605"/>
                  </a:lnTo>
                  <a:lnTo>
                    <a:pt x="5041" y="3445"/>
                  </a:lnTo>
                  <a:lnTo>
                    <a:pt x="6554" y="3445"/>
                  </a:lnTo>
                  <a:lnTo>
                    <a:pt x="6974" y="2605"/>
                  </a:lnTo>
                  <a:lnTo>
                    <a:pt x="7394" y="1765"/>
                  </a:lnTo>
                  <a:lnTo>
                    <a:pt x="7814" y="925"/>
                  </a:lnTo>
                  <a:close/>
                </a:path>
              </a:pathLst>
            </a:custGeom>
            <a:solidFill>
              <a:srgbClr val="78B2B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02" name="Google Shape;2702;p52"/>
            <p:cNvSpPr/>
            <p:nvPr/>
          </p:nvSpPr>
          <p:spPr>
            <a:xfrm>
              <a:off x="2097239" y="1663576"/>
              <a:ext cx="246205" cy="103701"/>
            </a:xfrm>
            <a:custGeom>
              <a:avLst/>
              <a:gdLst/>
              <a:ahLst/>
              <a:cxnLst/>
              <a:rect l="l" t="t" r="r" b="b"/>
              <a:pathLst>
                <a:path w="7982" h="3362" extrusionOk="0">
                  <a:moveTo>
                    <a:pt x="1596" y="1"/>
                  </a:moveTo>
                  <a:lnTo>
                    <a:pt x="1260" y="757"/>
                  </a:lnTo>
                  <a:lnTo>
                    <a:pt x="2689" y="757"/>
                  </a:lnTo>
                  <a:lnTo>
                    <a:pt x="2941" y="1"/>
                  </a:lnTo>
                  <a:close/>
                  <a:moveTo>
                    <a:pt x="3277" y="1"/>
                  </a:moveTo>
                  <a:lnTo>
                    <a:pt x="2857" y="757"/>
                  </a:lnTo>
                  <a:lnTo>
                    <a:pt x="4201" y="757"/>
                  </a:lnTo>
                  <a:lnTo>
                    <a:pt x="4621" y="1"/>
                  </a:lnTo>
                  <a:close/>
                  <a:moveTo>
                    <a:pt x="4957" y="1"/>
                  </a:moveTo>
                  <a:lnTo>
                    <a:pt x="4621" y="757"/>
                  </a:lnTo>
                  <a:lnTo>
                    <a:pt x="6049" y="757"/>
                  </a:lnTo>
                  <a:lnTo>
                    <a:pt x="6301" y="1"/>
                  </a:lnTo>
                  <a:close/>
                  <a:moveTo>
                    <a:pt x="6638" y="1"/>
                  </a:moveTo>
                  <a:lnTo>
                    <a:pt x="6301" y="757"/>
                  </a:lnTo>
                  <a:lnTo>
                    <a:pt x="7730" y="757"/>
                  </a:lnTo>
                  <a:lnTo>
                    <a:pt x="7982" y="1"/>
                  </a:lnTo>
                  <a:close/>
                  <a:moveTo>
                    <a:pt x="1176" y="841"/>
                  </a:moveTo>
                  <a:lnTo>
                    <a:pt x="840" y="1597"/>
                  </a:lnTo>
                  <a:lnTo>
                    <a:pt x="2185" y="1597"/>
                  </a:lnTo>
                  <a:lnTo>
                    <a:pt x="2521" y="841"/>
                  </a:lnTo>
                  <a:close/>
                  <a:moveTo>
                    <a:pt x="2857" y="841"/>
                  </a:moveTo>
                  <a:lnTo>
                    <a:pt x="2521" y="1597"/>
                  </a:lnTo>
                  <a:lnTo>
                    <a:pt x="3949" y="1597"/>
                  </a:lnTo>
                  <a:lnTo>
                    <a:pt x="4201" y="841"/>
                  </a:lnTo>
                  <a:close/>
                  <a:moveTo>
                    <a:pt x="4537" y="841"/>
                  </a:moveTo>
                  <a:lnTo>
                    <a:pt x="4201" y="1597"/>
                  </a:lnTo>
                  <a:lnTo>
                    <a:pt x="5629" y="1597"/>
                  </a:lnTo>
                  <a:lnTo>
                    <a:pt x="5881" y="841"/>
                  </a:lnTo>
                  <a:close/>
                  <a:moveTo>
                    <a:pt x="6217" y="841"/>
                  </a:moveTo>
                  <a:lnTo>
                    <a:pt x="5881" y="1597"/>
                  </a:lnTo>
                  <a:lnTo>
                    <a:pt x="7310" y="1597"/>
                  </a:lnTo>
                  <a:lnTo>
                    <a:pt x="7562" y="841"/>
                  </a:lnTo>
                  <a:close/>
                  <a:moveTo>
                    <a:pt x="756" y="1681"/>
                  </a:moveTo>
                  <a:lnTo>
                    <a:pt x="420" y="2437"/>
                  </a:lnTo>
                  <a:lnTo>
                    <a:pt x="1848" y="2437"/>
                  </a:lnTo>
                  <a:lnTo>
                    <a:pt x="2101" y="1681"/>
                  </a:lnTo>
                  <a:close/>
                  <a:moveTo>
                    <a:pt x="2437" y="1681"/>
                  </a:moveTo>
                  <a:lnTo>
                    <a:pt x="2101" y="2437"/>
                  </a:lnTo>
                  <a:lnTo>
                    <a:pt x="3529" y="2437"/>
                  </a:lnTo>
                  <a:lnTo>
                    <a:pt x="3781" y="1681"/>
                  </a:lnTo>
                  <a:close/>
                  <a:moveTo>
                    <a:pt x="4117" y="1681"/>
                  </a:moveTo>
                  <a:lnTo>
                    <a:pt x="3781" y="2437"/>
                  </a:lnTo>
                  <a:lnTo>
                    <a:pt x="5209" y="2437"/>
                  </a:lnTo>
                  <a:lnTo>
                    <a:pt x="5461" y="1681"/>
                  </a:lnTo>
                  <a:close/>
                  <a:moveTo>
                    <a:pt x="5797" y="1681"/>
                  </a:moveTo>
                  <a:lnTo>
                    <a:pt x="5461" y="2437"/>
                  </a:lnTo>
                  <a:lnTo>
                    <a:pt x="6890" y="2437"/>
                  </a:lnTo>
                  <a:lnTo>
                    <a:pt x="7142" y="1681"/>
                  </a:lnTo>
                  <a:close/>
                  <a:moveTo>
                    <a:pt x="336" y="2689"/>
                  </a:moveTo>
                  <a:lnTo>
                    <a:pt x="0" y="3361"/>
                  </a:lnTo>
                  <a:lnTo>
                    <a:pt x="1428" y="3361"/>
                  </a:lnTo>
                  <a:lnTo>
                    <a:pt x="1680" y="2689"/>
                  </a:lnTo>
                  <a:close/>
                  <a:moveTo>
                    <a:pt x="2016" y="2689"/>
                  </a:moveTo>
                  <a:lnTo>
                    <a:pt x="1680" y="3361"/>
                  </a:lnTo>
                  <a:lnTo>
                    <a:pt x="3109" y="3361"/>
                  </a:lnTo>
                  <a:lnTo>
                    <a:pt x="3361" y="2689"/>
                  </a:lnTo>
                  <a:close/>
                  <a:moveTo>
                    <a:pt x="3697" y="2689"/>
                  </a:moveTo>
                  <a:lnTo>
                    <a:pt x="3361" y="3361"/>
                  </a:lnTo>
                  <a:lnTo>
                    <a:pt x="4789" y="3361"/>
                  </a:lnTo>
                  <a:lnTo>
                    <a:pt x="5041" y="2689"/>
                  </a:lnTo>
                  <a:close/>
                  <a:moveTo>
                    <a:pt x="5377" y="2689"/>
                  </a:moveTo>
                  <a:lnTo>
                    <a:pt x="5041" y="3361"/>
                  </a:lnTo>
                  <a:lnTo>
                    <a:pt x="6386" y="3361"/>
                  </a:lnTo>
                  <a:lnTo>
                    <a:pt x="6722" y="2689"/>
                  </a:lnTo>
                  <a:close/>
                </a:path>
              </a:pathLst>
            </a:custGeom>
            <a:solidFill>
              <a:srgbClr val="5C7A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03" name="Google Shape;2703;p52"/>
            <p:cNvSpPr/>
            <p:nvPr/>
          </p:nvSpPr>
          <p:spPr>
            <a:xfrm>
              <a:off x="2817683" y="1878695"/>
              <a:ext cx="127020" cy="1676751"/>
            </a:xfrm>
            <a:custGeom>
              <a:avLst/>
              <a:gdLst/>
              <a:ahLst/>
              <a:cxnLst/>
              <a:rect l="l" t="t" r="r" b="b"/>
              <a:pathLst>
                <a:path w="4118" h="53353" extrusionOk="0">
                  <a:moveTo>
                    <a:pt x="0" y="0"/>
                  </a:moveTo>
                  <a:lnTo>
                    <a:pt x="0" y="53352"/>
                  </a:lnTo>
                  <a:lnTo>
                    <a:pt x="4117" y="53352"/>
                  </a:lnTo>
                  <a:lnTo>
                    <a:pt x="4117" y="0"/>
                  </a:lnTo>
                  <a:close/>
                </a:path>
              </a:pathLst>
            </a:custGeom>
            <a:solidFill>
              <a:srgbClr val="D7A6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04" name="Google Shape;2704;p52"/>
            <p:cNvSpPr/>
            <p:nvPr/>
          </p:nvSpPr>
          <p:spPr>
            <a:xfrm>
              <a:off x="2558528" y="1878695"/>
              <a:ext cx="259191" cy="1676751"/>
            </a:xfrm>
            <a:custGeom>
              <a:avLst/>
              <a:gdLst/>
              <a:ahLst/>
              <a:cxnLst/>
              <a:rect l="l" t="t" r="r" b="b"/>
              <a:pathLst>
                <a:path w="8403" h="53353" extrusionOk="0">
                  <a:moveTo>
                    <a:pt x="0" y="0"/>
                  </a:moveTo>
                  <a:lnTo>
                    <a:pt x="0" y="53352"/>
                  </a:lnTo>
                  <a:lnTo>
                    <a:pt x="8402" y="53352"/>
                  </a:lnTo>
                  <a:lnTo>
                    <a:pt x="8402" y="0"/>
                  </a:lnTo>
                  <a:close/>
                </a:path>
              </a:pathLst>
            </a:custGeom>
            <a:solidFill>
              <a:srgbClr val="EECC9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05" name="Google Shape;2705;p52"/>
            <p:cNvSpPr/>
            <p:nvPr/>
          </p:nvSpPr>
          <p:spPr>
            <a:xfrm>
              <a:off x="2778821" y="1707623"/>
              <a:ext cx="168475" cy="150339"/>
            </a:xfrm>
            <a:custGeom>
              <a:avLst/>
              <a:gdLst/>
              <a:ahLst/>
              <a:cxnLst/>
              <a:rect l="l" t="t" r="r" b="b"/>
              <a:pathLst>
                <a:path w="5462" h="4874" extrusionOk="0">
                  <a:moveTo>
                    <a:pt x="3025" y="1"/>
                  </a:moveTo>
                  <a:lnTo>
                    <a:pt x="756" y="1429"/>
                  </a:lnTo>
                  <a:lnTo>
                    <a:pt x="0" y="4874"/>
                  </a:lnTo>
                  <a:lnTo>
                    <a:pt x="0" y="4874"/>
                  </a:lnTo>
                  <a:lnTo>
                    <a:pt x="5461" y="4790"/>
                  </a:lnTo>
                  <a:lnTo>
                    <a:pt x="3025" y="1"/>
                  </a:lnTo>
                  <a:close/>
                </a:path>
              </a:pathLst>
            </a:custGeom>
            <a:solidFill>
              <a:srgbClr val="D7A6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06" name="Google Shape;2706;p52"/>
            <p:cNvSpPr/>
            <p:nvPr/>
          </p:nvSpPr>
          <p:spPr>
            <a:xfrm>
              <a:off x="2542980" y="1707623"/>
              <a:ext cx="329147" cy="160733"/>
            </a:xfrm>
            <a:custGeom>
              <a:avLst/>
              <a:gdLst/>
              <a:ahLst/>
              <a:cxnLst/>
              <a:rect l="l" t="t" r="r" b="b"/>
              <a:pathLst>
                <a:path w="10671" h="5211" extrusionOk="0">
                  <a:moveTo>
                    <a:pt x="2605" y="1"/>
                  </a:moveTo>
                  <a:lnTo>
                    <a:pt x="0" y="5210"/>
                  </a:lnTo>
                  <a:lnTo>
                    <a:pt x="8150" y="5210"/>
                  </a:lnTo>
                  <a:lnTo>
                    <a:pt x="10671" y="1"/>
                  </a:lnTo>
                  <a:close/>
                </a:path>
              </a:pathLst>
            </a:custGeom>
            <a:solidFill>
              <a:srgbClr val="EECC9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07" name="Google Shape;2707;p52"/>
            <p:cNvSpPr/>
            <p:nvPr/>
          </p:nvSpPr>
          <p:spPr>
            <a:xfrm>
              <a:off x="2817686" y="1850158"/>
              <a:ext cx="134793" cy="38926"/>
            </a:xfrm>
            <a:custGeom>
              <a:avLst/>
              <a:gdLst/>
              <a:ahLst/>
              <a:cxnLst/>
              <a:rect l="l" t="t" r="r" b="b"/>
              <a:pathLst>
                <a:path w="4370" h="1262" extrusionOk="0">
                  <a:moveTo>
                    <a:pt x="0" y="1"/>
                  </a:moveTo>
                  <a:lnTo>
                    <a:pt x="0" y="1261"/>
                  </a:lnTo>
                  <a:lnTo>
                    <a:pt x="4369" y="1261"/>
                  </a:lnTo>
                  <a:lnTo>
                    <a:pt x="4369" y="1"/>
                  </a:lnTo>
                  <a:close/>
                </a:path>
              </a:pathLst>
            </a:custGeom>
            <a:solidFill>
              <a:srgbClr val="DDF0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08" name="Google Shape;2708;p52"/>
            <p:cNvSpPr/>
            <p:nvPr/>
          </p:nvSpPr>
          <p:spPr>
            <a:xfrm>
              <a:off x="2537798" y="1850158"/>
              <a:ext cx="279918" cy="38926"/>
            </a:xfrm>
            <a:custGeom>
              <a:avLst/>
              <a:gdLst/>
              <a:ahLst/>
              <a:cxnLst/>
              <a:rect l="l" t="t" r="r" b="b"/>
              <a:pathLst>
                <a:path w="9075" h="1262" extrusionOk="0">
                  <a:moveTo>
                    <a:pt x="0" y="1"/>
                  </a:moveTo>
                  <a:lnTo>
                    <a:pt x="0" y="1261"/>
                  </a:lnTo>
                  <a:lnTo>
                    <a:pt x="9074" y="1261"/>
                  </a:lnTo>
                  <a:lnTo>
                    <a:pt x="9074" y="1"/>
                  </a:lnTo>
                  <a:close/>
                </a:path>
              </a:pathLst>
            </a:custGeom>
            <a:solidFill>
              <a:srgbClr val="F5F9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09" name="Google Shape;2709;p52"/>
            <p:cNvSpPr/>
            <p:nvPr/>
          </p:nvSpPr>
          <p:spPr>
            <a:xfrm>
              <a:off x="2817686" y="1995314"/>
              <a:ext cx="134793" cy="38896"/>
            </a:xfrm>
            <a:custGeom>
              <a:avLst/>
              <a:gdLst/>
              <a:ahLst/>
              <a:cxnLst/>
              <a:rect l="l" t="t" r="r" b="b"/>
              <a:pathLst>
                <a:path w="4370" h="1261" extrusionOk="0">
                  <a:moveTo>
                    <a:pt x="0" y="0"/>
                  </a:moveTo>
                  <a:lnTo>
                    <a:pt x="0" y="1260"/>
                  </a:lnTo>
                  <a:lnTo>
                    <a:pt x="4369" y="1260"/>
                  </a:lnTo>
                  <a:lnTo>
                    <a:pt x="4369" y="0"/>
                  </a:lnTo>
                  <a:close/>
                </a:path>
              </a:pathLst>
            </a:custGeom>
            <a:solidFill>
              <a:srgbClr val="DDF0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10" name="Google Shape;2710;p52"/>
            <p:cNvSpPr/>
            <p:nvPr/>
          </p:nvSpPr>
          <p:spPr>
            <a:xfrm>
              <a:off x="2537798" y="1995314"/>
              <a:ext cx="279918" cy="38896"/>
            </a:xfrm>
            <a:custGeom>
              <a:avLst/>
              <a:gdLst/>
              <a:ahLst/>
              <a:cxnLst/>
              <a:rect l="l" t="t" r="r" b="b"/>
              <a:pathLst>
                <a:path w="9075" h="1261" extrusionOk="0">
                  <a:moveTo>
                    <a:pt x="0" y="0"/>
                  </a:moveTo>
                  <a:lnTo>
                    <a:pt x="0" y="1260"/>
                  </a:lnTo>
                  <a:lnTo>
                    <a:pt x="9074" y="1260"/>
                  </a:lnTo>
                  <a:lnTo>
                    <a:pt x="9074" y="0"/>
                  </a:lnTo>
                  <a:close/>
                </a:path>
              </a:pathLst>
            </a:custGeom>
            <a:solidFill>
              <a:srgbClr val="F5F9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11" name="Google Shape;2711;p52"/>
            <p:cNvSpPr/>
            <p:nvPr/>
          </p:nvSpPr>
          <p:spPr>
            <a:xfrm>
              <a:off x="2817686" y="2612091"/>
              <a:ext cx="134793" cy="38896"/>
            </a:xfrm>
            <a:custGeom>
              <a:avLst/>
              <a:gdLst/>
              <a:ahLst/>
              <a:cxnLst/>
              <a:rect l="l" t="t" r="r" b="b"/>
              <a:pathLst>
                <a:path w="4370" h="1261" extrusionOk="0">
                  <a:moveTo>
                    <a:pt x="0" y="1"/>
                  </a:moveTo>
                  <a:lnTo>
                    <a:pt x="0" y="1261"/>
                  </a:lnTo>
                  <a:lnTo>
                    <a:pt x="4369" y="1261"/>
                  </a:lnTo>
                  <a:lnTo>
                    <a:pt x="4369" y="1"/>
                  </a:lnTo>
                  <a:close/>
                </a:path>
              </a:pathLst>
            </a:custGeom>
            <a:solidFill>
              <a:srgbClr val="DDF0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12" name="Google Shape;2712;p52"/>
            <p:cNvSpPr/>
            <p:nvPr/>
          </p:nvSpPr>
          <p:spPr>
            <a:xfrm>
              <a:off x="2537798" y="2612091"/>
              <a:ext cx="279918" cy="38896"/>
            </a:xfrm>
            <a:custGeom>
              <a:avLst/>
              <a:gdLst/>
              <a:ahLst/>
              <a:cxnLst/>
              <a:rect l="l" t="t" r="r" b="b"/>
              <a:pathLst>
                <a:path w="9075" h="1261" extrusionOk="0">
                  <a:moveTo>
                    <a:pt x="0" y="1"/>
                  </a:moveTo>
                  <a:lnTo>
                    <a:pt x="0" y="1261"/>
                  </a:lnTo>
                  <a:lnTo>
                    <a:pt x="9074" y="1261"/>
                  </a:lnTo>
                  <a:lnTo>
                    <a:pt x="9074" y="1"/>
                  </a:lnTo>
                  <a:close/>
                </a:path>
              </a:pathLst>
            </a:custGeom>
            <a:solidFill>
              <a:srgbClr val="F5F9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13" name="Google Shape;2713;p52"/>
            <p:cNvSpPr/>
            <p:nvPr/>
          </p:nvSpPr>
          <p:spPr>
            <a:xfrm>
              <a:off x="2574072" y="1907190"/>
              <a:ext cx="217735" cy="681613"/>
            </a:xfrm>
            <a:custGeom>
              <a:avLst/>
              <a:gdLst/>
              <a:ahLst/>
              <a:cxnLst/>
              <a:rect l="l" t="t" r="r" b="b"/>
              <a:pathLst>
                <a:path w="7059" h="22098" extrusionOk="0">
                  <a:moveTo>
                    <a:pt x="1093" y="2353"/>
                  </a:moveTo>
                  <a:lnTo>
                    <a:pt x="1" y="2353"/>
                  </a:lnTo>
                  <a:lnTo>
                    <a:pt x="1" y="84"/>
                  </a:lnTo>
                  <a:lnTo>
                    <a:pt x="1093" y="84"/>
                  </a:lnTo>
                  <a:close/>
                  <a:moveTo>
                    <a:pt x="3025" y="0"/>
                  </a:moveTo>
                  <a:lnTo>
                    <a:pt x="2017" y="0"/>
                  </a:lnTo>
                  <a:lnTo>
                    <a:pt x="2017" y="2353"/>
                  </a:lnTo>
                  <a:lnTo>
                    <a:pt x="3025" y="2353"/>
                  </a:lnTo>
                  <a:close/>
                  <a:moveTo>
                    <a:pt x="5042" y="0"/>
                  </a:moveTo>
                  <a:lnTo>
                    <a:pt x="4034" y="0"/>
                  </a:lnTo>
                  <a:lnTo>
                    <a:pt x="4034" y="2353"/>
                  </a:lnTo>
                  <a:lnTo>
                    <a:pt x="5042" y="2353"/>
                  </a:lnTo>
                  <a:close/>
                  <a:moveTo>
                    <a:pt x="7058" y="0"/>
                  </a:moveTo>
                  <a:lnTo>
                    <a:pt x="5966" y="0"/>
                  </a:lnTo>
                  <a:lnTo>
                    <a:pt x="5966" y="2353"/>
                  </a:lnTo>
                  <a:lnTo>
                    <a:pt x="7058" y="2353"/>
                  </a:lnTo>
                  <a:close/>
                  <a:moveTo>
                    <a:pt x="1093" y="6974"/>
                  </a:moveTo>
                  <a:lnTo>
                    <a:pt x="1" y="6974"/>
                  </a:lnTo>
                  <a:lnTo>
                    <a:pt x="1" y="4705"/>
                  </a:lnTo>
                  <a:lnTo>
                    <a:pt x="1093" y="4705"/>
                  </a:lnTo>
                  <a:close/>
                  <a:moveTo>
                    <a:pt x="3025" y="4705"/>
                  </a:moveTo>
                  <a:lnTo>
                    <a:pt x="2017" y="4705"/>
                  </a:lnTo>
                  <a:lnTo>
                    <a:pt x="2017" y="6974"/>
                  </a:lnTo>
                  <a:lnTo>
                    <a:pt x="3025" y="6974"/>
                  </a:lnTo>
                  <a:close/>
                  <a:moveTo>
                    <a:pt x="5042" y="4705"/>
                  </a:moveTo>
                  <a:lnTo>
                    <a:pt x="4034" y="4705"/>
                  </a:lnTo>
                  <a:lnTo>
                    <a:pt x="4034" y="6974"/>
                  </a:lnTo>
                  <a:lnTo>
                    <a:pt x="5042" y="6974"/>
                  </a:lnTo>
                  <a:close/>
                  <a:moveTo>
                    <a:pt x="7058" y="4705"/>
                  </a:moveTo>
                  <a:lnTo>
                    <a:pt x="5966" y="4705"/>
                  </a:lnTo>
                  <a:lnTo>
                    <a:pt x="5966" y="6974"/>
                  </a:lnTo>
                  <a:lnTo>
                    <a:pt x="7058" y="6974"/>
                  </a:lnTo>
                  <a:close/>
                  <a:moveTo>
                    <a:pt x="1093" y="9999"/>
                  </a:moveTo>
                  <a:lnTo>
                    <a:pt x="1" y="9999"/>
                  </a:lnTo>
                  <a:lnTo>
                    <a:pt x="1" y="7814"/>
                  </a:lnTo>
                  <a:lnTo>
                    <a:pt x="1093" y="7814"/>
                  </a:lnTo>
                  <a:close/>
                  <a:moveTo>
                    <a:pt x="3025" y="7646"/>
                  </a:moveTo>
                  <a:lnTo>
                    <a:pt x="2017" y="7646"/>
                  </a:lnTo>
                  <a:lnTo>
                    <a:pt x="2017" y="9915"/>
                  </a:lnTo>
                  <a:lnTo>
                    <a:pt x="3025" y="9915"/>
                  </a:lnTo>
                  <a:close/>
                  <a:moveTo>
                    <a:pt x="5042" y="7646"/>
                  </a:moveTo>
                  <a:lnTo>
                    <a:pt x="4034" y="7646"/>
                  </a:lnTo>
                  <a:lnTo>
                    <a:pt x="4034" y="9915"/>
                  </a:lnTo>
                  <a:lnTo>
                    <a:pt x="5042" y="9915"/>
                  </a:lnTo>
                  <a:close/>
                  <a:moveTo>
                    <a:pt x="7058" y="7646"/>
                  </a:moveTo>
                  <a:lnTo>
                    <a:pt x="5966" y="7646"/>
                  </a:lnTo>
                  <a:lnTo>
                    <a:pt x="5966" y="9915"/>
                  </a:lnTo>
                  <a:lnTo>
                    <a:pt x="7058" y="9915"/>
                  </a:lnTo>
                  <a:close/>
                  <a:moveTo>
                    <a:pt x="1093" y="13023"/>
                  </a:moveTo>
                  <a:lnTo>
                    <a:pt x="1" y="13023"/>
                  </a:lnTo>
                  <a:lnTo>
                    <a:pt x="1" y="10755"/>
                  </a:lnTo>
                  <a:lnTo>
                    <a:pt x="1093" y="10755"/>
                  </a:lnTo>
                  <a:close/>
                  <a:moveTo>
                    <a:pt x="3025" y="10755"/>
                  </a:moveTo>
                  <a:lnTo>
                    <a:pt x="2017" y="10755"/>
                  </a:lnTo>
                  <a:lnTo>
                    <a:pt x="2017" y="12939"/>
                  </a:lnTo>
                  <a:lnTo>
                    <a:pt x="3025" y="12939"/>
                  </a:lnTo>
                  <a:close/>
                  <a:moveTo>
                    <a:pt x="5042" y="10755"/>
                  </a:moveTo>
                  <a:lnTo>
                    <a:pt x="4034" y="10755"/>
                  </a:lnTo>
                  <a:lnTo>
                    <a:pt x="4034" y="12939"/>
                  </a:lnTo>
                  <a:lnTo>
                    <a:pt x="5042" y="12939"/>
                  </a:lnTo>
                  <a:close/>
                  <a:moveTo>
                    <a:pt x="7058" y="10755"/>
                  </a:moveTo>
                  <a:lnTo>
                    <a:pt x="5966" y="10755"/>
                  </a:lnTo>
                  <a:lnTo>
                    <a:pt x="5966" y="12939"/>
                  </a:lnTo>
                  <a:lnTo>
                    <a:pt x="7058" y="12939"/>
                  </a:lnTo>
                  <a:close/>
                  <a:moveTo>
                    <a:pt x="1093" y="15964"/>
                  </a:moveTo>
                  <a:lnTo>
                    <a:pt x="1" y="15964"/>
                  </a:lnTo>
                  <a:lnTo>
                    <a:pt x="1" y="13780"/>
                  </a:lnTo>
                  <a:lnTo>
                    <a:pt x="1093" y="13780"/>
                  </a:lnTo>
                  <a:close/>
                  <a:moveTo>
                    <a:pt x="3025" y="13780"/>
                  </a:moveTo>
                  <a:lnTo>
                    <a:pt x="2017" y="13780"/>
                  </a:lnTo>
                  <a:lnTo>
                    <a:pt x="2017" y="15964"/>
                  </a:lnTo>
                  <a:lnTo>
                    <a:pt x="3025" y="15964"/>
                  </a:lnTo>
                  <a:close/>
                  <a:moveTo>
                    <a:pt x="5042" y="13780"/>
                  </a:moveTo>
                  <a:lnTo>
                    <a:pt x="4034" y="13780"/>
                  </a:lnTo>
                  <a:lnTo>
                    <a:pt x="4034" y="15964"/>
                  </a:lnTo>
                  <a:lnTo>
                    <a:pt x="5042" y="15964"/>
                  </a:lnTo>
                  <a:close/>
                  <a:moveTo>
                    <a:pt x="7058" y="13780"/>
                  </a:moveTo>
                  <a:lnTo>
                    <a:pt x="5966" y="13780"/>
                  </a:lnTo>
                  <a:lnTo>
                    <a:pt x="5966" y="15964"/>
                  </a:lnTo>
                  <a:lnTo>
                    <a:pt x="7058" y="15964"/>
                  </a:lnTo>
                  <a:close/>
                  <a:moveTo>
                    <a:pt x="1093" y="18989"/>
                  </a:moveTo>
                  <a:lnTo>
                    <a:pt x="1" y="18989"/>
                  </a:lnTo>
                  <a:lnTo>
                    <a:pt x="1" y="16804"/>
                  </a:lnTo>
                  <a:lnTo>
                    <a:pt x="1093" y="16804"/>
                  </a:lnTo>
                  <a:close/>
                  <a:moveTo>
                    <a:pt x="3025" y="16804"/>
                  </a:moveTo>
                  <a:lnTo>
                    <a:pt x="2017" y="16804"/>
                  </a:lnTo>
                  <a:lnTo>
                    <a:pt x="2017" y="18989"/>
                  </a:lnTo>
                  <a:lnTo>
                    <a:pt x="3025" y="18989"/>
                  </a:lnTo>
                  <a:close/>
                  <a:moveTo>
                    <a:pt x="5042" y="16804"/>
                  </a:moveTo>
                  <a:lnTo>
                    <a:pt x="4034" y="16804"/>
                  </a:lnTo>
                  <a:lnTo>
                    <a:pt x="4034" y="18989"/>
                  </a:lnTo>
                  <a:lnTo>
                    <a:pt x="5042" y="18989"/>
                  </a:lnTo>
                  <a:close/>
                  <a:moveTo>
                    <a:pt x="7058" y="16804"/>
                  </a:moveTo>
                  <a:lnTo>
                    <a:pt x="5966" y="16804"/>
                  </a:lnTo>
                  <a:lnTo>
                    <a:pt x="5966" y="18989"/>
                  </a:lnTo>
                  <a:lnTo>
                    <a:pt x="7058" y="18989"/>
                  </a:lnTo>
                  <a:close/>
                  <a:moveTo>
                    <a:pt x="1093" y="22097"/>
                  </a:moveTo>
                  <a:lnTo>
                    <a:pt x="1" y="22097"/>
                  </a:lnTo>
                  <a:lnTo>
                    <a:pt x="1" y="19829"/>
                  </a:lnTo>
                  <a:lnTo>
                    <a:pt x="1093" y="19829"/>
                  </a:lnTo>
                  <a:close/>
                  <a:moveTo>
                    <a:pt x="3025" y="19829"/>
                  </a:moveTo>
                  <a:lnTo>
                    <a:pt x="2017" y="19829"/>
                  </a:lnTo>
                  <a:lnTo>
                    <a:pt x="2017" y="22097"/>
                  </a:lnTo>
                  <a:lnTo>
                    <a:pt x="3025" y="22097"/>
                  </a:lnTo>
                  <a:close/>
                  <a:moveTo>
                    <a:pt x="5042" y="19829"/>
                  </a:moveTo>
                  <a:lnTo>
                    <a:pt x="4034" y="19829"/>
                  </a:lnTo>
                  <a:lnTo>
                    <a:pt x="4034" y="22097"/>
                  </a:lnTo>
                  <a:lnTo>
                    <a:pt x="5042" y="22097"/>
                  </a:lnTo>
                  <a:close/>
                  <a:moveTo>
                    <a:pt x="7058" y="19829"/>
                  </a:moveTo>
                  <a:lnTo>
                    <a:pt x="5966" y="19829"/>
                  </a:lnTo>
                  <a:lnTo>
                    <a:pt x="5966" y="22097"/>
                  </a:lnTo>
                  <a:lnTo>
                    <a:pt x="7058" y="22097"/>
                  </a:lnTo>
                  <a:close/>
                </a:path>
              </a:pathLst>
            </a:custGeom>
            <a:solidFill>
              <a:srgbClr val="55AD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14" name="Google Shape;2714;p52"/>
            <p:cNvSpPr/>
            <p:nvPr/>
          </p:nvSpPr>
          <p:spPr>
            <a:xfrm>
              <a:off x="2833232" y="1907190"/>
              <a:ext cx="98519" cy="681613"/>
            </a:xfrm>
            <a:custGeom>
              <a:avLst/>
              <a:gdLst/>
              <a:ahLst/>
              <a:cxnLst/>
              <a:rect l="l" t="t" r="r" b="b"/>
              <a:pathLst>
                <a:path w="3194" h="22098" extrusionOk="0">
                  <a:moveTo>
                    <a:pt x="1" y="84"/>
                  </a:moveTo>
                  <a:lnTo>
                    <a:pt x="1" y="2353"/>
                  </a:lnTo>
                  <a:lnTo>
                    <a:pt x="505" y="2353"/>
                  </a:lnTo>
                  <a:lnTo>
                    <a:pt x="505" y="84"/>
                  </a:lnTo>
                  <a:close/>
                  <a:moveTo>
                    <a:pt x="841" y="0"/>
                  </a:moveTo>
                  <a:lnTo>
                    <a:pt x="841" y="2353"/>
                  </a:lnTo>
                  <a:lnTo>
                    <a:pt x="1345" y="2353"/>
                  </a:lnTo>
                  <a:lnTo>
                    <a:pt x="1345" y="0"/>
                  </a:lnTo>
                  <a:close/>
                  <a:moveTo>
                    <a:pt x="1765" y="0"/>
                  </a:moveTo>
                  <a:lnTo>
                    <a:pt x="1765" y="2353"/>
                  </a:lnTo>
                  <a:lnTo>
                    <a:pt x="2353" y="2353"/>
                  </a:lnTo>
                  <a:lnTo>
                    <a:pt x="2353" y="0"/>
                  </a:lnTo>
                  <a:close/>
                  <a:moveTo>
                    <a:pt x="2605" y="0"/>
                  </a:moveTo>
                  <a:lnTo>
                    <a:pt x="2605" y="2353"/>
                  </a:lnTo>
                  <a:lnTo>
                    <a:pt x="3193" y="2353"/>
                  </a:lnTo>
                  <a:lnTo>
                    <a:pt x="3193" y="0"/>
                  </a:lnTo>
                  <a:close/>
                  <a:moveTo>
                    <a:pt x="1" y="4705"/>
                  </a:moveTo>
                  <a:lnTo>
                    <a:pt x="1" y="6974"/>
                  </a:lnTo>
                  <a:lnTo>
                    <a:pt x="505" y="6974"/>
                  </a:lnTo>
                  <a:lnTo>
                    <a:pt x="505" y="4705"/>
                  </a:lnTo>
                  <a:close/>
                  <a:moveTo>
                    <a:pt x="841" y="4705"/>
                  </a:moveTo>
                  <a:lnTo>
                    <a:pt x="841" y="6974"/>
                  </a:lnTo>
                  <a:lnTo>
                    <a:pt x="1345" y="6974"/>
                  </a:lnTo>
                  <a:lnTo>
                    <a:pt x="1345" y="4705"/>
                  </a:lnTo>
                  <a:close/>
                  <a:moveTo>
                    <a:pt x="1765" y="4705"/>
                  </a:moveTo>
                  <a:lnTo>
                    <a:pt x="1765" y="6974"/>
                  </a:lnTo>
                  <a:lnTo>
                    <a:pt x="2353" y="6974"/>
                  </a:lnTo>
                  <a:lnTo>
                    <a:pt x="2353" y="4705"/>
                  </a:lnTo>
                  <a:close/>
                  <a:moveTo>
                    <a:pt x="2605" y="4705"/>
                  </a:moveTo>
                  <a:lnTo>
                    <a:pt x="2605" y="6974"/>
                  </a:lnTo>
                  <a:lnTo>
                    <a:pt x="3193" y="6974"/>
                  </a:lnTo>
                  <a:lnTo>
                    <a:pt x="3193" y="4705"/>
                  </a:lnTo>
                  <a:close/>
                  <a:moveTo>
                    <a:pt x="841" y="7646"/>
                  </a:moveTo>
                  <a:lnTo>
                    <a:pt x="841" y="9915"/>
                  </a:lnTo>
                  <a:lnTo>
                    <a:pt x="1345" y="9915"/>
                  </a:lnTo>
                  <a:lnTo>
                    <a:pt x="1345" y="7646"/>
                  </a:lnTo>
                  <a:close/>
                  <a:moveTo>
                    <a:pt x="1765" y="7646"/>
                  </a:moveTo>
                  <a:lnTo>
                    <a:pt x="1765" y="9915"/>
                  </a:lnTo>
                  <a:lnTo>
                    <a:pt x="2353" y="9915"/>
                  </a:lnTo>
                  <a:lnTo>
                    <a:pt x="2353" y="7646"/>
                  </a:lnTo>
                  <a:close/>
                  <a:moveTo>
                    <a:pt x="2605" y="7646"/>
                  </a:moveTo>
                  <a:lnTo>
                    <a:pt x="2605" y="9915"/>
                  </a:lnTo>
                  <a:lnTo>
                    <a:pt x="3193" y="9915"/>
                  </a:lnTo>
                  <a:lnTo>
                    <a:pt x="3193" y="7646"/>
                  </a:lnTo>
                  <a:close/>
                  <a:moveTo>
                    <a:pt x="1" y="7814"/>
                  </a:moveTo>
                  <a:lnTo>
                    <a:pt x="1" y="9999"/>
                  </a:lnTo>
                  <a:lnTo>
                    <a:pt x="505" y="9999"/>
                  </a:lnTo>
                  <a:lnTo>
                    <a:pt x="505" y="7814"/>
                  </a:lnTo>
                  <a:close/>
                  <a:moveTo>
                    <a:pt x="841" y="10755"/>
                  </a:moveTo>
                  <a:lnTo>
                    <a:pt x="841" y="12939"/>
                  </a:lnTo>
                  <a:lnTo>
                    <a:pt x="1345" y="12939"/>
                  </a:lnTo>
                  <a:lnTo>
                    <a:pt x="1345" y="10755"/>
                  </a:lnTo>
                  <a:close/>
                  <a:moveTo>
                    <a:pt x="1765" y="10755"/>
                  </a:moveTo>
                  <a:lnTo>
                    <a:pt x="1765" y="12939"/>
                  </a:lnTo>
                  <a:lnTo>
                    <a:pt x="2353" y="12939"/>
                  </a:lnTo>
                  <a:lnTo>
                    <a:pt x="2353" y="10755"/>
                  </a:lnTo>
                  <a:close/>
                  <a:moveTo>
                    <a:pt x="2605" y="10755"/>
                  </a:moveTo>
                  <a:lnTo>
                    <a:pt x="2605" y="12939"/>
                  </a:lnTo>
                  <a:lnTo>
                    <a:pt x="3193" y="12939"/>
                  </a:lnTo>
                  <a:lnTo>
                    <a:pt x="3193" y="10755"/>
                  </a:lnTo>
                  <a:close/>
                  <a:moveTo>
                    <a:pt x="1" y="10755"/>
                  </a:moveTo>
                  <a:lnTo>
                    <a:pt x="1" y="13023"/>
                  </a:lnTo>
                  <a:lnTo>
                    <a:pt x="505" y="13023"/>
                  </a:lnTo>
                  <a:lnTo>
                    <a:pt x="505" y="10755"/>
                  </a:lnTo>
                  <a:close/>
                  <a:moveTo>
                    <a:pt x="1" y="13780"/>
                  </a:moveTo>
                  <a:lnTo>
                    <a:pt x="1" y="15964"/>
                  </a:lnTo>
                  <a:lnTo>
                    <a:pt x="505" y="15964"/>
                  </a:lnTo>
                  <a:lnTo>
                    <a:pt x="505" y="13780"/>
                  </a:lnTo>
                  <a:close/>
                  <a:moveTo>
                    <a:pt x="841" y="13780"/>
                  </a:moveTo>
                  <a:lnTo>
                    <a:pt x="841" y="15964"/>
                  </a:lnTo>
                  <a:lnTo>
                    <a:pt x="1345" y="15964"/>
                  </a:lnTo>
                  <a:lnTo>
                    <a:pt x="1345" y="13780"/>
                  </a:lnTo>
                  <a:close/>
                  <a:moveTo>
                    <a:pt x="1765" y="13780"/>
                  </a:moveTo>
                  <a:lnTo>
                    <a:pt x="1765" y="15964"/>
                  </a:lnTo>
                  <a:lnTo>
                    <a:pt x="2353" y="15964"/>
                  </a:lnTo>
                  <a:lnTo>
                    <a:pt x="2353" y="13780"/>
                  </a:lnTo>
                  <a:close/>
                  <a:moveTo>
                    <a:pt x="2605" y="13780"/>
                  </a:moveTo>
                  <a:lnTo>
                    <a:pt x="2605" y="15964"/>
                  </a:lnTo>
                  <a:lnTo>
                    <a:pt x="3193" y="15964"/>
                  </a:lnTo>
                  <a:lnTo>
                    <a:pt x="3193" y="13780"/>
                  </a:lnTo>
                  <a:close/>
                  <a:moveTo>
                    <a:pt x="1" y="16804"/>
                  </a:moveTo>
                  <a:lnTo>
                    <a:pt x="1" y="18989"/>
                  </a:lnTo>
                  <a:lnTo>
                    <a:pt x="505" y="18989"/>
                  </a:lnTo>
                  <a:lnTo>
                    <a:pt x="505" y="16804"/>
                  </a:lnTo>
                  <a:close/>
                  <a:moveTo>
                    <a:pt x="841" y="16804"/>
                  </a:moveTo>
                  <a:lnTo>
                    <a:pt x="841" y="18989"/>
                  </a:lnTo>
                  <a:lnTo>
                    <a:pt x="1345" y="18989"/>
                  </a:lnTo>
                  <a:lnTo>
                    <a:pt x="1345" y="16804"/>
                  </a:lnTo>
                  <a:close/>
                  <a:moveTo>
                    <a:pt x="1765" y="16804"/>
                  </a:moveTo>
                  <a:lnTo>
                    <a:pt x="1765" y="18989"/>
                  </a:lnTo>
                  <a:lnTo>
                    <a:pt x="2353" y="18989"/>
                  </a:lnTo>
                  <a:lnTo>
                    <a:pt x="2353" y="16804"/>
                  </a:lnTo>
                  <a:close/>
                  <a:moveTo>
                    <a:pt x="2605" y="16804"/>
                  </a:moveTo>
                  <a:lnTo>
                    <a:pt x="2605" y="18989"/>
                  </a:lnTo>
                  <a:lnTo>
                    <a:pt x="3193" y="18989"/>
                  </a:lnTo>
                  <a:lnTo>
                    <a:pt x="3193" y="16804"/>
                  </a:lnTo>
                  <a:close/>
                  <a:moveTo>
                    <a:pt x="1" y="19829"/>
                  </a:moveTo>
                  <a:lnTo>
                    <a:pt x="1" y="22097"/>
                  </a:lnTo>
                  <a:lnTo>
                    <a:pt x="505" y="22097"/>
                  </a:lnTo>
                  <a:lnTo>
                    <a:pt x="505" y="19829"/>
                  </a:lnTo>
                  <a:close/>
                  <a:moveTo>
                    <a:pt x="841" y="19829"/>
                  </a:moveTo>
                  <a:lnTo>
                    <a:pt x="841" y="22097"/>
                  </a:lnTo>
                  <a:lnTo>
                    <a:pt x="1345" y="22097"/>
                  </a:lnTo>
                  <a:lnTo>
                    <a:pt x="1345" y="19829"/>
                  </a:lnTo>
                  <a:close/>
                  <a:moveTo>
                    <a:pt x="1765" y="19829"/>
                  </a:moveTo>
                  <a:lnTo>
                    <a:pt x="1765" y="22097"/>
                  </a:lnTo>
                  <a:lnTo>
                    <a:pt x="2353" y="22097"/>
                  </a:lnTo>
                  <a:lnTo>
                    <a:pt x="2353" y="19829"/>
                  </a:lnTo>
                  <a:close/>
                  <a:moveTo>
                    <a:pt x="2605" y="19829"/>
                  </a:moveTo>
                  <a:lnTo>
                    <a:pt x="2605" y="22097"/>
                  </a:lnTo>
                  <a:lnTo>
                    <a:pt x="3193" y="22097"/>
                  </a:lnTo>
                  <a:lnTo>
                    <a:pt x="3193" y="19829"/>
                  </a:lnTo>
                  <a:close/>
                </a:path>
              </a:pathLst>
            </a:custGeom>
            <a:solidFill>
              <a:srgbClr val="408BC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15" name="Google Shape;2715;p52"/>
            <p:cNvSpPr/>
            <p:nvPr/>
          </p:nvSpPr>
          <p:spPr>
            <a:xfrm>
              <a:off x="2574072" y="2679487"/>
              <a:ext cx="217735" cy="533896"/>
            </a:xfrm>
            <a:custGeom>
              <a:avLst/>
              <a:gdLst/>
              <a:ahLst/>
              <a:cxnLst/>
              <a:rect l="l" t="t" r="r" b="b"/>
              <a:pathLst>
                <a:path w="7059" h="17309" extrusionOk="0">
                  <a:moveTo>
                    <a:pt x="2017" y="12015"/>
                  </a:moveTo>
                  <a:lnTo>
                    <a:pt x="3025" y="12015"/>
                  </a:lnTo>
                  <a:lnTo>
                    <a:pt x="3025" y="14199"/>
                  </a:lnTo>
                  <a:lnTo>
                    <a:pt x="2017" y="14199"/>
                  </a:lnTo>
                  <a:close/>
                  <a:moveTo>
                    <a:pt x="2017" y="11175"/>
                  </a:moveTo>
                  <a:lnTo>
                    <a:pt x="3025" y="11175"/>
                  </a:lnTo>
                  <a:lnTo>
                    <a:pt x="3025" y="8990"/>
                  </a:lnTo>
                  <a:lnTo>
                    <a:pt x="2017" y="8990"/>
                  </a:lnTo>
                  <a:close/>
                  <a:moveTo>
                    <a:pt x="2017" y="17308"/>
                  </a:moveTo>
                  <a:lnTo>
                    <a:pt x="3025" y="17308"/>
                  </a:lnTo>
                  <a:lnTo>
                    <a:pt x="3025" y="15124"/>
                  </a:lnTo>
                  <a:lnTo>
                    <a:pt x="2017" y="15124"/>
                  </a:lnTo>
                  <a:close/>
                  <a:moveTo>
                    <a:pt x="2017" y="5209"/>
                  </a:moveTo>
                  <a:lnTo>
                    <a:pt x="3025" y="5209"/>
                  </a:lnTo>
                  <a:lnTo>
                    <a:pt x="3025" y="3025"/>
                  </a:lnTo>
                  <a:lnTo>
                    <a:pt x="2017" y="3025"/>
                  </a:lnTo>
                  <a:close/>
                  <a:moveTo>
                    <a:pt x="2017" y="8234"/>
                  </a:moveTo>
                  <a:lnTo>
                    <a:pt x="3025" y="8234"/>
                  </a:lnTo>
                  <a:lnTo>
                    <a:pt x="3025" y="6050"/>
                  </a:lnTo>
                  <a:lnTo>
                    <a:pt x="2017" y="6050"/>
                  </a:lnTo>
                  <a:close/>
                  <a:moveTo>
                    <a:pt x="2017" y="2185"/>
                  </a:moveTo>
                  <a:lnTo>
                    <a:pt x="3025" y="2185"/>
                  </a:lnTo>
                  <a:lnTo>
                    <a:pt x="3025" y="0"/>
                  </a:lnTo>
                  <a:lnTo>
                    <a:pt x="2017" y="0"/>
                  </a:lnTo>
                  <a:close/>
                  <a:moveTo>
                    <a:pt x="1" y="11175"/>
                  </a:moveTo>
                  <a:lnTo>
                    <a:pt x="1093" y="11175"/>
                  </a:lnTo>
                  <a:lnTo>
                    <a:pt x="1093" y="8990"/>
                  </a:lnTo>
                  <a:lnTo>
                    <a:pt x="1" y="8990"/>
                  </a:lnTo>
                  <a:close/>
                  <a:moveTo>
                    <a:pt x="1" y="14283"/>
                  </a:moveTo>
                  <a:lnTo>
                    <a:pt x="1093" y="14283"/>
                  </a:lnTo>
                  <a:lnTo>
                    <a:pt x="1093" y="12015"/>
                  </a:lnTo>
                  <a:lnTo>
                    <a:pt x="1" y="12015"/>
                  </a:lnTo>
                  <a:close/>
                  <a:moveTo>
                    <a:pt x="1" y="5209"/>
                  </a:moveTo>
                  <a:lnTo>
                    <a:pt x="1093" y="5209"/>
                  </a:lnTo>
                  <a:lnTo>
                    <a:pt x="1093" y="3025"/>
                  </a:lnTo>
                  <a:lnTo>
                    <a:pt x="1" y="3025"/>
                  </a:lnTo>
                  <a:close/>
                  <a:moveTo>
                    <a:pt x="1" y="2185"/>
                  </a:moveTo>
                  <a:lnTo>
                    <a:pt x="1093" y="2185"/>
                  </a:lnTo>
                  <a:lnTo>
                    <a:pt x="1093" y="0"/>
                  </a:lnTo>
                  <a:lnTo>
                    <a:pt x="1" y="0"/>
                  </a:lnTo>
                  <a:close/>
                  <a:moveTo>
                    <a:pt x="1" y="8234"/>
                  </a:moveTo>
                  <a:lnTo>
                    <a:pt x="1093" y="8234"/>
                  </a:lnTo>
                  <a:lnTo>
                    <a:pt x="1093" y="6050"/>
                  </a:lnTo>
                  <a:lnTo>
                    <a:pt x="1" y="6050"/>
                  </a:lnTo>
                  <a:close/>
                  <a:moveTo>
                    <a:pt x="1" y="17308"/>
                  </a:moveTo>
                  <a:lnTo>
                    <a:pt x="1093" y="17308"/>
                  </a:lnTo>
                  <a:lnTo>
                    <a:pt x="1093" y="15124"/>
                  </a:lnTo>
                  <a:lnTo>
                    <a:pt x="1" y="15124"/>
                  </a:lnTo>
                  <a:close/>
                  <a:moveTo>
                    <a:pt x="5966" y="8234"/>
                  </a:moveTo>
                  <a:lnTo>
                    <a:pt x="7058" y="8234"/>
                  </a:lnTo>
                  <a:lnTo>
                    <a:pt x="7058" y="6050"/>
                  </a:lnTo>
                  <a:lnTo>
                    <a:pt x="5966" y="6050"/>
                  </a:lnTo>
                  <a:close/>
                  <a:moveTo>
                    <a:pt x="5966" y="17308"/>
                  </a:moveTo>
                  <a:lnTo>
                    <a:pt x="7058" y="17308"/>
                  </a:lnTo>
                  <a:lnTo>
                    <a:pt x="7058" y="15124"/>
                  </a:lnTo>
                  <a:lnTo>
                    <a:pt x="5966" y="15124"/>
                  </a:lnTo>
                  <a:close/>
                  <a:moveTo>
                    <a:pt x="5966" y="14283"/>
                  </a:moveTo>
                  <a:lnTo>
                    <a:pt x="7058" y="14283"/>
                  </a:lnTo>
                  <a:lnTo>
                    <a:pt x="7058" y="12015"/>
                  </a:lnTo>
                  <a:lnTo>
                    <a:pt x="5966" y="12015"/>
                  </a:lnTo>
                  <a:close/>
                  <a:moveTo>
                    <a:pt x="5966" y="11175"/>
                  </a:moveTo>
                  <a:lnTo>
                    <a:pt x="7058" y="11175"/>
                  </a:lnTo>
                  <a:lnTo>
                    <a:pt x="7058" y="8990"/>
                  </a:lnTo>
                  <a:lnTo>
                    <a:pt x="5966" y="8990"/>
                  </a:lnTo>
                  <a:close/>
                  <a:moveTo>
                    <a:pt x="5966" y="5209"/>
                  </a:moveTo>
                  <a:lnTo>
                    <a:pt x="7058" y="5209"/>
                  </a:lnTo>
                  <a:lnTo>
                    <a:pt x="7058" y="3025"/>
                  </a:lnTo>
                  <a:lnTo>
                    <a:pt x="5966" y="3025"/>
                  </a:lnTo>
                  <a:close/>
                  <a:moveTo>
                    <a:pt x="5966" y="2185"/>
                  </a:moveTo>
                  <a:lnTo>
                    <a:pt x="7058" y="2185"/>
                  </a:lnTo>
                  <a:lnTo>
                    <a:pt x="7058" y="0"/>
                  </a:lnTo>
                  <a:lnTo>
                    <a:pt x="5966" y="0"/>
                  </a:lnTo>
                  <a:close/>
                  <a:moveTo>
                    <a:pt x="4034" y="11175"/>
                  </a:moveTo>
                  <a:lnTo>
                    <a:pt x="5042" y="11175"/>
                  </a:lnTo>
                  <a:lnTo>
                    <a:pt x="5042" y="8990"/>
                  </a:lnTo>
                  <a:lnTo>
                    <a:pt x="4034" y="8990"/>
                  </a:lnTo>
                  <a:close/>
                  <a:moveTo>
                    <a:pt x="4034" y="14283"/>
                  </a:moveTo>
                  <a:lnTo>
                    <a:pt x="5042" y="14283"/>
                  </a:lnTo>
                  <a:lnTo>
                    <a:pt x="5042" y="12015"/>
                  </a:lnTo>
                  <a:lnTo>
                    <a:pt x="4034" y="12015"/>
                  </a:lnTo>
                  <a:close/>
                  <a:moveTo>
                    <a:pt x="4034" y="17308"/>
                  </a:moveTo>
                  <a:lnTo>
                    <a:pt x="5042" y="17308"/>
                  </a:lnTo>
                  <a:lnTo>
                    <a:pt x="5042" y="15124"/>
                  </a:lnTo>
                  <a:lnTo>
                    <a:pt x="4034" y="15124"/>
                  </a:lnTo>
                  <a:close/>
                  <a:moveTo>
                    <a:pt x="4034" y="2185"/>
                  </a:moveTo>
                  <a:lnTo>
                    <a:pt x="5042" y="2185"/>
                  </a:lnTo>
                  <a:lnTo>
                    <a:pt x="5042" y="0"/>
                  </a:lnTo>
                  <a:lnTo>
                    <a:pt x="4034" y="0"/>
                  </a:lnTo>
                  <a:close/>
                  <a:moveTo>
                    <a:pt x="4034" y="5209"/>
                  </a:moveTo>
                  <a:lnTo>
                    <a:pt x="5042" y="5209"/>
                  </a:lnTo>
                  <a:lnTo>
                    <a:pt x="5042" y="3025"/>
                  </a:lnTo>
                  <a:lnTo>
                    <a:pt x="4034" y="3025"/>
                  </a:lnTo>
                  <a:close/>
                  <a:moveTo>
                    <a:pt x="4034" y="8234"/>
                  </a:moveTo>
                  <a:lnTo>
                    <a:pt x="5042" y="8234"/>
                  </a:lnTo>
                  <a:lnTo>
                    <a:pt x="5042" y="6050"/>
                  </a:lnTo>
                  <a:lnTo>
                    <a:pt x="4034" y="6050"/>
                  </a:lnTo>
                  <a:close/>
                </a:path>
              </a:pathLst>
            </a:custGeom>
            <a:solidFill>
              <a:srgbClr val="55AD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16" name="Google Shape;2716;p52"/>
            <p:cNvSpPr/>
            <p:nvPr/>
          </p:nvSpPr>
          <p:spPr>
            <a:xfrm>
              <a:off x="2833232" y="2679487"/>
              <a:ext cx="101110" cy="533896"/>
            </a:xfrm>
            <a:custGeom>
              <a:avLst/>
              <a:gdLst/>
              <a:ahLst/>
              <a:cxnLst/>
              <a:rect l="l" t="t" r="r" b="b"/>
              <a:pathLst>
                <a:path w="3278" h="17309" extrusionOk="0">
                  <a:moveTo>
                    <a:pt x="1" y="0"/>
                  </a:moveTo>
                  <a:lnTo>
                    <a:pt x="1" y="2185"/>
                  </a:lnTo>
                  <a:lnTo>
                    <a:pt x="505" y="2185"/>
                  </a:lnTo>
                  <a:lnTo>
                    <a:pt x="505" y="0"/>
                  </a:lnTo>
                  <a:close/>
                  <a:moveTo>
                    <a:pt x="925" y="0"/>
                  </a:moveTo>
                  <a:lnTo>
                    <a:pt x="925" y="2185"/>
                  </a:lnTo>
                  <a:lnTo>
                    <a:pt x="1429" y="2185"/>
                  </a:lnTo>
                  <a:lnTo>
                    <a:pt x="1429" y="0"/>
                  </a:lnTo>
                  <a:close/>
                  <a:moveTo>
                    <a:pt x="1765" y="0"/>
                  </a:moveTo>
                  <a:lnTo>
                    <a:pt x="1765" y="2185"/>
                  </a:lnTo>
                  <a:lnTo>
                    <a:pt x="2353" y="2185"/>
                  </a:lnTo>
                  <a:lnTo>
                    <a:pt x="2353" y="0"/>
                  </a:lnTo>
                  <a:close/>
                  <a:moveTo>
                    <a:pt x="2773" y="0"/>
                  </a:moveTo>
                  <a:lnTo>
                    <a:pt x="2773" y="2185"/>
                  </a:lnTo>
                  <a:lnTo>
                    <a:pt x="3277" y="2185"/>
                  </a:lnTo>
                  <a:lnTo>
                    <a:pt x="3277" y="0"/>
                  </a:lnTo>
                  <a:close/>
                  <a:moveTo>
                    <a:pt x="1" y="3025"/>
                  </a:moveTo>
                  <a:lnTo>
                    <a:pt x="1" y="5209"/>
                  </a:lnTo>
                  <a:lnTo>
                    <a:pt x="505" y="5209"/>
                  </a:lnTo>
                  <a:lnTo>
                    <a:pt x="505" y="3025"/>
                  </a:lnTo>
                  <a:close/>
                  <a:moveTo>
                    <a:pt x="925" y="3025"/>
                  </a:moveTo>
                  <a:lnTo>
                    <a:pt x="925" y="5209"/>
                  </a:lnTo>
                  <a:lnTo>
                    <a:pt x="1429" y="5209"/>
                  </a:lnTo>
                  <a:lnTo>
                    <a:pt x="1429" y="3025"/>
                  </a:lnTo>
                  <a:close/>
                  <a:moveTo>
                    <a:pt x="1765" y="3025"/>
                  </a:moveTo>
                  <a:lnTo>
                    <a:pt x="1765" y="5209"/>
                  </a:lnTo>
                  <a:lnTo>
                    <a:pt x="2353" y="5209"/>
                  </a:lnTo>
                  <a:lnTo>
                    <a:pt x="2353" y="3025"/>
                  </a:lnTo>
                  <a:close/>
                  <a:moveTo>
                    <a:pt x="2773" y="3025"/>
                  </a:moveTo>
                  <a:lnTo>
                    <a:pt x="2773" y="5209"/>
                  </a:lnTo>
                  <a:lnTo>
                    <a:pt x="3277" y="5209"/>
                  </a:lnTo>
                  <a:lnTo>
                    <a:pt x="3277" y="3025"/>
                  </a:lnTo>
                  <a:close/>
                  <a:moveTo>
                    <a:pt x="1" y="6050"/>
                  </a:moveTo>
                  <a:lnTo>
                    <a:pt x="1" y="8234"/>
                  </a:lnTo>
                  <a:lnTo>
                    <a:pt x="505" y="8234"/>
                  </a:lnTo>
                  <a:lnTo>
                    <a:pt x="505" y="6050"/>
                  </a:lnTo>
                  <a:close/>
                  <a:moveTo>
                    <a:pt x="925" y="6050"/>
                  </a:moveTo>
                  <a:lnTo>
                    <a:pt x="925" y="8234"/>
                  </a:lnTo>
                  <a:lnTo>
                    <a:pt x="1429" y="8234"/>
                  </a:lnTo>
                  <a:lnTo>
                    <a:pt x="1429" y="6050"/>
                  </a:lnTo>
                  <a:close/>
                  <a:moveTo>
                    <a:pt x="1765" y="6050"/>
                  </a:moveTo>
                  <a:lnTo>
                    <a:pt x="1765" y="8234"/>
                  </a:lnTo>
                  <a:lnTo>
                    <a:pt x="2353" y="8234"/>
                  </a:lnTo>
                  <a:lnTo>
                    <a:pt x="2353" y="6050"/>
                  </a:lnTo>
                  <a:close/>
                  <a:moveTo>
                    <a:pt x="2773" y="6050"/>
                  </a:moveTo>
                  <a:lnTo>
                    <a:pt x="2773" y="8234"/>
                  </a:lnTo>
                  <a:lnTo>
                    <a:pt x="3277" y="8234"/>
                  </a:lnTo>
                  <a:lnTo>
                    <a:pt x="3277" y="6050"/>
                  </a:lnTo>
                  <a:close/>
                  <a:moveTo>
                    <a:pt x="1" y="8990"/>
                  </a:moveTo>
                  <a:lnTo>
                    <a:pt x="1" y="11175"/>
                  </a:lnTo>
                  <a:lnTo>
                    <a:pt x="505" y="11175"/>
                  </a:lnTo>
                  <a:lnTo>
                    <a:pt x="505" y="8990"/>
                  </a:lnTo>
                  <a:close/>
                  <a:moveTo>
                    <a:pt x="925" y="8990"/>
                  </a:moveTo>
                  <a:lnTo>
                    <a:pt x="925" y="11175"/>
                  </a:lnTo>
                  <a:lnTo>
                    <a:pt x="1429" y="11175"/>
                  </a:lnTo>
                  <a:lnTo>
                    <a:pt x="1429" y="8990"/>
                  </a:lnTo>
                  <a:close/>
                  <a:moveTo>
                    <a:pt x="1765" y="8990"/>
                  </a:moveTo>
                  <a:lnTo>
                    <a:pt x="1765" y="11175"/>
                  </a:lnTo>
                  <a:lnTo>
                    <a:pt x="2353" y="11175"/>
                  </a:lnTo>
                  <a:lnTo>
                    <a:pt x="2353" y="8990"/>
                  </a:lnTo>
                  <a:close/>
                  <a:moveTo>
                    <a:pt x="2773" y="8990"/>
                  </a:moveTo>
                  <a:lnTo>
                    <a:pt x="2773" y="11175"/>
                  </a:lnTo>
                  <a:lnTo>
                    <a:pt x="3277" y="11175"/>
                  </a:lnTo>
                  <a:lnTo>
                    <a:pt x="3277" y="8990"/>
                  </a:lnTo>
                  <a:close/>
                  <a:moveTo>
                    <a:pt x="1" y="12015"/>
                  </a:moveTo>
                  <a:lnTo>
                    <a:pt x="1" y="14283"/>
                  </a:lnTo>
                  <a:lnTo>
                    <a:pt x="505" y="14283"/>
                  </a:lnTo>
                  <a:lnTo>
                    <a:pt x="505" y="12015"/>
                  </a:lnTo>
                  <a:close/>
                  <a:moveTo>
                    <a:pt x="925" y="12015"/>
                  </a:moveTo>
                  <a:lnTo>
                    <a:pt x="925" y="14283"/>
                  </a:lnTo>
                  <a:lnTo>
                    <a:pt x="1429" y="14283"/>
                  </a:lnTo>
                  <a:lnTo>
                    <a:pt x="1429" y="12015"/>
                  </a:lnTo>
                  <a:close/>
                  <a:moveTo>
                    <a:pt x="1765" y="12015"/>
                  </a:moveTo>
                  <a:lnTo>
                    <a:pt x="1765" y="14283"/>
                  </a:lnTo>
                  <a:lnTo>
                    <a:pt x="2353" y="14283"/>
                  </a:lnTo>
                  <a:lnTo>
                    <a:pt x="2353" y="12015"/>
                  </a:lnTo>
                  <a:close/>
                  <a:moveTo>
                    <a:pt x="2773" y="12015"/>
                  </a:moveTo>
                  <a:lnTo>
                    <a:pt x="2773" y="14283"/>
                  </a:lnTo>
                  <a:lnTo>
                    <a:pt x="3277" y="14283"/>
                  </a:lnTo>
                  <a:lnTo>
                    <a:pt x="3277" y="12015"/>
                  </a:lnTo>
                  <a:close/>
                  <a:moveTo>
                    <a:pt x="1" y="15124"/>
                  </a:moveTo>
                  <a:lnTo>
                    <a:pt x="1" y="17308"/>
                  </a:lnTo>
                  <a:lnTo>
                    <a:pt x="505" y="17308"/>
                  </a:lnTo>
                  <a:lnTo>
                    <a:pt x="505" y="15124"/>
                  </a:lnTo>
                  <a:close/>
                  <a:moveTo>
                    <a:pt x="925" y="15124"/>
                  </a:moveTo>
                  <a:lnTo>
                    <a:pt x="925" y="17308"/>
                  </a:lnTo>
                  <a:lnTo>
                    <a:pt x="1429" y="17308"/>
                  </a:lnTo>
                  <a:lnTo>
                    <a:pt x="1429" y="15124"/>
                  </a:lnTo>
                  <a:close/>
                  <a:moveTo>
                    <a:pt x="1765" y="15124"/>
                  </a:moveTo>
                  <a:lnTo>
                    <a:pt x="1765" y="17308"/>
                  </a:lnTo>
                  <a:lnTo>
                    <a:pt x="2353" y="17308"/>
                  </a:lnTo>
                  <a:lnTo>
                    <a:pt x="2353" y="15124"/>
                  </a:lnTo>
                  <a:close/>
                  <a:moveTo>
                    <a:pt x="2773" y="15124"/>
                  </a:moveTo>
                  <a:lnTo>
                    <a:pt x="2773" y="17308"/>
                  </a:lnTo>
                  <a:lnTo>
                    <a:pt x="3277" y="17308"/>
                  </a:lnTo>
                  <a:lnTo>
                    <a:pt x="3277" y="15124"/>
                  </a:lnTo>
                  <a:close/>
                </a:path>
              </a:pathLst>
            </a:custGeom>
            <a:solidFill>
              <a:srgbClr val="408BC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17" name="Google Shape;2717;p52"/>
            <p:cNvSpPr/>
            <p:nvPr/>
          </p:nvSpPr>
          <p:spPr>
            <a:xfrm>
              <a:off x="2574072" y="3239262"/>
              <a:ext cx="217735" cy="251418"/>
            </a:xfrm>
            <a:custGeom>
              <a:avLst/>
              <a:gdLst/>
              <a:ahLst/>
              <a:cxnLst/>
              <a:rect l="l" t="t" r="r" b="b"/>
              <a:pathLst>
                <a:path w="7059" h="8151" extrusionOk="0">
                  <a:moveTo>
                    <a:pt x="2017" y="5210"/>
                  </a:moveTo>
                  <a:lnTo>
                    <a:pt x="3025" y="5210"/>
                  </a:lnTo>
                  <a:lnTo>
                    <a:pt x="3025" y="3025"/>
                  </a:lnTo>
                  <a:lnTo>
                    <a:pt x="2017" y="3025"/>
                  </a:lnTo>
                  <a:close/>
                  <a:moveTo>
                    <a:pt x="2017" y="8150"/>
                  </a:moveTo>
                  <a:lnTo>
                    <a:pt x="3025" y="8150"/>
                  </a:lnTo>
                  <a:lnTo>
                    <a:pt x="3025" y="5966"/>
                  </a:lnTo>
                  <a:lnTo>
                    <a:pt x="2017" y="5966"/>
                  </a:lnTo>
                  <a:close/>
                  <a:moveTo>
                    <a:pt x="2017" y="2185"/>
                  </a:moveTo>
                  <a:lnTo>
                    <a:pt x="3025" y="2185"/>
                  </a:lnTo>
                  <a:lnTo>
                    <a:pt x="3025" y="0"/>
                  </a:lnTo>
                  <a:lnTo>
                    <a:pt x="2017" y="0"/>
                  </a:lnTo>
                  <a:close/>
                  <a:moveTo>
                    <a:pt x="1" y="5210"/>
                  </a:moveTo>
                  <a:lnTo>
                    <a:pt x="1093" y="5210"/>
                  </a:lnTo>
                  <a:lnTo>
                    <a:pt x="1093" y="3025"/>
                  </a:lnTo>
                  <a:lnTo>
                    <a:pt x="1" y="3025"/>
                  </a:lnTo>
                  <a:close/>
                  <a:moveTo>
                    <a:pt x="1" y="2185"/>
                  </a:moveTo>
                  <a:lnTo>
                    <a:pt x="1093" y="2185"/>
                  </a:lnTo>
                  <a:lnTo>
                    <a:pt x="1093" y="0"/>
                  </a:lnTo>
                  <a:lnTo>
                    <a:pt x="1" y="0"/>
                  </a:lnTo>
                  <a:close/>
                  <a:moveTo>
                    <a:pt x="1" y="8150"/>
                  </a:moveTo>
                  <a:lnTo>
                    <a:pt x="1093" y="8150"/>
                  </a:lnTo>
                  <a:lnTo>
                    <a:pt x="1093" y="5966"/>
                  </a:lnTo>
                  <a:lnTo>
                    <a:pt x="1" y="5966"/>
                  </a:lnTo>
                  <a:close/>
                  <a:moveTo>
                    <a:pt x="5966" y="8150"/>
                  </a:moveTo>
                  <a:lnTo>
                    <a:pt x="7058" y="8150"/>
                  </a:lnTo>
                  <a:lnTo>
                    <a:pt x="7058" y="5966"/>
                  </a:lnTo>
                  <a:lnTo>
                    <a:pt x="5966" y="5966"/>
                  </a:lnTo>
                  <a:close/>
                  <a:moveTo>
                    <a:pt x="5966" y="5210"/>
                  </a:moveTo>
                  <a:lnTo>
                    <a:pt x="7058" y="5210"/>
                  </a:lnTo>
                  <a:lnTo>
                    <a:pt x="7058" y="3025"/>
                  </a:lnTo>
                  <a:lnTo>
                    <a:pt x="5966" y="3025"/>
                  </a:lnTo>
                  <a:close/>
                  <a:moveTo>
                    <a:pt x="5966" y="2185"/>
                  </a:moveTo>
                  <a:lnTo>
                    <a:pt x="7058" y="2185"/>
                  </a:lnTo>
                  <a:lnTo>
                    <a:pt x="7058" y="0"/>
                  </a:lnTo>
                  <a:lnTo>
                    <a:pt x="5966" y="0"/>
                  </a:lnTo>
                  <a:close/>
                  <a:moveTo>
                    <a:pt x="4034" y="2185"/>
                  </a:moveTo>
                  <a:lnTo>
                    <a:pt x="5042" y="2185"/>
                  </a:lnTo>
                  <a:lnTo>
                    <a:pt x="5042" y="0"/>
                  </a:lnTo>
                  <a:lnTo>
                    <a:pt x="4034" y="0"/>
                  </a:lnTo>
                  <a:close/>
                  <a:moveTo>
                    <a:pt x="4034" y="5210"/>
                  </a:moveTo>
                  <a:lnTo>
                    <a:pt x="5042" y="5210"/>
                  </a:lnTo>
                  <a:lnTo>
                    <a:pt x="5042" y="3025"/>
                  </a:lnTo>
                  <a:lnTo>
                    <a:pt x="4034" y="3025"/>
                  </a:lnTo>
                  <a:close/>
                  <a:moveTo>
                    <a:pt x="4034" y="8150"/>
                  </a:moveTo>
                  <a:lnTo>
                    <a:pt x="5042" y="8150"/>
                  </a:lnTo>
                  <a:lnTo>
                    <a:pt x="5042" y="5966"/>
                  </a:lnTo>
                  <a:lnTo>
                    <a:pt x="4034" y="5966"/>
                  </a:lnTo>
                  <a:close/>
                </a:path>
              </a:pathLst>
            </a:custGeom>
            <a:solidFill>
              <a:srgbClr val="55AD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18" name="Google Shape;2718;p52"/>
            <p:cNvSpPr/>
            <p:nvPr/>
          </p:nvSpPr>
          <p:spPr>
            <a:xfrm>
              <a:off x="2833232" y="3239262"/>
              <a:ext cx="101110" cy="251418"/>
            </a:xfrm>
            <a:custGeom>
              <a:avLst/>
              <a:gdLst/>
              <a:ahLst/>
              <a:cxnLst/>
              <a:rect l="l" t="t" r="r" b="b"/>
              <a:pathLst>
                <a:path w="3278" h="8151" extrusionOk="0">
                  <a:moveTo>
                    <a:pt x="1" y="0"/>
                  </a:moveTo>
                  <a:lnTo>
                    <a:pt x="1" y="2185"/>
                  </a:lnTo>
                  <a:lnTo>
                    <a:pt x="505" y="2185"/>
                  </a:lnTo>
                  <a:lnTo>
                    <a:pt x="505" y="0"/>
                  </a:lnTo>
                  <a:close/>
                  <a:moveTo>
                    <a:pt x="925" y="0"/>
                  </a:moveTo>
                  <a:lnTo>
                    <a:pt x="925" y="2185"/>
                  </a:lnTo>
                  <a:lnTo>
                    <a:pt x="1429" y="2185"/>
                  </a:lnTo>
                  <a:lnTo>
                    <a:pt x="1429" y="0"/>
                  </a:lnTo>
                  <a:close/>
                  <a:moveTo>
                    <a:pt x="1765" y="0"/>
                  </a:moveTo>
                  <a:lnTo>
                    <a:pt x="1765" y="2185"/>
                  </a:lnTo>
                  <a:lnTo>
                    <a:pt x="2353" y="2185"/>
                  </a:lnTo>
                  <a:lnTo>
                    <a:pt x="2353" y="0"/>
                  </a:lnTo>
                  <a:close/>
                  <a:moveTo>
                    <a:pt x="2773" y="0"/>
                  </a:moveTo>
                  <a:lnTo>
                    <a:pt x="2773" y="2185"/>
                  </a:lnTo>
                  <a:lnTo>
                    <a:pt x="3277" y="2185"/>
                  </a:lnTo>
                  <a:lnTo>
                    <a:pt x="3277" y="0"/>
                  </a:lnTo>
                  <a:close/>
                  <a:moveTo>
                    <a:pt x="1" y="3025"/>
                  </a:moveTo>
                  <a:lnTo>
                    <a:pt x="1" y="5210"/>
                  </a:lnTo>
                  <a:lnTo>
                    <a:pt x="505" y="5210"/>
                  </a:lnTo>
                  <a:lnTo>
                    <a:pt x="505" y="3025"/>
                  </a:lnTo>
                  <a:close/>
                  <a:moveTo>
                    <a:pt x="925" y="3025"/>
                  </a:moveTo>
                  <a:lnTo>
                    <a:pt x="925" y="5210"/>
                  </a:lnTo>
                  <a:lnTo>
                    <a:pt x="1429" y="5210"/>
                  </a:lnTo>
                  <a:lnTo>
                    <a:pt x="1429" y="3025"/>
                  </a:lnTo>
                  <a:close/>
                  <a:moveTo>
                    <a:pt x="1765" y="3025"/>
                  </a:moveTo>
                  <a:lnTo>
                    <a:pt x="1765" y="5210"/>
                  </a:lnTo>
                  <a:lnTo>
                    <a:pt x="2353" y="5210"/>
                  </a:lnTo>
                  <a:lnTo>
                    <a:pt x="2353" y="3025"/>
                  </a:lnTo>
                  <a:close/>
                  <a:moveTo>
                    <a:pt x="2773" y="3025"/>
                  </a:moveTo>
                  <a:lnTo>
                    <a:pt x="2773" y="5210"/>
                  </a:lnTo>
                  <a:lnTo>
                    <a:pt x="3277" y="5210"/>
                  </a:lnTo>
                  <a:lnTo>
                    <a:pt x="3277" y="3025"/>
                  </a:lnTo>
                  <a:close/>
                  <a:moveTo>
                    <a:pt x="1" y="5966"/>
                  </a:moveTo>
                  <a:lnTo>
                    <a:pt x="1" y="8150"/>
                  </a:lnTo>
                  <a:lnTo>
                    <a:pt x="505" y="8150"/>
                  </a:lnTo>
                  <a:lnTo>
                    <a:pt x="505" y="5966"/>
                  </a:lnTo>
                  <a:close/>
                  <a:moveTo>
                    <a:pt x="925" y="5966"/>
                  </a:moveTo>
                  <a:lnTo>
                    <a:pt x="925" y="8150"/>
                  </a:lnTo>
                  <a:lnTo>
                    <a:pt x="1429" y="8150"/>
                  </a:lnTo>
                  <a:lnTo>
                    <a:pt x="1429" y="5966"/>
                  </a:lnTo>
                  <a:close/>
                  <a:moveTo>
                    <a:pt x="1765" y="5966"/>
                  </a:moveTo>
                  <a:lnTo>
                    <a:pt x="1765" y="8150"/>
                  </a:lnTo>
                  <a:lnTo>
                    <a:pt x="2353" y="8150"/>
                  </a:lnTo>
                  <a:lnTo>
                    <a:pt x="2353" y="5966"/>
                  </a:lnTo>
                  <a:close/>
                  <a:moveTo>
                    <a:pt x="2773" y="5966"/>
                  </a:moveTo>
                  <a:lnTo>
                    <a:pt x="2773" y="8150"/>
                  </a:lnTo>
                  <a:lnTo>
                    <a:pt x="3277" y="8150"/>
                  </a:lnTo>
                  <a:lnTo>
                    <a:pt x="3277" y="5966"/>
                  </a:lnTo>
                  <a:close/>
                </a:path>
              </a:pathLst>
            </a:custGeom>
            <a:solidFill>
              <a:srgbClr val="408BC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19" name="Google Shape;2719;p52"/>
            <p:cNvSpPr/>
            <p:nvPr/>
          </p:nvSpPr>
          <p:spPr>
            <a:xfrm>
              <a:off x="2561117" y="1723169"/>
              <a:ext cx="290282" cy="127020"/>
            </a:xfrm>
            <a:custGeom>
              <a:avLst/>
              <a:gdLst/>
              <a:ahLst/>
              <a:cxnLst/>
              <a:rect l="l" t="t" r="r" b="b"/>
              <a:pathLst>
                <a:path w="9411" h="4118" extrusionOk="0">
                  <a:moveTo>
                    <a:pt x="2185" y="1"/>
                  </a:moveTo>
                  <a:cubicBezTo>
                    <a:pt x="2101" y="1"/>
                    <a:pt x="1849" y="85"/>
                    <a:pt x="1849" y="169"/>
                  </a:cubicBezTo>
                  <a:lnTo>
                    <a:pt x="85" y="3866"/>
                  </a:lnTo>
                  <a:cubicBezTo>
                    <a:pt x="1" y="3950"/>
                    <a:pt x="85" y="4118"/>
                    <a:pt x="253" y="4118"/>
                  </a:cubicBezTo>
                  <a:lnTo>
                    <a:pt x="7226" y="4118"/>
                  </a:lnTo>
                  <a:cubicBezTo>
                    <a:pt x="7394" y="4118"/>
                    <a:pt x="7562" y="3950"/>
                    <a:pt x="7562" y="3866"/>
                  </a:cubicBezTo>
                  <a:lnTo>
                    <a:pt x="9327" y="169"/>
                  </a:lnTo>
                  <a:cubicBezTo>
                    <a:pt x="9411" y="85"/>
                    <a:pt x="9327" y="1"/>
                    <a:pt x="9243" y="1"/>
                  </a:cubicBezTo>
                  <a:close/>
                </a:path>
              </a:pathLst>
            </a:custGeom>
            <a:solidFill>
              <a:srgbClr val="5A6A7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20" name="Google Shape;2720;p52"/>
            <p:cNvSpPr/>
            <p:nvPr/>
          </p:nvSpPr>
          <p:spPr>
            <a:xfrm>
              <a:off x="2571481" y="1733564"/>
              <a:ext cx="269554" cy="108852"/>
            </a:xfrm>
            <a:custGeom>
              <a:avLst/>
              <a:gdLst/>
              <a:ahLst/>
              <a:cxnLst/>
              <a:rect l="l" t="t" r="r" b="b"/>
              <a:pathLst>
                <a:path w="8739" h="3529" extrusionOk="0">
                  <a:moveTo>
                    <a:pt x="1765" y="0"/>
                  </a:moveTo>
                  <a:lnTo>
                    <a:pt x="1345" y="840"/>
                  </a:lnTo>
                  <a:lnTo>
                    <a:pt x="925" y="1680"/>
                  </a:lnTo>
                  <a:lnTo>
                    <a:pt x="2521" y="1680"/>
                  </a:lnTo>
                  <a:lnTo>
                    <a:pt x="2941" y="840"/>
                  </a:lnTo>
                  <a:lnTo>
                    <a:pt x="3361" y="0"/>
                  </a:lnTo>
                  <a:close/>
                  <a:moveTo>
                    <a:pt x="3529" y="0"/>
                  </a:moveTo>
                  <a:lnTo>
                    <a:pt x="3109" y="840"/>
                  </a:lnTo>
                  <a:lnTo>
                    <a:pt x="2689" y="1680"/>
                  </a:lnTo>
                  <a:lnTo>
                    <a:pt x="4286" y="1680"/>
                  </a:lnTo>
                  <a:lnTo>
                    <a:pt x="4706" y="840"/>
                  </a:lnTo>
                  <a:lnTo>
                    <a:pt x="5126" y="0"/>
                  </a:lnTo>
                  <a:close/>
                  <a:moveTo>
                    <a:pt x="5378" y="0"/>
                  </a:moveTo>
                  <a:lnTo>
                    <a:pt x="4958" y="840"/>
                  </a:lnTo>
                  <a:lnTo>
                    <a:pt x="4874" y="840"/>
                  </a:lnTo>
                  <a:lnTo>
                    <a:pt x="4538" y="1680"/>
                  </a:lnTo>
                  <a:lnTo>
                    <a:pt x="6050" y="1680"/>
                  </a:lnTo>
                  <a:lnTo>
                    <a:pt x="6470" y="840"/>
                  </a:lnTo>
                  <a:lnTo>
                    <a:pt x="6890" y="0"/>
                  </a:lnTo>
                  <a:close/>
                  <a:moveTo>
                    <a:pt x="7142" y="0"/>
                  </a:moveTo>
                  <a:lnTo>
                    <a:pt x="6722" y="840"/>
                  </a:lnTo>
                  <a:lnTo>
                    <a:pt x="6302" y="1680"/>
                  </a:lnTo>
                  <a:lnTo>
                    <a:pt x="7814" y="1680"/>
                  </a:lnTo>
                  <a:lnTo>
                    <a:pt x="8234" y="840"/>
                  </a:lnTo>
                  <a:lnTo>
                    <a:pt x="8319" y="840"/>
                  </a:lnTo>
                  <a:lnTo>
                    <a:pt x="8739" y="0"/>
                  </a:lnTo>
                  <a:close/>
                  <a:moveTo>
                    <a:pt x="925" y="1764"/>
                  </a:moveTo>
                  <a:lnTo>
                    <a:pt x="505" y="2605"/>
                  </a:lnTo>
                  <a:lnTo>
                    <a:pt x="2101" y="2605"/>
                  </a:lnTo>
                  <a:lnTo>
                    <a:pt x="2521" y="1764"/>
                  </a:lnTo>
                  <a:close/>
                  <a:moveTo>
                    <a:pt x="2689" y="1764"/>
                  </a:moveTo>
                  <a:lnTo>
                    <a:pt x="2269" y="2605"/>
                  </a:lnTo>
                  <a:lnTo>
                    <a:pt x="3865" y="2605"/>
                  </a:lnTo>
                  <a:lnTo>
                    <a:pt x="4286" y="1764"/>
                  </a:lnTo>
                  <a:close/>
                  <a:moveTo>
                    <a:pt x="4538" y="1764"/>
                  </a:moveTo>
                  <a:lnTo>
                    <a:pt x="4118" y="2605"/>
                  </a:lnTo>
                  <a:lnTo>
                    <a:pt x="5630" y="2605"/>
                  </a:lnTo>
                  <a:lnTo>
                    <a:pt x="6050" y="1764"/>
                  </a:lnTo>
                  <a:close/>
                  <a:moveTo>
                    <a:pt x="6302" y="1764"/>
                  </a:moveTo>
                  <a:lnTo>
                    <a:pt x="5882" y="2605"/>
                  </a:lnTo>
                  <a:lnTo>
                    <a:pt x="7478" y="2605"/>
                  </a:lnTo>
                  <a:lnTo>
                    <a:pt x="7814" y="1764"/>
                  </a:lnTo>
                  <a:close/>
                  <a:moveTo>
                    <a:pt x="421" y="2689"/>
                  </a:moveTo>
                  <a:lnTo>
                    <a:pt x="1" y="3529"/>
                  </a:lnTo>
                  <a:lnTo>
                    <a:pt x="1513" y="3529"/>
                  </a:lnTo>
                  <a:lnTo>
                    <a:pt x="1933" y="2689"/>
                  </a:lnTo>
                  <a:close/>
                  <a:moveTo>
                    <a:pt x="2185" y="2689"/>
                  </a:moveTo>
                  <a:lnTo>
                    <a:pt x="1765" y="3529"/>
                  </a:lnTo>
                  <a:lnTo>
                    <a:pt x="3361" y="3529"/>
                  </a:lnTo>
                  <a:lnTo>
                    <a:pt x="3781" y="2689"/>
                  </a:lnTo>
                  <a:close/>
                  <a:moveTo>
                    <a:pt x="3949" y="2689"/>
                  </a:moveTo>
                  <a:lnTo>
                    <a:pt x="3529" y="3529"/>
                  </a:lnTo>
                  <a:lnTo>
                    <a:pt x="5126" y="3529"/>
                  </a:lnTo>
                  <a:lnTo>
                    <a:pt x="5546" y="2689"/>
                  </a:lnTo>
                  <a:close/>
                  <a:moveTo>
                    <a:pt x="5714" y="2689"/>
                  </a:moveTo>
                  <a:lnTo>
                    <a:pt x="5378" y="3529"/>
                  </a:lnTo>
                  <a:lnTo>
                    <a:pt x="6890" y="3529"/>
                  </a:lnTo>
                  <a:lnTo>
                    <a:pt x="7310" y="2689"/>
                  </a:lnTo>
                  <a:close/>
                </a:path>
              </a:pathLst>
            </a:custGeom>
            <a:solidFill>
              <a:srgbClr val="78B2B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21" name="Google Shape;2721;p52"/>
            <p:cNvSpPr/>
            <p:nvPr/>
          </p:nvSpPr>
          <p:spPr>
            <a:xfrm>
              <a:off x="2574072" y="1733564"/>
              <a:ext cx="266963" cy="108852"/>
            </a:xfrm>
            <a:custGeom>
              <a:avLst/>
              <a:gdLst/>
              <a:ahLst/>
              <a:cxnLst/>
              <a:rect l="l" t="t" r="r" b="b"/>
              <a:pathLst>
                <a:path w="8655" h="3529" extrusionOk="0">
                  <a:moveTo>
                    <a:pt x="1765" y="0"/>
                  </a:moveTo>
                  <a:lnTo>
                    <a:pt x="1345" y="840"/>
                  </a:lnTo>
                  <a:lnTo>
                    <a:pt x="1261" y="840"/>
                  </a:lnTo>
                  <a:lnTo>
                    <a:pt x="841" y="1680"/>
                  </a:lnTo>
                  <a:lnTo>
                    <a:pt x="2353" y="1680"/>
                  </a:lnTo>
                  <a:lnTo>
                    <a:pt x="2773" y="840"/>
                  </a:lnTo>
                  <a:lnTo>
                    <a:pt x="2857" y="840"/>
                  </a:lnTo>
                  <a:lnTo>
                    <a:pt x="3277" y="0"/>
                  </a:lnTo>
                  <a:close/>
                  <a:moveTo>
                    <a:pt x="3613" y="0"/>
                  </a:moveTo>
                  <a:lnTo>
                    <a:pt x="3193" y="840"/>
                  </a:lnTo>
                  <a:lnTo>
                    <a:pt x="3025" y="840"/>
                  </a:lnTo>
                  <a:lnTo>
                    <a:pt x="2605" y="1680"/>
                  </a:lnTo>
                  <a:lnTo>
                    <a:pt x="4118" y="1680"/>
                  </a:lnTo>
                  <a:lnTo>
                    <a:pt x="4538" y="840"/>
                  </a:lnTo>
                  <a:lnTo>
                    <a:pt x="4622" y="840"/>
                  </a:lnTo>
                  <a:lnTo>
                    <a:pt x="5042" y="0"/>
                  </a:lnTo>
                  <a:close/>
                  <a:moveTo>
                    <a:pt x="5294" y="0"/>
                  </a:moveTo>
                  <a:lnTo>
                    <a:pt x="4874" y="840"/>
                  </a:lnTo>
                  <a:lnTo>
                    <a:pt x="4454" y="1680"/>
                  </a:lnTo>
                  <a:lnTo>
                    <a:pt x="5882" y="1680"/>
                  </a:lnTo>
                  <a:lnTo>
                    <a:pt x="6302" y="840"/>
                  </a:lnTo>
                  <a:lnTo>
                    <a:pt x="6806" y="0"/>
                  </a:lnTo>
                  <a:close/>
                  <a:moveTo>
                    <a:pt x="7142" y="0"/>
                  </a:moveTo>
                  <a:lnTo>
                    <a:pt x="6722" y="840"/>
                  </a:lnTo>
                  <a:lnTo>
                    <a:pt x="6638" y="840"/>
                  </a:lnTo>
                  <a:lnTo>
                    <a:pt x="6218" y="1680"/>
                  </a:lnTo>
                  <a:lnTo>
                    <a:pt x="7646" y="1680"/>
                  </a:lnTo>
                  <a:lnTo>
                    <a:pt x="8066" y="840"/>
                  </a:lnTo>
                  <a:lnTo>
                    <a:pt x="8235" y="840"/>
                  </a:lnTo>
                  <a:lnTo>
                    <a:pt x="8655" y="0"/>
                  </a:lnTo>
                  <a:close/>
                  <a:moveTo>
                    <a:pt x="841" y="1764"/>
                  </a:moveTo>
                  <a:lnTo>
                    <a:pt x="421" y="2605"/>
                  </a:lnTo>
                  <a:lnTo>
                    <a:pt x="1933" y="2605"/>
                  </a:lnTo>
                  <a:lnTo>
                    <a:pt x="2353" y="1764"/>
                  </a:lnTo>
                  <a:close/>
                  <a:moveTo>
                    <a:pt x="2605" y="1764"/>
                  </a:moveTo>
                  <a:lnTo>
                    <a:pt x="2185" y="2605"/>
                  </a:lnTo>
                  <a:lnTo>
                    <a:pt x="3697" y="2605"/>
                  </a:lnTo>
                  <a:lnTo>
                    <a:pt x="4118" y="1764"/>
                  </a:lnTo>
                  <a:close/>
                  <a:moveTo>
                    <a:pt x="4454" y="1764"/>
                  </a:moveTo>
                  <a:lnTo>
                    <a:pt x="4034" y="2605"/>
                  </a:lnTo>
                  <a:lnTo>
                    <a:pt x="5462" y="2605"/>
                  </a:lnTo>
                  <a:lnTo>
                    <a:pt x="5882" y="1764"/>
                  </a:lnTo>
                  <a:close/>
                  <a:moveTo>
                    <a:pt x="6218" y="1764"/>
                  </a:moveTo>
                  <a:lnTo>
                    <a:pt x="5798" y="2605"/>
                  </a:lnTo>
                  <a:lnTo>
                    <a:pt x="7226" y="2605"/>
                  </a:lnTo>
                  <a:lnTo>
                    <a:pt x="7646" y="1764"/>
                  </a:lnTo>
                  <a:close/>
                  <a:moveTo>
                    <a:pt x="421" y="2689"/>
                  </a:moveTo>
                  <a:lnTo>
                    <a:pt x="1" y="3529"/>
                  </a:lnTo>
                  <a:lnTo>
                    <a:pt x="1429" y="3529"/>
                  </a:lnTo>
                  <a:lnTo>
                    <a:pt x="1849" y="2689"/>
                  </a:lnTo>
                  <a:close/>
                  <a:moveTo>
                    <a:pt x="2185" y="2689"/>
                  </a:moveTo>
                  <a:lnTo>
                    <a:pt x="1765" y="3529"/>
                  </a:lnTo>
                  <a:lnTo>
                    <a:pt x="3277" y="3529"/>
                  </a:lnTo>
                  <a:lnTo>
                    <a:pt x="3697" y="2689"/>
                  </a:lnTo>
                  <a:close/>
                  <a:moveTo>
                    <a:pt x="4034" y="2689"/>
                  </a:moveTo>
                  <a:lnTo>
                    <a:pt x="3613" y="3529"/>
                  </a:lnTo>
                  <a:lnTo>
                    <a:pt x="5042" y="3529"/>
                  </a:lnTo>
                  <a:lnTo>
                    <a:pt x="5462" y="2689"/>
                  </a:lnTo>
                  <a:close/>
                  <a:moveTo>
                    <a:pt x="5798" y="2689"/>
                  </a:moveTo>
                  <a:lnTo>
                    <a:pt x="5378" y="3529"/>
                  </a:lnTo>
                  <a:lnTo>
                    <a:pt x="6806" y="3529"/>
                  </a:lnTo>
                  <a:lnTo>
                    <a:pt x="7226" y="2689"/>
                  </a:lnTo>
                  <a:close/>
                </a:path>
              </a:pathLst>
            </a:custGeom>
            <a:solidFill>
              <a:srgbClr val="5C7A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22" name="Google Shape;2722;p52"/>
            <p:cNvSpPr/>
            <p:nvPr/>
          </p:nvSpPr>
          <p:spPr>
            <a:xfrm>
              <a:off x="2193106" y="3379234"/>
              <a:ext cx="54472" cy="173634"/>
            </a:xfrm>
            <a:custGeom>
              <a:avLst/>
              <a:gdLst/>
              <a:ahLst/>
              <a:cxnLst/>
              <a:rect l="l" t="t" r="r" b="b"/>
              <a:pathLst>
                <a:path w="1766" h="5714" extrusionOk="0">
                  <a:moveTo>
                    <a:pt x="421" y="1"/>
                  </a:moveTo>
                  <a:lnTo>
                    <a:pt x="1" y="5714"/>
                  </a:lnTo>
                  <a:lnTo>
                    <a:pt x="1765" y="5714"/>
                  </a:lnTo>
                  <a:lnTo>
                    <a:pt x="1429" y="1"/>
                  </a:lnTo>
                  <a:close/>
                </a:path>
              </a:pathLst>
            </a:custGeom>
            <a:solidFill>
              <a:srgbClr val="7A452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23" name="Google Shape;2723;p52"/>
            <p:cNvSpPr/>
            <p:nvPr/>
          </p:nvSpPr>
          <p:spPr>
            <a:xfrm>
              <a:off x="2029843" y="3096728"/>
              <a:ext cx="417271" cy="347284"/>
            </a:xfrm>
            <a:custGeom>
              <a:avLst/>
              <a:gdLst/>
              <a:ahLst/>
              <a:cxnLst/>
              <a:rect l="l" t="t" r="r" b="b"/>
              <a:pathLst>
                <a:path w="13528" h="11259" extrusionOk="0">
                  <a:moveTo>
                    <a:pt x="4622" y="0"/>
                  </a:moveTo>
                  <a:cubicBezTo>
                    <a:pt x="4117" y="0"/>
                    <a:pt x="3613" y="420"/>
                    <a:pt x="3613" y="924"/>
                  </a:cubicBezTo>
                  <a:cubicBezTo>
                    <a:pt x="3613" y="1177"/>
                    <a:pt x="3697" y="1261"/>
                    <a:pt x="3697" y="1429"/>
                  </a:cubicBezTo>
                  <a:lnTo>
                    <a:pt x="2605" y="1429"/>
                  </a:lnTo>
                  <a:cubicBezTo>
                    <a:pt x="2017" y="1429"/>
                    <a:pt x="1513" y="2017"/>
                    <a:pt x="1513" y="2605"/>
                  </a:cubicBezTo>
                  <a:lnTo>
                    <a:pt x="1513" y="2857"/>
                  </a:lnTo>
                  <a:cubicBezTo>
                    <a:pt x="841" y="3109"/>
                    <a:pt x="421" y="3781"/>
                    <a:pt x="421" y="4537"/>
                  </a:cubicBezTo>
                  <a:cubicBezTo>
                    <a:pt x="421" y="5041"/>
                    <a:pt x="673" y="5462"/>
                    <a:pt x="925" y="5798"/>
                  </a:cubicBezTo>
                  <a:lnTo>
                    <a:pt x="841" y="5798"/>
                  </a:lnTo>
                  <a:cubicBezTo>
                    <a:pt x="337" y="5798"/>
                    <a:pt x="1" y="6218"/>
                    <a:pt x="1" y="6638"/>
                  </a:cubicBezTo>
                  <a:cubicBezTo>
                    <a:pt x="1" y="7142"/>
                    <a:pt x="421" y="7478"/>
                    <a:pt x="841" y="7478"/>
                  </a:cubicBezTo>
                  <a:lnTo>
                    <a:pt x="1093" y="7478"/>
                  </a:lnTo>
                  <a:cubicBezTo>
                    <a:pt x="925" y="7646"/>
                    <a:pt x="841" y="7898"/>
                    <a:pt x="841" y="8066"/>
                  </a:cubicBezTo>
                  <a:cubicBezTo>
                    <a:pt x="841" y="8570"/>
                    <a:pt x="1261" y="8990"/>
                    <a:pt x="1765" y="9158"/>
                  </a:cubicBezTo>
                  <a:lnTo>
                    <a:pt x="1765" y="9242"/>
                  </a:lnTo>
                  <a:cubicBezTo>
                    <a:pt x="1765" y="9999"/>
                    <a:pt x="2437" y="10503"/>
                    <a:pt x="3193" y="10503"/>
                  </a:cubicBezTo>
                  <a:cubicBezTo>
                    <a:pt x="3193" y="10923"/>
                    <a:pt x="3613" y="11259"/>
                    <a:pt x="4033" y="11259"/>
                  </a:cubicBezTo>
                  <a:lnTo>
                    <a:pt x="10083" y="11259"/>
                  </a:lnTo>
                  <a:cubicBezTo>
                    <a:pt x="10503" y="11259"/>
                    <a:pt x="10923" y="10923"/>
                    <a:pt x="10923" y="10419"/>
                  </a:cubicBezTo>
                  <a:cubicBezTo>
                    <a:pt x="10923" y="10251"/>
                    <a:pt x="10923" y="10083"/>
                    <a:pt x="10839" y="9999"/>
                  </a:cubicBezTo>
                  <a:lnTo>
                    <a:pt x="11343" y="9999"/>
                  </a:lnTo>
                  <a:cubicBezTo>
                    <a:pt x="11763" y="9999"/>
                    <a:pt x="12099" y="9663"/>
                    <a:pt x="12099" y="9242"/>
                  </a:cubicBezTo>
                  <a:cubicBezTo>
                    <a:pt x="12099" y="8990"/>
                    <a:pt x="12015" y="8822"/>
                    <a:pt x="11763" y="8570"/>
                  </a:cubicBezTo>
                  <a:lnTo>
                    <a:pt x="12099" y="8570"/>
                  </a:lnTo>
                  <a:cubicBezTo>
                    <a:pt x="12435" y="8570"/>
                    <a:pt x="12687" y="8402"/>
                    <a:pt x="12687" y="7982"/>
                  </a:cubicBezTo>
                  <a:cubicBezTo>
                    <a:pt x="12687" y="7898"/>
                    <a:pt x="12687" y="7730"/>
                    <a:pt x="12603" y="7646"/>
                  </a:cubicBezTo>
                  <a:lnTo>
                    <a:pt x="12603" y="7646"/>
                  </a:lnTo>
                  <a:cubicBezTo>
                    <a:pt x="12640" y="7652"/>
                    <a:pt x="12677" y="7655"/>
                    <a:pt x="12712" y="7655"/>
                  </a:cubicBezTo>
                  <a:cubicBezTo>
                    <a:pt x="13167" y="7655"/>
                    <a:pt x="13528" y="7171"/>
                    <a:pt x="13528" y="6470"/>
                  </a:cubicBezTo>
                  <a:cubicBezTo>
                    <a:pt x="13528" y="5882"/>
                    <a:pt x="13108" y="5209"/>
                    <a:pt x="12519" y="5125"/>
                  </a:cubicBezTo>
                  <a:cubicBezTo>
                    <a:pt x="12603" y="4957"/>
                    <a:pt x="12603" y="4705"/>
                    <a:pt x="12603" y="4537"/>
                  </a:cubicBezTo>
                  <a:cubicBezTo>
                    <a:pt x="12603" y="3697"/>
                    <a:pt x="12099" y="3025"/>
                    <a:pt x="11343" y="2857"/>
                  </a:cubicBezTo>
                  <a:lnTo>
                    <a:pt x="11343" y="2605"/>
                  </a:lnTo>
                  <a:cubicBezTo>
                    <a:pt x="11343" y="2017"/>
                    <a:pt x="10839" y="1429"/>
                    <a:pt x="10167" y="1429"/>
                  </a:cubicBezTo>
                  <a:lnTo>
                    <a:pt x="10083" y="1429"/>
                  </a:lnTo>
                  <a:cubicBezTo>
                    <a:pt x="10167" y="1345"/>
                    <a:pt x="10167" y="1177"/>
                    <a:pt x="10167" y="924"/>
                  </a:cubicBezTo>
                  <a:cubicBezTo>
                    <a:pt x="10167" y="420"/>
                    <a:pt x="9747" y="0"/>
                    <a:pt x="915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24" name="Google Shape;2724;p52"/>
            <p:cNvSpPr/>
            <p:nvPr/>
          </p:nvSpPr>
          <p:spPr>
            <a:xfrm>
              <a:off x="2011706" y="3096728"/>
              <a:ext cx="342102" cy="347284"/>
            </a:xfrm>
            <a:custGeom>
              <a:avLst/>
              <a:gdLst/>
              <a:ahLst/>
              <a:cxnLst/>
              <a:rect l="l" t="t" r="r" b="b"/>
              <a:pathLst>
                <a:path w="11091" h="11259" extrusionOk="0">
                  <a:moveTo>
                    <a:pt x="4621" y="0"/>
                  </a:moveTo>
                  <a:cubicBezTo>
                    <a:pt x="4033" y="0"/>
                    <a:pt x="3529" y="420"/>
                    <a:pt x="3529" y="924"/>
                  </a:cubicBezTo>
                  <a:cubicBezTo>
                    <a:pt x="3529" y="1177"/>
                    <a:pt x="3613" y="1261"/>
                    <a:pt x="3613" y="1429"/>
                  </a:cubicBezTo>
                  <a:lnTo>
                    <a:pt x="2605" y="1429"/>
                  </a:lnTo>
                  <a:cubicBezTo>
                    <a:pt x="1933" y="1429"/>
                    <a:pt x="1429" y="2017"/>
                    <a:pt x="1429" y="2605"/>
                  </a:cubicBezTo>
                  <a:lnTo>
                    <a:pt x="1429" y="2857"/>
                  </a:lnTo>
                  <a:cubicBezTo>
                    <a:pt x="841" y="3109"/>
                    <a:pt x="420" y="3781"/>
                    <a:pt x="420" y="4537"/>
                  </a:cubicBezTo>
                  <a:cubicBezTo>
                    <a:pt x="420" y="5041"/>
                    <a:pt x="589" y="5462"/>
                    <a:pt x="925" y="5798"/>
                  </a:cubicBezTo>
                  <a:lnTo>
                    <a:pt x="841" y="5798"/>
                  </a:lnTo>
                  <a:cubicBezTo>
                    <a:pt x="252" y="5798"/>
                    <a:pt x="0" y="6218"/>
                    <a:pt x="0" y="6638"/>
                  </a:cubicBezTo>
                  <a:cubicBezTo>
                    <a:pt x="0" y="7142"/>
                    <a:pt x="420" y="7478"/>
                    <a:pt x="841" y="7478"/>
                  </a:cubicBezTo>
                  <a:lnTo>
                    <a:pt x="1009" y="7478"/>
                  </a:lnTo>
                  <a:cubicBezTo>
                    <a:pt x="925" y="7646"/>
                    <a:pt x="841" y="7898"/>
                    <a:pt x="841" y="8066"/>
                  </a:cubicBezTo>
                  <a:cubicBezTo>
                    <a:pt x="841" y="8570"/>
                    <a:pt x="1261" y="8990"/>
                    <a:pt x="1765" y="9158"/>
                  </a:cubicBezTo>
                  <a:lnTo>
                    <a:pt x="1765" y="9242"/>
                  </a:lnTo>
                  <a:cubicBezTo>
                    <a:pt x="1765" y="9999"/>
                    <a:pt x="2353" y="10503"/>
                    <a:pt x="3109" y="10503"/>
                  </a:cubicBezTo>
                  <a:cubicBezTo>
                    <a:pt x="3109" y="10923"/>
                    <a:pt x="3529" y="11259"/>
                    <a:pt x="3949" y="11259"/>
                  </a:cubicBezTo>
                  <a:lnTo>
                    <a:pt x="7730" y="11259"/>
                  </a:lnTo>
                  <a:cubicBezTo>
                    <a:pt x="8150" y="11259"/>
                    <a:pt x="8570" y="10923"/>
                    <a:pt x="8570" y="10419"/>
                  </a:cubicBezTo>
                  <a:cubicBezTo>
                    <a:pt x="8570" y="10251"/>
                    <a:pt x="8570" y="10083"/>
                    <a:pt x="8486" y="9999"/>
                  </a:cubicBezTo>
                  <a:lnTo>
                    <a:pt x="8990" y="9999"/>
                  </a:lnTo>
                  <a:cubicBezTo>
                    <a:pt x="9411" y="9999"/>
                    <a:pt x="9747" y="9663"/>
                    <a:pt x="9747" y="9242"/>
                  </a:cubicBezTo>
                  <a:cubicBezTo>
                    <a:pt x="9747" y="8990"/>
                    <a:pt x="9663" y="8822"/>
                    <a:pt x="9411" y="8570"/>
                  </a:cubicBezTo>
                  <a:lnTo>
                    <a:pt x="9747" y="8570"/>
                  </a:lnTo>
                  <a:cubicBezTo>
                    <a:pt x="10083" y="8570"/>
                    <a:pt x="10335" y="8402"/>
                    <a:pt x="10335" y="7982"/>
                  </a:cubicBezTo>
                  <a:cubicBezTo>
                    <a:pt x="10335" y="7898"/>
                    <a:pt x="10335" y="7730"/>
                    <a:pt x="10251" y="7646"/>
                  </a:cubicBezTo>
                  <a:lnTo>
                    <a:pt x="10251" y="7646"/>
                  </a:lnTo>
                  <a:cubicBezTo>
                    <a:pt x="10281" y="7652"/>
                    <a:pt x="10312" y="7655"/>
                    <a:pt x="10343" y="7655"/>
                  </a:cubicBezTo>
                  <a:cubicBezTo>
                    <a:pt x="10730" y="7655"/>
                    <a:pt x="11091" y="7171"/>
                    <a:pt x="11091" y="6470"/>
                  </a:cubicBezTo>
                  <a:cubicBezTo>
                    <a:pt x="11091" y="5882"/>
                    <a:pt x="10671" y="5209"/>
                    <a:pt x="10083" y="5125"/>
                  </a:cubicBezTo>
                  <a:cubicBezTo>
                    <a:pt x="10167" y="4957"/>
                    <a:pt x="10167" y="4705"/>
                    <a:pt x="10167" y="4537"/>
                  </a:cubicBezTo>
                  <a:cubicBezTo>
                    <a:pt x="10167" y="3697"/>
                    <a:pt x="9663" y="3025"/>
                    <a:pt x="8906" y="2857"/>
                  </a:cubicBezTo>
                  <a:lnTo>
                    <a:pt x="8906" y="2605"/>
                  </a:lnTo>
                  <a:cubicBezTo>
                    <a:pt x="8906" y="2017"/>
                    <a:pt x="8402" y="1429"/>
                    <a:pt x="7730" y="1429"/>
                  </a:cubicBezTo>
                  <a:lnTo>
                    <a:pt x="7646" y="1429"/>
                  </a:lnTo>
                  <a:cubicBezTo>
                    <a:pt x="7730" y="1345"/>
                    <a:pt x="7730" y="1177"/>
                    <a:pt x="7730" y="924"/>
                  </a:cubicBezTo>
                  <a:cubicBezTo>
                    <a:pt x="7730" y="420"/>
                    <a:pt x="7310" y="0"/>
                    <a:pt x="672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25" name="Google Shape;2725;p52"/>
            <p:cNvSpPr/>
            <p:nvPr/>
          </p:nvSpPr>
          <p:spPr>
            <a:xfrm>
              <a:off x="2006524" y="3272945"/>
              <a:ext cx="266963" cy="168475"/>
            </a:xfrm>
            <a:custGeom>
              <a:avLst/>
              <a:gdLst/>
              <a:ahLst/>
              <a:cxnLst/>
              <a:rect l="l" t="t" r="r" b="b"/>
              <a:pathLst>
                <a:path w="8655" h="5462" extrusionOk="0">
                  <a:moveTo>
                    <a:pt x="841" y="1"/>
                  </a:moveTo>
                  <a:cubicBezTo>
                    <a:pt x="336" y="1"/>
                    <a:pt x="0" y="505"/>
                    <a:pt x="0" y="841"/>
                  </a:cubicBezTo>
                  <a:cubicBezTo>
                    <a:pt x="0" y="1429"/>
                    <a:pt x="420" y="1681"/>
                    <a:pt x="841" y="1681"/>
                  </a:cubicBezTo>
                  <a:lnTo>
                    <a:pt x="1093" y="1681"/>
                  </a:lnTo>
                  <a:cubicBezTo>
                    <a:pt x="1009" y="1933"/>
                    <a:pt x="841" y="2101"/>
                    <a:pt x="841" y="2353"/>
                  </a:cubicBezTo>
                  <a:cubicBezTo>
                    <a:pt x="841" y="2857"/>
                    <a:pt x="1261" y="3277"/>
                    <a:pt x="1849" y="3361"/>
                  </a:cubicBezTo>
                  <a:lnTo>
                    <a:pt x="1849" y="3529"/>
                  </a:lnTo>
                  <a:cubicBezTo>
                    <a:pt x="1849" y="4202"/>
                    <a:pt x="2437" y="4790"/>
                    <a:pt x="3193" y="4790"/>
                  </a:cubicBezTo>
                  <a:cubicBezTo>
                    <a:pt x="3193" y="5210"/>
                    <a:pt x="3613" y="5462"/>
                    <a:pt x="4033" y="5462"/>
                  </a:cubicBezTo>
                  <a:lnTo>
                    <a:pt x="7814" y="5462"/>
                  </a:lnTo>
                  <a:cubicBezTo>
                    <a:pt x="8234" y="5462"/>
                    <a:pt x="8654" y="5210"/>
                    <a:pt x="8654" y="4622"/>
                  </a:cubicBezTo>
                  <a:lnTo>
                    <a:pt x="6536" y="4622"/>
                  </a:lnTo>
                  <a:cubicBezTo>
                    <a:pt x="6554" y="4583"/>
                    <a:pt x="6554" y="4503"/>
                    <a:pt x="6554" y="4454"/>
                  </a:cubicBezTo>
                  <a:cubicBezTo>
                    <a:pt x="6554" y="4034"/>
                    <a:pt x="6218" y="3697"/>
                    <a:pt x="5798" y="3613"/>
                  </a:cubicBezTo>
                  <a:cubicBezTo>
                    <a:pt x="6050" y="3529"/>
                    <a:pt x="6218" y="3445"/>
                    <a:pt x="6218" y="3109"/>
                  </a:cubicBezTo>
                  <a:lnTo>
                    <a:pt x="7562" y="3109"/>
                  </a:lnTo>
                  <a:cubicBezTo>
                    <a:pt x="8150" y="3109"/>
                    <a:pt x="8570" y="2689"/>
                    <a:pt x="8570" y="2185"/>
                  </a:cubicBezTo>
                  <a:cubicBezTo>
                    <a:pt x="8570" y="1597"/>
                    <a:pt x="8150" y="1177"/>
                    <a:pt x="7562" y="1177"/>
                  </a:cubicBezTo>
                  <a:lnTo>
                    <a:pt x="5882" y="1177"/>
                  </a:lnTo>
                  <a:lnTo>
                    <a:pt x="5882" y="1009"/>
                  </a:lnTo>
                  <a:cubicBezTo>
                    <a:pt x="5882" y="505"/>
                    <a:pt x="5462" y="1"/>
                    <a:pt x="49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26" name="Google Shape;2726;p52"/>
            <p:cNvSpPr/>
            <p:nvPr/>
          </p:nvSpPr>
          <p:spPr>
            <a:xfrm>
              <a:off x="2128331" y="3096728"/>
              <a:ext cx="194385" cy="127020"/>
            </a:xfrm>
            <a:custGeom>
              <a:avLst/>
              <a:gdLst/>
              <a:ahLst/>
              <a:cxnLst/>
              <a:rect l="l" t="t" r="r" b="b"/>
              <a:pathLst>
                <a:path w="6302" h="4118" extrusionOk="0">
                  <a:moveTo>
                    <a:pt x="1849" y="0"/>
                  </a:moveTo>
                  <a:cubicBezTo>
                    <a:pt x="1849" y="84"/>
                    <a:pt x="1765" y="84"/>
                    <a:pt x="1765" y="168"/>
                  </a:cubicBezTo>
                  <a:cubicBezTo>
                    <a:pt x="1765" y="504"/>
                    <a:pt x="1933" y="840"/>
                    <a:pt x="2353" y="924"/>
                  </a:cubicBezTo>
                  <a:cubicBezTo>
                    <a:pt x="2185" y="1009"/>
                    <a:pt x="2101" y="1177"/>
                    <a:pt x="1933" y="1345"/>
                  </a:cubicBezTo>
                  <a:lnTo>
                    <a:pt x="840" y="1345"/>
                  </a:lnTo>
                  <a:cubicBezTo>
                    <a:pt x="420" y="1345"/>
                    <a:pt x="0" y="1681"/>
                    <a:pt x="0" y="2185"/>
                  </a:cubicBezTo>
                  <a:cubicBezTo>
                    <a:pt x="0" y="2689"/>
                    <a:pt x="252" y="3025"/>
                    <a:pt x="840" y="3025"/>
                  </a:cubicBezTo>
                  <a:lnTo>
                    <a:pt x="2269" y="3025"/>
                  </a:lnTo>
                  <a:lnTo>
                    <a:pt x="2269" y="3277"/>
                  </a:lnTo>
                  <a:cubicBezTo>
                    <a:pt x="2269" y="3697"/>
                    <a:pt x="2605" y="4117"/>
                    <a:pt x="3109" y="4117"/>
                  </a:cubicBezTo>
                  <a:lnTo>
                    <a:pt x="6302" y="4117"/>
                  </a:lnTo>
                  <a:cubicBezTo>
                    <a:pt x="6134" y="3361"/>
                    <a:pt x="5714" y="2941"/>
                    <a:pt x="5125" y="2857"/>
                  </a:cubicBezTo>
                  <a:lnTo>
                    <a:pt x="5125" y="2605"/>
                  </a:lnTo>
                  <a:cubicBezTo>
                    <a:pt x="5125" y="2017"/>
                    <a:pt x="4621" y="1429"/>
                    <a:pt x="3949" y="1429"/>
                  </a:cubicBezTo>
                  <a:lnTo>
                    <a:pt x="3865" y="1429"/>
                  </a:lnTo>
                  <a:cubicBezTo>
                    <a:pt x="3949" y="1345"/>
                    <a:pt x="3949" y="1177"/>
                    <a:pt x="3949" y="924"/>
                  </a:cubicBezTo>
                  <a:cubicBezTo>
                    <a:pt x="3949" y="420"/>
                    <a:pt x="3529" y="0"/>
                    <a:pt x="294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27" name="Google Shape;2727;p52"/>
            <p:cNvSpPr/>
            <p:nvPr/>
          </p:nvSpPr>
          <p:spPr>
            <a:xfrm>
              <a:off x="2649237" y="3293659"/>
              <a:ext cx="69999" cy="261827"/>
            </a:xfrm>
            <a:custGeom>
              <a:avLst/>
              <a:gdLst/>
              <a:ahLst/>
              <a:cxnLst/>
              <a:rect l="l" t="t" r="r" b="b"/>
              <a:pathLst>
                <a:path w="2269" h="8402" extrusionOk="0">
                  <a:moveTo>
                    <a:pt x="504" y="0"/>
                  </a:moveTo>
                  <a:lnTo>
                    <a:pt x="0" y="8402"/>
                  </a:lnTo>
                  <a:lnTo>
                    <a:pt x="2269" y="8402"/>
                  </a:lnTo>
                  <a:lnTo>
                    <a:pt x="1765" y="0"/>
                  </a:lnTo>
                  <a:close/>
                </a:path>
              </a:pathLst>
            </a:custGeom>
            <a:solidFill>
              <a:srgbClr val="7A452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28" name="Google Shape;2728;p52"/>
            <p:cNvSpPr/>
            <p:nvPr/>
          </p:nvSpPr>
          <p:spPr>
            <a:xfrm>
              <a:off x="2395264" y="2850523"/>
              <a:ext cx="629762" cy="528714"/>
            </a:xfrm>
            <a:custGeom>
              <a:avLst/>
              <a:gdLst/>
              <a:ahLst/>
              <a:cxnLst/>
              <a:rect l="l" t="t" r="r" b="b"/>
              <a:pathLst>
                <a:path w="20417" h="17141" extrusionOk="0">
                  <a:moveTo>
                    <a:pt x="7058" y="0"/>
                  </a:moveTo>
                  <a:cubicBezTo>
                    <a:pt x="6218" y="0"/>
                    <a:pt x="5462" y="589"/>
                    <a:pt x="5462" y="1429"/>
                  </a:cubicBezTo>
                  <a:cubicBezTo>
                    <a:pt x="5462" y="1765"/>
                    <a:pt x="5630" y="1933"/>
                    <a:pt x="5714" y="2185"/>
                  </a:cubicBezTo>
                  <a:lnTo>
                    <a:pt x="4117" y="2185"/>
                  </a:lnTo>
                  <a:cubicBezTo>
                    <a:pt x="3193" y="2185"/>
                    <a:pt x="2353" y="2941"/>
                    <a:pt x="2353" y="3949"/>
                  </a:cubicBezTo>
                  <a:lnTo>
                    <a:pt x="2353" y="4285"/>
                  </a:lnTo>
                  <a:cubicBezTo>
                    <a:pt x="1429" y="4706"/>
                    <a:pt x="756" y="5630"/>
                    <a:pt x="756" y="6806"/>
                  </a:cubicBezTo>
                  <a:cubicBezTo>
                    <a:pt x="756" y="7562"/>
                    <a:pt x="1093" y="8150"/>
                    <a:pt x="1597" y="8654"/>
                  </a:cubicBezTo>
                  <a:lnTo>
                    <a:pt x="1429" y="8654"/>
                  </a:lnTo>
                  <a:cubicBezTo>
                    <a:pt x="672" y="8654"/>
                    <a:pt x="0" y="9243"/>
                    <a:pt x="0" y="9999"/>
                  </a:cubicBezTo>
                  <a:cubicBezTo>
                    <a:pt x="0" y="10671"/>
                    <a:pt x="672" y="11259"/>
                    <a:pt x="1429" y="11259"/>
                  </a:cubicBezTo>
                  <a:lnTo>
                    <a:pt x="1849" y="11259"/>
                  </a:lnTo>
                  <a:cubicBezTo>
                    <a:pt x="1597" y="11427"/>
                    <a:pt x="1513" y="11847"/>
                    <a:pt x="1513" y="12183"/>
                  </a:cubicBezTo>
                  <a:cubicBezTo>
                    <a:pt x="1513" y="13023"/>
                    <a:pt x="2101" y="13612"/>
                    <a:pt x="2857" y="13780"/>
                  </a:cubicBezTo>
                  <a:lnTo>
                    <a:pt x="2857" y="13948"/>
                  </a:lnTo>
                  <a:cubicBezTo>
                    <a:pt x="2857" y="15040"/>
                    <a:pt x="3781" y="15964"/>
                    <a:pt x="4873" y="15964"/>
                  </a:cubicBezTo>
                  <a:cubicBezTo>
                    <a:pt x="4873" y="16552"/>
                    <a:pt x="5378" y="17140"/>
                    <a:pt x="6134" y="17140"/>
                  </a:cubicBezTo>
                  <a:lnTo>
                    <a:pt x="15292" y="17140"/>
                  </a:lnTo>
                  <a:cubicBezTo>
                    <a:pt x="15880" y="17140"/>
                    <a:pt x="16552" y="16552"/>
                    <a:pt x="16552" y="15964"/>
                  </a:cubicBezTo>
                  <a:cubicBezTo>
                    <a:pt x="16552" y="15712"/>
                    <a:pt x="16384" y="15544"/>
                    <a:pt x="16300" y="15460"/>
                  </a:cubicBezTo>
                  <a:lnTo>
                    <a:pt x="17056" y="15460"/>
                  </a:lnTo>
                  <a:cubicBezTo>
                    <a:pt x="17644" y="15460"/>
                    <a:pt x="18232" y="14872"/>
                    <a:pt x="18232" y="14368"/>
                  </a:cubicBezTo>
                  <a:cubicBezTo>
                    <a:pt x="18232" y="13948"/>
                    <a:pt x="17980" y="13780"/>
                    <a:pt x="17644" y="13528"/>
                  </a:cubicBezTo>
                  <a:lnTo>
                    <a:pt x="18232" y="13528"/>
                  </a:lnTo>
                  <a:cubicBezTo>
                    <a:pt x="18737" y="13528"/>
                    <a:pt x="19157" y="13107"/>
                    <a:pt x="19157" y="12687"/>
                  </a:cubicBezTo>
                  <a:cubicBezTo>
                    <a:pt x="19157" y="12519"/>
                    <a:pt x="18989" y="12351"/>
                    <a:pt x="18905" y="12183"/>
                  </a:cubicBezTo>
                  <a:cubicBezTo>
                    <a:pt x="19745" y="11679"/>
                    <a:pt x="20417" y="10839"/>
                    <a:pt x="20417" y="9831"/>
                  </a:cubicBezTo>
                  <a:cubicBezTo>
                    <a:pt x="20417" y="8906"/>
                    <a:pt x="19745" y="8066"/>
                    <a:pt x="18821" y="7730"/>
                  </a:cubicBezTo>
                  <a:cubicBezTo>
                    <a:pt x="18905" y="7478"/>
                    <a:pt x="18989" y="7142"/>
                    <a:pt x="18989" y="6806"/>
                  </a:cubicBezTo>
                  <a:cubicBezTo>
                    <a:pt x="18989" y="5546"/>
                    <a:pt x="18148" y="4621"/>
                    <a:pt x="17140" y="4201"/>
                  </a:cubicBezTo>
                  <a:lnTo>
                    <a:pt x="17140" y="3949"/>
                  </a:lnTo>
                  <a:cubicBezTo>
                    <a:pt x="17140" y="3025"/>
                    <a:pt x="16300" y="2185"/>
                    <a:pt x="15376" y="2185"/>
                  </a:cubicBezTo>
                  <a:lnTo>
                    <a:pt x="15124" y="2185"/>
                  </a:lnTo>
                  <a:cubicBezTo>
                    <a:pt x="15292" y="1933"/>
                    <a:pt x="15376" y="1681"/>
                    <a:pt x="15376" y="1429"/>
                  </a:cubicBezTo>
                  <a:cubicBezTo>
                    <a:pt x="15376" y="589"/>
                    <a:pt x="14620" y="0"/>
                    <a:pt x="1377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29" name="Google Shape;2729;p52"/>
            <p:cNvSpPr/>
            <p:nvPr/>
          </p:nvSpPr>
          <p:spPr>
            <a:xfrm>
              <a:off x="2364172" y="2850523"/>
              <a:ext cx="520910" cy="528714"/>
            </a:xfrm>
            <a:custGeom>
              <a:avLst/>
              <a:gdLst/>
              <a:ahLst/>
              <a:cxnLst/>
              <a:rect l="l" t="t" r="r" b="b"/>
              <a:pathLst>
                <a:path w="16888" h="17141" extrusionOk="0">
                  <a:moveTo>
                    <a:pt x="7058" y="0"/>
                  </a:moveTo>
                  <a:cubicBezTo>
                    <a:pt x="6133" y="0"/>
                    <a:pt x="5461" y="589"/>
                    <a:pt x="5461" y="1429"/>
                  </a:cubicBezTo>
                  <a:cubicBezTo>
                    <a:pt x="5461" y="1765"/>
                    <a:pt x="5545" y="1933"/>
                    <a:pt x="5629" y="2185"/>
                  </a:cubicBezTo>
                  <a:lnTo>
                    <a:pt x="4033" y="2185"/>
                  </a:lnTo>
                  <a:cubicBezTo>
                    <a:pt x="3109" y="2185"/>
                    <a:pt x="2269" y="2941"/>
                    <a:pt x="2269" y="3949"/>
                  </a:cubicBezTo>
                  <a:lnTo>
                    <a:pt x="2269" y="4285"/>
                  </a:lnTo>
                  <a:cubicBezTo>
                    <a:pt x="1344" y="4706"/>
                    <a:pt x="756" y="5630"/>
                    <a:pt x="756" y="6806"/>
                  </a:cubicBezTo>
                  <a:cubicBezTo>
                    <a:pt x="756" y="7562"/>
                    <a:pt x="1008" y="8150"/>
                    <a:pt x="1596" y="8654"/>
                  </a:cubicBezTo>
                  <a:lnTo>
                    <a:pt x="1344" y="8654"/>
                  </a:lnTo>
                  <a:cubicBezTo>
                    <a:pt x="588" y="8654"/>
                    <a:pt x="0" y="9243"/>
                    <a:pt x="0" y="9999"/>
                  </a:cubicBezTo>
                  <a:cubicBezTo>
                    <a:pt x="0" y="10671"/>
                    <a:pt x="588" y="11259"/>
                    <a:pt x="1344" y="11259"/>
                  </a:cubicBezTo>
                  <a:lnTo>
                    <a:pt x="1764" y="11259"/>
                  </a:lnTo>
                  <a:cubicBezTo>
                    <a:pt x="1596" y="11427"/>
                    <a:pt x="1428" y="11847"/>
                    <a:pt x="1428" y="12183"/>
                  </a:cubicBezTo>
                  <a:cubicBezTo>
                    <a:pt x="1428" y="13023"/>
                    <a:pt x="2101" y="13612"/>
                    <a:pt x="2857" y="13780"/>
                  </a:cubicBezTo>
                  <a:lnTo>
                    <a:pt x="2857" y="13948"/>
                  </a:lnTo>
                  <a:cubicBezTo>
                    <a:pt x="2857" y="15040"/>
                    <a:pt x="3781" y="15964"/>
                    <a:pt x="4789" y="15964"/>
                  </a:cubicBezTo>
                  <a:cubicBezTo>
                    <a:pt x="4789" y="16552"/>
                    <a:pt x="5377" y="17140"/>
                    <a:pt x="6049" y="17140"/>
                  </a:cubicBezTo>
                  <a:lnTo>
                    <a:pt x="11763" y="17140"/>
                  </a:lnTo>
                  <a:cubicBezTo>
                    <a:pt x="12351" y="17140"/>
                    <a:pt x="13023" y="16552"/>
                    <a:pt x="13023" y="15964"/>
                  </a:cubicBezTo>
                  <a:cubicBezTo>
                    <a:pt x="13023" y="15712"/>
                    <a:pt x="12855" y="15544"/>
                    <a:pt x="12771" y="15460"/>
                  </a:cubicBezTo>
                  <a:lnTo>
                    <a:pt x="13527" y="15460"/>
                  </a:lnTo>
                  <a:cubicBezTo>
                    <a:pt x="14199" y="15460"/>
                    <a:pt x="14703" y="14872"/>
                    <a:pt x="14703" y="14368"/>
                  </a:cubicBezTo>
                  <a:cubicBezTo>
                    <a:pt x="14703" y="13948"/>
                    <a:pt x="14451" y="13780"/>
                    <a:pt x="14199" y="13528"/>
                  </a:cubicBezTo>
                  <a:lnTo>
                    <a:pt x="14703" y="13528"/>
                  </a:lnTo>
                  <a:cubicBezTo>
                    <a:pt x="15208" y="13528"/>
                    <a:pt x="15628" y="13107"/>
                    <a:pt x="15628" y="12687"/>
                  </a:cubicBezTo>
                  <a:cubicBezTo>
                    <a:pt x="15628" y="12519"/>
                    <a:pt x="15544" y="12351"/>
                    <a:pt x="15460" y="12183"/>
                  </a:cubicBezTo>
                  <a:cubicBezTo>
                    <a:pt x="16300" y="11679"/>
                    <a:pt x="16888" y="10839"/>
                    <a:pt x="16888" y="9831"/>
                  </a:cubicBezTo>
                  <a:cubicBezTo>
                    <a:pt x="16888" y="8906"/>
                    <a:pt x="16300" y="8066"/>
                    <a:pt x="15292" y="7730"/>
                  </a:cubicBezTo>
                  <a:cubicBezTo>
                    <a:pt x="15460" y="7478"/>
                    <a:pt x="15544" y="7142"/>
                    <a:pt x="15544" y="6806"/>
                  </a:cubicBezTo>
                  <a:cubicBezTo>
                    <a:pt x="15544" y="5546"/>
                    <a:pt x="14703" y="4621"/>
                    <a:pt x="13611" y="4201"/>
                  </a:cubicBezTo>
                  <a:lnTo>
                    <a:pt x="13611" y="3949"/>
                  </a:lnTo>
                  <a:cubicBezTo>
                    <a:pt x="13611" y="3025"/>
                    <a:pt x="12771" y="2185"/>
                    <a:pt x="11847" y="2185"/>
                  </a:cubicBezTo>
                  <a:lnTo>
                    <a:pt x="11679" y="2185"/>
                  </a:lnTo>
                  <a:cubicBezTo>
                    <a:pt x="11763" y="1933"/>
                    <a:pt x="11847" y="1681"/>
                    <a:pt x="11847" y="1429"/>
                  </a:cubicBezTo>
                  <a:cubicBezTo>
                    <a:pt x="11847" y="589"/>
                    <a:pt x="11091" y="0"/>
                    <a:pt x="1025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30" name="Google Shape;2730;p52"/>
            <p:cNvSpPr/>
            <p:nvPr/>
          </p:nvSpPr>
          <p:spPr>
            <a:xfrm>
              <a:off x="2364172" y="3120046"/>
              <a:ext cx="401725" cy="259191"/>
            </a:xfrm>
            <a:custGeom>
              <a:avLst/>
              <a:gdLst/>
              <a:ahLst/>
              <a:cxnLst/>
              <a:rect l="l" t="t" r="r" b="b"/>
              <a:pathLst>
                <a:path w="13024" h="8403" extrusionOk="0">
                  <a:moveTo>
                    <a:pt x="1344" y="0"/>
                  </a:moveTo>
                  <a:cubicBezTo>
                    <a:pt x="588" y="0"/>
                    <a:pt x="0" y="505"/>
                    <a:pt x="0" y="1261"/>
                  </a:cubicBezTo>
                  <a:cubicBezTo>
                    <a:pt x="0" y="1933"/>
                    <a:pt x="588" y="2521"/>
                    <a:pt x="1344" y="2521"/>
                  </a:cubicBezTo>
                  <a:lnTo>
                    <a:pt x="1764" y="2521"/>
                  </a:lnTo>
                  <a:cubicBezTo>
                    <a:pt x="1596" y="2689"/>
                    <a:pt x="1428" y="3109"/>
                    <a:pt x="1428" y="3445"/>
                  </a:cubicBezTo>
                  <a:cubicBezTo>
                    <a:pt x="1428" y="4285"/>
                    <a:pt x="2101" y="4874"/>
                    <a:pt x="2857" y="5042"/>
                  </a:cubicBezTo>
                  <a:lnTo>
                    <a:pt x="2857" y="5210"/>
                  </a:lnTo>
                  <a:cubicBezTo>
                    <a:pt x="2857" y="6302"/>
                    <a:pt x="3781" y="7226"/>
                    <a:pt x="4789" y="7226"/>
                  </a:cubicBezTo>
                  <a:cubicBezTo>
                    <a:pt x="4789" y="7814"/>
                    <a:pt x="5377" y="8402"/>
                    <a:pt x="6049" y="8402"/>
                  </a:cubicBezTo>
                  <a:lnTo>
                    <a:pt x="11763" y="8402"/>
                  </a:lnTo>
                  <a:cubicBezTo>
                    <a:pt x="12351" y="8402"/>
                    <a:pt x="13023" y="7814"/>
                    <a:pt x="13023" y="7226"/>
                  </a:cubicBezTo>
                  <a:cubicBezTo>
                    <a:pt x="13023" y="7142"/>
                    <a:pt x="9746" y="7142"/>
                    <a:pt x="9746" y="7142"/>
                  </a:cubicBezTo>
                  <a:lnTo>
                    <a:pt x="9746" y="6470"/>
                  </a:lnTo>
                  <a:cubicBezTo>
                    <a:pt x="9746" y="5882"/>
                    <a:pt x="9326" y="5294"/>
                    <a:pt x="8738" y="5126"/>
                  </a:cubicBezTo>
                  <a:cubicBezTo>
                    <a:pt x="8990" y="5042"/>
                    <a:pt x="9326" y="4790"/>
                    <a:pt x="9410" y="4369"/>
                  </a:cubicBezTo>
                  <a:lnTo>
                    <a:pt x="11427" y="4369"/>
                  </a:lnTo>
                  <a:cubicBezTo>
                    <a:pt x="12267" y="4369"/>
                    <a:pt x="12855" y="3781"/>
                    <a:pt x="12855" y="3025"/>
                  </a:cubicBezTo>
                  <a:cubicBezTo>
                    <a:pt x="12855" y="2269"/>
                    <a:pt x="12267" y="1681"/>
                    <a:pt x="11427" y="1681"/>
                  </a:cubicBezTo>
                  <a:lnTo>
                    <a:pt x="8906" y="1681"/>
                  </a:lnTo>
                  <a:cubicBezTo>
                    <a:pt x="8906" y="1513"/>
                    <a:pt x="8990" y="1429"/>
                    <a:pt x="8990" y="1345"/>
                  </a:cubicBezTo>
                  <a:cubicBezTo>
                    <a:pt x="8990" y="589"/>
                    <a:pt x="8402" y="0"/>
                    <a:pt x="756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31" name="Google Shape;2731;p52"/>
            <p:cNvSpPr/>
            <p:nvPr/>
          </p:nvSpPr>
          <p:spPr>
            <a:xfrm>
              <a:off x="2545571" y="2850523"/>
              <a:ext cx="290282" cy="181430"/>
            </a:xfrm>
            <a:custGeom>
              <a:avLst/>
              <a:gdLst/>
              <a:ahLst/>
              <a:cxnLst/>
              <a:rect l="l" t="t" r="r" b="b"/>
              <a:pathLst>
                <a:path w="9411" h="5882" extrusionOk="0">
                  <a:moveTo>
                    <a:pt x="2857" y="0"/>
                  </a:moveTo>
                  <a:cubicBezTo>
                    <a:pt x="2857" y="84"/>
                    <a:pt x="2689" y="168"/>
                    <a:pt x="2689" y="252"/>
                  </a:cubicBezTo>
                  <a:cubicBezTo>
                    <a:pt x="2689" y="841"/>
                    <a:pt x="3109" y="1261"/>
                    <a:pt x="3529" y="1429"/>
                  </a:cubicBezTo>
                  <a:cubicBezTo>
                    <a:pt x="3277" y="1513"/>
                    <a:pt x="3025" y="1765"/>
                    <a:pt x="2941" y="2101"/>
                  </a:cubicBezTo>
                  <a:lnTo>
                    <a:pt x="1261" y="2101"/>
                  </a:lnTo>
                  <a:cubicBezTo>
                    <a:pt x="589" y="2101"/>
                    <a:pt x="0" y="2605"/>
                    <a:pt x="0" y="3193"/>
                  </a:cubicBezTo>
                  <a:cubicBezTo>
                    <a:pt x="0" y="3865"/>
                    <a:pt x="505" y="4369"/>
                    <a:pt x="1261" y="4369"/>
                  </a:cubicBezTo>
                  <a:lnTo>
                    <a:pt x="3445" y="4369"/>
                  </a:lnTo>
                  <a:cubicBezTo>
                    <a:pt x="3445" y="4453"/>
                    <a:pt x="3361" y="4621"/>
                    <a:pt x="3361" y="4706"/>
                  </a:cubicBezTo>
                  <a:cubicBezTo>
                    <a:pt x="3361" y="5294"/>
                    <a:pt x="3865" y="5882"/>
                    <a:pt x="4621" y="5882"/>
                  </a:cubicBezTo>
                  <a:lnTo>
                    <a:pt x="9411" y="5882"/>
                  </a:lnTo>
                  <a:cubicBezTo>
                    <a:pt x="9243" y="5126"/>
                    <a:pt x="8486" y="4537"/>
                    <a:pt x="7730" y="4201"/>
                  </a:cubicBezTo>
                  <a:lnTo>
                    <a:pt x="7730" y="3949"/>
                  </a:lnTo>
                  <a:cubicBezTo>
                    <a:pt x="7730" y="3025"/>
                    <a:pt x="6890" y="2185"/>
                    <a:pt x="5966" y="2185"/>
                  </a:cubicBezTo>
                  <a:lnTo>
                    <a:pt x="5798" y="2185"/>
                  </a:lnTo>
                  <a:cubicBezTo>
                    <a:pt x="5882" y="2017"/>
                    <a:pt x="5966" y="1681"/>
                    <a:pt x="5966" y="1429"/>
                  </a:cubicBezTo>
                  <a:cubicBezTo>
                    <a:pt x="5966" y="589"/>
                    <a:pt x="5210" y="0"/>
                    <a:pt x="436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2732" name="Google Shape;2732;p52"/>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Renewable energy shortfall</a:t>
            </a:r>
            <a:endParaRPr dirty="0"/>
          </a:p>
        </p:txBody>
      </p:sp>
      <p:sp>
        <p:nvSpPr>
          <p:cNvPr id="2733" name="Google Shape;2733;p52"/>
          <p:cNvSpPr txBox="1">
            <a:spLocks noGrp="1"/>
          </p:cNvSpPr>
          <p:nvPr>
            <p:ph type="subTitle" idx="1"/>
          </p:nvPr>
        </p:nvSpPr>
        <p:spPr>
          <a:xfrm>
            <a:off x="4158088" y="4049545"/>
            <a:ext cx="3638700" cy="697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Positive value = unmet demand</a:t>
            </a:r>
            <a:endParaRPr dirty="0"/>
          </a:p>
        </p:txBody>
      </p:sp>
      <p:sp>
        <p:nvSpPr>
          <p:cNvPr id="2734" name="Google Shape;2734;p52"/>
          <p:cNvSpPr txBox="1">
            <a:spLocks noGrp="1"/>
          </p:cNvSpPr>
          <p:nvPr>
            <p:ph type="subTitle" idx="2"/>
          </p:nvPr>
        </p:nvSpPr>
        <p:spPr>
          <a:xfrm>
            <a:off x="4792074" y="1444981"/>
            <a:ext cx="3662079" cy="2002457"/>
          </a:xfrm>
          <a:prstGeom prst="rect">
            <a:avLst/>
          </a:prstGeom>
        </p:spPr>
        <p:txBody>
          <a:bodyPr spcFirstLastPara="1" wrap="square" lIns="91425" tIns="91425" rIns="91425" bIns="91425" anchor="t" anchorCtr="0">
            <a:noAutofit/>
          </a:bodyPr>
          <a:lstStyle/>
          <a:p>
            <a:pPr marL="285750" lvl="0" indent="-285750" algn="just" rtl="0">
              <a:spcBef>
                <a:spcPts val="0"/>
              </a:spcBef>
              <a:spcAft>
                <a:spcPts val="0"/>
              </a:spcAft>
              <a:buClr>
                <a:schemeClr val="accent6"/>
              </a:buClr>
              <a:buFont typeface="Arial" panose="020B0604020202020204" pitchFamily="34" charset="0"/>
              <a:buChar char="•"/>
            </a:pPr>
            <a:r>
              <a:rPr lang="en" dirty="0"/>
              <a:t>The target was the amount of unmet demand.</a:t>
            </a:r>
          </a:p>
          <a:p>
            <a:pPr marL="285750" lvl="0" indent="-285750" algn="just" rtl="0">
              <a:spcBef>
                <a:spcPts val="0"/>
              </a:spcBef>
              <a:spcAft>
                <a:spcPts val="0"/>
              </a:spcAft>
              <a:buClr>
                <a:schemeClr val="accent6"/>
              </a:buClr>
              <a:buFont typeface="Arial" panose="020B0604020202020204" pitchFamily="34" charset="0"/>
              <a:buChar char="•"/>
            </a:pPr>
            <a:r>
              <a:rPr lang="en" dirty="0"/>
              <a:t>Positive shortfall means wind and solar were not enough.</a:t>
            </a:r>
          </a:p>
          <a:p>
            <a:pPr marL="285750" lvl="0" indent="-285750" algn="just" rtl="0">
              <a:spcBef>
                <a:spcPts val="0"/>
              </a:spcBef>
              <a:spcAft>
                <a:spcPts val="0"/>
              </a:spcAft>
              <a:buClr>
                <a:schemeClr val="accent6"/>
              </a:buClr>
              <a:buFont typeface="Arial" panose="020B0604020202020204" pitchFamily="34" charset="0"/>
              <a:buChar char="•"/>
            </a:pPr>
            <a:r>
              <a:rPr lang="en" dirty="0"/>
              <a:t>Near-zero or negative values mean renewables nearly met or exceeded demand.</a:t>
            </a:r>
          </a:p>
          <a:p>
            <a:pPr marL="285750" lvl="0" indent="-285750" algn="just" rtl="0">
              <a:spcBef>
                <a:spcPts val="0"/>
              </a:spcBef>
              <a:spcAft>
                <a:spcPts val="0"/>
              </a:spcAft>
              <a:buClr>
                <a:schemeClr val="accent6"/>
              </a:buClr>
              <a:buFont typeface="Arial" panose="020B0604020202020204" pitchFamily="34" charset="0"/>
              <a:buChar char="•"/>
            </a:pPr>
            <a:r>
              <a:rPr lang="en" dirty="0"/>
              <a:t>This became the main value our models implemented.</a:t>
            </a:r>
            <a:endParaRPr dirty="0"/>
          </a:p>
        </p:txBody>
      </p:sp>
      <p:sp>
        <p:nvSpPr>
          <p:cNvPr id="2735" name="Google Shape;2735;p52"/>
          <p:cNvSpPr txBox="1">
            <a:spLocks noGrp="1"/>
          </p:cNvSpPr>
          <p:nvPr>
            <p:ph type="subTitle" idx="3"/>
          </p:nvPr>
        </p:nvSpPr>
        <p:spPr>
          <a:xfrm>
            <a:off x="2810876" y="3484839"/>
            <a:ext cx="6333124" cy="612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sz="1400" dirty="0"/>
              <a:t>S</a:t>
            </a:r>
            <a:r>
              <a:rPr lang="en" sz="1400" dirty="0" err="1"/>
              <a:t>hortfall_mw</a:t>
            </a:r>
            <a:r>
              <a:rPr lang="en" sz="1400" dirty="0"/>
              <a:t> = </a:t>
            </a:r>
            <a:r>
              <a:rPr lang="en" sz="1400" dirty="0" err="1"/>
              <a:t>load_mw</a:t>
            </a:r>
            <a:r>
              <a:rPr lang="en" sz="1400" dirty="0"/>
              <a:t> – </a:t>
            </a:r>
            <a:r>
              <a:rPr lang="en" sz="1400" dirty="0" err="1"/>
              <a:t>wind_generation_mw</a:t>
            </a:r>
            <a:r>
              <a:rPr lang="en" sz="1400" dirty="0"/>
              <a:t> – </a:t>
            </a:r>
            <a:r>
              <a:rPr lang="en" sz="1400" dirty="0" err="1"/>
              <a:t>solar_generation_mw</a:t>
            </a:r>
            <a:endParaRPr sz="1400" dirty="0"/>
          </a:p>
        </p:txBody>
      </p:sp>
      <p:grpSp>
        <p:nvGrpSpPr>
          <p:cNvPr id="2745" name="Google Shape;2745;p52"/>
          <p:cNvGrpSpPr/>
          <p:nvPr/>
        </p:nvGrpSpPr>
        <p:grpSpPr>
          <a:xfrm>
            <a:off x="2150704" y="1921583"/>
            <a:ext cx="1093771" cy="2951842"/>
            <a:chOff x="231800" y="1194350"/>
            <a:chExt cx="943150" cy="2545350"/>
          </a:xfrm>
        </p:grpSpPr>
        <p:sp>
          <p:nvSpPr>
            <p:cNvPr id="2746" name="Google Shape;2746;p52"/>
            <p:cNvSpPr/>
            <p:nvPr/>
          </p:nvSpPr>
          <p:spPr>
            <a:xfrm>
              <a:off x="484495" y="3697404"/>
              <a:ext cx="416790" cy="42296"/>
            </a:xfrm>
            <a:custGeom>
              <a:avLst/>
              <a:gdLst/>
              <a:ahLst/>
              <a:cxnLst/>
              <a:rect l="l" t="t" r="r" b="b"/>
              <a:pathLst>
                <a:path w="70493" h="1692" extrusionOk="0">
                  <a:moveTo>
                    <a:pt x="68838" y="1"/>
                  </a:moveTo>
                  <a:cubicBezTo>
                    <a:pt x="68747" y="1"/>
                    <a:pt x="68655" y="4"/>
                    <a:pt x="68561" y="11"/>
                  </a:cubicBezTo>
                  <a:lnTo>
                    <a:pt x="1849" y="11"/>
                  </a:lnTo>
                  <a:cubicBezTo>
                    <a:pt x="841" y="11"/>
                    <a:pt x="1" y="347"/>
                    <a:pt x="1" y="851"/>
                  </a:cubicBezTo>
                  <a:cubicBezTo>
                    <a:pt x="1" y="1272"/>
                    <a:pt x="841" y="1692"/>
                    <a:pt x="1849" y="1692"/>
                  </a:cubicBezTo>
                  <a:lnTo>
                    <a:pt x="68561" y="1692"/>
                  </a:lnTo>
                  <a:cubicBezTo>
                    <a:pt x="69653" y="1692"/>
                    <a:pt x="70493" y="1356"/>
                    <a:pt x="70493" y="851"/>
                  </a:cubicBezTo>
                  <a:cubicBezTo>
                    <a:pt x="70493" y="391"/>
                    <a:pt x="69792" y="1"/>
                    <a:pt x="68838" y="1"/>
                  </a:cubicBezTo>
                  <a:close/>
                </a:path>
              </a:pathLst>
            </a:custGeom>
            <a:solidFill>
              <a:srgbClr val="6A84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47" name="Google Shape;2747;p52"/>
            <p:cNvSpPr/>
            <p:nvPr/>
          </p:nvSpPr>
          <p:spPr>
            <a:xfrm>
              <a:off x="645600" y="3370000"/>
              <a:ext cx="71450" cy="355000"/>
            </a:xfrm>
            <a:custGeom>
              <a:avLst/>
              <a:gdLst/>
              <a:ahLst/>
              <a:cxnLst/>
              <a:rect l="l" t="t" r="r" b="b"/>
              <a:pathLst>
                <a:path w="2858" h="14200" extrusionOk="0">
                  <a:moveTo>
                    <a:pt x="85" y="0"/>
                  </a:moveTo>
                  <a:cubicBezTo>
                    <a:pt x="85" y="3865"/>
                    <a:pt x="85" y="13107"/>
                    <a:pt x="1" y="14200"/>
                  </a:cubicBezTo>
                  <a:lnTo>
                    <a:pt x="2857" y="14200"/>
                  </a:lnTo>
                  <a:cubicBezTo>
                    <a:pt x="2857" y="13107"/>
                    <a:pt x="2857" y="3865"/>
                    <a:pt x="2689" y="0"/>
                  </a:cubicBezTo>
                  <a:close/>
                </a:path>
              </a:pathLst>
            </a:custGeom>
            <a:solidFill>
              <a:srgbClr val="4054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48" name="Google Shape;2748;p52"/>
            <p:cNvSpPr/>
            <p:nvPr/>
          </p:nvSpPr>
          <p:spPr>
            <a:xfrm>
              <a:off x="685525" y="3370000"/>
              <a:ext cx="31525" cy="355000"/>
            </a:xfrm>
            <a:custGeom>
              <a:avLst/>
              <a:gdLst/>
              <a:ahLst/>
              <a:cxnLst/>
              <a:rect l="l" t="t" r="r" b="b"/>
              <a:pathLst>
                <a:path w="1261" h="14200" extrusionOk="0">
                  <a:moveTo>
                    <a:pt x="0" y="0"/>
                  </a:moveTo>
                  <a:lnTo>
                    <a:pt x="0" y="14200"/>
                  </a:lnTo>
                  <a:lnTo>
                    <a:pt x="1260" y="14200"/>
                  </a:lnTo>
                  <a:cubicBezTo>
                    <a:pt x="1260" y="13107"/>
                    <a:pt x="1260" y="3865"/>
                    <a:pt x="1092" y="0"/>
                  </a:cubicBezTo>
                  <a:close/>
                </a:path>
              </a:pathLst>
            </a:custGeom>
            <a:solidFill>
              <a:srgbClr val="6C8C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49" name="Google Shape;2749;p52"/>
            <p:cNvSpPr/>
            <p:nvPr/>
          </p:nvSpPr>
          <p:spPr>
            <a:xfrm>
              <a:off x="654000" y="1624500"/>
              <a:ext cx="56750" cy="1745525"/>
            </a:xfrm>
            <a:custGeom>
              <a:avLst/>
              <a:gdLst/>
              <a:ahLst/>
              <a:cxnLst/>
              <a:rect l="l" t="t" r="r" b="b"/>
              <a:pathLst>
                <a:path w="2270" h="69821" extrusionOk="0">
                  <a:moveTo>
                    <a:pt x="925" y="0"/>
                  </a:moveTo>
                  <a:cubicBezTo>
                    <a:pt x="841" y="2773"/>
                    <a:pt x="85" y="67720"/>
                    <a:pt x="1" y="69820"/>
                  </a:cubicBezTo>
                  <a:lnTo>
                    <a:pt x="2269" y="69820"/>
                  </a:lnTo>
                  <a:cubicBezTo>
                    <a:pt x="2185" y="67720"/>
                    <a:pt x="1429" y="2773"/>
                    <a:pt x="1345" y="0"/>
                  </a:cubicBezTo>
                  <a:close/>
                </a:path>
              </a:pathLst>
            </a:custGeom>
            <a:solidFill>
              <a:srgbClr val="F5F9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50" name="Google Shape;2750;p52"/>
            <p:cNvSpPr/>
            <p:nvPr/>
          </p:nvSpPr>
          <p:spPr>
            <a:xfrm>
              <a:off x="681325" y="1624500"/>
              <a:ext cx="25225" cy="1745525"/>
            </a:xfrm>
            <a:custGeom>
              <a:avLst/>
              <a:gdLst/>
              <a:ahLst/>
              <a:cxnLst/>
              <a:rect l="l" t="t" r="r" b="b"/>
              <a:pathLst>
                <a:path w="1009" h="69821" extrusionOk="0">
                  <a:moveTo>
                    <a:pt x="168" y="0"/>
                  </a:moveTo>
                  <a:cubicBezTo>
                    <a:pt x="0" y="0"/>
                    <a:pt x="252" y="69820"/>
                    <a:pt x="252" y="69820"/>
                  </a:cubicBezTo>
                  <a:lnTo>
                    <a:pt x="1008" y="69820"/>
                  </a:lnTo>
                  <a:cubicBezTo>
                    <a:pt x="1008" y="67720"/>
                    <a:pt x="252" y="2773"/>
                    <a:pt x="16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51" name="Google Shape;2751;p52"/>
            <p:cNvSpPr/>
            <p:nvPr/>
          </p:nvSpPr>
          <p:spPr>
            <a:xfrm>
              <a:off x="244425" y="1585750"/>
              <a:ext cx="430625" cy="68875"/>
            </a:xfrm>
            <a:custGeom>
              <a:avLst/>
              <a:gdLst/>
              <a:ahLst/>
              <a:cxnLst/>
              <a:rect l="l" t="t" r="r" b="b"/>
              <a:pathLst>
                <a:path w="17225" h="2755" extrusionOk="0">
                  <a:moveTo>
                    <a:pt x="13288" y="0"/>
                  </a:moveTo>
                  <a:cubicBezTo>
                    <a:pt x="10899" y="0"/>
                    <a:pt x="0" y="1757"/>
                    <a:pt x="0" y="2222"/>
                  </a:cubicBezTo>
                  <a:cubicBezTo>
                    <a:pt x="0" y="2584"/>
                    <a:pt x="1525" y="2755"/>
                    <a:pt x="3871" y="2755"/>
                  </a:cubicBezTo>
                  <a:cubicBezTo>
                    <a:pt x="5340" y="2755"/>
                    <a:pt x="7132" y="2688"/>
                    <a:pt x="9074" y="2558"/>
                  </a:cubicBezTo>
                  <a:cubicBezTo>
                    <a:pt x="14115" y="2222"/>
                    <a:pt x="17056" y="2138"/>
                    <a:pt x="17056" y="1634"/>
                  </a:cubicBezTo>
                  <a:cubicBezTo>
                    <a:pt x="17224" y="1214"/>
                    <a:pt x="15712" y="794"/>
                    <a:pt x="13695" y="38"/>
                  </a:cubicBezTo>
                  <a:cubicBezTo>
                    <a:pt x="13625" y="12"/>
                    <a:pt x="13486" y="0"/>
                    <a:pt x="1328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52" name="Google Shape;2752;p52"/>
            <p:cNvSpPr/>
            <p:nvPr/>
          </p:nvSpPr>
          <p:spPr>
            <a:xfrm>
              <a:off x="271725" y="1591650"/>
              <a:ext cx="373900" cy="45475"/>
            </a:xfrm>
            <a:custGeom>
              <a:avLst/>
              <a:gdLst/>
              <a:ahLst/>
              <a:cxnLst/>
              <a:rect l="l" t="t" r="r" b="b"/>
              <a:pathLst>
                <a:path w="14956" h="1819" extrusionOk="0">
                  <a:moveTo>
                    <a:pt x="12119" y="1"/>
                  </a:moveTo>
                  <a:cubicBezTo>
                    <a:pt x="10095" y="1"/>
                    <a:pt x="2774" y="1144"/>
                    <a:pt x="0" y="1818"/>
                  </a:cubicBezTo>
                  <a:lnTo>
                    <a:pt x="14956" y="894"/>
                  </a:lnTo>
                  <a:cubicBezTo>
                    <a:pt x="14452" y="642"/>
                    <a:pt x="13779" y="474"/>
                    <a:pt x="13275" y="222"/>
                  </a:cubicBezTo>
                  <a:cubicBezTo>
                    <a:pt x="13023" y="138"/>
                    <a:pt x="12855" y="138"/>
                    <a:pt x="12603" y="54"/>
                  </a:cubicBezTo>
                  <a:cubicBezTo>
                    <a:pt x="12531" y="18"/>
                    <a:pt x="12363" y="1"/>
                    <a:pt x="12119" y="1"/>
                  </a:cubicBez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53" name="Google Shape;2753;p52"/>
            <p:cNvSpPr/>
            <p:nvPr/>
          </p:nvSpPr>
          <p:spPr>
            <a:xfrm>
              <a:off x="677125" y="1625850"/>
              <a:ext cx="247875" cy="357900"/>
            </a:xfrm>
            <a:custGeom>
              <a:avLst/>
              <a:gdLst/>
              <a:ahLst/>
              <a:cxnLst/>
              <a:rect l="l" t="t" r="r" b="b"/>
              <a:pathLst>
                <a:path w="9915" h="14316" extrusionOk="0">
                  <a:moveTo>
                    <a:pt x="507" y="0"/>
                  </a:moveTo>
                  <a:cubicBezTo>
                    <a:pt x="474" y="0"/>
                    <a:pt x="445" y="10"/>
                    <a:pt x="420" y="30"/>
                  </a:cubicBezTo>
                  <a:cubicBezTo>
                    <a:pt x="0" y="366"/>
                    <a:pt x="420" y="1711"/>
                    <a:pt x="672" y="3727"/>
                  </a:cubicBezTo>
                  <a:cubicBezTo>
                    <a:pt x="922" y="4727"/>
                    <a:pt x="9018" y="14316"/>
                    <a:pt x="9484" y="14316"/>
                  </a:cubicBezTo>
                  <a:cubicBezTo>
                    <a:pt x="9488" y="14316"/>
                    <a:pt x="9491" y="14315"/>
                    <a:pt x="9494" y="14313"/>
                  </a:cubicBezTo>
                  <a:cubicBezTo>
                    <a:pt x="9914" y="13977"/>
                    <a:pt x="8066" y="10533"/>
                    <a:pt x="5209" y="6332"/>
                  </a:cubicBezTo>
                  <a:cubicBezTo>
                    <a:pt x="2523" y="2460"/>
                    <a:pt x="1025" y="0"/>
                    <a:pt x="50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54" name="Google Shape;2754;p52"/>
            <p:cNvSpPr/>
            <p:nvPr/>
          </p:nvSpPr>
          <p:spPr>
            <a:xfrm>
              <a:off x="689725" y="1658100"/>
              <a:ext cx="207975" cy="304600"/>
            </a:xfrm>
            <a:custGeom>
              <a:avLst/>
              <a:gdLst/>
              <a:ahLst/>
              <a:cxnLst/>
              <a:rect l="l" t="t" r="r" b="b"/>
              <a:pathLst>
                <a:path w="8319" h="12184" extrusionOk="0">
                  <a:moveTo>
                    <a:pt x="0" y="0"/>
                  </a:moveTo>
                  <a:lnTo>
                    <a:pt x="0" y="0"/>
                  </a:lnTo>
                  <a:cubicBezTo>
                    <a:pt x="84" y="505"/>
                    <a:pt x="252" y="1177"/>
                    <a:pt x="336" y="1765"/>
                  </a:cubicBezTo>
                  <a:cubicBezTo>
                    <a:pt x="336" y="1933"/>
                    <a:pt x="420" y="2185"/>
                    <a:pt x="420" y="2521"/>
                  </a:cubicBezTo>
                  <a:cubicBezTo>
                    <a:pt x="504" y="3109"/>
                    <a:pt x="6218" y="9999"/>
                    <a:pt x="8318" y="12183"/>
                  </a:cubicBezTo>
                  <a:lnTo>
                    <a:pt x="0" y="0"/>
                  </a:ln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55" name="Google Shape;2755;p52"/>
            <p:cNvSpPr/>
            <p:nvPr/>
          </p:nvSpPr>
          <p:spPr>
            <a:xfrm>
              <a:off x="668700" y="1242050"/>
              <a:ext cx="222700" cy="374525"/>
            </a:xfrm>
            <a:custGeom>
              <a:avLst/>
              <a:gdLst/>
              <a:ahLst/>
              <a:cxnLst/>
              <a:rect l="l" t="t" r="r" b="b"/>
              <a:pathLst>
                <a:path w="8908" h="14981" extrusionOk="0">
                  <a:moveTo>
                    <a:pt x="8454" y="1"/>
                  </a:moveTo>
                  <a:cubicBezTo>
                    <a:pt x="7962" y="1"/>
                    <a:pt x="5830" y="3308"/>
                    <a:pt x="3698" y="7736"/>
                  </a:cubicBezTo>
                  <a:cubicBezTo>
                    <a:pt x="1429" y="12105"/>
                    <a:pt x="1" y="14710"/>
                    <a:pt x="505" y="14962"/>
                  </a:cubicBezTo>
                  <a:cubicBezTo>
                    <a:pt x="530" y="14974"/>
                    <a:pt x="559" y="14980"/>
                    <a:pt x="593" y="14980"/>
                  </a:cubicBezTo>
                  <a:cubicBezTo>
                    <a:pt x="1016" y="14980"/>
                    <a:pt x="2135" y="14029"/>
                    <a:pt x="3614" y="12862"/>
                  </a:cubicBezTo>
                  <a:cubicBezTo>
                    <a:pt x="4454" y="12189"/>
                    <a:pt x="8907" y="259"/>
                    <a:pt x="8487" y="7"/>
                  </a:cubicBezTo>
                  <a:cubicBezTo>
                    <a:pt x="8477" y="3"/>
                    <a:pt x="8466" y="1"/>
                    <a:pt x="845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56" name="Google Shape;2756;p52"/>
            <p:cNvSpPr/>
            <p:nvPr/>
          </p:nvSpPr>
          <p:spPr>
            <a:xfrm>
              <a:off x="706525" y="1269500"/>
              <a:ext cx="163850" cy="327700"/>
            </a:xfrm>
            <a:custGeom>
              <a:avLst/>
              <a:gdLst/>
              <a:ahLst/>
              <a:cxnLst/>
              <a:rect l="l" t="t" r="r" b="b"/>
              <a:pathLst>
                <a:path w="6554" h="13108" extrusionOk="0">
                  <a:moveTo>
                    <a:pt x="6554" y="1"/>
                  </a:moveTo>
                  <a:lnTo>
                    <a:pt x="0" y="13108"/>
                  </a:lnTo>
                  <a:cubicBezTo>
                    <a:pt x="420" y="12772"/>
                    <a:pt x="925" y="12352"/>
                    <a:pt x="1345" y="11932"/>
                  </a:cubicBezTo>
                  <a:cubicBezTo>
                    <a:pt x="1513" y="11848"/>
                    <a:pt x="1681" y="11596"/>
                    <a:pt x="1849" y="11511"/>
                  </a:cubicBezTo>
                  <a:cubicBezTo>
                    <a:pt x="2521" y="11091"/>
                    <a:pt x="5714" y="2942"/>
                    <a:pt x="6554" y="1"/>
                  </a:cubicBez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57" name="Google Shape;2757;p52"/>
            <p:cNvSpPr/>
            <p:nvPr/>
          </p:nvSpPr>
          <p:spPr>
            <a:xfrm>
              <a:off x="658200" y="1599275"/>
              <a:ext cx="44150" cy="46250"/>
            </a:xfrm>
            <a:custGeom>
              <a:avLst/>
              <a:gdLst/>
              <a:ahLst/>
              <a:cxnLst/>
              <a:rect l="l" t="t" r="r" b="b"/>
              <a:pathLst>
                <a:path w="1766" h="1850" extrusionOk="0">
                  <a:moveTo>
                    <a:pt x="841" y="1"/>
                  </a:moveTo>
                  <a:cubicBezTo>
                    <a:pt x="337" y="1"/>
                    <a:pt x="1" y="421"/>
                    <a:pt x="1" y="1009"/>
                  </a:cubicBezTo>
                  <a:cubicBezTo>
                    <a:pt x="1" y="1513"/>
                    <a:pt x="421" y="1849"/>
                    <a:pt x="925" y="1849"/>
                  </a:cubicBezTo>
                  <a:cubicBezTo>
                    <a:pt x="1429" y="1849"/>
                    <a:pt x="1765" y="1429"/>
                    <a:pt x="1765" y="841"/>
                  </a:cubicBezTo>
                  <a:cubicBezTo>
                    <a:pt x="1765" y="421"/>
                    <a:pt x="1345" y="1"/>
                    <a:pt x="84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58" name="Google Shape;2758;p52"/>
            <p:cNvSpPr/>
            <p:nvPr/>
          </p:nvSpPr>
          <p:spPr>
            <a:xfrm>
              <a:off x="666600" y="1607675"/>
              <a:ext cx="29450" cy="29450"/>
            </a:xfrm>
            <a:custGeom>
              <a:avLst/>
              <a:gdLst/>
              <a:ahLst/>
              <a:cxnLst/>
              <a:rect l="l" t="t" r="r" b="b"/>
              <a:pathLst>
                <a:path w="1178" h="1178" extrusionOk="0">
                  <a:moveTo>
                    <a:pt x="505" y="1"/>
                  </a:moveTo>
                  <a:cubicBezTo>
                    <a:pt x="169" y="1"/>
                    <a:pt x="1" y="337"/>
                    <a:pt x="1" y="673"/>
                  </a:cubicBezTo>
                  <a:cubicBezTo>
                    <a:pt x="1" y="925"/>
                    <a:pt x="337" y="1177"/>
                    <a:pt x="589" y="1177"/>
                  </a:cubicBezTo>
                  <a:cubicBezTo>
                    <a:pt x="925" y="1177"/>
                    <a:pt x="1177" y="841"/>
                    <a:pt x="1177" y="505"/>
                  </a:cubicBezTo>
                  <a:cubicBezTo>
                    <a:pt x="1093" y="253"/>
                    <a:pt x="841" y="1"/>
                    <a:pt x="505" y="1"/>
                  </a:cubicBezTo>
                  <a:close/>
                </a:path>
              </a:pathLst>
            </a:custGeom>
            <a:solidFill>
              <a:srgbClr val="5068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59" name="Google Shape;2759;p52"/>
            <p:cNvSpPr/>
            <p:nvPr/>
          </p:nvSpPr>
          <p:spPr>
            <a:xfrm>
              <a:off x="231800" y="1194350"/>
              <a:ext cx="943150" cy="854375"/>
            </a:xfrm>
            <a:custGeom>
              <a:avLst/>
              <a:gdLst/>
              <a:ahLst/>
              <a:cxnLst/>
              <a:rect l="l" t="t" r="r" b="b"/>
              <a:pathLst>
                <a:path w="37726" h="34175" extrusionOk="0">
                  <a:moveTo>
                    <a:pt x="18052" y="0"/>
                  </a:moveTo>
                  <a:cubicBezTo>
                    <a:pt x="17660" y="0"/>
                    <a:pt x="17272" y="21"/>
                    <a:pt x="16889" y="66"/>
                  </a:cubicBezTo>
                  <a:cubicBezTo>
                    <a:pt x="7311" y="654"/>
                    <a:pt x="1" y="8636"/>
                    <a:pt x="505" y="18130"/>
                  </a:cubicBezTo>
                  <a:lnTo>
                    <a:pt x="1345" y="18130"/>
                  </a:lnTo>
                  <a:cubicBezTo>
                    <a:pt x="841" y="8804"/>
                    <a:pt x="8151" y="906"/>
                    <a:pt x="17561" y="234"/>
                  </a:cubicBezTo>
                  <a:cubicBezTo>
                    <a:pt x="18022" y="203"/>
                    <a:pt x="18484" y="184"/>
                    <a:pt x="18941" y="184"/>
                  </a:cubicBezTo>
                  <a:cubicBezTo>
                    <a:pt x="19733" y="184"/>
                    <a:pt x="20512" y="242"/>
                    <a:pt x="21258" y="402"/>
                  </a:cubicBezTo>
                  <a:cubicBezTo>
                    <a:pt x="20212" y="156"/>
                    <a:pt x="19122" y="0"/>
                    <a:pt x="18052" y="0"/>
                  </a:cubicBezTo>
                  <a:close/>
                  <a:moveTo>
                    <a:pt x="25879" y="1915"/>
                  </a:moveTo>
                  <a:lnTo>
                    <a:pt x="25543" y="2587"/>
                  </a:lnTo>
                  <a:cubicBezTo>
                    <a:pt x="33945" y="6872"/>
                    <a:pt x="37306" y="16954"/>
                    <a:pt x="33105" y="25356"/>
                  </a:cubicBezTo>
                  <a:cubicBezTo>
                    <a:pt x="32600" y="26532"/>
                    <a:pt x="31844" y="27456"/>
                    <a:pt x="31172" y="28381"/>
                  </a:cubicBezTo>
                  <a:cubicBezTo>
                    <a:pt x="32096" y="27372"/>
                    <a:pt x="32937" y="26112"/>
                    <a:pt x="33525" y="24768"/>
                  </a:cubicBezTo>
                  <a:cubicBezTo>
                    <a:pt x="37726" y="16366"/>
                    <a:pt x="34365" y="6116"/>
                    <a:pt x="25879" y="1915"/>
                  </a:cubicBezTo>
                  <a:close/>
                  <a:moveTo>
                    <a:pt x="1513" y="22415"/>
                  </a:moveTo>
                  <a:cubicBezTo>
                    <a:pt x="1933" y="23928"/>
                    <a:pt x="2606" y="25188"/>
                    <a:pt x="3446" y="26448"/>
                  </a:cubicBezTo>
                  <a:cubicBezTo>
                    <a:pt x="6777" y="31445"/>
                    <a:pt x="12307" y="34174"/>
                    <a:pt x="17993" y="34174"/>
                  </a:cubicBezTo>
                  <a:cubicBezTo>
                    <a:pt x="21198" y="34174"/>
                    <a:pt x="24453" y="33307"/>
                    <a:pt x="27391" y="31489"/>
                  </a:cubicBezTo>
                  <a:lnTo>
                    <a:pt x="27055" y="30817"/>
                  </a:lnTo>
                  <a:cubicBezTo>
                    <a:pt x="24185" y="32581"/>
                    <a:pt x="20986" y="33419"/>
                    <a:pt x="17823" y="33419"/>
                  </a:cubicBezTo>
                  <a:cubicBezTo>
                    <a:pt x="12098" y="33419"/>
                    <a:pt x="6495" y="30671"/>
                    <a:pt x="3194" y="25692"/>
                  </a:cubicBezTo>
                  <a:cubicBezTo>
                    <a:pt x="2438" y="24600"/>
                    <a:pt x="1933" y="23592"/>
                    <a:pt x="1513" y="22415"/>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60" name="Google Shape;2760;p52"/>
            <p:cNvSpPr/>
            <p:nvPr/>
          </p:nvSpPr>
          <p:spPr>
            <a:xfrm>
              <a:off x="345225" y="1304400"/>
              <a:ext cx="703700" cy="634325"/>
            </a:xfrm>
            <a:custGeom>
              <a:avLst/>
              <a:gdLst/>
              <a:ahLst/>
              <a:cxnLst/>
              <a:rect l="l" t="t" r="r" b="b"/>
              <a:pathLst>
                <a:path w="28148" h="25373" extrusionOk="0">
                  <a:moveTo>
                    <a:pt x="13887" y="0"/>
                  </a:moveTo>
                  <a:cubicBezTo>
                    <a:pt x="13825" y="0"/>
                    <a:pt x="13762" y="1"/>
                    <a:pt x="13698" y="2"/>
                  </a:cubicBezTo>
                  <a:lnTo>
                    <a:pt x="13698" y="2"/>
                  </a:lnTo>
                  <a:cubicBezTo>
                    <a:pt x="14467" y="15"/>
                    <a:pt x="15211" y="90"/>
                    <a:pt x="15881" y="201"/>
                  </a:cubicBezTo>
                  <a:cubicBezTo>
                    <a:pt x="15204" y="78"/>
                    <a:pt x="14573" y="0"/>
                    <a:pt x="13887" y="0"/>
                  </a:cubicBezTo>
                  <a:close/>
                  <a:moveTo>
                    <a:pt x="13462" y="0"/>
                  </a:moveTo>
                  <a:cubicBezTo>
                    <a:pt x="13150" y="0"/>
                    <a:pt x="12835" y="11"/>
                    <a:pt x="12520" y="33"/>
                  </a:cubicBezTo>
                  <a:cubicBezTo>
                    <a:pt x="5462" y="453"/>
                    <a:pt x="1" y="6503"/>
                    <a:pt x="421" y="13392"/>
                  </a:cubicBezTo>
                  <a:lnTo>
                    <a:pt x="1009" y="13392"/>
                  </a:lnTo>
                  <a:cubicBezTo>
                    <a:pt x="673" y="6503"/>
                    <a:pt x="6050" y="621"/>
                    <a:pt x="13108" y="33"/>
                  </a:cubicBezTo>
                  <a:cubicBezTo>
                    <a:pt x="13311" y="16"/>
                    <a:pt x="13507" y="6"/>
                    <a:pt x="13698" y="2"/>
                  </a:cubicBezTo>
                  <a:lnTo>
                    <a:pt x="13698" y="2"/>
                  </a:lnTo>
                  <a:cubicBezTo>
                    <a:pt x="13620" y="1"/>
                    <a:pt x="13541" y="0"/>
                    <a:pt x="13462" y="0"/>
                  </a:cubicBezTo>
                  <a:close/>
                  <a:moveTo>
                    <a:pt x="19325" y="1377"/>
                  </a:moveTo>
                  <a:lnTo>
                    <a:pt x="19073" y="1882"/>
                  </a:lnTo>
                  <a:cubicBezTo>
                    <a:pt x="25207" y="5074"/>
                    <a:pt x="27727" y="12552"/>
                    <a:pt x="24619" y="18769"/>
                  </a:cubicBezTo>
                  <a:cubicBezTo>
                    <a:pt x="24199" y="19610"/>
                    <a:pt x="23694" y="20366"/>
                    <a:pt x="23106" y="21038"/>
                  </a:cubicBezTo>
                  <a:cubicBezTo>
                    <a:pt x="23947" y="20366"/>
                    <a:pt x="24619" y="19358"/>
                    <a:pt x="25039" y="18433"/>
                  </a:cubicBezTo>
                  <a:cubicBezTo>
                    <a:pt x="28147" y="12216"/>
                    <a:pt x="25627" y="4654"/>
                    <a:pt x="19325" y="1377"/>
                  </a:cubicBezTo>
                  <a:close/>
                  <a:moveTo>
                    <a:pt x="1261" y="16753"/>
                  </a:moveTo>
                  <a:cubicBezTo>
                    <a:pt x="1513" y="17677"/>
                    <a:pt x="2017" y="18769"/>
                    <a:pt x="2690" y="19610"/>
                  </a:cubicBezTo>
                  <a:cubicBezTo>
                    <a:pt x="5157" y="23364"/>
                    <a:pt x="9301" y="25372"/>
                    <a:pt x="13528" y="25372"/>
                  </a:cubicBezTo>
                  <a:cubicBezTo>
                    <a:pt x="15923" y="25372"/>
                    <a:pt x="18344" y="24728"/>
                    <a:pt x="20502" y="23391"/>
                  </a:cubicBezTo>
                  <a:lnTo>
                    <a:pt x="20334" y="22970"/>
                  </a:lnTo>
                  <a:cubicBezTo>
                    <a:pt x="18163" y="24297"/>
                    <a:pt x="15765" y="24931"/>
                    <a:pt x="13400" y="24931"/>
                  </a:cubicBezTo>
                  <a:cubicBezTo>
                    <a:pt x="9174" y="24931"/>
                    <a:pt x="5053" y="22907"/>
                    <a:pt x="2522" y="19190"/>
                  </a:cubicBezTo>
                  <a:cubicBezTo>
                    <a:pt x="2017" y="18433"/>
                    <a:pt x="1597" y="17593"/>
                    <a:pt x="1261" y="16753"/>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61" name="Google Shape;2761;p52"/>
            <p:cNvSpPr/>
            <p:nvPr/>
          </p:nvSpPr>
          <p:spPr>
            <a:xfrm>
              <a:off x="456575" y="1406050"/>
              <a:ext cx="472625" cy="429750"/>
            </a:xfrm>
            <a:custGeom>
              <a:avLst/>
              <a:gdLst/>
              <a:ahLst/>
              <a:cxnLst/>
              <a:rect l="l" t="t" r="r" b="b"/>
              <a:pathLst>
                <a:path w="18905" h="17190" extrusionOk="0">
                  <a:moveTo>
                    <a:pt x="10344" y="141"/>
                  </a:moveTo>
                  <a:cubicBezTo>
                    <a:pt x="10424" y="150"/>
                    <a:pt x="10505" y="159"/>
                    <a:pt x="10586" y="168"/>
                  </a:cubicBezTo>
                  <a:cubicBezTo>
                    <a:pt x="10504" y="158"/>
                    <a:pt x="10424" y="149"/>
                    <a:pt x="10344" y="141"/>
                  </a:cubicBezTo>
                  <a:close/>
                  <a:moveTo>
                    <a:pt x="8402" y="0"/>
                  </a:moveTo>
                  <a:cubicBezTo>
                    <a:pt x="3529" y="336"/>
                    <a:pt x="0" y="4285"/>
                    <a:pt x="168" y="8990"/>
                  </a:cubicBezTo>
                  <a:lnTo>
                    <a:pt x="504" y="8990"/>
                  </a:lnTo>
                  <a:cubicBezTo>
                    <a:pt x="252" y="4369"/>
                    <a:pt x="3949" y="420"/>
                    <a:pt x="8654" y="84"/>
                  </a:cubicBezTo>
                  <a:cubicBezTo>
                    <a:pt x="9244" y="84"/>
                    <a:pt x="9769" y="84"/>
                    <a:pt x="10344" y="141"/>
                  </a:cubicBezTo>
                  <a:lnTo>
                    <a:pt x="10344" y="141"/>
                  </a:lnTo>
                  <a:cubicBezTo>
                    <a:pt x="9684" y="67"/>
                    <a:pt x="9076" y="0"/>
                    <a:pt x="8402" y="0"/>
                  </a:cubicBezTo>
                  <a:close/>
                  <a:moveTo>
                    <a:pt x="12939" y="1008"/>
                  </a:moveTo>
                  <a:lnTo>
                    <a:pt x="12771" y="1344"/>
                  </a:lnTo>
                  <a:cubicBezTo>
                    <a:pt x="16972" y="3529"/>
                    <a:pt x="18652" y="8570"/>
                    <a:pt x="16552" y="12771"/>
                  </a:cubicBezTo>
                  <a:cubicBezTo>
                    <a:pt x="16300" y="13359"/>
                    <a:pt x="15964" y="13863"/>
                    <a:pt x="15544" y="14367"/>
                  </a:cubicBezTo>
                  <a:cubicBezTo>
                    <a:pt x="16048" y="13779"/>
                    <a:pt x="16468" y="13107"/>
                    <a:pt x="16804" y="12519"/>
                  </a:cubicBezTo>
                  <a:cubicBezTo>
                    <a:pt x="18904" y="8318"/>
                    <a:pt x="17224" y="3109"/>
                    <a:pt x="12939" y="1008"/>
                  </a:cubicBezTo>
                  <a:close/>
                  <a:moveTo>
                    <a:pt x="672" y="11175"/>
                  </a:moveTo>
                  <a:cubicBezTo>
                    <a:pt x="924" y="12099"/>
                    <a:pt x="1260" y="12687"/>
                    <a:pt x="1680" y="13359"/>
                  </a:cubicBezTo>
                  <a:cubicBezTo>
                    <a:pt x="3338" y="15819"/>
                    <a:pt x="6119" y="17190"/>
                    <a:pt x="8983" y="17190"/>
                  </a:cubicBezTo>
                  <a:cubicBezTo>
                    <a:pt x="10619" y="17190"/>
                    <a:pt x="12283" y="16743"/>
                    <a:pt x="13779" y="15796"/>
                  </a:cubicBezTo>
                  <a:lnTo>
                    <a:pt x="13527" y="15544"/>
                  </a:lnTo>
                  <a:cubicBezTo>
                    <a:pt x="12094" y="16439"/>
                    <a:pt x="10503" y="16868"/>
                    <a:pt x="8925" y="16868"/>
                  </a:cubicBezTo>
                  <a:cubicBezTo>
                    <a:pt x="6062" y="16868"/>
                    <a:pt x="3246" y="15455"/>
                    <a:pt x="1512" y="12855"/>
                  </a:cubicBezTo>
                  <a:cubicBezTo>
                    <a:pt x="1260" y="12351"/>
                    <a:pt x="924" y="11847"/>
                    <a:pt x="672" y="11175"/>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2762" name="Google Shape;2762;p52"/>
          <p:cNvGrpSpPr/>
          <p:nvPr/>
        </p:nvGrpSpPr>
        <p:grpSpPr>
          <a:xfrm>
            <a:off x="8191630" y="4385510"/>
            <a:ext cx="331741" cy="231509"/>
            <a:chOff x="1487550" y="3330075"/>
            <a:chExt cx="292000" cy="203775"/>
          </a:xfrm>
        </p:grpSpPr>
        <p:sp>
          <p:nvSpPr>
            <p:cNvPr id="2763" name="Google Shape;2763;p52"/>
            <p:cNvSpPr/>
            <p:nvPr/>
          </p:nvSpPr>
          <p:spPr>
            <a:xfrm>
              <a:off x="1502250" y="3330075"/>
              <a:ext cx="277300" cy="203775"/>
            </a:xfrm>
            <a:custGeom>
              <a:avLst/>
              <a:gdLst/>
              <a:ahLst/>
              <a:cxnLst/>
              <a:rect l="l" t="t" r="r" b="b"/>
              <a:pathLst>
                <a:path w="11092" h="8151" extrusionOk="0">
                  <a:moveTo>
                    <a:pt x="3865" y="1"/>
                  </a:moveTo>
                  <a:cubicBezTo>
                    <a:pt x="3445" y="1"/>
                    <a:pt x="3025" y="337"/>
                    <a:pt x="3025" y="841"/>
                  </a:cubicBezTo>
                  <a:cubicBezTo>
                    <a:pt x="3025" y="925"/>
                    <a:pt x="3025" y="1177"/>
                    <a:pt x="3109" y="1261"/>
                  </a:cubicBezTo>
                  <a:lnTo>
                    <a:pt x="2269" y="1261"/>
                  </a:lnTo>
                  <a:cubicBezTo>
                    <a:pt x="1765" y="1261"/>
                    <a:pt x="1345" y="1681"/>
                    <a:pt x="1345" y="2185"/>
                  </a:cubicBezTo>
                  <a:lnTo>
                    <a:pt x="1345" y="2437"/>
                  </a:lnTo>
                  <a:cubicBezTo>
                    <a:pt x="841" y="2605"/>
                    <a:pt x="505" y="3194"/>
                    <a:pt x="505" y="3782"/>
                  </a:cubicBezTo>
                  <a:cubicBezTo>
                    <a:pt x="505" y="4202"/>
                    <a:pt x="673" y="4538"/>
                    <a:pt x="925" y="4874"/>
                  </a:cubicBezTo>
                  <a:lnTo>
                    <a:pt x="841" y="4874"/>
                  </a:lnTo>
                  <a:cubicBezTo>
                    <a:pt x="421" y="4874"/>
                    <a:pt x="85" y="5126"/>
                    <a:pt x="85" y="5546"/>
                  </a:cubicBezTo>
                  <a:cubicBezTo>
                    <a:pt x="1" y="6134"/>
                    <a:pt x="337" y="6386"/>
                    <a:pt x="673" y="6386"/>
                  </a:cubicBezTo>
                  <a:lnTo>
                    <a:pt x="925" y="6386"/>
                  </a:lnTo>
                  <a:cubicBezTo>
                    <a:pt x="841" y="6470"/>
                    <a:pt x="673" y="6722"/>
                    <a:pt x="673" y="6974"/>
                  </a:cubicBezTo>
                  <a:cubicBezTo>
                    <a:pt x="673" y="7395"/>
                    <a:pt x="1009" y="7815"/>
                    <a:pt x="1429" y="7815"/>
                  </a:cubicBezTo>
                  <a:lnTo>
                    <a:pt x="1429" y="7899"/>
                  </a:lnTo>
                  <a:cubicBezTo>
                    <a:pt x="1429" y="7983"/>
                    <a:pt x="1429" y="8067"/>
                    <a:pt x="1513" y="8151"/>
                  </a:cubicBezTo>
                  <a:lnTo>
                    <a:pt x="9831" y="8151"/>
                  </a:lnTo>
                  <a:lnTo>
                    <a:pt x="9831" y="7983"/>
                  </a:lnTo>
                  <a:cubicBezTo>
                    <a:pt x="9831" y="7731"/>
                    <a:pt x="9747" y="7563"/>
                    <a:pt x="9495" y="7479"/>
                  </a:cubicBezTo>
                  <a:lnTo>
                    <a:pt x="9831" y="7479"/>
                  </a:lnTo>
                  <a:cubicBezTo>
                    <a:pt x="10167" y="7479"/>
                    <a:pt x="10335" y="7227"/>
                    <a:pt x="10335" y="6890"/>
                  </a:cubicBezTo>
                  <a:cubicBezTo>
                    <a:pt x="10335" y="6806"/>
                    <a:pt x="10335" y="6722"/>
                    <a:pt x="10251" y="6638"/>
                  </a:cubicBezTo>
                  <a:cubicBezTo>
                    <a:pt x="10755" y="6386"/>
                    <a:pt x="11091" y="5966"/>
                    <a:pt x="11091" y="5462"/>
                  </a:cubicBezTo>
                  <a:cubicBezTo>
                    <a:pt x="11091" y="4958"/>
                    <a:pt x="10755" y="4370"/>
                    <a:pt x="10251" y="4286"/>
                  </a:cubicBezTo>
                  <a:cubicBezTo>
                    <a:pt x="10335" y="4202"/>
                    <a:pt x="10335" y="4034"/>
                    <a:pt x="10335" y="3782"/>
                  </a:cubicBezTo>
                  <a:cubicBezTo>
                    <a:pt x="10335" y="3194"/>
                    <a:pt x="9915" y="2521"/>
                    <a:pt x="9327" y="2269"/>
                  </a:cubicBezTo>
                  <a:lnTo>
                    <a:pt x="9327" y="2185"/>
                  </a:lnTo>
                  <a:cubicBezTo>
                    <a:pt x="9327" y="1681"/>
                    <a:pt x="8907" y="1261"/>
                    <a:pt x="8403" y="1261"/>
                  </a:cubicBezTo>
                  <a:lnTo>
                    <a:pt x="8234" y="1261"/>
                  </a:lnTo>
                  <a:cubicBezTo>
                    <a:pt x="8403" y="1177"/>
                    <a:pt x="8403" y="925"/>
                    <a:pt x="8403" y="841"/>
                  </a:cubicBezTo>
                  <a:cubicBezTo>
                    <a:pt x="8403" y="421"/>
                    <a:pt x="7982" y="1"/>
                    <a:pt x="756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64" name="Google Shape;2764;p52"/>
            <p:cNvSpPr/>
            <p:nvPr/>
          </p:nvSpPr>
          <p:spPr>
            <a:xfrm>
              <a:off x="1487550" y="3330075"/>
              <a:ext cx="231075" cy="203775"/>
            </a:xfrm>
            <a:custGeom>
              <a:avLst/>
              <a:gdLst/>
              <a:ahLst/>
              <a:cxnLst/>
              <a:rect l="l" t="t" r="r" b="b"/>
              <a:pathLst>
                <a:path w="9243" h="8151" extrusionOk="0">
                  <a:moveTo>
                    <a:pt x="3949" y="1"/>
                  </a:moveTo>
                  <a:cubicBezTo>
                    <a:pt x="3529" y="1"/>
                    <a:pt x="3109" y="337"/>
                    <a:pt x="3109" y="841"/>
                  </a:cubicBezTo>
                  <a:cubicBezTo>
                    <a:pt x="3109" y="925"/>
                    <a:pt x="3109" y="1177"/>
                    <a:pt x="3193" y="1261"/>
                  </a:cubicBezTo>
                  <a:lnTo>
                    <a:pt x="2269" y="1261"/>
                  </a:lnTo>
                  <a:cubicBezTo>
                    <a:pt x="1681" y="1261"/>
                    <a:pt x="1261" y="1681"/>
                    <a:pt x="1261" y="2185"/>
                  </a:cubicBezTo>
                  <a:lnTo>
                    <a:pt x="1261" y="2437"/>
                  </a:lnTo>
                  <a:cubicBezTo>
                    <a:pt x="757" y="2605"/>
                    <a:pt x="421" y="3194"/>
                    <a:pt x="421" y="3782"/>
                  </a:cubicBezTo>
                  <a:cubicBezTo>
                    <a:pt x="421" y="4202"/>
                    <a:pt x="673" y="4538"/>
                    <a:pt x="841" y="4874"/>
                  </a:cubicBezTo>
                  <a:lnTo>
                    <a:pt x="757" y="4874"/>
                  </a:lnTo>
                  <a:cubicBezTo>
                    <a:pt x="337" y="4874"/>
                    <a:pt x="0" y="5126"/>
                    <a:pt x="0" y="5546"/>
                  </a:cubicBezTo>
                  <a:cubicBezTo>
                    <a:pt x="0" y="6134"/>
                    <a:pt x="337" y="6386"/>
                    <a:pt x="757" y="6386"/>
                  </a:cubicBezTo>
                  <a:lnTo>
                    <a:pt x="1009" y="6386"/>
                  </a:lnTo>
                  <a:cubicBezTo>
                    <a:pt x="841" y="6470"/>
                    <a:pt x="757" y="6722"/>
                    <a:pt x="757" y="6974"/>
                  </a:cubicBezTo>
                  <a:cubicBezTo>
                    <a:pt x="757" y="7395"/>
                    <a:pt x="1093" y="7815"/>
                    <a:pt x="1513" y="7815"/>
                  </a:cubicBezTo>
                  <a:lnTo>
                    <a:pt x="1513" y="7899"/>
                  </a:lnTo>
                  <a:cubicBezTo>
                    <a:pt x="1513" y="7983"/>
                    <a:pt x="1513" y="8067"/>
                    <a:pt x="1597" y="8151"/>
                  </a:cubicBezTo>
                  <a:lnTo>
                    <a:pt x="7982" y="8151"/>
                  </a:lnTo>
                  <a:lnTo>
                    <a:pt x="7982" y="7983"/>
                  </a:lnTo>
                  <a:cubicBezTo>
                    <a:pt x="7982" y="7731"/>
                    <a:pt x="7898" y="7563"/>
                    <a:pt x="7730" y="7479"/>
                  </a:cubicBezTo>
                  <a:lnTo>
                    <a:pt x="7982" y="7479"/>
                  </a:lnTo>
                  <a:cubicBezTo>
                    <a:pt x="8318" y="7479"/>
                    <a:pt x="8570" y="7227"/>
                    <a:pt x="8570" y="6890"/>
                  </a:cubicBezTo>
                  <a:cubicBezTo>
                    <a:pt x="8570" y="6806"/>
                    <a:pt x="8570" y="6722"/>
                    <a:pt x="8402" y="6638"/>
                  </a:cubicBezTo>
                  <a:cubicBezTo>
                    <a:pt x="8991" y="6386"/>
                    <a:pt x="9243" y="5966"/>
                    <a:pt x="9243" y="5462"/>
                  </a:cubicBezTo>
                  <a:cubicBezTo>
                    <a:pt x="9243" y="4958"/>
                    <a:pt x="8991" y="4370"/>
                    <a:pt x="8402" y="4286"/>
                  </a:cubicBezTo>
                  <a:cubicBezTo>
                    <a:pt x="8570" y="4202"/>
                    <a:pt x="8570" y="4034"/>
                    <a:pt x="8570" y="3782"/>
                  </a:cubicBezTo>
                  <a:cubicBezTo>
                    <a:pt x="8570" y="3194"/>
                    <a:pt x="8150" y="2521"/>
                    <a:pt x="7478" y="2269"/>
                  </a:cubicBezTo>
                  <a:lnTo>
                    <a:pt x="7478" y="2185"/>
                  </a:lnTo>
                  <a:cubicBezTo>
                    <a:pt x="7478" y="1681"/>
                    <a:pt x="7058" y="1261"/>
                    <a:pt x="6554" y="1261"/>
                  </a:cubicBezTo>
                  <a:lnTo>
                    <a:pt x="6470" y="1261"/>
                  </a:lnTo>
                  <a:cubicBezTo>
                    <a:pt x="6554" y="1177"/>
                    <a:pt x="6554" y="925"/>
                    <a:pt x="6554" y="841"/>
                  </a:cubicBezTo>
                  <a:cubicBezTo>
                    <a:pt x="6554" y="421"/>
                    <a:pt x="6134" y="1"/>
                    <a:pt x="57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65" name="Google Shape;2765;p52"/>
            <p:cNvSpPr/>
            <p:nvPr/>
          </p:nvSpPr>
          <p:spPr>
            <a:xfrm>
              <a:off x="1487550" y="3456125"/>
              <a:ext cx="182775" cy="77725"/>
            </a:xfrm>
            <a:custGeom>
              <a:avLst/>
              <a:gdLst/>
              <a:ahLst/>
              <a:cxnLst/>
              <a:rect l="l" t="t" r="r" b="b"/>
              <a:pathLst>
                <a:path w="7311" h="3109" extrusionOk="0">
                  <a:moveTo>
                    <a:pt x="841" y="0"/>
                  </a:moveTo>
                  <a:cubicBezTo>
                    <a:pt x="421" y="0"/>
                    <a:pt x="168" y="336"/>
                    <a:pt x="168" y="756"/>
                  </a:cubicBezTo>
                  <a:cubicBezTo>
                    <a:pt x="0" y="1092"/>
                    <a:pt x="337" y="1344"/>
                    <a:pt x="757" y="1344"/>
                  </a:cubicBezTo>
                  <a:lnTo>
                    <a:pt x="1009" y="1344"/>
                  </a:lnTo>
                  <a:cubicBezTo>
                    <a:pt x="841" y="1428"/>
                    <a:pt x="757" y="1680"/>
                    <a:pt x="757" y="1932"/>
                  </a:cubicBezTo>
                  <a:cubicBezTo>
                    <a:pt x="757" y="2353"/>
                    <a:pt x="1093" y="2773"/>
                    <a:pt x="1513" y="2773"/>
                  </a:cubicBezTo>
                  <a:lnTo>
                    <a:pt x="1513" y="2857"/>
                  </a:lnTo>
                  <a:cubicBezTo>
                    <a:pt x="1513" y="2941"/>
                    <a:pt x="1513" y="3025"/>
                    <a:pt x="1597" y="3109"/>
                  </a:cubicBezTo>
                  <a:lnTo>
                    <a:pt x="5294" y="3109"/>
                  </a:lnTo>
                  <a:cubicBezTo>
                    <a:pt x="5210" y="2941"/>
                    <a:pt x="5042" y="2857"/>
                    <a:pt x="4874" y="2857"/>
                  </a:cubicBezTo>
                  <a:cubicBezTo>
                    <a:pt x="5042" y="2773"/>
                    <a:pt x="5210" y="2605"/>
                    <a:pt x="5294" y="2437"/>
                  </a:cubicBezTo>
                  <a:lnTo>
                    <a:pt x="6470" y="2437"/>
                  </a:lnTo>
                  <a:cubicBezTo>
                    <a:pt x="6890" y="2437"/>
                    <a:pt x="7310" y="2101"/>
                    <a:pt x="7310" y="1680"/>
                  </a:cubicBezTo>
                  <a:cubicBezTo>
                    <a:pt x="7310" y="1260"/>
                    <a:pt x="6974" y="924"/>
                    <a:pt x="6470" y="924"/>
                  </a:cubicBezTo>
                  <a:lnTo>
                    <a:pt x="5042" y="924"/>
                  </a:lnTo>
                  <a:lnTo>
                    <a:pt x="5042" y="756"/>
                  </a:lnTo>
                  <a:cubicBezTo>
                    <a:pt x="5042" y="336"/>
                    <a:pt x="4790" y="0"/>
                    <a:pt x="420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66" name="Google Shape;2766;p52"/>
            <p:cNvSpPr/>
            <p:nvPr/>
          </p:nvSpPr>
          <p:spPr>
            <a:xfrm>
              <a:off x="1575775" y="3336375"/>
              <a:ext cx="126050" cy="77750"/>
            </a:xfrm>
            <a:custGeom>
              <a:avLst/>
              <a:gdLst/>
              <a:ahLst/>
              <a:cxnLst/>
              <a:rect l="l" t="t" r="r" b="b"/>
              <a:pathLst>
                <a:path w="5042" h="3110" extrusionOk="0">
                  <a:moveTo>
                    <a:pt x="1345" y="1"/>
                  </a:moveTo>
                  <a:lnTo>
                    <a:pt x="1345" y="169"/>
                  </a:lnTo>
                  <a:cubicBezTo>
                    <a:pt x="1345" y="505"/>
                    <a:pt x="1513" y="673"/>
                    <a:pt x="1849" y="841"/>
                  </a:cubicBezTo>
                  <a:cubicBezTo>
                    <a:pt x="1681" y="841"/>
                    <a:pt x="1513" y="1009"/>
                    <a:pt x="1513" y="1093"/>
                  </a:cubicBezTo>
                  <a:lnTo>
                    <a:pt x="588" y="1093"/>
                  </a:lnTo>
                  <a:cubicBezTo>
                    <a:pt x="168" y="1093"/>
                    <a:pt x="0" y="1429"/>
                    <a:pt x="0" y="1765"/>
                  </a:cubicBezTo>
                  <a:cubicBezTo>
                    <a:pt x="0" y="2017"/>
                    <a:pt x="252" y="2353"/>
                    <a:pt x="588" y="2353"/>
                  </a:cubicBezTo>
                  <a:lnTo>
                    <a:pt x="1765" y="2353"/>
                  </a:lnTo>
                  <a:lnTo>
                    <a:pt x="1765" y="2437"/>
                  </a:lnTo>
                  <a:cubicBezTo>
                    <a:pt x="1765" y="2774"/>
                    <a:pt x="2101" y="3110"/>
                    <a:pt x="2353" y="3110"/>
                  </a:cubicBezTo>
                  <a:lnTo>
                    <a:pt x="5041" y="3110"/>
                  </a:lnTo>
                  <a:cubicBezTo>
                    <a:pt x="4705" y="2774"/>
                    <a:pt x="4369" y="2353"/>
                    <a:pt x="3949" y="2269"/>
                  </a:cubicBezTo>
                  <a:lnTo>
                    <a:pt x="3949" y="2185"/>
                  </a:lnTo>
                  <a:cubicBezTo>
                    <a:pt x="3949" y="1681"/>
                    <a:pt x="3529" y="1261"/>
                    <a:pt x="3025" y="1261"/>
                  </a:cubicBezTo>
                  <a:lnTo>
                    <a:pt x="2941" y="1261"/>
                  </a:lnTo>
                  <a:cubicBezTo>
                    <a:pt x="3025" y="1093"/>
                    <a:pt x="3025" y="925"/>
                    <a:pt x="3025" y="841"/>
                  </a:cubicBezTo>
                  <a:cubicBezTo>
                    <a:pt x="3025" y="421"/>
                    <a:pt x="2605" y="1"/>
                    <a:pt x="218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837"/>
        <p:cNvGrpSpPr/>
        <p:nvPr/>
      </p:nvGrpSpPr>
      <p:grpSpPr>
        <a:xfrm>
          <a:off x="0" y="0"/>
          <a:ext cx="0" cy="0"/>
          <a:chOff x="0" y="0"/>
          <a:chExt cx="0" cy="0"/>
        </a:xfrm>
      </p:grpSpPr>
      <p:sp>
        <p:nvSpPr>
          <p:cNvPr id="2838" name="Google Shape;2838;p55"/>
          <p:cNvSpPr txBox="1">
            <a:spLocks noGrp="1"/>
          </p:cNvSpPr>
          <p:nvPr>
            <p:ph type="title"/>
          </p:nvPr>
        </p:nvSpPr>
        <p:spPr>
          <a:xfrm>
            <a:off x="-152401" y="216829"/>
            <a:ext cx="3358055" cy="1409047"/>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2000" dirty="0"/>
              <a:t>Shortfall shows strong seasonal and daily variation</a:t>
            </a:r>
            <a:endParaRPr sz="2000" dirty="0"/>
          </a:p>
        </p:txBody>
      </p:sp>
      <p:sp>
        <p:nvSpPr>
          <p:cNvPr id="2839" name="Google Shape;2839;p55"/>
          <p:cNvSpPr txBox="1">
            <a:spLocks noGrp="1"/>
          </p:cNvSpPr>
          <p:nvPr>
            <p:ph type="subTitle" idx="1"/>
          </p:nvPr>
        </p:nvSpPr>
        <p:spPr>
          <a:xfrm>
            <a:off x="3503507" y="3994014"/>
            <a:ext cx="5640493" cy="1116300"/>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en" dirty="0"/>
              <a:t>Shortfall is persistent and volatile, so the model must capture both seasonal structure and sudden changes.</a:t>
            </a:r>
            <a:endParaRPr dirty="0"/>
          </a:p>
        </p:txBody>
      </p:sp>
      <p:grpSp>
        <p:nvGrpSpPr>
          <p:cNvPr id="2840" name="Google Shape;2840;p55"/>
          <p:cNvGrpSpPr/>
          <p:nvPr/>
        </p:nvGrpSpPr>
        <p:grpSpPr>
          <a:xfrm>
            <a:off x="722244" y="4276216"/>
            <a:ext cx="488574" cy="340977"/>
            <a:chOff x="1487550" y="3330075"/>
            <a:chExt cx="292000" cy="203775"/>
          </a:xfrm>
        </p:grpSpPr>
        <p:sp>
          <p:nvSpPr>
            <p:cNvPr id="2841" name="Google Shape;2841;p55"/>
            <p:cNvSpPr/>
            <p:nvPr/>
          </p:nvSpPr>
          <p:spPr>
            <a:xfrm>
              <a:off x="1502250" y="3330075"/>
              <a:ext cx="277300" cy="203775"/>
            </a:xfrm>
            <a:custGeom>
              <a:avLst/>
              <a:gdLst/>
              <a:ahLst/>
              <a:cxnLst/>
              <a:rect l="l" t="t" r="r" b="b"/>
              <a:pathLst>
                <a:path w="11092" h="8151" extrusionOk="0">
                  <a:moveTo>
                    <a:pt x="3865" y="1"/>
                  </a:moveTo>
                  <a:cubicBezTo>
                    <a:pt x="3445" y="1"/>
                    <a:pt x="3025" y="337"/>
                    <a:pt x="3025" y="841"/>
                  </a:cubicBezTo>
                  <a:cubicBezTo>
                    <a:pt x="3025" y="925"/>
                    <a:pt x="3025" y="1177"/>
                    <a:pt x="3109" y="1261"/>
                  </a:cubicBezTo>
                  <a:lnTo>
                    <a:pt x="2269" y="1261"/>
                  </a:lnTo>
                  <a:cubicBezTo>
                    <a:pt x="1765" y="1261"/>
                    <a:pt x="1345" y="1681"/>
                    <a:pt x="1345" y="2185"/>
                  </a:cubicBezTo>
                  <a:lnTo>
                    <a:pt x="1345" y="2437"/>
                  </a:lnTo>
                  <a:cubicBezTo>
                    <a:pt x="841" y="2605"/>
                    <a:pt x="505" y="3194"/>
                    <a:pt x="505" y="3782"/>
                  </a:cubicBezTo>
                  <a:cubicBezTo>
                    <a:pt x="505" y="4202"/>
                    <a:pt x="673" y="4538"/>
                    <a:pt x="925" y="4874"/>
                  </a:cubicBezTo>
                  <a:lnTo>
                    <a:pt x="841" y="4874"/>
                  </a:lnTo>
                  <a:cubicBezTo>
                    <a:pt x="421" y="4874"/>
                    <a:pt x="85" y="5126"/>
                    <a:pt x="85" y="5546"/>
                  </a:cubicBezTo>
                  <a:cubicBezTo>
                    <a:pt x="1" y="6134"/>
                    <a:pt x="337" y="6386"/>
                    <a:pt x="673" y="6386"/>
                  </a:cubicBezTo>
                  <a:lnTo>
                    <a:pt x="925" y="6386"/>
                  </a:lnTo>
                  <a:cubicBezTo>
                    <a:pt x="841" y="6470"/>
                    <a:pt x="673" y="6722"/>
                    <a:pt x="673" y="6974"/>
                  </a:cubicBezTo>
                  <a:cubicBezTo>
                    <a:pt x="673" y="7395"/>
                    <a:pt x="1009" y="7815"/>
                    <a:pt x="1429" y="7815"/>
                  </a:cubicBezTo>
                  <a:lnTo>
                    <a:pt x="1429" y="7899"/>
                  </a:lnTo>
                  <a:cubicBezTo>
                    <a:pt x="1429" y="7983"/>
                    <a:pt x="1429" y="8067"/>
                    <a:pt x="1513" y="8151"/>
                  </a:cubicBezTo>
                  <a:lnTo>
                    <a:pt x="9831" y="8151"/>
                  </a:lnTo>
                  <a:lnTo>
                    <a:pt x="9831" y="7983"/>
                  </a:lnTo>
                  <a:cubicBezTo>
                    <a:pt x="9831" y="7731"/>
                    <a:pt x="9747" y="7563"/>
                    <a:pt x="9495" y="7479"/>
                  </a:cubicBezTo>
                  <a:lnTo>
                    <a:pt x="9831" y="7479"/>
                  </a:lnTo>
                  <a:cubicBezTo>
                    <a:pt x="10167" y="7479"/>
                    <a:pt x="10335" y="7227"/>
                    <a:pt x="10335" y="6890"/>
                  </a:cubicBezTo>
                  <a:cubicBezTo>
                    <a:pt x="10335" y="6806"/>
                    <a:pt x="10335" y="6722"/>
                    <a:pt x="10251" y="6638"/>
                  </a:cubicBezTo>
                  <a:cubicBezTo>
                    <a:pt x="10755" y="6386"/>
                    <a:pt x="11091" y="5966"/>
                    <a:pt x="11091" y="5462"/>
                  </a:cubicBezTo>
                  <a:cubicBezTo>
                    <a:pt x="11091" y="4958"/>
                    <a:pt x="10755" y="4370"/>
                    <a:pt x="10251" y="4286"/>
                  </a:cubicBezTo>
                  <a:cubicBezTo>
                    <a:pt x="10335" y="4202"/>
                    <a:pt x="10335" y="4034"/>
                    <a:pt x="10335" y="3782"/>
                  </a:cubicBezTo>
                  <a:cubicBezTo>
                    <a:pt x="10335" y="3194"/>
                    <a:pt x="9915" y="2521"/>
                    <a:pt x="9327" y="2269"/>
                  </a:cubicBezTo>
                  <a:lnTo>
                    <a:pt x="9327" y="2185"/>
                  </a:lnTo>
                  <a:cubicBezTo>
                    <a:pt x="9327" y="1681"/>
                    <a:pt x="8907" y="1261"/>
                    <a:pt x="8403" y="1261"/>
                  </a:cubicBezTo>
                  <a:lnTo>
                    <a:pt x="8234" y="1261"/>
                  </a:lnTo>
                  <a:cubicBezTo>
                    <a:pt x="8403" y="1177"/>
                    <a:pt x="8403" y="925"/>
                    <a:pt x="8403" y="841"/>
                  </a:cubicBezTo>
                  <a:cubicBezTo>
                    <a:pt x="8403" y="421"/>
                    <a:pt x="7982" y="1"/>
                    <a:pt x="756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42" name="Google Shape;2842;p55"/>
            <p:cNvSpPr/>
            <p:nvPr/>
          </p:nvSpPr>
          <p:spPr>
            <a:xfrm>
              <a:off x="1487550" y="3330075"/>
              <a:ext cx="231075" cy="203775"/>
            </a:xfrm>
            <a:custGeom>
              <a:avLst/>
              <a:gdLst/>
              <a:ahLst/>
              <a:cxnLst/>
              <a:rect l="l" t="t" r="r" b="b"/>
              <a:pathLst>
                <a:path w="9243" h="8151" extrusionOk="0">
                  <a:moveTo>
                    <a:pt x="3949" y="1"/>
                  </a:moveTo>
                  <a:cubicBezTo>
                    <a:pt x="3529" y="1"/>
                    <a:pt x="3109" y="337"/>
                    <a:pt x="3109" y="841"/>
                  </a:cubicBezTo>
                  <a:cubicBezTo>
                    <a:pt x="3109" y="925"/>
                    <a:pt x="3109" y="1177"/>
                    <a:pt x="3193" y="1261"/>
                  </a:cubicBezTo>
                  <a:lnTo>
                    <a:pt x="2269" y="1261"/>
                  </a:lnTo>
                  <a:cubicBezTo>
                    <a:pt x="1681" y="1261"/>
                    <a:pt x="1261" y="1681"/>
                    <a:pt x="1261" y="2185"/>
                  </a:cubicBezTo>
                  <a:lnTo>
                    <a:pt x="1261" y="2437"/>
                  </a:lnTo>
                  <a:cubicBezTo>
                    <a:pt x="757" y="2605"/>
                    <a:pt x="421" y="3194"/>
                    <a:pt x="421" y="3782"/>
                  </a:cubicBezTo>
                  <a:cubicBezTo>
                    <a:pt x="421" y="4202"/>
                    <a:pt x="673" y="4538"/>
                    <a:pt x="841" y="4874"/>
                  </a:cubicBezTo>
                  <a:lnTo>
                    <a:pt x="757" y="4874"/>
                  </a:lnTo>
                  <a:cubicBezTo>
                    <a:pt x="337" y="4874"/>
                    <a:pt x="0" y="5126"/>
                    <a:pt x="0" y="5546"/>
                  </a:cubicBezTo>
                  <a:cubicBezTo>
                    <a:pt x="0" y="6134"/>
                    <a:pt x="337" y="6386"/>
                    <a:pt x="757" y="6386"/>
                  </a:cubicBezTo>
                  <a:lnTo>
                    <a:pt x="1009" y="6386"/>
                  </a:lnTo>
                  <a:cubicBezTo>
                    <a:pt x="841" y="6470"/>
                    <a:pt x="757" y="6722"/>
                    <a:pt x="757" y="6974"/>
                  </a:cubicBezTo>
                  <a:cubicBezTo>
                    <a:pt x="757" y="7395"/>
                    <a:pt x="1093" y="7815"/>
                    <a:pt x="1513" y="7815"/>
                  </a:cubicBezTo>
                  <a:lnTo>
                    <a:pt x="1513" y="7899"/>
                  </a:lnTo>
                  <a:cubicBezTo>
                    <a:pt x="1513" y="7983"/>
                    <a:pt x="1513" y="8067"/>
                    <a:pt x="1597" y="8151"/>
                  </a:cubicBezTo>
                  <a:lnTo>
                    <a:pt x="7982" y="8151"/>
                  </a:lnTo>
                  <a:lnTo>
                    <a:pt x="7982" y="7983"/>
                  </a:lnTo>
                  <a:cubicBezTo>
                    <a:pt x="7982" y="7731"/>
                    <a:pt x="7898" y="7563"/>
                    <a:pt x="7730" y="7479"/>
                  </a:cubicBezTo>
                  <a:lnTo>
                    <a:pt x="7982" y="7479"/>
                  </a:lnTo>
                  <a:cubicBezTo>
                    <a:pt x="8318" y="7479"/>
                    <a:pt x="8570" y="7227"/>
                    <a:pt x="8570" y="6890"/>
                  </a:cubicBezTo>
                  <a:cubicBezTo>
                    <a:pt x="8570" y="6806"/>
                    <a:pt x="8570" y="6722"/>
                    <a:pt x="8402" y="6638"/>
                  </a:cubicBezTo>
                  <a:cubicBezTo>
                    <a:pt x="8991" y="6386"/>
                    <a:pt x="9243" y="5966"/>
                    <a:pt x="9243" y="5462"/>
                  </a:cubicBezTo>
                  <a:cubicBezTo>
                    <a:pt x="9243" y="4958"/>
                    <a:pt x="8991" y="4370"/>
                    <a:pt x="8402" y="4286"/>
                  </a:cubicBezTo>
                  <a:cubicBezTo>
                    <a:pt x="8570" y="4202"/>
                    <a:pt x="8570" y="4034"/>
                    <a:pt x="8570" y="3782"/>
                  </a:cubicBezTo>
                  <a:cubicBezTo>
                    <a:pt x="8570" y="3194"/>
                    <a:pt x="8150" y="2521"/>
                    <a:pt x="7478" y="2269"/>
                  </a:cubicBezTo>
                  <a:lnTo>
                    <a:pt x="7478" y="2185"/>
                  </a:lnTo>
                  <a:cubicBezTo>
                    <a:pt x="7478" y="1681"/>
                    <a:pt x="7058" y="1261"/>
                    <a:pt x="6554" y="1261"/>
                  </a:cubicBezTo>
                  <a:lnTo>
                    <a:pt x="6470" y="1261"/>
                  </a:lnTo>
                  <a:cubicBezTo>
                    <a:pt x="6554" y="1177"/>
                    <a:pt x="6554" y="925"/>
                    <a:pt x="6554" y="841"/>
                  </a:cubicBezTo>
                  <a:cubicBezTo>
                    <a:pt x="6554" y="421"/>
                    <a:pt x="6134" y="1"/>
                    <a:pt x="57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43" name="Google Shape;2843;p55"/>
            <p:cNvSpPr/>
            <p:nvPr/>
          </p:nvSpPr>
          <p:spPr>
            <a:xfrm>
              <a:off x="1487550" y="3456125"/>
              <a:ext cx="182775" cy="77725"/>
            </a:xfrm>
            <a:custGeom>
              <a:avLst/>
              <a:gdLst/>
              <a:ahLst/>
              <a:cxnLst/>
              <a:rect l="l" t="t" r="r" b="b"/>
              <a:pathLst>
                <a:path w="7311" h="3109" extrusionOk="0">
                  <a:moveTo>
                    <a:pt x="841" y="0"/>
                  </a:moveTo>
                  <a:cubicBezTo>
                    <a:pt x="421" y="0"/>
                    <a:pt x="168" y="336"/>
                    <a:pt x="168" y="756"/>
                  </a:cubicBezTo>
                  <a:cubicBezTo>
                    <a:pt x="0" y="1092"/>
                    <a:pt x="337" y="1344"/>
                    <a:pt x="757" y="1344"/>
                  </a:cubicBezTo>
                  <a:lnTo>
                    <a:pt x="1009" y="1344"/>
                  </a:lnTo>
                  <a:cubicBezTo>
                    <a:pt x="841" y="1428"/>
                    <a:pt x="757" y="1680"/>
                    <a:pt x="757" y="1932"/>
                  </a:cubicBezTo>
                  <a:cubicBezTo>
                    <a:pt x="757" y="2353"/>
                    <a:pt x="1093" y="2773"/>
                    <a:pt x="1513" y="2773"/>
                  </a:cubicBezTo>
                  <a:lnTo>
                    <a:pt x="1513" y="2857"/>
                  </a:lnTo>
                  <a:cubicBezTo>
                    <a:pt x="1513" y="2941"/>
                    <a:pt x="1513" y="3025"/>
                    <a:pt x="1597" y="3109"/>
                  </a:cubicBezTo>
                  <a:lnTo>
                    <a:pt x="5294" y="3109"/>
                  </a:lnTo>
                  <a:cubicBezTo>
                    <a:pt x="5210" y="2941"/>
                    <a:pt x="5042" y="2857"/>
                    <a:pt x="4874" y="2857"/>
                  </a:cubicBezTo>
                  <a:cubicBezTo>
                    <a:pt x="5042" y="2773"/>
                    <a:pt x="5210" y="2605"/>
                    <a:pt x="5294" y="2437"/>
                  </a:cubicBezTo>
                  <a:lnTo>
                    <a:pt x="6470" y="2437"/>
                  </a:lnTo>
                  <a:cubicBezTo>
                    <a:pt x="6890" y="2437"/>
                    <a:pt x="7310" y="2101"/>
                    <a:pt x="7310" y="1680"/>
                  </a:cubicBezTo>
                  <a:cubicBezTo>
                    <a:pt x="7310" y="1260"/>
                    <a:pt x="6974" y="924"/>
                    <a:pt x="6470" y="924"/>
                  </a:cubicBezTo>
                  <a:lnTo>
                    <a:pt x="5042" y="924"/>
                  </a:lnTo>
                  <a:lnTo>
                    <a:pt x="5042" y="756"/>
                  </a:lnTo>
                  <a:cubicBezTo>
                    <a:pt x="5042" y="336"/>
                    <a:pt x="4790" y="0"/>
                    <a:pt x="420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44" name="Google Shape;2844;p55"/>
            <p:cNvSpPr/>
            <p:nvPr/>
          </p:nvSpPr>
          <p:spPr>
            <a:xfrm>
              <a:off x="1575775" y="3336375"/>
              <a:ext cx="126050" cy="77750"/>
            </a:xfrm>
            <a:custGeom>
              <a:avLst/>
              <a:gdLst/>
              <a:ahLst/>
              <a:cxnLst/>
              <a:rect l="l" t="t" r="r" b="b"/>
              <a:pathLst>
                <a:path w="5042" h="3110" extrusionOk="0">
                  <a:moveTo>
                    <a:pt x="1345" y="1"/>
                  </a:moveTo>
                  <a:lnTo>
                    <a:pt x="1345" y="169"/>
                  </a:lnTo>
                  <a:cubicBezTo>
                    <a:pt x="1345" y="505"/>
                    <a:pt x="1513" y="673"/>
                    <a:pt x="1849" y="841"/>
                  </a:cubicBezTo>
                  <a:cubicBezTo>
                    <a:pt x="1681" y="841"/>
                    <a:pt x="1513" y="1009"/>
                    <a:pt x="1513" y="1093"/>
                  </a:cubicBezTo>
                  <a:lnTo>
                    <a:pt x="588" y="1093"/>
                  </a:lnTo>
                  <a:cubicBezTo>
                    <a:pt x="168" y="1093"/>
                    <a:pt x="0" y="1429"/>
                    <a:pt x="0" y="1765"/>
                  </a:cubicBezTo>
                  <a:cubicBezTo>
                    <a:pt x="0" y="2017"/>
                    <a:pt x="252" y="2353"/>
                    <a:pt x="588" y="2353"/>
                  </a:cubicBezTo>
                  <a:lnTo>
                    <a:pt x="1765" y="2353"/>
                  </a:lnTo>
                  <a:lnTo>
                    <a:pt x="1765" y="2437"/>
                  </a:lnTo>
                  <a:cubicBezTo>
                    <a:pt x="1765" y="2774"/>
                    <a:pt x="2101" y="3110"/>
                    <a:pt x="2353" y="3110"/>
                  </a:cubicBezTo>
                  <a:lnTo>
                    <a:pt x="5041" y="3110"/>
                  </a:lnTo>
                  <a:cubicBezTo>
                    <a:pt x="4705" y="2774"/>
                    <a:pt x="4369" y="2353"/>
                    <a:pt x="3949" y="2269"/>
                  </a:cubicBezTo>
                  <a:lnTo>
                    <a:pt x="3949" y="2185"/>
                  </a:lnTo>
                  <a:cubicBezTo>
                    <a:pt x="3949" y="1681"/>
                    <a:pt x="3529" y="1261"/>
                    <a:pt x="3025" y="1261"/>
                  </a:cubicBezTo>
                  <a:lnTo>
                    <a:pt x="2941" y="1261"/>
                  </a:lnTo>
                  <a:cubicBezTo>
                    <a:pt x="3025" y="1093"/>
                    <a:pt x="3025" y="925"/>
                    <a:pt x="3025" y="841"/>
                  </a:cubicBezTo>
                  <a:cubicBezTo>
                    <a:pt x="3025" y="421"/>
                    <a:pt x="2605" y="1"/>
                    <a:pt x="218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2845" name="Google Shape;2845;p55"/>
          <p:cNvSpPr/>
          <p:nvPr/>
        </p:nvSpPr>
        <p:spPr>
          <a:xfrm>
            <a:off x="4059600" y="4628025"/>
            <a:ext cx="4493048" cy="49051"/>
          </a:xfrm>
          <a:custGeom>
            <a:avLst/>
            <a:gdLst/>
            <a:ahLst/>
            <a:cxnLst/>
            <a:rect l="l" t="t" r="r" b="b"/>
            <a:pathLst>
              <a:path w="70493" h="1692" extrusionOk="0">
                <a:moveTo>
                  <a:pt x="68838" y="1"/>
                </a:moveTo>
                <a:cubicBezTo>
                  <a:pt x="68747" y="1"/>
                  <a:pt x="68655" y="4"/>
                  <a:pt x="68561" y="11"/>
                </a:cubicBezTo>
                <a:lnTo>
                  <a:pt x="1849" y="11"/>
                </a:lnTo>
                <a:cubicBezTo>
                  <a:pt x="841" y="11"/>
                  <a:pt x="1" y="347"/>
                  <a:pt x="1" y="851"/>
                </a:cubicBezTo>
                <a:cubicBezTo>
                  <a:pt x="1" y="1272"/>
                  <a:pt x="841" y="1692"/>
                  <a:pt x="1849" y="1692"/>
                </a:cubicBezTo>
                <a:lnTo>
                  <a:pt x="68561" y="1692"/>
                </a:lnTo>
                <a:cubicBezTo>
                  <a:pt x="69653" y="1692"/>
                  <a:pt x="70493" y="1356"/>
                  <a:pt x="70493" y="851"/>
                </a:cubicBezTo>
                <a:cubicBezTo>
                  <a:pt x="70493" y="391"/>
                  <a:pt x="69792" y="1"/>
                  <a:pt x="68838" y="1"/>
                </a:cubicBezTo>
                <a:close/>
              </a:path>
            </a:pathLst>
          </a:custGeom>
          <a:solidFill>
            <a:srgbClr val="6A84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pic>
        <p:nvPicPr>
          <p:cNvPr id="5" name="Picture 4">
            <a:extLst>
              <a:ext uri="{FF2B5EF4-FFF2-40B4-BE49-F238E27FC236}">
                <a16:creationId xmlns:a16="http://schemas.microsoft.com/office/drawing/2014/main" id="{E785389F-5B42-63A9-F7F2-8F99C0EB105B}"/>
              </a:ext>
            </a:extLst>
          </p:cNvPr>
          <p:cNvPicPr>
            <a:picLocks noChangeAspect="1"/>
          </p:cNvPicPr>
          <p:nvPr/>
        </p:nvPicPr>
        <p:blipFill>
          <a:blip r:embed="rId3"/>
          <a:stretch>
            <a:fillRect/>
          </a:stretch>
        </p:blipFill>
        <p:spPr>
          <a:xfrm>
            <a:off x="3281833" y="1265723"/>
            <a:ext cx="5762048" cy="2295053"/>
          </a:xfrm>
          <a:prstGeom prst="rect">
            <a:avLst/>
          </a:prstGeom>
        </p:spPr>
      </p:pic>
      <p:sp>
        <p:nvSpPr>
          <p:cNvPr id="6" name="Google Shape;2839;p55">
            <a:extLst>
              <a:ext uri="{FF2B5EF4-FFF2-40B4-BE49-F238E27FC236}">
                <a16:creationId xmlns:a16="http://schemas.microsoft.com/office/drawing/2014/main" id="{D0A11DB2-2F59-9534-161A-7586C13409E4}"/>
              </a:ext>
            </a:extLst>
          </p:cNvPr>
          <p:cNvSpPr txBox="1">
            <a:spLocks/>
          </p:cNvSpPr>
          <p:nvPr/>
        </p:nvSpPr>
        <p:spPr>
          <a:xfrm>
            <a:off x="-76222" y="1552076"/>
            <a:ext cx="3358055" cy="253659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accent4"/>
              </a:buClr>
              <a:buSzPts val="1400"/>
              <a:buFont typeface="Albert Sans Medium"/>
              <a:buNone/>
              <a:defRPr sz="1400" b="0" i="0" u="none" strike="noStrike" cap="none">
                <a:solidFill>
                  <a:schemeClr val="accent4"/>
                </a:solidFill>
                <a:latin typeface="Albert Sans Medium"/>
                <a:ea typeface="Albert Sans Medium"/>
                <a:cs typeface="Albert Sans Medium"/>
                <a:sym typeface="Albert Sans Medium"/>
              </a:defRPr>
            </a:lvl1pPr>
            <a:lvl2pPr marL="914400" marR="0" lvl="1" indent="-317500" algn="ctr" rtl="0">
              <a:lnSpc>
                <a:spcPct val="100000"/>
              </a:lnSpc>
              <a:spcBef>
                <a:spcPts val="1600"/>
              </a:spcBef>
              <a:spcAft>
                <a:spcPts val="0"/>
              </a:spcAft>
              <a:buClr>
                <a:schemeClr val="accent4"/>
              </a:buClr>
              <a:buSzPts val="1400"/>
              <a:buFont typeface="Albert Sans Medium"/>
              <a:buNone/>
              <a:defRPr sz="1400" b="0" i="0" u="none" strike="noStrike" cap="none">
                <a:solidFill>
                  <a:schemeClr val="accent4"/>
                </a:solidFill>
                <a:latin typeface="Albert Sans Medium"/>
                <a:ea typeface="Albert Sans Medium"/>
                <a:cs typeface="Albert Sans Medium"/>
                <a:sym typeface="Albert Sans Medium"/>
              </a:defRPr>
            </a:lvl2pPr>
            <a:lvl3pPr marL="1371600" marR="0" lvl="2" indent="-317500" algn="ctr" rtl="0">
              <a:lnSpc>
                <a:spcPct val="100000"/>
              </a:lnSpc>
              <a:spcBef>
                <a:spcPts val="1600"/>
              </a:spcBef>
              <a:spcAft>
                <a:spcPts val="0"/>
              </a:spcAft>
              <a:buClr>
                <a:schemeClr val="accent4"/>
              </a:buClr>
              <a:buSzPts val="1400"/>
              <a:buFont typeface="Albert Sans Medium"/>
              <a:buNone/>
              <a:defRPr sz="1400" b="0" i="0" u="none" strike="noStrike" cap="none">
                <a:solidFill>
                  <a:schemeClr val="accent4"/>
                </a:solidFill>
                <a:latin typeface="Albert Sans Medium"/>
                <a:ea typeface="Albert Sans Medium"/>
                <a:cs typeface="Albert Sans Medium"/>
                <a:sym typeface="Albert Sans Medium"/>
              </a:defRPr>
            </a:lvl3pPr>
            <a:lvl4pPr marL="1828800" marR="0" lvl="3" indent="-317500" algn="ctr" rtl="0">
              <a:lnSpc>
                <a:spcPct val="100000"/>
              </a:lnSpc>
              <a:spcBef>
                <a:spcPts val="1600"/>
              </a:spcBef>
              <a:spcAft>
                <a:spcPts val="0"/>
              </a:spcAft>
              <a:buClr>
                <a:schemeClr val="accent4"/>
              </a:buClr>
              <a:buSzPts val="1400"/>
              <a:buFont typeface="Albert Sans Medium"/>
              <a:buNone/>
              <a:defRPr sz="1400" b="0" i="0" u="none" strike="noStrike" cap="none">
                <a:solidFill>
                  <a:schemeClr val="accent4"/>
                </a:solidFill>
                <a:latin typeface="Albert Sans Medium"/>
                <a:ea typeface="Albert Sans Medium"/>
                <a:cs typeface="Albert Sans Medium"/>
                <a:sym typeface="Albert Sans Medium"/>
              </a:defRPr>
            </a:lvl4pPr>
            <a:lvl5pPr marL="2286000" marR="0" lvl="4" indent="-317500" algn="ctr" rtl="0">
              <a:lnSpc>
                <a:spcPct val="100000"/>
              </a:lnSpc>
              <a:spcBef>
                <a:spcPts val="1600"/>
              </a:spcBef>
              <a:spcAft>
                <a:spcPts val="0"/>
              </a:spcAft>
              <a:buClr>
                <a:schemeClr val="accent4"/>
              </a:buClr>
              <a:buSzPts val="1400"/>
              <a:buFont typeface="Albert Sans Medium"/>
              <a:buNone/>
              <a:defRPr sz="1400" b="0" i="0" u="none" strike="noStrike" cap="none">
                <a:solidFill>
                  <a:schemeClr val="accent4"/>
                </a:solidFill>
                <a:latin typeface="Albert Sans Medium"/>
                <a:ea typeface="Albert Sans Medium"/>
                <a:cs typeface="Albert Sans Medium"/>
                <a:sym typeface="Albert Sans Medium"/>
              </a:defRPr>
            </a:lvl5pPr>
            <a:lvl6pPr marL="2743200" marR="0" lvl="5" indent="-317500" algn="ctr" rtl="0">
              <a:lnSpc>
                <a:spcPct val="100000"/>
              </a:lnSpc>
              <a:spcBef>
                <a:spcPts val="1600"/>
              </a:spcBef>
              <a:spcAft>
                <a:spcPts val="0"/>
              </a:spcAft>
              <a:buClr>
                <a:schemeClr val="accent4"/>
              </a:buClr>
              <a:buSzPts val="1400"/>
              <a:buFont typeface="Albert Sans Medium"/>
              <a:buNone/>
              <a:defRPr sz="1400" b="0" i="0" u="none" strike="noStrike" cap="none">
                <a:solidFill>
                  <a:schemeClr val="accent4"/>
                </a:solidFill>
                <a:latin typeface="Albert Sans Medium"/>
                <a:ea typeface="Albert Sans Medium"/>
                <a:cs typeface="Albert Sans Medium"/>
                <a:sym typeface="Albert Sans Medium"/>
              </a:defRPr>
            </a:lvl6pPr>
            <a:lvl7pPr marL="3200400" marR="0" lvl="6" indent="-317500" algn="ctr" rtl="0">
              <a:lnSpc>
                <a:spcPct val="100000"/>
              </a:lnSpc>
              <a:spcBef>
                <a:spcPts val="1600"/>
              </a:spcBef>
              <a:spcAft>
                <a:spcPts val="0"/>
              </a:spcAft>
              <a:buClr>
                <a:schemeClr val="accent4"/>
              </a:buClr>
              <a:buSzPts val="1400"/>
              <a:buFont typeface="Albert Sans Medium"/>
              <a:buNone/>
              <a:defRPr sz="1400" b="0" i="0" u="none" strike="noStrike" cap="none">
                <a:solidFill>
                  <a:schemeClr val="accent4"/>
                </a:solidFill>
                <a:latin typeface="Albert Sans Medium"/>
                <a:ea typeface="Albert Sans Medium"/>
                <a:cs typeface="Albert Sans Medium"/>
                <a:sym typeface="Albert Sans Medium"/>
              </a:defRPr>
            </a:lvl7pPr>
            <a:lvl8pPr marL="3657600" marR="0" lvl="7" indent="-317500" algn="ctr" rtl="0">
              <a:lnSpc>
                <a:spcPct val="100000"/>
              </a:lnSpc>
              <a:spcBef>
                <a:spcPts val="1600"/>
              </a:spcBef>
              <a:spcAft>
                <a:spcPts val="0"/>
              </a:spcAft>
              <a:buClr>
                <a:schemeClr val="accent4"/>
              </a:buClr>
              <a:buSzPts val="1400"/>
              <a:buFont typeface="Albert Sans Medium"/>
              <a:buNone/>
              <a:defRPr sz="1400" b="0" i="0" u="none" strike="noStrike" cap="none">
                <a:solidFill>
                  <a:schemeClr val="accent4"/>
                </a:solidFill>
                <a:latin typeface="Albert Sans Medium"/>
                <a:ea typeface="Albert Sans Medium"/>
                <a:cs typeface="Albert Sans Medium"/>
                <a:sym typeface="Albert Sans Medium"/>
              </a:defRPr>
            </a:lvl8pPr>
            <a:lvl9pPr marL="4114800" marR="0" lvl="8" indent="-317500" algn="ctr" rtl="0">
              <a:lnSpc>
                <a:spcPct val="100000"/>
              </a:lnSpc>
              <a:spcBef>
                <a:spcPts val="1600"/>
              </a:spcBef>
              <a:spcAft>
                <a:spcPts val="1600"/>
              </a:spcAft>
              <a:buClr>
                <a:schemeClr val="accent4"/>
              </a:buClr>
              <a:buSzPts val="1400"/>
              <a:buFont typeface="Albert Sans Medium"/>
              <a:buNone/>
              <a:defRPr sz="1400" b="0" i="0" u="none" strike="noStrike" cap="none">
                <a:solidFill>
                  <a:schemeClr val="accent4"/>
                </a:solidFill>
                <a:latin typeface="Albert Sans Medium"/>
                <a:ea typeface="Albert Sans Medium"/>
                <a:cs typeface="Albert Sans Medium"/>
                <a:sym typeface="Albert Sans Medium"/>
              </a:defRPr>
            </a:lvl9pPr>
          </a:lstStyle>
          <a:p>
            <a:pPr marL="285750" indent="-285750" algn="just">
              <a:spcAft>
                <a:spcPts val="1600"/>
              </a:spcAft>
              <a:buClr>
                <a:schemeClr val="accent6"/>
              </a:buClr>
              <a:buFont typeface="Arial" panose="020B0604020202020204" pitchFamily="34" charset="0"/>
              <a:buChar char="•"/>
            </a:pPr>
            <a:r>
              <a:rPr lang="en-US" dirty="0"/>
              <a:t>Shortfall varies across months and years.</a:t>
            </a:r>
          </a:p>
          <a:p>
            <a:pPr marL="285750" indent="-285750" algn="just">
              <a:spcAft>
                <a:spcPts val="1600"/>
              </a:spcAft>
              <a:buClr>
                <a:schemeClr val="accent6"/>
              </a:buClr>
              <a:buFont typeface="Arial" panose="020B0604020202020204" pitchFamily="34" charset="0"/>
              <a:buChar char="•"/>
            </a:pPr>
            <a:r>
              <a:rPr lang="en-US" dirty="0"/>
              <a:t>Winter periods show larger shortfall risk.</a:t>
            </a:r>
          </a:p>
          <a:p>
            <a:pPr marL="285750" indent="-285750" algn="just">
              <a:spcAft>
                <a:spcPts val="1600"/>
              </a:spcAft>
              <a:buClr>
                <a:schemeClr val="accent6"/>
              </a:buClr>
              <a:buFont typeface="Arial" panose="020B0604020202020204" pitchFamily="34" charset="0"/>
              <a:buChar char="•"/>
            </a:pPr>
            <a:r>
              <a:rPr lang="en-US" dirty="0"/>
              <a:t>The pattern is not random, it indicates seasonality.</a:t>
            </a:r>
          </a:p>
          <a:p>
            <a:pPr marL="285750" indent="-285750" algn="just">
              <a:spcAft>
                <a:spcPts val="1600"/>
              </a:spcAft>
              <a:buClr>
                <a:schemeClr val="accent6"/>
              </a:buClr>
              <a:buFont typeface="Arial" panose="020B0604020202020204" pitchFamily="34" charset="0"/>
              <a:buChar char="•"/>
            </a:pPr>
            <a:r>
              <a:rPr lang="en-US" dirty="0"/>
              <a:t>Forecasting must capture both long-term trends and short-term spikes.</a:t>
            </a:r>
          </a:p>
          <a:p>
            <a:pPr marL="285750" indent="-285750" algn="just">
              <a:spcAft>
                <a:spcPts val="1600"/>
              </a:spcAft>
              <a:buClr>
                <a:schemeClr val="accent6"/>
              </a:buClr>
              <a:buFont typeface="Arial" panose="020B0604020202020204" pitchFamily="34" charset="0"/>
              <a:buChar char="•"/>
            </a:pP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81"/>
        <p:cNvGrpSpPr/>
        <p:nvPr/>
      </p:nvGrpSpPr>
      <p:grpSpPr>
        <a:xfrm>
          <a:off x="0" y="0"/>
          <a:ext cx="0" cy="0"/>
          <a:chOff x="0" y="0"/>
          <a:chExt cx="0" cy="0"/>
        </a:xfrm>
      </p:grpSpPr>
      <p:grpSp>
        <p:nvGrpSpPr>
          <p:cNvPr id="1982" name="Google Shape;1982;p43"/>
          <p:cNvGrpSpPr/>
          <p:nvPr/>
        </p:nvGrpSpPr>
        <p:grpSpPr>
          <a:xfrm flipH="1">
            <a:off x="6532600" y="2406720"/>
            <a:ext cx="1029418" cy="1146450"/>
            <a:chOff x="6842050" y="3065425"/>
            <a:chExt cx="535625" cy="596550"/>
          </a:xfrm>
        </p:grpSpPr>
        <p:sp>
          <p:nvSpPr>
            <p:cNvPr id="1983" name="Google Shape;1983;p43"/>
            <p:cNvSpPr/>
            <p:nvPr/>
          </p:nvSpPr>
          <p:spPr>
            <a:xfrm>
              <a:off x="7073100" y="3451925"/>
              <a:ext cx="56725" cy="210050"/>
            </a:xfrm>
            <a:custGeom>
              <a:avLst/>
              <a:gdLst/>
              <a:ahLst/>
              <a:cxnLst/>
              <a:rect l="l" t="t" r="r" b="b"/>
              <a:pathLst>
                <a:path w="2269" h="8402" extrusionOk="0">
                  <a:moveTo>
                    <a:pt x="504" y="0"/>
                  </a:moveTo>
                  <a:lnTo>
                    <a:pt x="0" y="8402"/>
                  </a:lnTo>
                  <a:lnTo>
                    <a:pt x="2269" y="8402"/>
                  </a:lnTo>
                  <a:lnTo>
                    <a:pt x="1765" y="0"/>
                  </a:lnTo>
                  <a:close/>
                </a:path>
              </a:pathLst>
            </a:custGeom>
            <a:solidFill>
              <a:srgbClr val="7A452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84" name="Google Shape;1984;p43"/>
            <p:cNvSpPr/>
            <p:nvPr/>
          </p:nvSpPr>
          <p:spPr>
            <a:xfrm>
              <a:off x="6867250" y="3065425"/>
              <a:ext cx="510425" cy="428525"/>
            </a:xfrm>
            <a:custGeom>
              <a:avLst/>
              <a:gdLst/>
              <a:ahLst/>
              <a:cxnLst/>
              <a:rect l="l" t="t" r="r" b="b"/>
              <a:pathLst>
                <a:path w="20417" h="17141" extrusionOk="0">
                  <a:moveTo>
                    <a:pt x="7058" y="0"/>
                  </a:moveTo>
                  <a:cubicBezTo>
                    <a:pt x="6218" y="0"/>
                    <a:pt x="5462" y="589"/>
                    <a:pt x="5462" y="1429"/>
                  </a:cubicBezTo>
                  <a:cubicBezTo>
                    <a:pt x="5462" y="1765"/>
                    <a:pt x="5630" y="1933"/>
                    <a:pt x="5714" y="2185"/>
                  </a:cubicBezTo>
                  <a:lnTo>
                    <a:pt x="4117" y="2185"/>
                  </a:lnTo>
                  <a:cubicBezTo>
                    <a:pt x="3193" y="2185"/>
                    <a:pt x="2353" y="2941"/>
                    <a:pt x="2353" y="3949"/>
                  </a:cubicBezTo>
                  <a:lnTo>
                    <a:pt x="2353" y="4285"/>
                  </a:lnTo>
                  <a:cubicBezTo>
                    <a:pt x="1429" y="4706"/>
                    <a:pt x="756" y="5630"/>
                    <a:pt x="756" y="6806"/>
                  </a:cubicBezTo>
                  <a:cubicBezTo>
                    <a:pt x="756" y="7562"/>
                    <a:pt x="1093" y="8150"/>
                    <a:pt x="1597" y="8654"/>
                  </a:cubicBezTo>
                  <a:lnTo>
                    <a:pt x="1429" y="8654"/>
                  </a:lnTo>
                  <a:cubicBezTo>
                    <a:pt x="672" y="8654"/>
                    <a:pt x="0" y="9243"/>
                    <a:pt x="0" y="9999"/>
                  </a:cubicBezTo>
                  <a:cubicBezTo>
                    <a:pt x="0" y="10671"/>
                    <a:pt x="672" y="11259"/>
                    <a:pt x="1429" y="11259"/>
                  </a:cubicBezTo>
                  <a:lnTo>
                    <a:pt x="1849" y="11259"/>
                  </a:lnTo>
                  <a:cubicBezTo>
                    <a:pt x="1597" y="11427"/>
                    <a:pt x="1513" y="11847"/>
                    <a:pt x="1513" y="12183"/>
                  </a:cubicBezTo>
                  <a:cubicBezTo>
                    <a:pt x="1513" y="13023"/>
                    <a:pt x="2101" y="13612"/>
                    <a:pt x="2857" y="13780"/>
                  </a:cubicBezTo>
                  <a:lnTo>
                    <a:pt x="2857" y="13948"/>
                  </a:lnTo>
                  <a:cubicBezTo>
                    <a:pt x="2857" y="15040"/>
                    <a:pt x="3781" y="15964"/>
                    <a:pt x="4873" y="15964"/>
                  </a:cubicBezTo>
                  <a:cubicBezTo>
                    <a:pt x="4873" y="16552"/>
                    <a:pt x="5378" y="17140"/>
                    <a:pt x="6134" y="17140"/>
                  </a:cubicBezTo>
                  <a:lnTo>
                    <a:pt x="15292" y="17140"/>
                  </a:lnTo>
                  <a:cubicBezTo>
                    <a:pt x="15880" y="17140"/>
                    <a:pt x="16552" y="16552"/>
                    <a:pt x="16552" y="15964"/>
                  </a:cubicBezTo>
                  <a:cubicBezTo>
                    <a:pt x="16552" y="15712"/>
                    <a:pt x="16384" y="15544"/>
                    <a:pt x="16300" y="15460"/>
                  </a:cubicBezTo>
                  <a:lnTo>
                    <a:pt x="17056" y="15460"/>
                  </a:lnTo>
                  <a:cubicBezTo>
                    <a:pt x="17644" y="15460"/>
                    <a:pt x="18232" y="14872"/>
                    <a:pt x="18232" y="14368"/>
                  </a:cubicBezTo>
                  <a:cubicBezTo>
                    <a:pt x="18232" y="13948"/>
                    <a:pt x="17980" y="13780"/>
                    <a:pt x="17644" y="13528"/>
                  </a:cubicBezTo>
                  <a:lnTo>
                    <a:pt x="18232" y="13528"/>
                  </a:lnTo>
                  <a:cubicBezTo>
                    <a:pt x="18737" y="13528"/>
                    <a:pt x="19157" y="13107"/>
                    <a:pt x="19157" y="12687"/>
                  </a:cubicBezTo>
                  <a:cubicBezTo>
                    <a:pt x="19157" y="12519"/>
                    <a:pt x="18989" y="12351"/>
                    <a:pt x="18905" y="12183"/>
                  </a:cubicBezTo>
                  <a:cubicBezTo>
                    <a:pt x="19745" y="11679"/>
                    <a:pt x="20417" y="10839"/>
                    <a:pt x="20417" y="9831"/>
                  </a:cubicBezTo>
                  <a:cubicBezTo>
                    <a:pt x="20417" y="8906"/>
                    <a:pt x="19745" y="8066"/>
                    <a:pt x="18821" y="7730"/>
                  </a:cubicBezTo>
                  <a:cubicBezTo>
                    <a:pt x="18905" y="7478"/>
                    <a:pt x="18989" y="7142"/>
                    <a:pt x="18989" y="6806"/>
                  </a:cubicBezTo>
                  <a:cubicBezTo>
                    <a:pt x="18989" y="5546"/>
                    <a:pt x="18148" y="4621"/>
                    <a:pt x="17140" y="4201"/>
                  </a:cubicBezTo>
                  <a:lnTo>
                    <a:pt x="17140" y="3949"/>
                  </a:lnTo>
                  <a:cubicBezTo>
                    <a:pt x="17140" y="3025"/>
                    <a:pt x="16300" y="2185"/>
                    <a:pt x="15376" y="2185"/>
                  </a:cubicBezTo>
                  <a:lnTo>
                    <a:pt x="15124" y="2185"/>
                  </a:lnTo>
                  <a:cubicBezTo>
                    <a:pt x="15292" y="1933"/>
                    <a:pt x="15376" y="1681"/>
                    <a:pt x="15376" y="1429"/>
                  </a:cubicBezTo>
                  <a:cubicBezTo>
                    <a:pt x="15376" y="589"/>
                    <a:pt x="14620" y="0"/>
                    <a:pt x="1377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85" name="Google Shape;1985;p43"/>
            <p:cNvSpPr/>
            <p:nvPr/>
          </p:nvSpPr>
          <p:spPr>
            <a:xfrm>
              <a:off x="6842050" y="3065425"/>
              <a:ext cx="422200" cy="428525"/>
            </a:xfrm>
            <a:custGeom>
              <a:avLst/>
              <a:gdLst/>
              <a:ahLst/>
              <a:cxnLst/>
              <a:rect l="l" t="t" r="r" b="b"/>
              <a:pathLst>
                <a:path w="16888" h="17141" extrusionOk="0">
                  <a:moveTo>
                    <a:pt x="7058" y="0"/>
                  </a:moveTo>
                  <a:cubicBezTo>
                    <a:pt x="6133" y="0"/>
                    <a:pt x="5461" y="589"/>
                    <a:pt x="5461" y="1429"/>
                  </a:cubicBezTo>
                  <a:cubicBezTo>
                    <a:pt x="5461" y="1765"/>
                    <a:pt x="5545" y="1933"/>
                    <a:pt x="5629" y="2185"/>
                  </a:cubicBezTo>
                  <a:lnTo>
                    <a:pt x="4033" y="2185"/>
                  </a:lnTo>
                  <a:cubicBezTo>
                    <a:pt x="3109" y="2185"/>
                    <a:pt x="2269" y="2941"/>
                    <a:pt x="2269" y="3949"/>
                  </a:cubicBezTo>
                  <a:lnTo>
                    <a:pt x="2269" y="4285"/>
                  </a:lnTo>
                  <a:cubicBezTo>
                    <a:pt x="1344" y="4706"/>
                    <a:pt x="756" y="5630"/>
                    <a:pt x="756" y="6806"/>
                  </a:cubicBezTo>
                  <a:cubicBezTo>
                    <a:pt x="756" y="7562"/>
                    <a:pt x="1008" y="8150"/>
                    <a:pt x="1596" y="8654"/>
                  </a:cubicBezTo>
                  <a:lnTo>
                    <a:pt x="1344" y="8654"/>
                  </a:lnTo>
                  <a:cubicBezTo>
                    <a:pt x="588" y="8654"/>
                    <a:pt x="0" y="9243"/>
                    <a:pt x="0" y="9999"/>
                  </a:cubicBezTo>
                  <a:cubicBezTo>
                    <a:pt x="0" y="10671"/>
                    <a:pt x="588" y="11259"/>
                    <a:pt x="1344" y="11259"/>
                  </a:cubicBezTo>
                  <a:lnTo>
                    <a:pt x="1764" y="11259"/>
                  </a:lnTo>
                  <a:cubicBezTo>
                    <a:pt x="1596" y="11427"/>
                    <a:pt x="1428" y="11847"/>
                    <a:pt x="1428" y="12183"/>
                  </a:cubicBezTo>
                  <a:cubicBezTo>
                    <a:pt x="1428" y="13023"/>
                    <a:pt x="2101" y="13612"/>
                    <a:pt x="2857" y="13780"/>
                  </a:cubicBezTo>
                  <a:lnTo>
                    <a:pt x="2857" y="13948"/>
                  </a:lnTo>
                  <a:cubicBezTo>
                    <a:pt x="2857" y="15040"/>
                    <a:pt x="3781" y="15964"/>
                    <a:pt x="4789" y="15964"/>
                  </a:cubicBezTo>
                  <a:cubicBezTo>
                    <a:pt x="4789" y="16552"/>
                    <a:pt x="5377" y="17140"/>
                    <a:pt x="6049" y="17140"/>
                  </a:cubicBezTo>
                  <a:lnTo>
                    <a:pt x="11763" y="17140"/>
                  </a:lnTo>
                  <a:cubicBezTo>
                    <a:pt x="12351" y="17140"/>
                    <a:pt x="13023" y="16552"/>
                    <a:pt x="13023" y="15964"/>
                  </a:cubicBezTo>
                  <a:cubicBezTo>
                    <a:pt x="13023" y="15712"/>
                    <a:pt x="12855" y="15544"/>
                    <a:pt x="12771" y="15460"/>
                  </a:cubicBezTo>
                  <a:lnTo>
                    <a:pt x="13527" y="15460"/>
                  </a:lnTo>
                  <a:cubicBezTo>
                    <a:pt x="14199" y="15460"/>
                    <a:pt x="14703" y="14872"/>
                    <a:pt x="14703" y="14368"/>
                  </a:cubicBezTo>
                  <a:cubicBezTo>
                    <a:pt x="14703" y="13948"/>
                    <a:pt x="14451" y="13780"/>
                    <a:pt x="14199" y="13528"/>
                  </a:cubicBezTo>
                  <a:lnTo>
                    <a:pt x="14703" y="13528"/>
                  </a:lnTo>
                  <a:cubicBezTo>
                    <a:pt x="15208" y="13528"/>
                    <a:pt x="15628" y="13107"/>
                    <a:pt x="15628" y="12687"/>
                  </a:cubicBezTo>
                  <a:cubicBezTo>
                    <a:pt x="15628" y="12519"/>
                    <a:pt x="15544" y="12351"/>
                    <a:pt x="15460" y="12183"/>
                  </a:cubicBezTo>
                  <a:cubicBezTo>
                    <a:pt x="16300" y="11679"/>
                    <a:pt x="16888" y="10839"/>
                    <a:pt x="16888" y="9831"/>
                  </a:cubicBezTo>
                  <a:cubicBezTo>
                    <a:pt x="16888" y="8906"/>
                    <a:pt x="16300" y="8066"/>
                    <a:pt x="15292" y="7730"/>
                  </a:cubicBezTo>
                  <a:cubicBezTo>
                    <a:pt x="15460" y="7478"/>
                    <a:pt x="15544" y="7142"/>
                    <a:pt x="15544" y="6806"/>
                  </a:cubicBezTo>
                  <a:cubicBezTo>
                    <a:pt x="15544" y="5546"/>
                    <a:pt x="14703" y="4621"/>
                    <a:pt x="13611" y="4201"/>
                  </a:cubicBezTo>
                  <a:lnTo>
                    <a:pt x="13611" y="3949"/>
                  </a:lnTo>
                  <a:cubicBezTo>
                    <a:pt x="13611" y="3025"/>
                    <a:pt x="12771" y="2185"/>
                    <a:pt x="11847" y="2185"/>
                  </a:cubicBezTo>
                  <a:lnTo>
                    <a:pt x="11679" y="2185"/>
                  </a:lnTo>
                  <a:cubicBezTo>
                    <a:pt x="11763" y="1933"/>
                    <a:pt x="11847" y="1681"/>
                    <a:pt x="11847" y="1429"/>
                  </a:cubicBezTo>
                  <a:cubicBezTo>
                    <a:pt x="11847" y="589"/>
                    <a:pt x="11091" y="0"/>
                    <a:pt x="1025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86" name="Google Shape;1986;p43"/>
            <p:cNvSpPr/>
            <p:nvPr/>
          </p:nvSpPr>
          <p:spPr>
            <a:xfrm>
              <a:off x="6842050" y="3283875"/>
              <a:ext cx="325600" cy="210075"/>
            </a:xfrm>
            <a:custGeom>
              <a:avLst/>
              <a:gdLst/>
              <a:ahLst/>
              <a:cxnLst/>
              <a:rect l="l" t="t" r="r" b="b"/>
              <a:pathLst>
                <a:path w="13024" h="8403" extrusionOk="0">
                  <a:moveTo>
                    <a:pt x="1344" y="0"/>
                  </a:moveTo>
                  <a:cubicBezTo>
                    <a:pt x="588" y="0"/>
                    <a:pt x="0" y="505"/>
                    <a:pt x="0" y="1261"/>
                  </a:cubicBezTo>
                  <a:cubicBezTo>
                    <a:pt x="0" y="1933"/>
                    <a:pt x="588" y="2521"/>
                    <a:pt x="1344" y="2521"/>
                  </a:cubicBezTo>
                  <a:lnTo>
                    <a:pt x="1764" y="2521"/>
                  </a:lnTo>
                  <a:cubicBezTo>
                    <a:pt x="1596" y="2689"/>
                    <a:pt x="1428" y="3109"/>
                    <a:pt x="1428" y="3445"/>
                  </a:cubicBezTo>
                  <a:cubicBezTo>
                    <a:pt x="1428" y="4285"/>
                    <a:pt x="2101" y="4874"/>
                    <a:pt x="2857" y="5042"/>
                  </a:cubicBezTo>
                  <a:lnTo>
                    <a:pt x="2857" y="5210"/>
                  </a:lnTo>
                  <a:cubicBezTo>
                    <a:pt x="2857" y="6302"/>
                    <a:pt x="3781" y="7226"/>
                    <a:pt x="4789" y="7226"/>
                  </a:cubicBezTo>
                  <a:cubicBezTo>
                    <a:pt x="4789" y="7814"/>
                    <a:pt x="5377" y="8402"/>
                    <a:pt x="6049" y="8402"/>
                  </a:cubicBezTo>
                  <a:lnTo>
                    <a:pt x="11763" y="8402"/>
                  </a:lnTo>
                  <a:cubicBezTo>
                    <a:pt x="12351" y="8402"/>
                    <a:pt x="13023" y="7814"/>
                    <a:pt x="13023" y="7226"/>
                  </a:cubicBezTo>
                  <a:cubicBezTo>
                    <a:pt x="13023" y="7142"/>
                    <a:pt x="9746" y="7142"/>
                    <a:pt x="9746" y="7142"/>
                  </a:cubicBezTo>
                  <a:lnTo>
                    <a:pt x="9746" y="6470"/>
                  </a:lnTo>
                  <a:cubicBezTo>
                    <a:pt x="9746" y="5882"/>
                    <a:pt x="9326" y="5294"/>
                    <a:pt x="8738" y="5126"/>
                  </a:cubicBezTo>
                  <a:cubicBezTo>
                    <a:pt x="8990" y="5042"/>
                    <a:pt x="9326" y="4790"/>
                    <a:pt x="9410" y="4369"/>
                  </a:cubicBezTo>
                  <a:lnTo>
                    <a:pt x="11427" y="4369"/>
                  </a:lnTo>
                  <a:cubicBezTo>
                    <a:pt x="12267" y="4369"/>
                    <a:pt x="12855" y="3781"/>
                    <a:pt x="12855" y="3025"/>
                  </a:cubicBezTo>
                  <a:cubicBezTo>
                    <a:pt x="12855" y="2269"/>
                    <a:pt x="12267" y="1681"/>
                    <a:pt x="11427" y="1681"/>
                  </a:cubicBezTo>
                  <a:lnTo>
                    <a:pt x="8906" y="1681"/>
                  </a:lnTo>
                  <a:cubicBezTo>
                    <a:pt x="8906" y="1513"/>
                    <a:pt x="8990" y="1429"/>
                    <a:pt x="8990" y="1345"/>
                  </a:cubicBezTo>
                  <a:cubicBezTo>
                    <a:pt x="8990" y="589"/>
                    <a:pt x="8402" y="0"/>
                    <a:pt x="756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87" name="Google Shape;1987;p43"/>
            <p:cNvSpPr/>
            <p:nvPr/>
          </p:nvSpPr>
          <p:spPr>
            <a:xfrm>
              <a:off x="6989075" y="3065425"/>
              <a:ext cx="235275" cy="147050"/>
            </a:xfrm>
            <a:custGeom>
              <a:avLst/>
              <a:gdLst/>
              <a:ahLst/>
              <a:cxnLst/>
              <a:rect l="l" t="t" r="r" b="b"/>
              <a:pathLst>
                <a:path w="9411" h="5882" extrusionOk="0">
                  <a:moveTo>
                    <a:pt x="2857" y="0"/>
                  </a:moveTo>
                  <a:cubicBezTo>
                    <a:pt x="2857" y="84"/>
                    <a:pt x="2689" y="168"/>
                    <a:pt x="2689" y="252"/>
                  </a:cubicBezTo>
                  <a:cubicBezTo>
                    <a:pt x="2689" y="841"/>
                    <a:pt x="3109" y="1261"/>
                    <a:pt x="3529" y="1429"/>
                  </a:cubicBezTo>
                  <a:cubicBezTo>
                    <a:pt x="3277" y="1513"/>
                    <a:pt x="3025" y="1765"/>
                    <a:pt x="2941" y="2101"/>
                  </a:cubicBezTo>
                  <a:lnTo>
                    <a:pt x="1261" y="2101"/>
                  </a:lnTo>
                  <a:cubicBezTo>
                    <a:pt x="589" y="2101"/>
                    <a:pt x="0" y="2605"/>
                    <a:pt x="0" y="3193"/>
                  </a:cubicBezTo>
                  <a:cubicBezTo>
                    <a:pt x="0" y="3865"/>
                    <a:pt x="505" y="4369"/>
                    <a:pt x="1261" y="4369"/>
                  </a:cubicBezTo>
                  <a:lnTo>
                    <a:pt x="3445" y="4369"/>
                  </a:lnTo>
                  <a:cubicBezTo>
                    <a:pt x="3445" y="4453"/>
                    <a:pt x="3361" y="4621"/>
                    <a:pt x="3361" y="4706"/>
                  </a:cubicBezTo>
                  <a:cubicBezTo>
                    <a:pt x="3361" y="5294"/>
                    <a:pt x="3865" y="5882"/>
                    <a:pt x="4621" y="5882"/>
                  </a:cubicBezTo>
                  <a:lnTo>
                    <a:pt x="9411" y="5882"/>
                  </a:lnTo>
                  <a:cubicBezTo>
                    <a:pt x="9243" y="5126"/>
                    <a:pt x="8486" y="4537"/>
                    <a:pt x="7730" y="4201"/>
                  </a:cubicBezTo>
                  <a:lnTo>
                    <a:pt x="7730" y="3949"/>
                  </a:lnTo>
                  <a:cubicBezTo>
                    <a:pt x="7730" y="3025"/>
                    <a:pt x="6890" y="2185"/>
                    <a:pt x="5966" y="2185"/>
                  </a:cubicBezTo>
                  <a:lnTo>
                    <a:pt x="5798" y="2185"/>
                  </a:lnTo>
                  <a:cubicBezTo>
                    <a:pt x="5882" y="2017"/>
                    <a:pt x="5966" y="1681"/>
                    <a:pt x="5966" y="1429"/>
                  </a:cubicBezTo>
                  <a:cubicBezTo>
                    <a:pt x="5966" y="589"/>
                    <a:pt x="5210" y="0"/>
                    <a:pt x="436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988" name="Google Shape;1988;p43"/>
          <p:cNvGrpSpPr/>
          <p:nvPr/>
        </p:nvGrpSpPr>
        <p:grpSpPr>
          <a:xfrm>
            <a:off x="7832735" y="2663144"/>
            <a:ext cx="799474" cy="890411"/>
            <a:chOff x="6842050" y="3065425"/>
            <a:chExt cx="535625" cy="596550"/>
          </a:xfrm>
        </p:grpSpPr>
        <p:sp>
          <p:nvSpPr>
            <p:cNvPr id="1989" name="Google Shape;1989;p43"/>
            <p:cNvSpPr/>
            <p:nvPr/>
          </p:nvSpPr>
          <p:spPr>
            <a:xfrm>
              <a:off x="7073100" y="3451925"/>
              <a:ext cx="56725" cy="210050"/>
            </a:xfrm>
            <a:custGeom>
              <a:avLst/>
              <a:gdLst/>
              <a:ahLst/>
              <a:cxnLst/>
              <a:rect l="l" t="t" r="r" b="b"/>
              <a:pathLst>
                <a:path w="2269" h="8402" extrusionOk="0">
                  <a:moveTo>
                    <a:pt x="504" y="0"/>
                  </a:moveTo>
                  <a:lnTo>
                    <a:pt x="0" y="8402"/>
                  </a:lnTo>
                  <a:lnTo>
                    <a:pt x="2269" y="8402"/>
                  </a:lnTo>
                  <a:lnTo>
                    <a:pt x="1765" y="0"/>
                  </a:lnTo>
                  <a:close/>
                </a:path>
              </a:pathLst>
            </a:custGeom>
            <a:solidFill>
              <a:srgbClr val="7A452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90" name="Google Shape;1990;p43"/>
            <p:cNvSpPr/>
            <p:nvPr/>
          </p:nvSpPr>
          <p:spPr>
            <a:xfrm>
              <a:off x="6867250" y="3065425"/>
              <a:ext cx="510425" cy="428525"/>
            </a:xfrm>
            <a:custGeom>
              <a:avLst/>
              <a:gdLst/>
              <a:ahLst/>
              <a:cxnLst/>
              <a:rect l="l" t="t" r="r" b="b"/>
              <a:pathLst>
                <a:path w="20417" h="17141" extrusionOk="0">
                  <a:moveTo>
                    <a:pt x="7058" y="0"/>
                  </a:moveTo>
                  <a:cubicBezTo>
                    <a:pt x="6218" y="0"/>
                    <a:pt x="5462" y="589"/>
                    <a:pt x="5462" y="1429"/>
                  </a:cubicBezTo>
                  <a:cubicBezTo>
                    <a:pt x="5462" y="1765"/>
                    <a:pt x="5630" y="1933"/>
                    <a:pt x="5714" y="2185"/>
                  </a:cubicBezTo>
                  <a:lnTo>
                    <a:pt x="4117" y="2185"/>
                  </a:lnTo>
                  <a:cubicBezTo>
                    <a:pt x="3193" y="2185"/>
                    <a:pt x="2353" y="2941"/>
                    <a:pt x="2353" y="3949"/>
                  </a:cubicBezTo>
                  <a:lnTo>
                    <a:pt x="2353" y="4285"/>
                  </a:lnTo>
                  <a:cubicBezTo>
                    <a:pt x="1429" y="4706"/>
                    <a:pt x="756" y="5630"/>
                    <a:pt x="756" y="6806"/>
                  </a:cubicBezTo>
                  <a:cubicBezTo>
                    <a:pt x="756" y="7562"/>
                    <a:pt x="1093" y="8150"/>
                    <a:pt x="1597" y="8654"/>
                  </a:cubicBezTo>
                  <a:lnTo>
                    <a:pt x="1429" y="8654"/>
                  </a:lnTo>
                  <a:cubicBezTo>
                    <a:pt x="672" y="8654"/>
                    <a:pt x="0" y="9243"/>
                    <a:pt x="0" y="9999"/>
                  </a:cubicBezTo>
                  <a:cubicBezTo>
                    <a:pt x="0" y="10671"/>
                    <a:pt x="672" y="11259"/>
                    <a:pt x="1429" y="11259"/>
                  </a:cubicBezTo>
                  <a:lnTo>
                    <a:pt x="1849" y="11259"/>
                  </a:lnTo>
                  <a:cubicBezTo>
                    <a:pt x="1597" y="11427"/>
                    <a:pt x="1513" y="11847"/>
                    <a:pt x="1513" y="12183"/>
                  </a:cubicBezTo>
                  <a:cubicBezTo>
                    <a:pt x="1513" y="13023"/>
                    <a:pt x="2101" y="13612"/>
                    <a:pt x="2857" y="13780"/>
                  </a:cubicBezTo>
                  <a:lnTo>
                    <a:pt x="2857" y="13948"/>
                  </a:lnTo>
                  <a:cubicBezTo>
                    <a:pt x="2857" y="15040"/>
                    <a:pt x="3781" y="15964"/>
                    <a:pt x="4873" y="15964"/>
                  </a:cubicBezTo>
                  <a:cubicBezTo>
                    <a:pt x="4873" y="16552"/>
                    <a:pt x="5378" y="17140"/>
                    <a:pt x="6134" y="17140"/>
                  </a:cubicBezTo>
                  <a:lnTo>
                    <a:pt x="15292" y="17140"/>
                  </a:lnTo>
                  <a:cubicBezTo>
                    <a:pt x="15880" y="17140"/>
                    <a:pt x="16552" y="16552"/>
                    <a:pt x="16552" y="15964"/>
                  </a:cubicBezTo>
                  <a:cubicBezTo>
                    <a:pt x="16552" y="15712"/>
                    <a:pt x="16384" y="15544"/>
                    <a:pt x="16300" y="15460"/>
                  </a:cubicBezTo>
                  <a:lnTo>
                    <a:pt x="17056" y="15460"/>
                  </a:lnTo>
                  <a:cubicBezTo>
                    <a:pt x="17644" y="15460"/>
                    <a:pt x="18232" y="14872"/>
                    <a:pt x="18232" y="14368"/>
                  </a:cubicBezTo>
                  <a:cubicBezTo>
                    <a:pt x="18232" y="13948"/>
                    <a:pt x="17980" y="13780"/>
                    <a:pt x="17644" y="13528"/>
                  </a:cubicBezTo>
                  <a:lnTo>
                    <a:pt x="18232" y="13528"/>
                  </a:lnTo>
                  <a:cubicBezTo>
                    <a:pt x="18737" y="13528"/>
                    <a:pt x="19157" y="13107"/>
                    <a:pt x="19157" y="12687"/>
                  </a:cubicBezTo>
                  <a:cubicBezTo>
                    <a:pt x="19157" y="12519"/>
                    <a:pt x="18989" y="12351"/>
                    <a:pt x="18905" y="12183"/>
                  </a:cubicBezTo>
                  <a:cubicBezTo>
                    <a:pt x="19745" y="11679"/>
                    <a:pt x="20417" y="10839"/>
                    <a:pt x="20417" y="9831"/>
                  </a:cubicBezTo>
                  <a:cubicBezTo>
                    <a:pt x="20417" y="8906"/>
                    <a:pt x="19745" y="8066"/>
                    <a:pt x="18821" y="7730"/>
                  </a:cubicBezTo>
                  <a:cubicBezTo>
                    <a:pt x="18905" y="7478"/>
                    <a:pt x="18989" y="7142"/>
                    <a:pt x="18989" y="6806"/>
                  </a:cubicBezTo>
                  <a:cubicBezTo>
                    <a:pt x="18989" y="5546"/>
                    <a:pt x="18148" y="4621"/>
                    <a:pt x="17140" y="4201"/>
                  </a:cubicBezTo>
                  <a:lnTo>
                    <a:pt x="17140" y="3949"/>
                  </a:lnTo>
                  <a:cubicBezTo>
                    <a:pt x="17140" y="3025"/>
                    <a:pt x="16300" y="2185"/>
                    <a:pt x="15376" y="2185"/>
                  </a:cubicBezTo>
                  <a:lnTo>
                    <a:pt x="15124" y="2185"/>
                  </a:lnTo>
                  <a:cubicBezTo>
                    <a:pt x="15292" y="1933"/>
                    <a:pt x="15376" y="1681"/>
                    <a:pt x="15376" y="1429"/>
                  </a:cubicBezTo>
                  <a:cubicBezTo>
                    <a:pt x="15376" y="589"/>
                    <a:pt x="14620" y="0"/>
                    <a:pt x="1377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91" name="Google Shape;1991;p43"/>
            <p:cNvSpPr/>
            <p:nvPr/>
          </p:nvSpPr>
          <p:spPr>
            <a:xfrm>
              <a:off x="6842050" y="3065425"/>
              <a:ext cx="422200" cy="428525"/>
            </a:xfrm>
            <a:custGeom>
              <a:avLst/>
              <a:gdLst/>
              <a:ahLst/>
              <a:cxnLst/>
              <a:rect l="l" t="t" r="r" b="b"/>
              <a:pathLst>
                <a:path w="16888" h="17141" extrusionOk="0">
                  <a:moveTo>
                    <a:pt x="7058" y="0"/>
                  </a:moveTo>
                  <a:cubicBezTo>
                    <a:pt x="6133" y="0"/>
                    <a:pt x="5461" y="589"/>
                    <a:pt x="5461" y="1429"/>
                  </a:cubicBezTo>
                  <a:cubicBezTo>
                    <a:pt x="5461" y="1765"/>
                    <a:pt x="5545" y="1933"/>
                    <a:pt x="5629" y="2185"/>
                  </a:cubicBezTo>
                  <a:lnTo>
                    <a:pt x="4033" y="2185"/>
                  </a:lnTo>
                  <a:cubicBezTo>
                    <a:pt x="3109" y="2185"/>
                    <a:pt x="2269" y="2941"/>
                    <a:pt x="2269" y="3949"/>
                  </a:cubicBezTo>
                  <a:lnTo>
                    <a:pt x="2269" y="4285"/>
                  </a:lnTo>
                  <a:cubicBezTo>
                    <a:pt x="1344" y="4706"/>
                    <a:pt x="756" y="5630"/>
                    <a:pt x="756" y="6806"/>
                  </a:cubicBezTo>
                  <a:cubicBezTo>
                    <a:pt x="756" y="7562"/>
                    <a:pt x="1008" y="8150"/>
                    <a:pt x="1596" y="8654"/>
                  </a:cubicBezTo>
                  <a:lnTo>
                    <a:pt x="1344" y="8654"/>
                  </a:lnTo>
                  <a:cubicBezTo>
                    <a:pt x="588" y="8654"/>
                    <a:pt x="0" y="9243"/>
                    <a:pt x="0" y="9999"/>
                  </a:cubicBezTo>
                  <a:cubicBezTo>
                    <a:pt x="0" y="10671"/>
                    <a:pt x="588" y="11259"/>
                    <a:pt x="1344" y="11259"/>
                  </a:cubicBezTo>
                  <a:lnTo>
                    <a:pt x="1764" y="11259"/>
                  </a:lnTo>
                  <a:cubicBezTo>
                    <a:pt x="1596" y="11427"/>
                    <a:pt x="1428" y="11847"/>
                    <a:pt x="1428" y="12183"/>
                  </a:cubicBezTo>
                  <a:cubicBezTo>
                    <a:pt x="1428" y="13023"/>
                    <a:pt x="2101" y="13612"/>
                    <a:pt x="2857" y="13780"/>
                  </a:cubicBezTo>
                  <a:lnTo>
                    <a:pt x="2857" y="13948"/>
                  </a:lnTo>
                  <a:cubicBezTo>
                    <a:pt x="2857" y="15040"/>
                    <a:pt x="3781" y="15964"/>
                    <a:pt x="4789" y="15964"/>
                  </a:cubicBezTo>
                  <a:cubicBezTo>
                    <a:pt x="4789" y="16552"/>
                    <a:pt x="5377" y="17140"/>
                    <a:pt x="6049" y="17140"/>
                  </a:cubicBezTo>
                  <a:lnTo>
                    <a:pt x="11763" y="17140"/>
                  </a:lnTo>
                  <a:cubicBezTo>
                    <a:pt x="12351" y="17140"/>
                    <a:pt x="13023" y="16552"/>
                    <a:pt x="13023" y="15964"/>
                  </a:cubicBezTo>
                  <a:cubicBezTo>
                    <a:pt x="13023" y="15712"/>
                    <a:pt x="12855" y="15544"/>
                    <a:pt x="12771" y="15460"/>
                  </a:cubicBezTo>
                  <a:lnTo>
                    <a:pt x="13527" y="15460"/>
                  </a:lnTo>
                  <a:cubicBezTo>
                    <a:pt x="14199" y="15460"/>
                    <a:pt x="14703" y="14872"/>
                    <a:pt x="14703" y="14368"/>
                  </a:cubicBezTo>
                  <a:cubicBezTo>
                    <a:pt x="14703" y="13948"/>
                    <a:pt x="14451" y="13780"/>
                    <a:pt x="14199" y="13528"/>
                  </a:cubicBezTo>
                  <a:lnTo>
                    <a:pt x="14703" y="13528"/>
                  </a:lnTo>
                  <a:cubicBezTo>
                    <a:pt x="15208" y="13528"/>
                    <a:pt x="15628" y="13107"/>
                    <a:pt x="15628" y="12687"/>
                  </a:cubicBezTo>
                  <a:cubicBezTo>
                    <a:pt x="15628" y="12519"/>
                    <a:pt x="15544" y="12351"/>
                    <a:pt x="15460" y="12183"/>
                  </a:cubicBezTo>
                  <a:cubicBezTo>
                    <a:pt x="16300" y="11679"/>
                    <a:pt x="16888" y="10839"/>
                    <a:pt x="16888" y="9831"/>
                  </a:cubicBezTo>
                  <a:cubicBezTo>
                    <a:pt x="16888" y="8906"/>
                    <a:pt x="16300" y="8066"/>
                    <a:pt x="15292" y="7730"/>
                  </a:cubicBezTo>
                  <a:cubicBezTo>
                    <a:pt x="15460" y="7478"/>
                    <a:pt x="15544" y="7142"/>
                    <a:pt x="15544" y="6806"/>
                  </a:cubicBezTo>
                  <a:cubicBezTo>
                    <a:pt x="15544" y="5546"/>
                    <a:pt x="14703" y="4621"/>
                    <a:pt x="13611" y="4201"/>
                  </a:cubicBezTo>
                  <a:lnTo>
                    <a:pt x="13611" y="3949"/>
                  </a:lnTo>
                  <a:cubicBezTo>
                    <a:pt x="13611" y="3025"/>
                    <a:pt x="12771" y="2185"/>
                    <a:pt x="11847" y="2185"/>
                  </a:cubicBezTo>
                  <a:lnTo>
                    <a:pt x="11679" y="2185"/>
                  </a:lnTo>
                  <a:cubicBezTo>
                    <a:pt x="11763" y="1933"/>
                    <a:pt x="11847" y="1681"/>
                    <a:pt x="11847" y="1429"/>
                  </a:cubicBezTo>
                  <a:cubicBezTo>
                    <a:pt x="11847" y="589"/>
                    <a:pt x="11091" y="0"/>
                    <a:pt x="1025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92" name="Google Shape;1992;p43"/>
            <p:cNvSpPr/>
            <p:nvPr/>
          </p:nvSpPr>
          <p:spPr>
            <a:xfrm>
              <a:off x="6842050" y="3283875"/>
              <a:ext cx="325600" cy="210075"/>
            </a:xfrm>
            <a:custGeom>
              <a:avLst/>
              <a:gdLst/>
              <a:ahLst/>
              <a:cxnLst/>
              <a:rect l="l" t="t" r="r" b="b"/>
              <a:pathLst>
                <a:path w="13024" h="8403" extrusionOk="0">
                  <a:moveTo>
                    <a:pt x="1344" y="0"/>
                  </a:moveTo>
                  <a:cubicBezTo>
                    <a:pt x="588" y="0"/>
                    <a:pt x="0" y="505"/>
                    <a:pt x="0" y="1261"/>
                  </a:cubicBezTo>
                  <a:cubicBezTo>
                    <a:pt x="0" y="1933"/>
                    <a:pt x="588" y="2521"/>
                    <a:pt x="1344" y="2521"/>
                  </a:cubicBezTo>
                  <a:lnTo>
                    <a:pt x="1764" y="2521"/>
                  </a:lnTo>
                  <a:cubicBezTo>
                    <a:pt x="1596" y="2689"/>
                    <a:pt x="1428" y="3109"/>
                    <a:pt x="1428" y="3445"/>
                  </a:cubicBezTo>
                  <a:cubicBezTo>
                    <a:pt x="1428" y="4285"/>
                    <a:pt x="2101" y="4874"/>
                    <a:pt x="2857" y="5042"/>
                  </a:cubicBezTo>
                  <a:lnTo>
                    <a:pt x="2857" y="5210"/>
                  </a:lnTo>
                  <a:cubicBezTo>
                    <a:pt x="2857" y="6302"/>
                    <a:pt x="3781" y="7226"/>
                    <a:pt x="4789" y="7226"/>
                  </a:cubicBezTo>
                  <a:cubicBezTo>
                    <a:pt x="4789" y="7814"/>
                    <a:pt x="5377" y="8402"/>
                    <a:pt x="6049" y="8402"/>
                  </a:cubicBezTo>
                  <a:lnTo>
                    <a:pt x="11763" y="8402"/>
                  </a:lnTo>
                  <a:cubicBezTo>
                    <a:pt x="12351" y="8402"/>
                    <a:pt x="13023" y="7814"/>
                    <a:pt x="13023" y="7226"/>
                  </a:cubicBezTo>
                  <a:cubicBezTo>
                    <a:pt x="13023" y="7142"/>
                    <a:pt x="9746" y="7142"/>
                    <a:pt x="9746" y="7142"/>
                  </a:cubicBezTo>
                  <a:lnTo>
                    <a:pt x="9746" y="6470"/>
                  </a:lnTo>
                  <a:cubicBezTo>
                    <a:pt x="9746" y="5882"/>
                    <a:pt x="9326" y="5294"/>
                    <a:pt x="8738" y="5126"/>
                  </a:cubicBezTo>
                  <a:cubicBezTo>
                    <a:pt x="8990" y="5042"/>
                    <a:pt x="9326" y="4790"/>
                    <a:pt x="9410" y="4369"/>
                  </a:cubicBezTo>
                  <a:lnTo>
                    <a:pt x="11427" y="4369"/>
                  </a:lnTo>
                  <a:cubicBezTo>
                    <a:pt x="12267" y="4369"/>
                    <a:pt x="12855" y="3781"/>
                    <a:pt x="12855" y="3025"/>
                  </a:cubicBezTo>
                  <a:cubicBezTo>
                    <a:pt x="12855" y="2269"/>
                    <a:pt x="12267" y="1681"/>
                    <a:pt x="11427" y="1681"/>
                  </a:cubicBezTo>
                  <a:lnTo>
                    <a:pt x="8906" y="1681"/>
                  </a:lnTo>
                  <a:cubicBezTo>
                    <a:pt x="8906" y="1513"/>
                    <a:pt x="8990" y="1429"/>
                    <a:pt x="8990" y="1345"/>
                  </a:cubicBezTo>
                  <a:cubicBezTo>
                    <a:pt x="8990" y="589"/>
                    <a:pt x="8402" y="0"/>
                    <a:pt x="756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93" name="Google Shape;1993;p43"/>
            <p:cNvSpPr/>
            <p:nvPr/>
          </p:nvSpPr>
          <p:spPr>
            <a:xfrm>
              <a:off x="6989075" y="3065425"/>
              <a:ext cx="235275" cy="147050"/>
            </a:xfrm>
            <a:custGeom>
              <a:avLst/>
              <a:gdLst/>
              <a:ahLst/>
              <a:cxnLst/>
              <a:rect l="l" t="t" r="r" b="b"/>
              <a:pathLst>
                <a:path w="9411" h="5882" extrusionOk="0">
                  <a:moveTo>
                    <a:pt x="2857" y="0"/>
                  </a:moveTo>
                  <a:cubicBezTo>
                    <a:pt x="2857" y="84"/>
                    <a:pt x="2689" y="168"/>
                    <a:pt x="2689" y="252"/>
                  </a:cubicBezTo>
                  <a:cubicBezTo>
                    <a:pt x="2689" y="841"/>
                    <a:pt x="3109" y="1261"/>
                    <a:pt x="3529" y="1429"/>
                  </a:cubicBezTo>
                  <a:cubicBezTo>
                    <a:pt x="3277" y="1513"/>
                    <a:pt x="3025" y="1765"/>
                    <a:pt x="2941" y="2101"/>
                  </a:cubicBezTo>
                  <a:lnTo>
                    <a:pt x="1261" y="2101"/>
                  </a:lnTo>
                  <a:cubicBezTo>
                    <a:pt x="589" y="2101"/>
                    <a:pt x="0" y="2605"/>
                    <a:pt x="0" y="3193"/>
                  </a:cubicBezTo>
                  <a:cubicBezTo>
                    <a:pt x="0" y="3865"/>
                    <a:pt x="505" y="4369"/>
                    <a:pt x="1261" y="4369"/>
                  </a:cubicBezTo>
                  <a:lnTo>
                    <a:pt x="3445" y="4369"/>
                  </a:lnTo>
                  <a:cubicBezTo>
                    <a:pt x="3445" y="4453"/>
                    <a:pt x="3361" y="4621"/>
                    <a:pt x="3361" y="4706"/>
                  </a:cubicBezTo>
                  <a:cubicBezTo>
                    <a:pt x="3361" y="5294"/>
                    <a:pt x="3865" y="5882"/>
                    <a:pt x="4621" y="5882"/>
                  </a:cubicBezTo>
                  <a:lnTo>
                    <a:pt x="9411" y="5882"/>
                  </a:lnTo>
                  <a:cubicBezTo>
                    <a:pt x="9243" y="5126"/>
                    <a:pt x="8486" y="4537"/>
                    <a:pt x="7730" y="4201"/>
                  </a:cubicBezTo>
                  <a:lnTo>
                    <a:pt x="7730" y="3949"/>
                  </a:lnTo>
                  <a:cubicBezTo>
                    <a:pt x="7730" y="3025"/>
                    <a:pt x="6890" y="2185"/>
                    <a:pt x="5966" y="2185"/>
                  </a:cubicBezTo>
                  <a:lnTo>
                    <a:pt x="5798" y="2185"/>
                  </a:lnTo>
                  <a:cubicBezTo>
                    <a:pt x="5882" y="2017"/>
                    <a:pt x="5966" y="1681"/>
                    <a:pt x="5966" y="1429"/>
                  </a:cubicBezTo>
                  <a:cubicBezTo>
                    <a:pt x="5966" y="589"/>
                    <a:pt x="5210" y="0"/>
                    <a:pt x="436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1994" name="Google Shape;1994;p43"/>
          <p:cNvSpPr txBox="1">
            <a:spLocks noGrp="1"/>
          </p:cNvSpPr>
          <p:nvPr>
            <p:ph type="title"/>
          </p:nvPr>
        </p:nvSpPr>
        <p:spPr>
          <a:xfrm>
            <a:off x="713237" y="710400"/>
            <a:ext cx="5610676"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Methodology pipeline</a:t>
            </a:r>
            <a:endParaRPr dirty="0"/>
          </a:p>
        </p:txBody>
      </p:sp>
      <p:sp>
        <p:nvSpPr>
          <p:cNvPr id="1996" name="Google Shape;1996;p43"/>
          <p:cNvSpPr txBox="1">
            <a:spLocks noGrp="1"/>
          </p:cNvSpPr>
          <p:nvPr>
            <p:ph type="subTitle" idx="1"/>
          </p:nvPr>
        </p:nvSpPr>
        <p:spPr>
          <a:xfrm>
            <a:off x="1496144" y="1687123"/>
            <a:ext cx="5067600" cy="1543135"/>
          </a:xfrm>
          <a:prstGeom prst="rect">
            <a:avLst/>
          </a:prstGeom>
        </p:spPr>
        <p:txBody>
          <a:bodyPr spcFirstLastPara="1" wrap="square" lIns="91425" tIns="91425" rIns="91425" bIns="91425" anchor="t" anchorCtr="0">
            <a:noAutofit/>
          </a:bodyPr>
          <a:lstStyle/>
          <a:p>
            <a:pPr marL="285750" lvl="0" indent="-285750" algn="just" rtl="0">
              <a:spcBef>
                <a:spcPts val="0"/>
              </a:spcBef>
              <a:spcAft>
                <a:spcPts val="0"/>
              </a:spcAft>
              <a:buClr>
                <a:schemeClr val="accent6"/>
              </a:buClr>
              <a:buFont typeface="Arial" panose="020B0604020202020204" pitchFamily="34" charset="0"/>
              <a:buChar char="•"/>
            </a:pPr>
            <a:r>
              <a:rPr lang="en" dirty="0"/>
              <a:t>Collect electricity and weather data.</a:t>
            </a:r>
          </a:p>
          <a:p>
            <a:pPr marL="285750" lvl="0" indent="-285750" algn="just" rtl="0">
              <a:spcBef>
                <a:spcPts val="0"/>
              </a:spcBef>
              <a:spcAft>
                <a:spcPts val="0"/>
              </a:spcAft>
              <a:buClr>
                <a:schemeClr val="accent6"/>
              </a:buClr>
              <a:buFont typeface="Arial" panose="020B0604020202020204" pitchFamily="34" charset="0"/>
              <a:buChar char="•"/>
            </a:pPr>
            <a:r>
              <a:rPr lang="en" dirty="0"/>
              <a:t>Clean, merge and engineer features.</a:t>
            </a:r>
          </a:p>
          <a:p>
            <a:pPr marL="285750" lvl="0" indent="-285750" algn="just" rtl="0">
              <a:spcBef>
                <a:spcPts val="0"/>
              </a:spcBef>
              <a:spcAft>
                <a:spcPts val="0"/>
              </a:spcAft>
              <a:buClr>
                <a:schemeClr val="accent6"/>
              </a:buClr>
              <a:buFont typeface="Arial" panose="020B0604020202020204" pitchFamily="34" charset="0"/>
              <a:buChar char="•"/>
            </a:pPr>
            <a:r>
              <a:rPr lang="en-US" dirty="0"/>
              <a:t>T</a:t>
            </a:r>
            <a:r>
              <a:rPr lang="en" dirty="0"/>
              <a:t>rain and compare forecasting models.</a:t>
            </a:r>
          </a:p>
          <a:p>
            <a:pPr marL="285750" lvl="0" indent="-285750" algn="just" rtl="0">
              <a:spcBef>
                <a:spcPts val="0"/>
              </a:spcBef>
              <a:spcAft>
                <a:spcPts val="0"/>
              </a:spcAft>
              <a:buClr>
                <a:schemeClr val="accent6"/>
              </a:buClr>
              <a:buFont typeface="Arial" panose="020B0604020202020204" pitchFamily="34" charset="0"/>
              <a:buChar char="•"/>
            </a:pPr>
            <a:r>
              <a:rPr lang="en-US" dirty="0"/>
              <a:t>Generate worst, average and best scenarios.</a:t>
            </a:r>
          </a:p>
          <a:p>
            <a:pPr marL="285750" lvl="0" indent="-285750" algn="just" rtl="0">
              <a:spcBef>
                <a:spcPts val="0"/>
              </a:spcBef>
              <a:spcAft>
                <a:spcPts val="0"/>
              </a:spcAft>
              <a:buClr>
                <a:schemeClr val="accent6"/>
              </a:buClr>
              <a:buFont typeface="Arial" panose="020B0604020202020204" pitchFamily="34" charset="0"/>
              <a:buChar char="•"/>
            </a:pPr>
            <a:r>
              <a:rPr lang="en-US" dirty="0"/>
              <a:t>Simulate battery storage and display results in the dashboard.</a:t>
            </a:r>
            <a:endParaRPr dirty="0"/>
          </a:p>
        </p:txBody>
      </p:sp>
      <p:grpSp>
        <p:nvGrpSpPr>
          <p:cNvPr id="1997" name="Google Shape;1997;p43"/>
          <p:cNvGrpSpPr/>
          <p:nvPr/>
        </p:nvGrpSpPr>
        <p:grpSpPr>
          <a:xfrm>
            <a:off x="6790238" y="1204300"/>
            <a:ext cx="1640525" cy="2545350"/>
            <a:chOff x="231800" y="1194350"/>
            <a:chExt cx="1640525" cy="2545350"/>
          </a:xfrm>
        </p:grpSpPr>
        <p:sp>
          <p:nvSpPr>
            <p:cNvPr id="1998" name="Google Shape;1998;p43"/>
            <p:cNvSpPr/>
            <p:nvPr/>
          </p:nvSpPr>
          <p:spPr>
            <a:xfrm>
              <a:off x="518795" y="3697400"/>
              <a:ext cx="1066559" cy="42300"/>
            </a:xfrm>
            <a:custGeom>
              <a:avLst/>
              <a:gdLst/>
              <a:ahLst/>
              <a:cxnLst/>
              <a:rect l="l" t="t" r="r" b="b"/>
              <a:pathLst>
                <a:path w="70493" h="1692" extrusionOk="0">
                  <a:moveTo>
                    <a:pt x="68838" y="1"/>
                  </a:moveTo>
                  <a:cubicBezTo>
                    <a:pt x="68747" y="1"/>
                    <a:pt x="68655" y="4"/>
                    <a:pt x="68561" y="11"/>
                  </a:cubicBezTo>
                  <a:lnTo>
                    <a:pt x="1849" y="11"/>
                  </a:lnTo>
                  <a:cubicBezTo>
                    <a:pt x="841" y="11"/>
                    <a:pt x="1" y="347"/>
                    <a:pt x="1" y="851"/>
                  </a:cubicBezTo>
                  <a:cubicBezTo>
                    <a:pt x="1" y="1272"/>
                    <a:pt x="841" y="1692"/>
                    <a:pt x="1849" y="1692"/>
                  </a:cubicBezTo>
                  <a:lnTo>
                    <a:pt x="68561" y="1692"/>
                  </a:lnTo>
                  <a:cubicBezTo>
                    <a:pt x="69653" y="1692"/>
                    <a:pt x="70493" y="1356"/>
                    <a:pt x="70493" y="851"/>
                  </a:cubicBezTo>
                  <a:cubicBezTo>
                    <a:pt x="70493" y="391"/>
                    <a:pt x="69792" y="1"/>
                    <a:pt x="68838" y="1"/>
                  </a:cubicBezTo>
                  <a:close/>
                </a:path>
              </a:pathLst>
            </a:custGeom>
            <a:solidFill>
              <a:srgbClr val="6A84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99" name="Google Shape;1999;p43"/>
            <p:cNvSpPr/>
            <p:nvPr/>
          </p:nvSpPr>
          <p:spPr>
            <a:xfrm>
              <a:off x="1370275" y="3370000"/>
              <a:ext cx="71450" cy="355000"/>
            </a:xfrm>
            <a:custGeom>
              <a:avLst/>
              <a:gdLst/>
              <a:ahLst/>
              <a:cxnLst/>
              <a:rect l="l" t="t" r="r" b="b"/>
              <a:pathLst>
                <a:path w="2858" h="14200" extrusionOk="0">
                  <a:moveTo>
                    <a:pt x="84" y="0"/>
                  </a:moveTo>
                  <a:cubicBezTo>
                    <a:pt x="84" y="3865"/>
                    <a:pt x="84" y="13107"/>
                    <a:pt x="0" y="14200"/>
                  </a:cubicBezTo>
                  <a:lnTo>
                    <a:pt x="2857" y="14200"/>
                  </a:lnTo>
                  <a:cubicBezTo>
                    <a:pt x="2857" y="13107"/>
                    <a:pt x="2857" y="3865"/>
                    <a:pt x="2689" y="0"/>
                  </a:cubicBezTo>
                  <a:close/>
                </a:path>
              </a:pathLst>
            </a:custGeom>
            <a:solidFill>
              <a:srgbClr val="4054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00" name="Google Shape;2000;p43"/>
            <p:cNvSpPr/>
            <p:nvPr/>
          </p:nvSpPr>
          <p:spPr>
            <a:xfrm>
              <a:off x="1410175" y="3370000"/>
              <a:ext cx="31550" cy="355000"/>
            </a:xfrm>
            <a:custGeom>
              <a:avLst/>
              <a:gdLst/>
              <a:ahLst/>
              <a:cxnLst/>
              <a:rect l="l" t="t" r="r" b="b"/>
              <a:pathLst>
                <a:path w="1262" h="14200" extrusionOk="0">
                  <a:moveTo>
                    <a:pt x="1" y="0"/>
                  </a:moveTo>
                  <a:lnTo>
                    <a:pt x="1" y="14200"/>
                  </a:lnTo>
                  <a:lnTo>
                    <a:pt x="1261" y="14200"/>
                  </a:lnTo>
                  <a:cubicBezTo>
                    <a:pt x="1261" y="13107"/>
                    <a:pt x="1261" y="3865"/>
                    <a:pt x="1093" y="0"/>
                  </a:cubicBezTo>
                  <a:close/>
                </a:path>
              </a:pathLst>
            </a:custGeom>
            <a:solidFill>
              <a:srgbClr val="6C8C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01" name="Google Shape;2001;p43"/>
            <p:cNvSpPr/>
            <p:nvPr/>
          </p:nvSpPr>
          <p:spPr>
            <a:xfrm>
              <a:off x="1378675" y="1624500"/>
              <a:ext cx="56750" cy="1745525"/>
            </a:xfrm>
            <a:custGeom>
              <a:avLst/>
              <a:gdLst/>
              <a:ahLst/>
              <a:cxnLst/>
              <a:rect l="l" t="t" r="r" b="b"/>
              <a:pathLst>
                <a:path w="2270" h="69821" extrusionOk="0">
                  <a:moveTo>
                    <a:pt x="925" y="0"/>
                  </a:moveTo>
                  <a:cubicBezTo>
                    <a:pt x="841" y="2773"/>
                    <a:pt x="85" y="67720"/>
                    <a:pt x="1" y="69820"/>
                  </a:cubicBezTo>
                  <a:lnTo>
                    <a:pt x="2269" y="69820"/>
                  </a:lnTo>
                  <a:cubicBezTo>
                    <a:pt x="2185" y="67720"/>
                    <a:pt x="1429" y="2773"/>
                    <a:pt x="1345" y="0"/>
                  </a:cubicBezTo>
                  <a:close/>
                </a:path>
              </a:pathLst>
            </a:custGeom>
            <a:solidFill>
              <a:srgbClr val="F5F9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02" name="Google Shape;2002;p43"/>
            <p:cNvSpPr/>
            <p:nvPr/>
          </p:nvSpPr>
          <p:spPr>
            <a:xfrm>
              <a:off x="1405975" y="1624500"/>
              <a:ext cx="25250" cy="1745525"/>
            </a:xfrm>
            <a:custGeom>
              <a:avLst/>
              <a:gdLst/>
              <a:ahLst/>
              <a:cxnLst/>
              <a:rect l="l" t="t" r="r" b="b"/>
              <a:pathLst>
                <a:path w="1010" h="69821" extrusionOk="0">
                  <a:moveTo>
                    <a:pt x="169" y="0"/>
                  </a:moveTo>
                  <a:lnTo>
                    <a:pt x="169" y="0"/>
                  </a:lnTo>
                  <a:cubicBezTo>
                    <a:pt x="1" y="0"/>
                    <a:pt x="253" y="69820"/>
                    <a:pt x="253" y="69820"/>
                  </a:cubicBezTo>
                  <a:lnTo>
                    <a:pt x="1009" y="69820"/>
                  </a:lnTo>
                  <a:cubicBezTo>
                    <a:pt x="1009" y="67720"/>
                    <a:pt x="253" y="2773"/>
                    <a:pt x="16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03" name="Google Shape;2003;p43"/>
            <p:cNvSpPr/>
            <p:nvPr/>
          </p:nvSpPr>
          <p:spPr>
            <a:xfrm>
              <a:off x="1122425" y="1286175"/>
              <a:ext cx="283575" cy="332825"/>
            </a:xfrm>
            <a:custGeom>
              <a:avLst/>
              <a:gdLst/>
              <a:ahLst/>
              <a:cxnLst/>
              <a:rect l="l" t="t" r="r" b="b"/>
              <a:pathLst>
                <a:path w="11343" h="13313" extrusionOk="0">
                  <a:moveTo>
                    <a:pt x="443" y="1"/>
                  </a:moveTo>
                  <a:cubicBezTo>
                    <a:pt x="434" y="1"/>
                    <a:pt x="426" y="2"/>
                    <a:pt x="420" y="6"/>
                  </a:cubicBezTo>
                  <a:cubicBezTo>
                    <a:pt x="0" y="342"/>
                    <a:pt x="2353" y="3703"/>
                    <a:pt x="5629" y="7484"/>
                  </a:cubicBezTo>
                  <a:cubicBezTo>
                    <a:pt x="8620" y="11025"/>
                    <a:pt x="10431" y="13313"/>
                    <a:pt x="10994" y="13313"/>
                  </a:cubicBezTo>
                  <a:cubicBezTo>
                    <a:pt x="11032" y="13313"/>
                    <a:pt x="11064" y="13302"/>
                    <a:pt x="11091" y="13281"/>
                  </a:cubicBezTo>
                  <a:cubicBezTo>
                    <a:pt x="11343" y="13113"/>
                    <a:pt x="10839" y="11601"/>
                    <a:pt x="10335" y="9668"/>
                  </a:cubicBezTo>
                  <a:cubicBezTo>
                    <a:pt x="10003" y="8757"/>
                    <a:pt x="1092" y="1"/>
                    <a:pt x="44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04" name="Google Shape;2004;p43"/>
            <p:cNvSpPr/>
            <p:nvPr/>
          </p:nvSpPr>
          <p:spPr>
            <a:xfrm>
              <a:off x="1153925" y="1309425"/>
              <a:ext cx="239475" cy="279375"/>
            </a:xfrm>
            <a:custGeom>
              <a:avLst/>
              <a:gdLst/>
              <a:ahLst/>
              <a:cxnLst/>
              <a:rect l="l" t="t" r="r" b="b"/>
              <a:pathLst>
                <a:path w="9579" h="11175" extrusionOk="0">
                  <a:moveTo>
                    <a:pt x="0" y="0"/>
                  </a:moveTo>
                  <a:lnTo>
                    <a:pt x="9579" y="11175"/>
                  </a:lnTo>
                  <a:cubicBezTo>
                    <a:pt x="9495" y="10671"/>
                    <a:pt x="9243" y="9999"/>
                    <a:pt x="9075" y="9494"/>
                  </a:cubicBezTo>
                  <a:cubicBezTo>
                    <a:pt x="8991" y="9326"/>
                    <a:pt x="8991" y="9074"/>
                    <a:pt x="8823" y="8906"/>
                  </a:cubicBezTo>
                  <a:cubicBezTo>
                    <a:pt x="8654" y="8150"/>
                    <a:pt x="2353" y="1849"/>
                    <a:pt x="0" y="0"/>
                  </a:cubicBez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05" name="Google Shape;2005;p43"/>
            <p:cNvSpPr/>
            <p:nvPr/>
          </p:nvSpPr>
          <p:spPr>
            <a:xfrm>
              <a:off x="1233750" y="1630400"/>
              <a:ext cx="184850" cy="389300"/>
            </a:xfrm>
            <a:custGeom>
              <a:avLst/>
              <a:gdLst/>
              <a:ahLst/>
              <a:cxnLst/>
              <a:rect l="l" t="t" r="r" b="b"/>
              <a:pathLst>
                <a:path w="7394" h="15572" extrusionOk="0">
                  <a:moveTo>
                    <a:pt x="6801" y="0"/>
                  </a:moveTo>
                  <a:cubicBezTo>
                    <a:pt x="6338" y="0"/>
                    <a:pt x="5364" y="1111"/>
                    <a:pt x="3949" y="2369"/>
                  </a:cubicBezTo>
                  <a:cubicBezTo>
                    <a:pt x="3277" y="3125"/>
                    <a:pt x="0" y="15476"/>
                    <a:pt x="504" y="15560"/>
                  </a:cubicBezTo>
                  <a:cubicBezTo>
                    <a:pt x="518" y="15568"/>
                    <a:pt x="533" y="15572"/>
                    <a:pt x="550" y="15572"/>
                  </a:cubicBezTo>
                  <a:cubicBezTo>
                    <a:pt x="1049" y="15572"/>
                    <a:pt x="2911" y="11966"/>
                    <a:pt x="4537" y="7494"/>
                  </a:cubicBezTo>
                  <a:cubicBezTo>
                    <a:pt x="6302" y="2873"/>
                    <a:pt x="7394" y="184"/>
                    <a:pt x="6890" y="16"/>
                  </a:cubicBezTo>
                  <a:cubicBezTo>
                    <a:pt x="6863" y="5"/>
                    <a:pt x="6833" y="0"/>
                    <a:pt x="680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06" name="Google Shape;2006;p43"/>
            <p:cNvSpPr/>
            <p:nvPr/>
          </p:nvSpPr>
          <p:spPr>
            <a:xfrm>
              <a:off x="1252650" y="1649700"/>
              <a:ext cx="130250" cy="344500"/>
            </a:xfrm>
            <a:custGeom>
              <a:avLst/>
              <a:gdLst/>
              <a:ahLst/>
              <a:cxnLst/>
              <a:rect l="l" t="t" r="r" b="b"/>
              <a:pathLst>
                <a:path w="5210" h="13780" extrusionOk="0">
                  <a:moveTo>
                    <a:pt x="5210" y="0"/>
                  </a:moveTo>
                  <a:cubicBezTo>
                    <a:pt x="4789" y="336"/>
                    <a:pt x="4369" y="841"/>
                    <a:pt x="3949" y="1261"/>
                  </a:cubicBezTo>
                  <a:lnTo>
                    <a:pt x="3445" y="1765"/>
                  </a:lnTo>
                  <a:cubicBezTo>
                    <a:pt x="2941" y="2353"/>
                    <a:pt x="504" y="10755"/>
                    <a:pt x="0" y="13780"/>
                  </a:cubicBezTo>
                  <a:lnTo>
                    <a:pt x="5210" y="0"/>
                  </a:ln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07" name="Google Shape;2007;p43"/>
            <p:cNvSpPr/>
            <p:nvPr/>
          </p:nvSpPr>
          <p:spPr>
            <a:xfrm>
              <a:off x="1410175" y="1554075"/>
              <a:ext cx="430475" cy="96000"/>
            </a:xfrm>
            <a:custGeom>
              <a:avLst/>
              <a:gdLst/>
              <a:ahLst/>
              <a:cxnLst/>
              <a:rect l="l" t="t" r="r" b="b"/>
              <a:pathLst>
                <a:path w="17219" h="3840" extrusionOk="0">
                  <a:moveTo>
                    <a:pt x="15662" y="1"/>
                  </a:moveTo>
                  <a:cubicBezTo>
                    <a:pt x="14040" y="1"/>
                    <a:pt x="11173" y="335"/>
                    <a:pt x="7983" y="885"/>
                  </a:cubicBezTo>
                  <a:cubicBezTo>
                    <a:pt x="3026" y="1725"/>
                    <a:pt x="1" y="2145"/>
                    <a:pt x="85" y="2565"/>
                  </a:cubicBezTo>
                  <a:cubicBezTo>
                    <a:pt x="169" y="2985"/>
                    <a:pt x="1681" y="3321"/>
                    <a:pt x="3614" y="3825"/>
                  </a:cubicBezTo>
                  <a:cubicBezTo>
                    <a:pt x="3654" y="3835"/>
                    <a:pt x="3710" y="3839"/>
                    <a:pt x="3780" y="3839"/>
                  </a:cubicBezTo>
                  <a:cubicBezTo>
                    <a:pt x="5613" y="3839"/>
                    <a:pt x="17219" y="782"/>
                    <a:pt x="17057" y="297"/>
                  </a:cubicBezTo>
                  <a:cubicBezTo>
                    <a:pt x="17028" y="93"/>
                    <a:pt x="16518" y="1"/>
                    <a:pt x="1566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08" name="Google Shape;2008;p43"/>
            <p:cNvSpPr/>
            <p:nvPr/>
          </p:nvSpPr>
          <p:spPr>
            <a:xfrm>
              <a:off x="1437500" y="1567775"/>
              <a:ext cx="371800" cy="76125"/>
            </a:xfrm>
            <a:custGeom>
              <a:avLst/>
              <a:gdLst/>
              <a:ahLst/>
              <a:cxnLst/>
              <a:rect l="l" t="t" r="r" b="b"/>
              <a:pathLst>
                <a:path w="14872" h="3045" extrusionOk="0">
                  <a:moveTo>
                    <a:pt x="14872" y="1"/>
                  </a:moveTo>
                  <a:lnTo>
                    <a:pt x="0" y="2437"/>
                  </a:lnTo>
                  <a:cubicBezTo>
                    <a:pt x="588" y="2521"/>
                    <a:pt x="1176" y="2773"/>
                    <a:pt x="1849" y="2857"/>
                  </a:cubicBezTo>
                  <a:cubicBezTo>
                    <a:pt x="2017" y="2941"/>
                    <a:pt x="2269" y="2941"/>
                    <a:pt x="2521" y="3025"/>
                  </a:cubicBezTo>
                  <a:cubicBezTo>
                    <a:pt x="2560" y="3038"/>
                    <a:pt x="2621" y="3045"/>
                    <a:pt x="2702" y="3045"/>
                  </a:cubicBezTo>
                  <a:cubicBezTo>
                    <a:pt x="4170" y="3045"/>
                    <a:pt x="12163" y="956"/>
                    <a:pt x="14872" y="1"/>
                  </a:cubicBez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09" name="Google Shape;2009;p43"/>
            <p:cNvSpPr/>
            <p:nvPr/>
          </p:nvSpPr>
          <p:spPr>
            <a:xfrm>
              <a:off x="1380775" y="1599525"/>
              <a:ext cx="50450" cy="45750"/>
            </a:xfrm>
            <a:custGeom>
              <a:avLst/>
              <a:gdLst/>
              <a:ahLst/>
              <a:cxnLst/>
              <a:rect l="l" t="t" r="r" b="b"/>
              <a:pathLst>
                <a:path w="2018" h="1830" extrusionOk="0">
                  <a:moveTo>
                    <a:pt x="1045" y="0"/>
                  </a:moveTo>
                  <a:cubicBezTo>
                    <a:pt x="836" y="0"/>
                    <a:pt x="619" y="84"/>
                    <a:pt x="421" y="243"/>
                  </a:cubicBezTo>
                  <a:cubicBezTo>
                    <a:pt x="1" y="579"/>
                    <a:pt x="1" y="1083"/>
                    <a:pt x="337" y="1503"/>
                  </a:cubicBezTo>
                  <a:cubicBezTo>
                    <a:pt x="470" y="1725"/>
                    <a:pt x="673" y="1830"/>
                    <a:pt x="909" y="1830"/>
                  </a:cubicBezTo>
                  <a:cubicBezTo>
                    <a:pt x="1121" y="1830"/>
                    <a:pt x="1359" y="1746"/>
                    <a:pt x="1597" y="1587"/>
                  </a:cubicBezTo>
                  <a:cubicBezTo>
                    <a:pt x="1849" y="1251"/>
                    <a:pt x="2017" y="747"/>
                    <a:pt x="1681" y="327"/>
                  </a:cubicBezTo>
                  <a:cubicBezTo>
                    <a:pt x="1504" y="105"/>
                    <a:pt x="1279" y="0"/>
                    <a:pt x="104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10" name="Google Shape;2010;p43"/>
            <p:cNvSpPr/>
            <p:nvPr/>
          </p:nvSpPr>
          <p:spPr>
            <a:xfrm>
              <a:off x="1389175" y="1607600"/>
              <a:ext cx="33625" cy="29600"/>
            </a:xfrm>
            <a:custGeom>
              <a:avLst/>
              <a:gdLst/>
              <a:ahLst/>
              <a:cxnLst/>
              <a:rect l="l" t="t" r="r" b="b"/>
              <a:pathLst>
                <a:path w="1345" h="1184" extrusionOk="0">
                  <a:moveTo>
                    <a:pt x="565" y="1"/>
                  </a:moveTo>
                  <a:cubicBezTo>
                    <a:pt x="452" y="1"/>
                    <a:pt x="342" y="28"/>
                    <a:pt x="253" y="88"/>
                  </a:cubicBezTo>
                  <a:cubicBezTo>
                    <a:pt x="85" y="340"/>
                    <a:pt x="1" y="676"/>
                    <a:pt x="169" y="928"/>
                  </a:cubicBezTo>
                  <a:cubicBezTo>
                    <a:pt x="331" y="1091"/>
                    <a:pt x="564" y="1184"/>
                    <a:pt x="754" y="1184"/>
                  </a:cubicBezTo>
                  <a:cubicBezTo>
                    <a:pt x="858" y="1184"/>
                    <a:pt x="949" y="1156"/>
                    <a:pt x="1009" y="1096"/>
                  </a:cubicBezTo>
                  <a:cubicBezTo>
                    <a:pt x="1261" y="844"/>
                    <a:pt x="1345" y="508"/>
                    <a:pt x="1093" y="256"/>
                  </a:cubicBezTo>
                  <a:cubicBezTo>
                    <a:pt x="984" y="93"/>
                    <a:pt x="771" y="1"/>
                    <a:pt x="565" y="1"/>
                  </a:cubicBezTo>
                  <a:close/>
                </a:path>
              </a:pathLst>
            </a:custGeom>
            <a:solidFill>
              <a:srgbClr val="5068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11" name="Google Shape;2011;p43"/>
            <p:cNvSpPr/>
            <p:nvPr/>
          </p:nvSpPr>
          <p:spPr>
            <a:xfrm>
              <a:off x="645600" y="3370000"/>
              <a:ext cx="71450" cy="355000"/>
            </a:xfrm>
            <a:custGeom>
              <a:avLst/>
              <a:gdLst/>
              <a:ahLst/>
              <a:cxnLst/>
              <a:rect l="l" t="t" r="r" b="b"/>
              <a:pathLst>
                <a:path w="2858" h="14200" extrusionOk="0">
                  <a:moveTo>
                    <a:pt x="85" y="0"/>
                  </a:moveTo>
                  <a:cubicBezTo>
                    <a:pt x="85" y="3865"/>
                    <a:pt x="85" y="13107"/>
                    <a:pt x="1" y="14200"/>
                  </a:cubicBezTo>
                  <a:lnTo>
                    <a:pt x="2857" y="14200"/>
                  </a:lnTo>
                  <a:cubicBezTo>
                    <a:pt x="2857" y="13107"/>
                    <a:pt x="2857" y="3865"/>
                    <a:pt x="2689" y="0"/>
                  </a:cubicBezTo>
                  <a:close/>
                </a:path>
              </a:pathLst>
            </a:custGeom>
            <a:solidFill>
              <a:srgbClr val="4054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12" name="Google Shape;2012;p43"/>
            <p:cNvSpPr/>
            <p:nvPr/>
          </p:nvSpPr>
          <p:spPr>
            <a:xfrm>
              <a:off x="685525" y="3370000"/>
              <a:ext cx="31525" cy="355000"/>
            </a:xfrm>
            <a:custGeom>
              <a:avLst/>
              <a:gdLst/>
              <a:ahLst/>
              <a:cxnLst/>
              <a:rect l="l" t="t" r="r" b="b"/>
              <a:pathLst>
                <a:path w="1261" h="14200" extrusionOk="0">
                  <a:moveTo>
                    <a:pt x="0" y="0"/>
                  </a:moveTo>
                  <a:lnTo>
                    <a:pt x="0" y="14200"/>
                  </a:lnTo>
                  <a:lnTo>
                    <a:pt x="1260" y="14200"/>
                  </a:lnTo>
                  <a:cubicBezTo>
                    <a:pt x="1260" y="13107"/>
                    <a:pt x="1260" y="3865"/>
                    <a:pt x="1092" y="0"/>
                  </a:cubicBezTo>
                  <a:close/>
                </a:path>
              </a:pathLst>
            </a:custGeom>
            <a:solidFill>
              <a:srgbClr val="6C8C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13" name="Google Shape;2013;p43"/>
            <p:cNvSpPr/>
            <p:nvPr/>
          </p:nvSpPr>
          <p:spPr>
            <a:xfrm>
              <a:off x="654000" y="1624500"/>
              <a:ext cx="56750" cy="1745525"/>
            </a:xfrm>
            <a:custGeom>
              <a:avLst/>
              <a:gdLst/>
              <a:ahLst/>
              <a:cxnLst/>
              <a:rect l="l" t="t" r="r" b="b"/>
              <a:pathLst>
                <a:path w="2270" h="69821" extrusionOk="0">
                  <a:moveTo>
                    <a:pt x="925" y="0"/>
                  </a:moveTo>
                  <a:cubicBezTo>
                    <a:pt x="841" y="2773"/>
                    <a:pt x="85" y="67720"/>
                    <a:pt x="1" y="69820"/>
                  </a:cubicBezTo>
                  <a:lnTo>
                    <a:pt x="2269" y="69820"/>
                  </a:lnTo>
                  <a:cubicBezTo>
                    <a:pt x="2185" y="67720"/>
                    <a:pt x="1429" y="2773"/>
                    <a:pt x="1345" y="0"/>
                  </a:cubicBezTo>
                  <a:close/>
                </a:path>
              </a:pathLst>
            </a:custGeom>
            <a:solidFill>
              <a:srgbClr val="F5F9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14" name="Google Shape;2014;p43"/>
            <p:cNvSpPr/>
            <p:nvPr/>
          </p:nvSpPr>
          <p:spPr>
            <a:xfrm>
              <a:off x="681325" y="1624500"/>
              <a:ext cx="25225" cy="1745525"/>
            </a:xfrm>
            <a:custGeom>
              <a:avLst/>
              <a:gdLst/>
              <a:ahLst/>
              <a:cxnLst/>
              <a:rect l="l" t="t" r="r" b="b"/>
              <a:pathLst>
                <a:path w="1009" h="69821" extrusionOk="0">
                  <a:moveTo>
                    <a:pt x="168" y="0"/>
                  </a:moveTo>
                  <a:cubicBezTo>
                    <a:pt x="0" y="0"/>
                    <a:pt x="252" y="69820"/>
                    <a:pt x="252" y="69820"/>
                  </a:cubicBezTo>
                  <a:lnTo>
                    <a:pt x="1008" y="69820"/>
                  </a:lnTo>
                  <a:cubicBezTo>
                    <a:pt x="1008" y="67720"/>
                    <a:pt x="252" y="2773"/>
                    <a:pt x="16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15" name="Google Shape;2015;p43"/>
            <p:cNvSpPr/>
            <p:nvPr/>
          </p:nvSpPr>
          <p:spPr>
            <a:xfrm>
              <a:off x="244425" y="1585750"/>
              <a:ext cx="430625" cy="68875"/>
            </a:xfrm>
            <a:custGeom>
              <a:avLst/>
              <a:gdLst/>
              <a:ahLst/>
              <a:cxnLst/>
              <a:rect l="l" t="t" r="r" b="b"/>
              <a:pathLst>
                <a:path w="17225" h="2755" extrusionOk="0">
                  <a:moveTo>
                    <a:pt x="13288" y="0"/>
                  </a:moveTo>
                  <a:cubicBezTo>
                    <a:pt x="10899" y="0"/>
                    <a:pt x="0" y="1757"/>
                    <a:pt x="0" y="2222"/>
                  </a:cubicBezTo>
                  <a:cubicBezTo>
                    <a:pt x="0" y="2584"/>
                    <a:pt x="1525" y="2755"/>
                    <a:pt x="3871" y="2755"/>
                  </a:cubicBezTo>
                  <a:cubicBezTo>
                    <a:pt x="5340" y="2755"/>
                    <a:pt x="7132" y="2688"/>
                    <a:pt x="9074" y="2558"/>
                  </a:cubicBezTo>
                  <a:cubicBezTo>
                    <a:pt x="14115" y="2222"/>
                    <a:pt x="17056" y="2138"/>
                    <a:pt x="17056" y="1634"/>
                  </a:cubicBezTo>
                  <a:cubicBezTo>
                    <a:pt x="17224" y="1214"/>
                    <a:pt x="15712" y="794"/>
                    <a:pt x="13695" y="38"/>
                  </a:cubicBezTo>
                  <a:cubicBezTo>
                    <a:pt x="13625" y="12"/>
                    <a:pt x="13486" y="0"/>
                    <a:pt x="1328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16" name="Google Shape;2016;p43"/>
            <p:cNvSpPr/>
            <p:nvPr/>
          </p:nvSpPr>
          <p:spPr>
            <a:xfrm>
              <a:off x="271725" y="1591650"/>
              <a:ext cx="373900" cy="45475"/>
            </a:xfrm>
            <a:custGeom>
              <a:avLst/>
              <a:gdLst/>
              <a:ahLst/>
              <a:cxnLst/>
              <a:rect l="l" t="t" r="r" b="b"/>
              <a:pathLst>
                <a:path w="14956" h="1819" extrusionOk="0">
                  <a:moveTo>
                    <a:pt x="12119" y="1"/>
                  </a:moveTo>
                  <a:cubicBezTo>
                    <a:pt x="10095" y="1"/>
                    <a:pt x="2774" y="1144"/>
                    <a:pt x="0" y="1818"/>
                  </a:cubicBezTo>
                  <a:lnTo>
                    <a:pt x="14956" y="894"/>
                  </a:lnTo>
                  <a:cubicBezTo>
                    <a:pt x="14452" y="642"/>
                    <a:pt x="13779" y="474"/>
                    <a:pt x="13275" y="222"/>
                  </a:cubicBezTo>
                  <a:cubicBezTo>
                    <a:pt x="13023" y="138"/>
                    <a:pt x="12855" y="138"/>
                    <a:pt x="12603" y="54"/>
                  </a:cubicBezTo>
                  <a:cubicBezTo>
                    <a:pt x="12531" y="18"/>
                    <a:pt x="12363" y="1"/>
                    <a:pt x="12119" y="1"/>
                  </a:cubicBez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17" name="Google Shape;2017;p43"/>
            <p:cNvSpPr/>
            <p:nvPr/>
          </p:nvSpPr>
          <p:spPr>
            <a:xfrm>
              <a:off x="677125" y="1625850"/>
              <a:ext cx="247875" cy="357900"/>
            </a:xfrm>
            <a:custGeom>
              <a:avLst/>
              <a:gdLst/>
              <a:ahLst/>
              <a:cxnLst/>
              <a:rect l="l" t="t" r="r" b="b"/>
              <a:pathLst>
                <a:path w="9915" h="14316" extrusionOk="0">
                  <a:moveTo>
                    <a:pt x="507" y="0"/>
                  </a:moveTo>
                  <a:cubicBezTo>
                    <a:pt x="474" y="0"/>
                    <a:pt x="445" y="10"/>
                    <a:pt x="420" y="30"/>
                  </a:cubicBezTo>
                  <a:cubicBezTo>
                    <a:pt x="0" y="366"/>
                    <a:pt x="420" y="1711"/>
                    <a:pt x="672" y="3727"/>
                  </a:cubicBezTo>
                  <a:cubicBezTo>
                    <a:pt x="922" y="4727"/>
                    <a:pt x="9018" y="14316"/>
                    <a:pt x="9484" y="14316"/>
                  </a:cubicBezTo>
                  <a:cubicBezTo>
                    <a:pt x="9488" y="14316"/>
                    <a:pt x="9491" y="14315"/>
                    <a:pt x="9494" y="14313"/>
                  </a:cubicBezTo>
                  <a:cubicBezTo>
                    <a:pt x="9914" y="13977"/>
                    <a:pt x="8066" y="10533"/>
                    <a:pt x="5209" y="6332"/>
                  </a:cubicBezTo>
                  <a:cubicBezTo>
                    <a:pt x="2523" y="2460"/>
                    <a:pt x="1025" y="0"/>
                    <a:pt x="50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18" name="Google Shape;2018;p43"/>
            <p:cNvSpPr/>
            <p:nvPr/>
          </p:nvSpPr>
          <p:spPr>
            <a:xfrm>
              <a:off x="689725" y="1658100"/>
              <a:ext cx="207975" cy="304600"/>
            </a:xfrm>
            <a:custGeom>
              <a:avLst/>
              <a:gdLst/>
              <a:ahLst/>
              <a:cxnLst/>
              <a:rect l="l" t="t" r="r" b="b"/>
              <a:pathLst>
                <a:path w="8319" h="12184" extrusionOk="0">
                  <a:moveTo>
                    <a:pt x="0" y="0"/>
                  </a:moveTo>
                  <a:lnTo>
                    <a:pt x="0" y="0"/>
                  </a:lnTo>
                  <a:cubicBezTo>
                    <a:pt x="84" y="505"/>
                    <a:pt x="252" y="1177"/>
                    <a:pt x="336" y="1765"/>
                  </a:cubicBezTo>
                  <a:cubicBezTo>
                    <a:pt x="336" y="1933"/>
                    <a:pt x="420" y="2185"/>
                    <a:pt x="420" y="2521"/>
                  </a:cubicBezTo>
                  <a:cubicBezTo>
                    <a:pt x="504" y="3109"/>
                    <a:pt x="6218" y="9999"/>
                    <a:pt x="8318" y="12183"/>
                  </a:cubicBezTo>
                  <a:lnTo>
                    <a:pt x="0" y="0"/>
                  </a:ln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19" name="Google Shape;2019;p43"/>
            <p:cNvSpPr/>
            <p:nvPr/>
          </p:nvSpPr>
          <p:spPr>
            <a:xfrm>
              <a:off x="668700" y="1242050"/>
              <a:ext cx="222700" cy="374525"/>
            </a:xfrm>
            <a:custGeom>
              <a:avLst/>
              <a:gdLst/>
              <a:ahLst/>
              <a:cxnLst/>
              <a:rect l="l" t="t" r="r" b="b"/>
              <a:pathLst>
                <a:path w="8908" h="14981" extrusionOk="0">
                  <a:moveTo>
                    <a:pt x="8454" y="1"/>
                  </a:moveTo>
                  <a:cubicBezTo>
                    <a:pt x="7962" y="1"/>
                    <a:pt x="5830" y="3308"/>
                    <a:pt x="3698" y="7736"/>
                  </a:cubicBezTo>
                  <a:cubicBezTo>
                    <a:pt x="1429" y="12105"/>
                    <a:pt x="1" y="14710"/>
                    <a:pt x="505" y="14962"/>
                  </a:cubicBezTo>
                  <a:cubicBezTo>
                    <a:pt x="530" y="14974"/>
                    <a:pt x="559" y="14980"/>
                    <a:pt x="593" y="14980"/>
                  </a:cubicBezTo>
                  <a:cubicBezTo>
                    <a:pt x="1016" y="14980"/>
                    <a:pt x="2135" y="14029"/>
                    <a:pt x="3614" y="12862"/>
                  </a:cubicBezTo>
                  <a:cubicBezTo>
                    <a:pt x="4454" y="12189"/>
                    <a:pt x="8907" y="259"/>
                    <a:pt x="8487" y="7"/>
                  </a:cubicBezTo>
                  <a:cubicBezTo>
                    <a:pt x="8477" y="3"/>
                    <a:pt x="8466" y="1"/>
                    <a:pt x="845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20" name="Google Shape;2020;p43"/>
            <p:cNvSpPr/>
            <p:nvPr/>
          </p:nvSpPr>
          <p:spPr>
            <a:xfrm>
              <a:off x="706525" y="1269500"/>
              <a:ext cx="163850" cy="327700"/>
            </a:xfrm>
            <a:custGeom>
              <a:avLst/>
              <a:gdLst/>
              <a:ahLst/>
              <a:cxnLst/>
              <a:rect l="l" t="t" r="r" b="b"/>
              <a:pathLst>
                <a:path w="6554" h="13108" extrusionOk="0">
                  <a:moveTo>
                    <a:pt x="6554" y="1"/>
                  </a:moveTo>
                  <a:lnTo>
                    <a:pt x="0" y="13108"/>
                  </a:lnTo>
                  <a:cubicBezTo>
                    <a:pt x="420" y="12772"/>
                    <a:pt x="925" y="12352"/>
                    <a:pt x="1345" y="11932"/>
                  </a:cubicBezTo>
                  <a:cubicBezTo>
                    <a:pt x="1513" y="11848"/>
                    <a:pt x="1681" y="11596"/>
                    <a:pt x="1849" y="11511"/>
                  </a:cubicBezTo>
                  <a:cubicBezTo>
                    <a:pt x="2521" y="11091"/>
                    <a:pt x="5714" y="2942"/>
                    <a:pt x="6554" y="1"/>
                  </a:cubicBez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21" name="Google Shape;2021;p43"/>
            <p:cNvSpPr/>
            <p:nvPr/>
          </p:nvSpPr>
          <p:spPr>
            <a:xfrm>
              <a:off x="658200" y="1599275"/>
              <a:ext cx="44150" cy="46250"/>
            </a:xfrm>
            <a:custGeom>
              <a:avLst/>
              <a:gdLst/>
              <a:ahLst/>
              <a:cxnLst/>
              <a:rect l="l" t="t" r="r" b="b"/>
              <a:pathLst>
                <a:path w="1766" h="1850" extrusionOk="0">
                  <a:moveTo>
                    <a:pt x="841" y="1"/>
                  </a:moveTo>
                  <a:cubicBezTo>
                    <a:pt x="337" y="1"/>
                    <a:pt x="1" y="421"/>
                    <a:pt x="1" y="1009"/>
                  </a:cubicBezTo>
                  <a:cubicBezTo>
                    <a:pt x="1" y="1513"/>
                    <a:pt x="421" y="1849"/>
                    <a:pt x="925" y="1849"/>
                  </a:cubicBezTo>
                  <a:cubicBezTo>
                    <a:pt x="1429" y="1849"/>
                    <a:pt x="1765" y="1429"/>
                    <a:pt x="1765" y="841"/>
                  </a:cubicBezTo>
                  <a:cubicBezTo>
                    <a:pt x="1765" y="421"/>
                    <a:pt x="1345" y="1"/>
                    <a:pt x="84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22" name="Google Shape;2022;p43"/>
            <p:cNvSpPr/>
            <p:nvPr/>
          </p:nvSpPr>
          <p:spPr>
            <a:xfrm>
              <a:off x="666600" y="1607675"/>
              <a:ext cx="29450" cy="29450"/>
            </a:xfrm>
            <a:custGeom>
              <a:avLst/>
              <a:gdLst/>
              <a:ahLst/>
              <a:cxnLst/>
              <a:rect l="l" t="t" r="r" b="b"/>
              <a:pathLst>
                <a:path w="1178" h="1178" extrusionOk="0">
                  <a:moveTo>
                    <a:pt x="505" y="1"/>
                  </a:moveTo>
                  <a:cubicBezTo>
                    <a:pt x="169" y="1"/>
                    <a:pt x="1" y="337"/>
                    <a:pt x="1" y="673"/>
                  </a:cubicBezTo>
                  <a:cubicBezTo>
                    <a:pt x="1" y="925"/>
                    <a:pt x="337" y="1177"/>
                    <a:pt x="589" y="1177"/>
                  </a:cubicBezTo>
                  <a:cubicBezTo>
                    <a:pt x="925" y="1177"/>
                    <a:pt x="1177" y="841"/>
                    <a:pt x="1177" y="505"/>
                  </a:cubicBezTo>
                  <a:cubicBezTo>
                    <a:pt x="1093" y="253"/>
                    <a:pt x="841" y="1"/>
                    <a:pt x="505" y="1"/>
                  </a:cubicBezTo>
                  <a:close/>
                </a:path>
              </a:pathLst>
            </a:custGeom>
            <a:solidFill>
              <a:srgbClr val="5068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23" name="Google Shape;2023;p43"/>
            <p:cNvSpPr/>
            <p:nvPr/>
          </p:nvSpPr>
          <p:spPr>
            <a:xfrm>
              <a:off x="231800" y="1194350"/>
              <a:ext cx="943150" cy="854375"/>
            </a:xfrm>
            <a:custGeom>
              <a:avLst/>
              <a:gdLst/>
              <a:ahLst/>
              <a:cxnLst/>
              <a:rect l="l" t="t" r="r" b="b"/>
              <a:pathLst>
                <a:path w="37726" h="34175" extrusionOk="0">
                  <a:moveTo>
                    <a:pt x="18052" y="0"/>
                  </a:moveTo>
                  <a:cubicBezTo>
                    <a:pt x="17660" y="0"/>
                    <a:pt x="17272" y="21"/>
                    <a:pt x="16889" y="66"/>
                  </a:cubicBezTo>
                  <a:cubicBezTo>
                    <a:pt x="7311" y="654"/>
                    <a:pt x="1" y="8636"/>
                    <a:pt x="505" y="18130"/>
                  </a:cubicBezTo>
                  <a:lnTo>
                    <a:pt x="1345" y="18130"/>
                  </a:lnTo>
                  <a:cubicBezTo>
                    <a:pt x="841" y="8804"/>
                    <a:pt x="8151" y="906"/>
                    <a:pt x="17561" y="234"/>
                  </a:cubicBezTo>
                  <a:cubicBezTo>
                    <a:pt x="18022" y="203"/>
                    <a:pt x="18484" y="184"/>
                    <a:pt x="18941" y="184"/>
                  </a:cubicBezTo>
                  <a:cubicBezTo>
                    <a:pt x="19733" y="184"/>
                    <a:pt x="20512" y="242"/>
                    <a:pt x="21258" y="402"/>
                  </a:cubicBezTo>
                  <a:cubicBezTo>
                    <a:pt x="20212" y="156"/>
                    <a:pt x="19122" y="0"/>
                    <a:pt x="18052" y="0"/>
                  </a:cubicBezTo>
                  <a:close/>
                  <a:moveTo>
                    <a:pt x="25879" y="1915"/>
                  </a:moveTo>
                  <a:lnTo>
                    <a:pt x="25543" y="2587"/>
                  </a:lnTo>
                  <a:cubicBezTo>
                    <a:pt x="33945" y="6872"/>
                    <a:pt x="37306" y="16954"/>
                    <a:pt x="33105" y="25356"/>
                  </a:cubicBezTo>
                  <a:cubicBezTo>
                    <a:pt x="32600" y="26532"/>
                    <a:pt x="31844" y="27456"/>
                    <a:pt x="31172" y="28381"/>
                  </a:cubicBezTo>
                  <a:cubicBezTo>
                    <a:pt x="32096" y="27372"/>
                    <a:pt x="32937" y="26112"/>
                    <a:pt x="33525" y="24768"/>
                  </a:cubicBezTo>
                  <a:cubicBezTo>
                    <a:pt x="37726" y="16366"/>
                    <a:pt x="34365" y="6116"/>
                    <a:pt x="25879" y="1915"/>
                  </a:cubicBezTo>
                  <a:close/>
                  <a:moveTo>
                    <a:pt x="1513" y="22415"/>
                  </a:moveTo>
                  <a:cubicBezTo>
                    <a:pt x="1933" y="23928"/>
                    <a:pt x="2606" y="25188"/>
                    <a:pt x="3446" y="26448"/>
                  </a:cubicBezTo>
                  <a:cubicBezTo>
                    <a:pt x="6777" y="31445"/>
                    <a:pt x="12307" y="34174"/>
                    <a:pt x="17993" y="34174"/>
                  </a:cubicBezTo>
                  <a:cubicBezTo>
                    <a:pt x="21198" y="34174"/>
                    <a:pt x="24453" y="33307"/>
                    <a:pt x="27391" y="31489"/>
                  </a:cubicBezTo>
                  <a:lnTo>
                    <a:pt x="27055" y="30817"/>
                  </a:lnTo>
                  <a:cubicBezTo>
                    <a:pt x="24185" y="32581"/>
                    <a:pt x="20986" y="33419"/>
                    <a:pt x="17823" y="33419"/>
                  </a:cubicBezTo>
                  <a:cubicBezTo>
                    <a:pt x="12098" y="33419"/>
                    <a:pt x="6495" y="30671"/>
                    <a:pt x="3194" y="25692"/>
                  </a:cubicBezTo>
                  <a:cubicBezTo>
                    <a:pt x="2438" y="24600"/>
                    <a:pt x="1933" y="23592"/>
                    <a:pt x="1513" y="22415"/>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24" name="Google Shape;2024;p43"/>
            <p:cNvSpPr/>
            <p:nvPr/>
          </p:nvSpPr>
          <p:spPr>
            <a:xfrm>
              <a:off x="345225" y="1304400"/>
              <a:ext cx="703700" cy="634325"/>
            </a:xfrm>
            <a:custGeom>
              <a:avLst/>
              <a:gdLst/>
              <a:ahLst/>
              <a:cxnLst/>
              <a:rect l="l" t="t" r="r" b="b"/>
              <a:pathLst>
                <a:path w="28148" h="25373" extrusionOk="0">
                  <a:moveTo>
                    <a:pt x="13887" y="0"/>
                  </a:moveTo>
                  <a:cubicBezTo>
                    <a:pt x="13825" y="0"/>
                    <a:pt x="13762" y="1"/>
                    <a:pt x="13698" y="2"/>
                  </a:cubicBezTo>
                  <a:lnTo>
                    <a:pt x="13698" y="2"/>
                  </a:lnTo>
                  <a:cubicBezTo>
                    <a:pt x="14467" y="15"/>
                    <a:pt x="15211" y="90"/>
                    <a:pt x="15881" y="201"/>
                  </a:cubicBezTo>
                  <a:cubicBezTo>
                    <a:pt x="15204" y="78"/>
                    <a:pt x="14573" y="0"/>
                    <a:pt x="13887" y="0"/>
                  </a:cubicBezTo>
                  <a:close/>
                  <a:moveTo>
                    <a:pt x="13462" y="0"/>
                  </a:moveTo>
                  <a:cubicBezTo>
                    <a:pt x="13150" y="0"/>
                    <a:pt x="12835" y="11"/>
                    <a:pt x="12520" y="33"/>
                  </a:cubicBezTo>
                  <a:cubicBezTo>
                    <a:pt x="5462" y="453"/>
                    <a:pt x="1" y="6503"/>
                    <a:pt x="421" y="13392"/>
                  </a:cubicBezTo>
                  <a:lnTo>
                    <a:pt x="1009" y="13392"/>
                  </a:lnTo>
                  <a:cubicBezTo>
                    <a:pt x="673" y="6503"/>
                    <a:pt x="6050" y="621"/>
                    <a:pt x="13108" y="33"/>
                  </a:cubicBezTo>
                  <a:cubicBezTo>
                    <a:pt x="13311" y="16"/>
                    <a:pt x="13507" y="6"/>
                    <a:pt x="13698" y="2"/>
                  </a:cubicBezTo>
                  <a:lnTo>
                    <a:pt x="13698" y="2"/>
                  </a:lnTo>
                  <a:cubicBezTo>
                    <a:pt x="13620" y="1"/>
                    <a:pt x="13541" y="0"/>
                    <a:pt x="13462" y="0"/>
                  </a:cubicBezTo>
                  <a:close/>
                  <a:moveTo>
                    <a:pt x="19325" y="1377"/>
                  </a:moveTo>
                  <a:lnTo>
                    <a:pt x="19073" y="1882"/>
                  </a:lnTo>
                  <a:cubicBezTo>
                    <a:pt x="25207" y="5074"/>
                    <a:pt x="27727" y="12552"/>
                    <a:pt x="24619" y="18769"/>
                  </a:cubicBezTo>
                  <a:cubicBezTo>
                    <a:pt x="24199" y="19610"/>
                    <a:pt x="23694" y="20366"/>
                    <a:pt x="23106" y="21038"/>
                  </a:cubicBezTo>
                  <a:cubicBezTo>
                    <a:pt x="23947" y="20366"/>
                    <a:pt x="24619" y="19358"/>
                    <a:pt x="25039" y="18433"/>
                  </a:cubicBezTo>
                  <a:cubicBezTo>
                    <a:pt x="28147" y="12216"/>
                    <a:pt x="25627" y="4654"/>
                    <a:pt x="19325" y="1377"/>
                  </a:cubicBezTo>
                  <a:close/>
                  <a:moveTo>
                    <a:pt x="1261" y="16753"/>
                  </a:moveTo>
                  <a:cubicBezTo>
                    <a:pt x="1513" y="17677"/>
                    <a:pt x="2017" y="18769"/>
                    <a:pt x="2690" y="19610"/>
                  </a:cubicBezTo>
                  <a:cubicBezTo>
                    <a:pt x="5157" y="23364"/>
                    <a:pt x="9301" y="25372"/>
                    <a:pt x="13528" y="25372"/>
                  </a:cubicBezTo>
                  <a:cubicBezTo>
                    <a:pt x="15923" y="25372"/>
                    <a:pt x="18344" y="24728"/>
                    <a:pt x="20502" y="23391"/>
                  </a:cubicBezTo>
                  <a:lnTo>
                    <a:pt x="20334" y="22970"/>
                  </a:lnTo>
                  <a:cubicBezTo>
                    <a:pt x="18163" y="24297"/>
                    <a:pt x="15765" y="24931"/>
                    <a:pt x="13400" y="24931"/>
                  </a:cubicBezTo>
                  <a:cubicBezTo>
                    <a:pt x="9174" y="24931"/>
                    <a:pt x="5053" y="22907"/>
                    <a:pt x="2522" y="19190"/>
                  </a:cubicBezTo>
                  <a:cubicBezTo>
                    <a:pt x="2017" y="18433"/>
                    <a:pt x="1597" y="17593"/>
                    <a:pt x="1261" y="16753"/>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25" name="Google Shape;2025;p43"/>
            <p:cNvSpPr/>
            <p:nvPr/>
          </p:nvSpPr>
          <p:spPr>
            <a:xfrm>
              <a:off x="456575" y="1406050"/>
              <a:ext cx="472625" cy="429750"/>
            </a:xfrm>
            <a:custGeom>
              <a:avLst/>
              <a:gdLst/>
              <a:ahLst/>
              <a:cxnLst/>
              <a:rect l="l" t="t" r="r" b="b"/>
              <a:pathLst>
                <a:path w="18905" h="17190" extrusionOk="0">
                  <a:moveTo>
                    <a:pt x="10344" y="141"/>
                  </a:moveTo>
                  <a:cubicBezTo>
                    <a:pt x="10424" y="150"/>
                    <a:pt x="10505" y="159"/>
                    <a:pt x="10586" y="168"/>
                  </a:cubicBezTo>
                  <a:cubicBezTo>
                    <a:pt x="10504" y="158"/>
                    <a:pt x="10424" y="149"/>
                    <a:pt x="10344" y="141"/>
                  </a:cubicBezTo>
                  <a:close/>
                  <a:moveTo>
                    <a:pt x="8402" y="0"/>
                  </a:moveTo>
                  <a:cubicBezTo>
                    <a:pt x="3529" y="336"/>
                    <a:pt x="0" y="4285"/>
                    <a:pt x="168" y="8990"/>
                  </a:cubicBezTo>
                  <a:lnTo>
                    <a:pt x="504" y="8990"/>
                  </a:lnTo>
                  <a:cubicBezTo>
                    <a:pt x="252" y="4369"/>
                    <a:pt x="3949" y="420"/>
                    <a:pt x="8654" y="84"/>
                  </a:cubicBezTo>
                  <a:cubicBezTo>
                    <a:pt x="9244" y="84"/>
                    <a:pt x="9769" y="84"/>
                    <a:pt x="10344" y="141"/>
                  </a:cubicBezTo>
                  <a:lnTo>
                    <a:pt x="10344" y="141"/>
                  </a:lnTo>
                  <a:cubicBezTo>
                    <a:pt x="9684" y="67"/>
                    <a:pt x="9076" y="0"/>
                    <a:pt x="8402" y="0"/>
                  </a:cubicBezTo>
                  <a:close/>
                  <a:moveTo>
                    <a:pt x="12939" y="1008"/>
                  </a:moveTo>
                  <a:lnTo>
                    <a:pt x="12771" y="1344"/>
                  </a:lnTo>
                  <a:cubicBezTo>
                    <a:pt x="16972" y="3529"/>
                    <a:pt x="18652" y="8570"/>
                    <a:pt x="16552" y="12771"/>
                  </a:cubicBezTo>
                  <a:cubicBezTo>
                    <a:pt x="16300" y="13359"/>
                    <a:pt x="15964" y="13863"/>
                    <a:pt x="15544" y="14367"/>
                  </a:cubicBezTo>
                  <a:cubicBezTo>
                    <a:pt x="16048" y="13779"/>
                    <a:pt x="16468" y="13107"/>
                    <a:pt x="16804" y="12519"/>
                  </a:cubicBezTo>
                  <a:cubicBezTo>
                    <a:pt x="18904" y="8318"/>
                    <a:pt x="17224" y="3109"/>
                    <a:pt x="12939" y="1008"/>
                  </a:cubicBezTo>
                  <a:close/>
                  <a:moveTo>
                    <a:pt x="672" y="11175"/>
                  </a:moveTo>
                  <a:cubicBezTo>
                    <a:pt x="924" y="12099"/>
                    <a:pt x="1260" y="12687"/>
                    <a:pt x="1680" y="13359"/>
                  </a:cubicBezTo>
                  <a:cubicBezTo>
                    <a:pt x="3338" y="15819"/>
                    <a:pt x="6119" y="17190"/>
                    <a:pt x="8983" y="17190"/>
                  </a:cubicBezTo>
                  <a:cubicBezTo>
                    <a:pt x="10619" y="17190"/>
                    <a:pt x="12283" y="16743"/>
                    <a:pt x="13779" y="15796"/>
                  </a:cubicBezTo>
                  <a:lnTo>
                    <a:pt x="13527" y="15544"/>
                  </a:lnTo>
                  <a:cubicBezTo>
                    <a:pt x="12094" y="16439"/>
                    <a:pt x="10503" y="16868"/>
                    <a:pt x="8925" y="16868"/>
                  </a:cubicBezTo>
                  <a:cubicBezTo>
                    <a:pt x="6062" y="16868"/>
                    <a:pt x="3246" y="15455"/>
                    <a:pt x="1512" y="12855"/>
                  </a:cubicBezTo>
                  <a:cubicBezTo>
                    <a:pt x="1260" y="12351"/>
                    <a:pt x="924" y="11847"/>
                    <a:pt x="672" y="11175"/>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26" name="Google Shape;2026;p43"/>
            <p:cNvSpPr/>
            <p:nvPr/>
          </p:nvSpPr>
          <p:spPr>
            <a:xfrm>
              <a:off x="912375" y="1196050"/>
              <a:ext cx="959950" cy="854025"/>
            </a:xfrm>
            <a:custGeom>
              <a:avLst/>
              <a:gdLst/>
              <a:ahLst/>
              <a:cxnLst/>
              <a:rect l="l" t="t" r="r" b="b"/>
              <a:pathLst>
                <a:path w="38398" h="34161" extrusionOk="0">
                  <a:moveTo>
                    <a:pt x="19733" y="0"/>
                  </a:moveTo>
                  <a:cubicBezTo>
                    <a:pt x="15907" y="0"/>
                    <a:pt x="12051" y="1239"/>
                    <a:pt x="8822" y="3779"/>
                  </a:cubicBezTo>
                  <a:lnTo>
                    <a:pt x="9242" y="4283"/>
                  </a:lnTo>
                  <a:cubicBezTo>
                    <a:pt x="12465" y="1785"/>
                    <a:pt x="16295" y="566"/>
                    <a:pt x="20096" y="566"/>
                  </a:cubicBezTo>
                  <a:cubicBezTo>
                    <a:pt x="25115" y="566"/>
                    <a:pt x="30081" y="2692"/>
                    <a:pt x="33524" y="6804"/>
                  </a:cubicBezTo>
                  <a:cubicBezTo>
                    <a:pt x="34280" y="7728"/>
                    <a:pt x="35036" y="8820"/>
                    <a:pt x="35540" y="9828"/>
                  </a:cubicBezTo>
                  <a:cubicBezTo>
                    <a:pt x="34868" y="8484"/>
                    <a:pt x="34196" y="7308"/>
                    <a:pt x="33188" y="6300"/>
                  </a:cubicBezTo>
                  <a:cubicBezTo>
                    <a:pt x="29751" y="2146"/>
                    <a:pt x="24767" y="0"/>
                    <a:pt x="19733" y="0"/>
                  </a:cubicBezTo>
                  <a:close/>
                  <a:moveTo>
                    <a:pt x="5546" y="7140"/>
                  </a:moveTo>
                  <a:cubicBezTo>
                    <a:pt x="4789" y="8316"/>
                    <a:pt x="4117" y="9576"/>
                    <a:pt x="3529" y="10921"/>
                  </a:cubicBezTo>
                  <a:cubicBezTo>
                    <a:pt x="0" y="19659"/>
                    <a:pt x="4453" y="29489"/>
                    <a:pt x="13275" y="32934"/>
                  </a:cubicBezTo>
                  <a:lnTo>
                    <a:pt x="13527" y="32346"/>
                  </a:lnTo>
                  <a:cubicBezTo>
                    <a:pt x="4873" y="28901"/>
                    <a:pt x="420" y="19071"/>
                    <a:pt x="3865" y="10417"/>
                  </a:cubicBezTo>
                  <a:cubicBezTo>
                    <a:pt x="4285" y="9240"/>
                    <a:pt x="4957" y="8148"/>
                    <a:pt x="5546" y="7140"/>
                  </a:cubicBezTo>
                  <a:close/>
                  <a:moveTo>
                    <a:pt x="18064" y="34110"/>
                  </a:moveTo>
                  <a:lnTo>
                    <a:pt x="18064" y="34110"/>
                  </a:lnTo>
                  <a:cubicBezTo>
                    <a:pt x="18258" y="34124"/>
                    <a:pt x="18454" y="34133"/>
                    <a:pt x="18653" y="34138"/>
                  </a:cubicBezTo>
                  <a:lnTo>
                    <a:pt x="18653" y="34138"/>
                  </a:lnTo>
                  <a:cubicBezTo>
                    <a:pt x="18458" y="34131"/>
                    <a:pt x="18262" y="34121"/>
                    <a:pt x="18064" y="34110"/>
                  </a:cubicBezTo>
                  <a:close/>
                  <a:moveTo>
                    <a:pt x="36885" y="14449"/>
                  </a:moveTo>
                  <a:lnTo>
                    <a:pt x="36129" y="14618"/>
                  </a:lnTo>
                  <a:cubicBezTo>
                    <a:pt x="37473" y="23692"/>
                    <a:pt x="31087" y="32346"/>
                    <a:pt x="21761" y="33942"/>
                  </a:cubicBezTo>
                  <a:cubicBezTo>
                    <a:pt x="20839" y="34065"/>
                    <a:pt x="19916" y="34143"/>
                    <a:pt x="19026" y="34143"/>
                  </a:cubicBezTo>
                  <a:cubicBezTo>
                    <a:pt x="18901" y="34143"/>
                    <a:pt x="18776" y="34141"/>
                    <a:pt x="18653" y="34138"/>
                  </a:cubicBezTo>
                  <a:lnTo>
                    <a:pt x="18653" y="34138"/>
                  </a:lnTo>
                  <a:cubicBezTo>
                    <a:pt x="19004" y="34152"/>
                    <a:pt x="19353" y="34160"/>
                    <a:pt x="19700" y="34160"/>
                  </a:cubicBezTo>
                  <a:cubicBezTo>
                    <a:pt x="20634" y="34160"/>
                    <a:pt x="21559" y="34102"/>
                    <a:pt x="22517" y="33942"/>
                  </a:cubicBezTo>
                  <a:cubicBezTo>
                    <a:pt x="31928" y="32346"/>
                    <a:pt x="38397" y="23692"/>
                    <a:pt x="36885" y="14449"/>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27" name="Google Shape;2027;p43"/>
            <p:cNvSpPr/>
            <p:nvPr/>
          </p:nvSpPr>
          <p:spPr>
            <a:xfrm>
              <a:off x="1042600" y="1304750"/>
              <a:ext cx="709975" cy="636100"/>
            </a:xfrm>
            <a:custGeom>
              <a:avLst/>
              <a:gdLst/>
              <a:ahLst/>
              <a:cxnLst/>
              <a:rect l="l" t="t" r="r" b="b"/>
              <a:pathLst>
                <a:path w="28399" h="25444" extrusionOk="0">
                  <a:moveTo>
                    <a:pt x="14564" y="0"/>
                  </a:moveTo>
                  <a:cubicBezTo>
                    <a:pt x="11693" y="0"/>
                    <a:pt x="8800" y="926"/>
                    <a:pt x="6386" y="2792"/>
                  </a:cubicBezTo>
                  <a:lnTo>
                    <a:pt x="6722" y="3212"/>
                  </a:lnTo>
                  <a:cubicBezTo>
                    <a:pt x="9116" y="1362"/>
                    <a:pt x="11965" y="467"/>
                    <a:pt x="14801" y="467"/>
                  </a:cubicBezTo>
                  <a:cubicBezTo>
                    <a:pt x="18290" y="467"/>
                    <a:pt x="21760" y="1821"/>
                    <a:pt x="24342" y="4415"/>
                  </a:cubicBezTo>
                  <a:lnTo>
                    <a:pt x="24342" y="4415"/>
                  </a:lnTo>
                  <a:cubicBezTo>
                    <a:pt x="21791" y="1481"/>
                    <a:pt x="18194" y="0"/>
                    <a:pt x="14564" y="0"/>
                  </a:cubicBezTo>
                  <a:close/>
                  <a:moveTo>
                    <a:pt x="24342" y="4415"/>
                  </a:moveTo>
                  <a:cubicBezTo>
                    <a:pt x="24407" y="4489"/>
                    <a:pt x="24471" y="4564"/>
                    <a:pt x="24534" y="4640"/>
                  </a:cubicBezTo>
                  <a:cubicBezTo>
                    <a:pt x="24690" y="4796"/>
                    <a:pt x="24834" y="4958"/>
                    <a:pt x="24971" y="5127"/>
                  </a:cubicBezTo>
                  <a:lnTo>
                    <a:pt x="24971" y="5127"/>
                  </a:lnTo>
                  <a:cubicBezTo>
                    <a:pt x="24937" y="5077"/>
                    <a:pt x="24904" y="5027"/>
                    <a:pt x="24870" y="4976"/>
                  </a:cubicBezTo>
                  <a:cubicBezTo>
                    <a:pt x="24699" y="4783"/>
                    <a:pt x="24523" y="4596"/>
                    <a:pt x="24342" y="4415"/>
                  </a:cubicBezTo>
                  <a:close/>
                  <a:moveTo>
                    <a:pt x="24971" y="5127"/>
                  </a:moveTo>
                  <a:cubicBezTo>
                    <a:pt x="25441" y="5833"/>
                    <a:pt x="25906" y="6545"/>
                    <a:pt x="26299" y="7329"/>
                  </a:cubicBezTo>
                  <a:cubicBezTo>
                    <a:pt x="25898" y="6528"/>
                    <a:pt x="25498" y="5780"/>
                    <a:pt x="24971" y="5127"/>
                  </a:cubicBezTo>
                  <a:close/>
                  <a:moveTo>
                    <a:pt x="4033" y="5312"/>
                  </a:moveTo>
                  <a:lnTo>
                    <a:pt x="4033" y="5312"/>
                  </a:lnTo>
                  <a:cubicBezTo>
                    <a:pt x="3445" y="6153"/>
                    <a:pt x="2941" y="7077"/>
                    <a:pt x="2521" y="8169"/>
                  </a:cubicBezTo>
                  <a:cubicBezTo>
                    <a:pt x="0" y="14639"/>
                    <a:pt x="3193" y="21864"/>
                    <a:pt x="9831" y="24553"/>
                  </a:cubicBezTo>
                  <a:lnTo>
                    <a:pt x="10083" y="24133"/>
                  </a:lnTo>
                  <a:cubicBezTo>
                    <a:pt x="3529" y="21444"/>
                    <a:pt x="252" y="14218"/>
                    <a:pt x="2773" y="7749"/>
                  </a:cubicBezTo>
                  <a:cubicBezTo>
                    <a:pt x="3109" y="6909"/>
                    <a:pt x="3529" y="6069"/>
                    <a:pt x="4033" y="5312"/>
                  </a:cubicBezTo>
                  <a:close/>
                  <a:moveTo>
                    <a:pt x="13444" y="25393"/>
                  </a:moveTo>
                  <a:lnTo>
                    <a:pt x="13444" y="25393"/>
                  </a:lnTo>
                  <a:cubicBezTo>
                    <a:pt x="13520" y="25401"/>
                    <a:pt x="13598" y="25407"/>
                    <a:pt x="13676" y="25412"/>
                  </a:cubicBezTo>
                  <a:lnTo>
                    <a:pt x="13676" y="25412"/>
                  </a:lnTo>
                  <a:cubicBezTo>
                    <a:pt x="13597" y="25406"/>
                    <a:pt x="13519" y="25400"/>
                    <a:pt x="13444" y="25393"/>
                  </a:cubicBezTo>
                  <a:close/>
                  <a:moveTo>
                    <a:pt x="27391" y="10774"/>
                  </a:moveTo>
                  <a:lnTo>
                    <a:pt x="26887" y="10858"/>
                  </a:lnTo>
                  <a:cubicBezTo>
                    <a:pt x="27895" y="17663"/>
                    <a:pt x="23106" y="24049"/>
                    <a:pt x="16132" y="25225"/>
                  </a:cubicBezTo>
                  <a:cubicBezTo>
                    <a:pt x="15456" y="25348"/>
                    <a:pt x="14779" y="25426"/>
                    <a:pt x="14135" y="25426"/>
                  </a:cubicBezTo>
                  <a:cubicBezTo>
                    <a:pt x="13980" y="25426"/>
                    <a:pt x="13827" y="25421"/>
                    <a:pt x="13676" y="25412"/>
                  </a:cubicBezTo>
                  <a:lnTo>
                    <a:pt x="13676" y="25412"/>
                  </a:lnTo>
                  <a:cubicBezTo>
                    <a:pt x="13949" y="25432"/>
                    <a:pt x="14241" y="25443"/>
                    <a:pt x="14543" y="25443"/>
                  </a:cubicBezTo>
                  <a:cubicBezTo>
                    <a:pt x="15218" y="25443"/>
                    <a:pt x="15944" y="25385"/>
                    <a:pt x="16636" y="25225"/>
                  </a:cubicBezTo>
                  <a:cubicBezTo>
                    <a:pt x="23694" y="24049"/>
                    <a:pt x="28399" y="17663"/>
                    <a:pt x="27391" y="10774"/>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28" name="Google Shape;2028;p43"/>
            <p:cNvSpPr/>
            <p:nvPr/>
          </p:nvSpPr>
          <p:spPr>
            <a:xfrm>
              <a:off x="1160225" y="1408875"/>
              <a:ext cx="481025" cy="428125"/>
            </a:xfrm>
            <a:custGeom>
              <a:avLst/>
              <a:gdLst/>
              <a:ahLst/>
              <a:cxnLst/>
              <a:rect l="l" t="t" r="r" b="b"/>
              <a:pathLst>
                <a:path w="19241" h="17125" extrusionOk="0">
                  <a:moveTo>
                    <a:pt x="9817" y="1"/>
                  </a:moveTo>
                  <a:cubicBezTo>
                    <a:pt x="7881" y="1"/>
                    <a:pt x="5925" y="628"/>
                    <a:pt x="4286" y="1904"/>
                  </a:cubicBezTo>
                  <a:lnTo>
                    <a:pt x="4538" y="2156"/>
                  </a:lnTo>
                  <a:cubicBezTo>
                    <a:pt x="6077" y="903"/>
                    <a:pt x="7951" y="306"/>
                    <a:pt x="9836" y="306"/>
                  </a:cubicBezTo>
                  <a:cubicBezTo>
                    <a:pt x="12376" y="306"/>
                    <a:pt x="14936" y="1390"/>
                    <a:pt x="16720" y="3416"/>
                  </a:cubicBezTo>
                  <a:cubicBezTo>
                    <a:pt x="17140" y="3836"/>
                    <a:pt x="17393" y="4424"/>
                    <a:pt x="17729" y="4928"/>
                  </a:cubicBezTo>
                  <a:cubicBezTo>
                    <a:pt x="17393" y="4256"/>
                    <a:pt x="17140" y="3668"/>
                    <a:pt x="16552" y="3164"/>
                  </a:cubicBezTo>
                  <a:cubicBezTo>
                    <a:pt x="14839" y="1070"/>
                    <a:pt x="12345" y="1"/>
                    <a:pt x="9817" y="1"/>
                  </a:cubicBezTo>
                  <a:close/>
                  <a:moveTo>
                    <a:pt x="2689" y="3584"/>
                  </a:moveTo>
                  <a:cubicBezTo>
                    <a:pt x="2444" y="3911"/>
                    <a:pt x="2119" y="4476"/>
                    <a:pt x="1870" y="5049"/>
                  </a:cubicBezTo>
                  <a:lnTo>
                    <a:pt x="1870" y="5049"/>
                  </a:lnTo>
                  <a:cubicBezTo>
                    <a:pt x="2122" y="4531"/>
                    <a:pt x="2351" y="4058"/>
                    <a:pt x="2689" y="3584"/>
                  </a:cubicBezTo>
                  <a:close/>
                  <a:moveTo>
                    <a:pt x="1870" y="5049"/>
                  </a:moveTo>
                  <a:cubicBezTo>
                    <a:pt x="1809" y="5174"/>
                    <a:pt x="1746" y="5301"/>
                    <a:pt x="1681" y="5432"/>
                  </a:cubicBezTo>
                  <a:cubicBezTo>
                    <a:pt x="1" y="9885"/>
                    <a:pt x="2185" y="14759"/>
                    <a:pt x="6638" y="16439"/>
                  </a:cubicBezTo>
                  <a:lnTo>
                    <a:pt x="6722" y="16187"/>
                  </a:lnTo>
                  <a:cubicBezTo>
                    <a:pt x="2269" y="14338"/>
                    <a:pt x="85" y="9549"/>
                    <a:pt x="1849" y="5096"/>
                  </a:cubicBezTo>
                  <a:cubicBezTo>
                    <a:pt x="1856" y="5080"/>
                    <a:pt x="1863" y="5064"/>
                    <a:pt x="1870" y="5049"/>
                  </a:cubicBezTo>
                  <a:close/>
                  <a:moveTo>
                    <a:pt x="18149" y="7197"/>
                  </a:moveTo>
                  <a:cubicBezTo>
                    <a:pt x="18821" y="11818"/>
                    <a:pt x="15628" y="16187"/>
                    <a:pt x="10923" y="16859"/>
                  </a:cubicBezTo>
                  <a:cubicBezTo>
                    <a:pt x="10251" y="17027"/>
                    <a:pt x="9663" y="17027"/>
                    <a:pt x="8991" y="17027"/>
                  </a:cubicBezTo>
                  <a:cubicBezTo>
                    <a:pt x="9310" y="17098"/>
                    <a:pt x="9630" y="17124"/>
                    <a:pt x="9949" y="17124"/>
                  </a:cubicBezTo>
                  <a:cubicBezTo>
                    <a:pt x="10386" y="17124"/>
                    <a:pt x="10823" y="17076"/>
                    <a:pt x="11259" y="17027"/>
                  </a:cubicBezTo>
                  <a:cubicBezTo>
                    <a:pt x="15964" y="16271"/>
                    <a:pt x="19241" y="11818"/>
                    <a:pt x="18485" y="7197"/>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2029" name="Google Shape;2029;p43"/>
          <p:cNvSpPr/>
          <p:nvPr/>
        </p:nvSpPr>
        <p:spPr>
          <a:xfrm>
            <a:off x="6161227" y="728013"/>
            <a:ext cx="851873" cy="427417"/>
          </a:xfrm>
          <a:custGeom>
            <a:avLst/>
            <a:gdLst/>
            <a:ahLst/>
            <a:cxnLst/>
            <a:rect l="l" t="t" r="r" b="b"/>
            <a:pathLst>
              <a:path w="24451" h="12268" extrusionOk="0">
                <a:moveTo>
                  <a:pt x="22182" y="4706"/>
                </a:moveTo>
                <a:lnTo>
                  <a:pt x="18821" y="4706"/>
                </a:lnTo>
                <a:cubicBezTo>
                  <a:pt x="18569" y="3362"/>
                  <a:pt x="17477" y="2185"/>
                  <a:pt x="15881" y="2185"/>
                </a:cubicBezTo>
                <a:lnTo>
                  <a:pt x="12268" y="2185"/>
                </a:lnTo>
                <a:lnTo>
                  <a:pt x="12268" y="1849"/>
                </a:lnTo>
                <a:cubicBezTo>
                  <a:pt x="12268" y="841"/>
                  <a:pt x="11428" y="1"/>
                  <a:pt x="10335" y="1"/>
                </a:cubicBezTo>
                <a:lnTo>
                  <a:pt x="8235" y="1"/>
                </a:lnTo>
                <a:cubicBezTo>
                  <a:pt x="7143" y="1"/>
                  <a:pt x="6218" y="841"/>
                  <a:pt x="6218" y="1849"/>
                </a:cubicBezTo>
                <a:lnTo>
                  <a:pt x="6218" y="2185"/>
                </a:lnTo>
                <a:lnTo>
                  <a:pt x="5126" y="2185"/>
                </a:lnTo>
                <a:cubicBezTo>
                  <a:pt x="3614" y="2185"/>
                  <a:pt x="2185" y="3446"/>
                  <a:pt x="2185" y="5042"/>
                </a:cubicBezTo>
                <a:cubicBezTo>
                  <a:pt x="925" y="5126"/>
                  <a:pt x="1" y="6050"/>
                  <a:pt x="1" y="7311"/>
                </a:cubicBezTo>
                <a:cubicBezTo>
                  <a:pt x="1" y="8571"/>
                  <a:pt x="1093" y="9663"/>
                  <a:pt x="2269" y="9663"/>
                </a:cubicBezTo>
                <a:lnTo>
                  <a:pt x="3194" y="9663"/>
                </a:lnTo>
                <a:cubicBezTo>
                  <a:pt x="3614" y="10503"/>
                  <a:pt x="4370" y="11007"/>
                  <a:pt x="5378" y="11007"/>
                </a:cubicBezTo>
                <a:lnTo>
                  <a:pt x="7815" y="11007"/>
                </a:lnTo>
                <a:cubicBezTo>
                  <a:pt x="8235" y="11764"/>
                  <a:pt x="8907" y="12268"/>
                  <a:pt x="9747" y="12268"/>
                </a:cubicBezTo>
                <a:lnTo>
                  <a:pt x="11764" y="12268"/>
                </a:lnTo>
                <a:cubicBezTo>
                  <a:pt x="12688" y="12268"/>
                  <a:pt x="13444" y="11764"/>
                  <a:pt x="13780" y="11007"/>
                </a:cubicBezTo>
                <a:lnTo>
                  <a:pt x="13864" y="11007"/>
                </a:lnTo>
                <a:cubicBezTo>
                  <a:pt x="15040" y="11007"/>
                  <a:pt x="15965" y="10251"/>
                  <a:pt x="16301" y="9327"/>
                </a:cubicBezTo>
                <a:lnTo>
                  <a:pt x="21762" y="9327"/>
                </a:lnTo>
                <a:cubicBezTo>
                  <a:pt x="23022" y="9327"/>
                  <a:pt x="24030" y="8235"/>
                  <a:pt x="24030" y="6974"/>
                </a:cubicBezTo>
                <a:cubicBezTo>
                  <a:pt x="24451" y="5714"/>
                  <a:pt x="23442" y="4706"/>
                  <a:pt x="22182" y="470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 name="Process 3">
            <a:extLst>
              <a:ext uri="{FF2B5EF4-FFF2-40B4-BE49-F238E27FC236}">
                <a16:creationId xmlns:a16="http://schemas.microsoft.com/office/drawing/2014/main" id="{B55244D7-E265-A14E-A999-96B2E9A22C0C}"/>
              </a:ext>
            </a:extLst>
          </p:cNvPr>
          <p:cNvSpPr/>
          <p:nvPr/>
        </p:nvSpPr>
        <p:spPr>
          <a:xfrm>
            <a:off x="-119306" y="3965306"/>
            <a:ext cx="827519" cy="669950"/>
          </a:xfrm>
          <a:prstGeom prst="flowChartProcess">
            <a:avLst/>
          </a:prstGeom>
          <a:solidFill>
            <a:schemeClr val="accent6">
              <a:lumMod val="60000"/>
              <a:lumOff val="40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en-US" sz="1050" b="1" dirty="0">
                <a:solidFill>
                  <a:schemeClr val="dk1"/>
                </a:solidFill>
                <a:latin typeface="Syncopate"/>
                <a:ea typeface="Syncopate"/>
                <a:cs typeface="Syncopate"/>
                <a:sym typeface="Syncopate"/>
              </a:rPr>
              <a:t>Data</a:t>
            </a:r>
          </a:p>
        </p:txBody>
      </p:sp>
      <p:cxnSp>
        <p:nvCxnSpPr>
          <p:cNvPr id="13" name="Straight Arrow Connector 12">
            <a:extLst>
              <a:ext uri="{FF2B5EF4-FFF2-40B4-BE49-F238E27FC236}">
                <a16:creationId xmlns:a16="http://schemas.microsoft.com/office/drawing/2014/main" id="{8DDA6016-BEC9-1DB7-ACED-11B95C1D2F5D}"/>
              </a:ext>
            </a:extLst>
          </p:cNvPr>
          <p:cNvCxnSpPr>
            <a:cxnSpLocks/>
            <a:stCxn id="4" idx="3"/>
            <a:endCxn id="20" idx="1"/>
          </p:cNvCxnSpPr>
          <p:nvPr/>
        </p:nvCxnSpPr>
        <p:spPr>
          <a:xfrm>
            <a:off x="708213" y="4300281"/>
            <a:ext cx="294053" cy="6456"/>
          </a:xfrm>
          <a:prstGeom prst="straightConnector1">
            <a:avLst/>
          </a:prstGeom>
          <a:ln>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817551F4-7455-9679-989E-6DC8C83E1D33}"/>
              </a:ext>
            </a:extLst>
          </p:cNvPr>
          <p:cNvCxnSpPr>
            <a:cxnSpLocks/>
            <a:stCxn id="20" idx="3"/>
          </p:cNvCxnSpPr>
          <p:nvPr/>
        </p:nvCxnSpPr>
        <p:spPr>
          <a:xfrm flipV="1">
            <a:off x="2124336" y="4289977"/>
            <a:ext cx="962020" cy="16760"/>
          </a:xfrm>
          <a:prstGeom prst="straightConnector1">
            <a:avLst/>
          </a:prstGeom>
          <a:ln>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2E948090-65F3-B688-6EE5-4580C76752F7}"/>
              </a:ext>
            </a:extLst>
          </p:cNvPr>
          <p:cNvCxnSpPr>
            <a:cxnSpLocks/>
            <a:stCxn id="21" idx="3"/>
            <a:endCxn id="22" idx="1"/>
          </p:cNvCxnSpPr>
          <p:nvPr/>
        </p:nvCxnSpPr>
        <p:spPr>
          <a:xfrm>
            <a:off x="3502725" y="4306737"/>
            <a:ext cx="416369" cy="0"/>
          </a:xfrm>
          <a:prstGeom prst="straightConnector1">
            <a:avLst/>
          </a:prstGeom>
          <a:ln>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FA817BC9-9F9C-7CF5-BFFC-291657383A90}"/>
              </a:ext>
            </a:extLst>
          </p:cNvPr>
          <p:cNvCxnSpPr>
            <a:cxnSpLocks/>
            <a:stCxn id="22" idx="3"/>
            <a:endCxn id="23" idx="1"/>
          </p:cNvCxnSpPr>
          <p:nvPr/>
        </p:nvCxnSpPr>
        <p:spPr>
          <a:xfrm flipV="1">
            <a:off x="5025316" y="4300281"/>
            <a:ext cx="416357" cy="6456"/>
          </a:xfrm>
          <a:prstGeom prst="straightConnector1">
            <a:avLst/>
          </a:prstGeom>
          <a:ln>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9D65E7E7-3979-8032-1E3D-EB8E37D37B8B}"/>
              </a:ext>
            </a:extLst>
          </p:cNvPr>
          <p:cNvCxnSpPr>
            <a:cxnSpLocks/>
            <a:stCxn id="23" idx="3"/>
            <a:endCxn id="24" idx="1"/>
          </p:cNvCxnSpPr>
          <p:nvPr/>
        </p:nvCxnSpPr>
        <p:spPr>
          <a:xfrm>
            <a:off x="6532600" y="4300281"/>
            <a:ext cx="309742" cy="0"/>
          </a:xfrm>
          <a:prstGeom prst="straightConnector1">
            <a:avLst/>
          </a:prstGeom>
          <a:ln>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0" name="Process 19">
            <a:extLst>
              <a:ext uri="{FF2B5EF4-FFF2-40B4-BE49-F238E27FC236}">
                <a16:creationId xmlns:a16="http://schemas.microsoft.com/office/drawing/2014/main" id="{40134493-D03C-8B37-FD09-B5D9F4639A99}"/>
              </a:ext>
            </a:extLst>
          </p:cNvPr>
          <p:cNvSpPr/>
          <p:nvPr/>
        </p:nvSpPr>
        <p:spPr>
          <a:xfrm>
            <a:off x="1002266" y="3971762"/>
            <a:ext cx="1122070" cy="669950"/>
          </a:xfrm>
          <a:prstGeom prst="flowChartProcess">
            <a:avLst/>
          </a:prstGeom>
          <a:solidFill>
            <a:schemeClr val="accent6">
              <a:lumMod val="60000"/>
              <a:lumOff val="40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en-US" sz="1000" b="1" dirty="0">
                <a:solidFill>
                  <a:schemeClr val="dk1"/>
                </a:solidFill>
                <a:latin typeface="Syncopate"/>
                <a:ea typeface="Syncopate"/>
                <a:cs typeface="Syncopate"/>
                <a:sym typeface="Syncopate"/>
              </a:rPr>
              <a:t>Cleaning</a:t>
            </a:r>
          </a:p>
        </p:txBody>
      </p:sp>
      <p:sp>
        <p:nvSpPr>
          <p:cNvPr id="21" name="Process 20">
            <a:extLst>
              <a:ext uri="{FF2B5EF4-FFF2-40B4-BE49-F238E27FC236}">
                <a16:creationId xmlns:a16="http://schemas.microsoft.com/office/drawing/2014/main" id="{7987BA94-B9F7-F975-371C-A8B62F9B0F9A}"/>
              </a:ext>
            </a:extLst>
          </p:cNvPr>
          <p:cNvSpPr/>
          <p:nvPr/>
        </p:nvSpPr>
        <p:spPr>
          <a:xfrm>
            <a:off x="2396504" y="3971762"/>
            <a:ext cx="1106221" cy="669950"/>
          </a:xfrm>
          <a:prstGeom prst="flowChartProcess">
            <a:avLst/>
          </a:prstGeom>
          <a:solidFill>
            <a:schemeClr val="accent6">
              <a:lumMod val="60000"/>
              <a:lumOff val="40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en-US" sz="1000" b="1" dirty="0">
                <a:solidFill>
                  <a:schemeClr val="dk1"/>
                </a:solidFill>
                <a:latin typeface="Syncopate"/>
                <a:ea typeface="Syncopate"/>
                <a:cs typeface="Syncopate"/>
                <a:sym typeface="Syncopate"/>
              </a:rPr>
              <a:t>Features</a:t>
            </a:r>
            <a:endParaRPr lang="en-US" sz="1050" b="1" dirty="0">
              <a:solidFill>
                <a:schemeClr val="dk1"/>
              </a:solidFill>
              <a:latin typeface="Syncopate"/>
              <a:ea typeface="Syncopate"/>
              <a:cs typeface="Syncopate"/>
              <a:sym typeface="Syncopate"/>
            </a:endParaRPr>
          </a:p>
        </p:txBody>
      </p:sp>
      <p:sp>
        <p:nvSpPr>
          <p:cNvPr id="22" name="Process 21">
            <a:extLst>
              <a:ext uri="{FF2B5EF4-FFF2-40B4-BE49-F238E27FC236}">
                <a16:creationId xmlns:a16="http://schemas.microsoft.com/office/drawing/2014/main" id="{D1A61D4F-5EF0-50BC-9447-E646750BD90B}"/>
              </a:ext>
            </a:extLst>
          </p:cNvPr>
          <p:cNvSpPr/>
          <p:nvPr/>
        </p:nvSpPr>
        <p:spPr>
          <a:xfrm>
            <a:off x="3919094" y="3971762"/>
            <a:ext cx="1106222" cy="669950"/>
          </a:xfrm>
          <a:prstGeom prst="flowChartProcess">
            <a:avLst/>
          </a:prstGeom>
          <a:solidFill>
            <a:schemeClr val="accent6">
              <a:lumMod val="60000"/>
              <a:lumOff val="40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en-US" sz="1050" b="1" dirty="0">
                <a:solidFill>
                  <a:schemeClr val="dk1"/>
                </a:solidFill>
                <a:latin typeface="Syncopate"/>
                <a:ea typeface="Syncopate"/>
                <a:cs typeface="Syncopate"/>
                <a:sym typeface="Syncopate"/>
              </a:rPr>
              <a:t>Models</a:t>
            </a:r>
          </a:p>
        </p:txBody>
      </p:sp>
      <p:sp>
        <p:nvSpPr>
          <p:cNvPr id="23" name="Process 22">
            <a:extLst>
              <a:ext uri="{FF2B5EF4-FFF2-40B4-BE49-F238E27FC236}">
                <a16:creationId xmlns:a16="http://schemas.microsoft.com/office/drawing/2014/main" id="{753F1217-DCFA-B2BA-DB0F-3AD0A445A27B}"/>
              </a:ext>
            </a:extLst>
          </p:cNvPr>
          <p:cNvSpPr/>
          <p:nvPr/>
        </p:nvSpPr>
        <p:spPr>
          <a:xfrm>
            <a:off x="5441673" y="3965306"/>
            <a:ext cx="1090927" cy="669950"/>
          </a:xfrm>
          <a:prstGeom prst="flowChartProcess">
            <a:avLst/>
          </a:prstGeom>
          <a:solidFill>
            <a:schemeClr val="accent6">
              <a:lumMod val="60000"/>
              <a:lumOff val="40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en-US" sz="900" b="1" dirty="0">
                <a:solidFill>
                  <a:schemeClr val="dk1"/>
                </a:solidFill>
                <a:latin typeface="Syncopate"/>
                <a:ea typeface="Syncopate"/>
                <a:cs typeface="Syncopate"/>
                <a:sym typeface="Syncopate"/>
              </a:rPr>
              <a:t>Scenarios</a:t>
            </a:r>
          </a:p>
        </p:txBody>
      </p:sp>
      <p:sp>
        <p:nvSpPr>
          <p:cNvPr id="24" name="Process 23">
            <a:extLst>
              <a:ext uri="{FF2B5EF4-FFF2-40B4-BE49-F238E27FC236}">
                <a16:creationId xmlns:a16="http://schemas.microsoft.com/office/drawing/2014/main" id="{DF1106A4-20F9-FD8C-576A-C6179FB091E3}"/>
              </a:ext>
            </a:extLst>
          </p:cNvPr>
          <p:cNvSpPr/>
          <p:nvPr/>
        </p:nvSpPr>
        <p:spPr>
          <a:xfrm>
            <a:off x="6842342" y="3965306"/>
            <a:ext cx="1122071" cy="669950"/>
          </a:xfrm>
          <a:prstGeom prst="flowChartProcess">
            <a:avLst/>
          </a:prstGeom>
          <a:solidFill>
            <a:schemeClr val="accent6">
              <a:lumMod val="60000"/>
              <a:lumOff val="40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en-US" sz="1050" b="1" dirty="0">
                <a:solidFill>
                  <a:schemeClr val="dk1"/>
                </a:solidFill>
                <a:latin typeface="Syncopate"/>
                <a:ea typeface="Syncopate"/>
                <a:cs typeface="Syncopate"/>
                <a:sym typeface="Syncopate"/>
              </a:rPr>
              <a:t>Battery storage</a:t>
            </a:r>
          </a:p>
        </p:txBody>
      </p:sp>
      <p:sp>
        <p:nvSpPr>
          <p:cNvPr id="48" name="Process 47">
            <a:extLst>
              <a:ext uri="{FF2B5EF4-FFF2-40B4-BE49-F238E27FC236}">
                <a16:creationId xmlns:a16="http://schemas.microsoft.com/office/drawing/2014/main" id="{9F6B8BAE-4085-740B-F5CB-6E593298A6CD}"/>
              </a:ext>
            </a:extLst>
          </p:cNvPr>
          <p:cNvSpPr/>
          <p:nvPr/>
        </p:nvSpPr>
        <p:spPr>
          <a:xfrm>
            <a:off x="8269788" y="3971762"/>
            <a:ext cx="1090927" cy="669950"/>
          </a:xfrm>
          <a:prstGeom prst="flowChartProcess">
            <a:avLst/>
          </a:prstGeom>
          <a:solidFill>
            <a:schemeClr val="accent6">
              <a:lumMod val="60000"/>
              <a:lumOff val="40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en-US" sz="1000" b="1" dirty="0">
                <a:solidFill>
                  <a:schemeClr val="dk1"/>
                </a:solidFill>
                <a:latin typeface="Syncopate"/>
                <a:ea typeface="Syncopate"/>
                <a:cs typeface="Syncopate"/>
                <a:sym typeface="Syncopate"/>
              </a:rPr>
              <a:t>Dash board</a:t>
            </a:r>
          </a:p>
        </p:txBody>
      </p:sp>
      <p:cxnSp>
        <p:nvCxnSpPr>
          <p:cNvPr id="51" name="Straight Arrow Connector 50">
            <a:extLst>
              <a:ext uri="{FF2B5EF4-FFF2-40B4-BE49-F238E27FC236}">
                <a16:creationId xmlns:a16="http://schemas.microsoft.com/office/drawing/2014/main" id="{D9CC86E9-E863-DC60-B2B7-92D22BA1587B}"/>
              </a:ext>
            </a:extLst>
          </p:cNvPr>
          <p:cNvCxnSpPr>
            <a:cxnSpLocks/>
            <a:stCxn id="24" idx="3"/>
            <a:endCxn id="48" idx="1"/>
          </p:cNvCxnSpPr>
          <p:nvPr/>
        </p:nvCxnSpPr>
        <p:spPr>
          <a:xfrm>
            <a:off x="7964413" y="4300281"/>
            <a:ext cx="305375" cy="6456"/>
          </a:xfrm>
          <a:prstGeom prst="straightConnector1">
            <a:avLst/>
          </a:prstGeom>
          <a:ln>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95"/>
        <p:cNvGrpSpPr/>
        <p:nvPr/>
      </p:nvGrpSpPr>
      <p:grpSpPr>
        <a:xfrm>
          <a:off x="0" y="0"/>
          <a:ext cx="0" cy="0"/>
          <a:chOff x="0" y="0"/>
          <a:chExt cx="0" cy="0"/>
        </a:xfrm>
      </p:grpSpPr>
      <p:sp>
        <p:nvSpPr>
          <p:cNvPr id="1796" name="Google Shape;1796;p4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Feature Engineering</a:t>
            </a:r>
            <a:endParaRPr dirty="0"/>
          </a:p>
        </p:txBody>
      </p:sp>
      <p:sp>
        <p:nvSpPr>
          <p:cNvPr id="1797" name="Google Shape;1797;p41"/>
          <p:cNvSpPr txBox="1">
            <a:spLocks noGrp="1"/>
          </p:cNvSpPr>
          <p:nvPr>
            <p:ph type="subTitle" idx="3"/>
          </p:nvPr>
        </p:nvSpPr>
        <p:spPr>
          <a:xfrm>
            <a:off x="719950" y="2634093"/>
            <a:ext cx="2305500" cy="1714352"/>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Solar irradiance, wind speed, temperature</a:t>
            </a:r>
          </a:p>
          <a:p>
            <a:pPr marL="0" lvl="0" indent="0" algn="l" rtl="0">
              <a:spcBef>
                <a:spcPts val="0"/>
              </a:spcBef>
              <a:spcAft>
                <a:spcPts val="0"/>
              </a:spcAft>
              <a:buNone/>
            </a:pPr>
            <a:endParaRPr lang="en" sz="1600" dirty="0"/>
          </a:p>
          <a:p>
            <a:pPr marL="0" lvl="0" indent="0" algn="l" rtl="0">
              <a:spcBef>
                <a:spcPts val="0"/>
              </a:spcBef>
              <a:spcAft>
                <a:spcPts val="0"/>
              </a:spcAft>
              <a:buNone/>
            </a:pPr>
            <a:r>
              <a:rPr lang="en-US" sz="1600" dirty="0"/>
              <a:t>These</a:t>
            </a:r>
            <a:r>
              <a:rPr lang="en" sz="1600" dirty="0"/>
              <a:t> explain changes in solar output, wind output and demand.</a:t>
            </a:r>
            <a:endParaRPr sz="1600" dirty="0"/>
          </a:p>
        </p:txBody>
      </p:sp>
      <p:sp>
        <p:nvSpPr>
          <p:cNvPr id="1799" name="Google Shape;1799;p41"/>
          <p:cNvSpPr txBox="1">
            <a:spLocks noGrp="1"/>
          </p:cNvSpPr>
          <p:nvPr>
            <p:ph type="subTitle" idx="2"/>
          </p:nvPr>
        </p:nvSpPr>
        <p:spPr>
          <a:xfrm>
            <a:off x="720000" y="1342309"/>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accent6"/>
              </a:buClr>
            </a:pPr>
            <a:r>
              <a:rPr lang="en-US" sz="1800" dirty="0"/>
              <a:t>These features helped the models understand weather effects, time patterns and recent shortfall </a:t>
            </a:r>
            <a:r>
              <a:rPr lang="en-US" sz="1800" dirty="0" err="1"/>
              <a:t>behaviour</a:t>
            </a:r>
            <a:r>
              <a:rPr lang="en-US" sz="1800" dirty="0"/>
              <a:t>.</a:t>
            </a:r>
            <a:endParaRPr sz="1800" dirty="0"/>
          </a:p>
        </p:txBody>
      </p:sp>
      <p:sp>
        <p:nvSpPr>
          <p:cNvPr id="1800" name="Google Shape;1800;p41"/>
          <p:cNvSpPr txBox="1">
            <a:spLocks noGrp="1"/>
          </p:cNvSpPr>
          <p:nvPr>
            <p:ph type="subTitle" idx="4"/>
          </p:nvPr>
        </p:nvSpPr>
        <p:spPr>
          <a:xfrm>
            <a:off x="3419247" y="2634092"/>
            <a:ext cx="2305500" cy="171435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Hour, day of the week, month, day of year.</a:t>
            </a:r>
          </a:p>
          <a:p>
            <a:pPr marL="0" lvl="0" indent="0" algn="l" rtl="0">
              <a:spcBef>
                <a:spcPts val="0"/>
              </a:spcBef>
              <a:spcAft>
                <a:spcPts val="0"/>
              </a:spcAft>
              <a:buNone/>
            </a:pPr>
            <a:endParaRPr lang="en" dirty="0"/>
          </a:p>
          <a:p>
            <a:pPr marL="0" lvl="0" indent="0" algn="l" rtl="0">
              <a:spcBef>
                <a:spcPts val="0"/>
              </a:spcBef>
              <a:spcAft>
                <a:spcPts val="0"/>
              </a:spcAft>
              <a:buNone/>
            </a:pPr>
            <a:r>
              <a:rPr lang="en" sz="1600" dirty="0"/>
              <a:t>These capture daily routines and seasonal energy cycles.</a:t>
            </a:r>
            <a:endParaRPr sz="1600" dirty="0"/>
          </a:p>
        </p:txBody>
      </p:sp>
      <p:sp>
        <p:nvSpPr>
          <p:cNvPr id="1802" name="Google Shape;1802;p41"/>
          <p:cNvSpPr txBox="1">
            <a:spLocks noGrp="1"/>
          </p:cNvSpPr>
          <p:nvPr>
            <p:ph type="subTitle" idx="6"/>
          </p:nvPr>
        </p:nvSpPr>
        <p:spPr>
          <a:xfrm>
            <a:off x="6118500" y="2634092"/>
            <a:ext cx="2305500" cy="17143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Previous 1 hour, 24 hours and 168 hours shortfall.</a:t>
            </a:r>
          </a:p>
          <a:p>
            <a:pPr marL="0" lvl="0" indent="0" algn="l" rtl="0">
              <a:spcBef>
                <a:spcPts val="0"/>
              </a:spcBef>
              <a:spcAft>
                <a:spcPts val="0"/>
              </a:spcAft>
              <a:buNone/>
            </a:pPr>
            <a:endParaRPr lang="en" dirty="0"/>
          </a:p>
          <a:p>
            <a:pPr marL="0" lvl="0" indent="0" algn="l" rtl="0">
              <a:spcBef>
                <a:spcPts val="0"/>
              </a:spcBef>
              <a:spcAft>
                <a:spcPts val="0"/>
              </a:spcAft>
              <a:buNone/>
            </a:pPr>
            <a:r>
              <a:rPr lang="en-US" sz="1600" dirty="0"/>
              <a:t>These tell the model what happened recently, last hour, 24 hours and last week.</a:t>
            </a:r>
            <a:endParaRPr sz="1600" dirty="0"/>
          </a:p>
        </p:txBody>
      </p:sp>
      <p:sp>
        <p:nvSpPr>
          <p:cNvPr id="1812" name="Google Shape;1812;p41"/>
          <p:cNvSpPr txBox="1">
            <a:spLocks noGrp="1"/>
          </p:cNvSpPr>
          <p:nvPr>
            <p:ph type="subTitle" idx="19"/>
          </p:nvPr>
        </p:nvSpPr>
        <p:spPr>
          <a:xfrm>
            <a:off x="719950" y="2239593"/>
            <a:ext cx="2305500" cy="394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Weather features</a:t>
            </a:r>
            <a:endParaRPr dirty="0"/>
          </a:p>
        </p:txBody>
      </p:sp>
      <p:sp>
        <p:nvSpPr>
          <p:cNvPr id="1813" name="Google Shape;1813;p41"/>
          <p:cNvSpPr txBox="1">
            <a:spLocks noGrp="1"/>
          </p:cNvSpPr>
          <p:nvPr>
            <p:ph type="subTitle" idx="20"/>
          </p:nvPr>
        </p:nvSpPr>
        <p:spPr>
          <a:xfrm>
            <a:off x="3419247" y="2239593"/>
            <a:ext cx="2305500" cy="394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Time features</a:t>
            </a:r>
            <a:endParaRPr dirty="0"/>
          </a:p>
        </p:txBody>
      </p:sp>
      <p:sp>
        <p:nvSpPr>
          <p:cNvPr id="1814" name="Google Shape;1814;p41"/>
          <p:cNvSpPr txBox="1">
            <a:spLocks noGrp="1"/>
          </p:cNvSpPr>
          <p:nvPr>
            <p:ph type="subTitle" idx="21"/>
          </p:nvPr>
        </p:nvSpPr>
        <p:spPr>
          <a:xfrm>
            <a:off x="6118500" y="2177250"/>
            <a:ext cx="2305500" cy="394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Lag  features</a:t>
            </a:r>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556"/>
        <p:cNvGrpSpPr/>
        <p:nvPr/>
      </p:nvGrpSpPr>
      <p:grpSpPr>
        <a:xfrm>
          <a:off x="0" y="0"/>
          <a:ext cx="0" cy="0"/>
          <a:chOff x="0" y="0"/>
          <a:chExt cx="0" cy="0"/>
        </a:xfrm>
      </p:grpSpPr>
      <p:sp>
        <p:nvSpPr>
          <p:cNvPr id="2557" name="Google Shape;2557;p5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Models compared</a:t>
            </a:r>
            <a:endParaRPr dirty="0"/>
          </a:p>
        </p:txBody>
      </p:sp>
      <p:sp>
        <p:nvSpPr>
          <p:cNvPr id="2558" name="Google Shape;2558;p50"/>
          <p:cNvSpPr txBox="1">
            <a:spLocks noGrp="1"/>
          </p:cNvSpPr>
          <p:nvPr>
            <p:ph type="subTitle" idx="1"/>
          </p:nvPr>
        </p:nvSpPr>
        <p:spPr>
          <a:xfrm>
            <a:off x="1303939" y="2097080"/>
            <a:ext cx="29595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1600" dirty="0"/>
              <a:t>Uses weather, time and recent history</a:t>
            </a:r>
            <a:endParaRPr sz="1600" dirty="0"/>
          </a:p>
        </p:txBody>
      </p:sp>
      <p:sp>
        <p:nvSpPr>
          <p:cNvPr id="2559" name="Google Shape;2559;p50"/>
          <p:cNvSpPr txBox="1">
            <a:spLocks noGrp="1"/>
          </p:cNvSpPr>
          <p:nvPr>
            <p:ph type="subTitle" idx="2"/>
          </p:nvPr>
        </p:nvSpPr>
        <p:spPr>
          <a:xfrm>
            <a:off x="4880640" y="2102377"/>
            <a:ext cx="2959500" cy="665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1600" dirty="0"/>
              <a:t>Tests how well weather and time features work alone</a:t>
            </a:r>
            <a:endParaRPr sz="1600" dirty="0"/>
          </a:p>
        </p:txBody>
      </p:sp>
      <p:sp>
        <p:nvSpPr>
          <p:cNvPr id="2560" name="Google Shape;2560;p50"/>
          <p:cNvSpPr txBox="1">
            <a:spLocks noGrp="1"/>
          </p:cNvSpPr>
          <p:nvPr>
            <p:ph type="subTitle" idx="3"/>
          </p:nvPr>
        </p:nvSpPr>
        <p:spPr>
          <a:xfrm>
            <a:off x="1303939" y="3494927"/>
            <a:ext cx="2959500" cy="665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1600" dirty="0"/>
              <a:t>Captures trend and seasonality in the time series</a:t>
            </a:r>
            <a:endParaRPr sz="1600" dirty="0"/>
          </a:p>
        </p:txBody>
      </p:sp>
      <p:sp>
        <p:nvSpPr>
          <p:cNvPr id="2561" name="Google Shape;2561;p50"/>
          <p:cNvSpPr txBox="1">
            <a:spLocks noGrp="1"/>
          </p:cNvSpPr>
          <p:nvPr>
            <p:ph type="subTitle" idx="4"/>
          </p:nvPr>
        </p:nvSpPr>
        <p:spPr>
          <a:xfrm>
            <a:off x="4880640" y="3519729"/>
            <a:ext cx="2959500" cy="665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1600" dirty="0"/>
              <a:t>Adds neural network learning and autoregressive history.</a:t>
            </a:r>
            <a:endParaRPr sz="1600" dirty="0"/>
          </a:p>
        </p:txBody>
      </p:sp>
      <p:sp>
        <p:nvSpPr>
          <p:cNvPr id="2562" name="Google Shape;2562;p50"/>
          <p:cNvSpPr txBox="1">
            <a:spLocks noGrp="1"/>
          </p:cNvSpPr>
          <p:nvPr>
            <p:ph type="subTitle" idx="5"/>
          </p:nvPr>
        </p:nvSpPr>
        <p:spPr>
          <a:xfrm>
            <a:off x="1258496" y="1792415"/>
            <a:ext cx="2959500" cy="377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Random forest with lag</a:t>
            </a:r>
            <a:endParaRPr dirty="0"/>
          </a:p>
        </p:txBody>
      </p:sp>
      <p:sp>
        <p:nvSpPr>
          <p:cNvPr id="2563" name="Google Shape;2563;p50"/>
          <p:cNvSpPr txBox="1">
            <a:spLocks noGrp="1"/>
          </p:cNvSpPr>
          <p:nvPr>
            <p:ph type="subTitle" idx="6"/>
          </p:nvPr>
        </p:nvSpPr>
        <p:spPr>
          <a:xfrm>
            <a:off x="1303939" y="3117827"/>
            <a:ext cx="2959500" cy="377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Prophet</a:t>
            </a:r>
            <a:endParaRPr dirty="0"/>
          </a:p>
        </p:txBody>
      </p:sp>
      <p:sp>
        <p:nvSpPr>
          <p:cNvPr id="2564" name="Google Shape;2564;p50"/>
          <p:cNvSpPr txBox="1">
            <a:spLocks noGrp="1"/>
          </p:cNvSpPr>
          <p:nvPr>
            <p:ph type="subTitle" idx="7"/>
          </p:nvPr>
        </p:nvSpPr>
        <p:spPr>
          <a:xfrm>
            <a:off x="4774024" y="1778652"/>
            <a:ext cx="2959500" cy="377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Random forest without lag</a:t>
            </a:r>
            <a:endParaRPr dirty="0"/>
          </a:p>
        </p:txBody>
      </p:sp>
      <p:sp>
        <p:nvSpPr>
          <p:cNvPr id="2565" name="Google Shape;2565;p50"/>
          <p:cNvSpPr txBox="1">
            <a:spLocks noGrp="1"/>
          </p:cNvSpPr>
          <p:nvPr>
            <p:ph type="subTitle" idx="8"/>
          </p:nvPr>
        </p:nvSpPr>
        <p:spPr>
          <a:xfrm>
            <a:off x="4880640" y="3117827"/>
            <a:ext cx="2959500" cy="377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err="1"/>
              <a:t>Neuralprophet</a:t>
            </a:r>
            <a:endParaRP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042"/>
        <p:cNvGrpSpPr/>
        <p:nvPr/>
      </p:nvGrpSpPr>
      <p:grpSpPr>
        <a:xfrm>
          <a:off x="0" y="0"/>
          <a:ext cx="0" cy="0"/>
          <a:chOff x="0" y="0"/>
          <a:chExt cx="0" cy="0"/>
        </a:xfrm>
      </p:grpSpPr>
      <p:sp>
        <p:nvSpPr>
          <p:cNvPr id="2044" name="Google Shape;2044;p45"/>
          <p:cNvSpPr txBox="1">
            <a:spLocks noGrp="1"/>
          </p:cNvSpPr>
          <p:nvPr>
            <p:ph type="title"/>
          </p:nvPr>
        </p:nvSpPr>
        <p:spPr>
          <a:xfrm>
            <a:off x="720000" y="445025"/>
            <a:ext cx="77109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Model results</a:t>
            </a:r>
            <a:endParaRPr dirty="0"/>
          </a:p>
        </p:txBody>
      </p:sp>
      <p:grpSp>
        <p:nvGrpSpPr>
          <p:cNvPr id="2045" name="Google Shape;2045;p45"/>
          <p:cNvGrpSpPr/>
          <p:nvPr/>
        </p:nvGrpSpPr>
        <p:grpSpPr>
          <a:xfrm>
            <a:off x="5934625" y="2545592"/>
            <a:ext cx="2984135" cy="2147847"/>
            <a:chOff x="5253750" y="2501150"/>
            <a:chExt cx="1851775" cy="1332825"/>
          </a:xfrm>
        </p:grpSpPr>
        <p:sp>
          <p:nvSpPr>
            <p:cNvPr id="2046" name="Google Shape;2046;p45"/>
            <p:cNvSpPr/>
            <p:nvPr/>
          </p:nvSpPr>
          <p:spPr>
            <a:xfrm>
              <a:off x="6476650" y="2669800"/>
              <a:ext cx="299225" cy="96850"/>
            </a:xfrm>
            <a:custGeom>
              <a:avLst/>
              <a:gdLst/>
              <a:ahLst/>
              <a:cxnLst/>
              <a:rect l="l" t="t" r="r" b="b"/>
              <a:pathLst>
                <a:path w="11969" h="3874" extrusionOk="0">
                  <a:moveTo>
                    <a:pt x="5963" y="0"/>
                  </a:moveTo>
                  <a:cubicBezTo>
                    <a:pt x="3308" y="0"/>
                    <a:pt x="1045" y="1567"/>
                    <a:pt x="1" y="3874"/>
                  </a:cubicBezTo>
                  <a:lnTo>
                    <a:pt x="11969" y="3874"/>
                  </a:lnTo>
                  <a:cubicBezTo>
                    <a:pt x="10924" y="1567"/>
                    <a:pt x="8661" y="0"/>
                    <a:pt x="5963" y="0"/>
                  </a:cubicBezTo>
                  <a:close/>
                </a:path>
              </a:pathLst>
            </a:custGeom>
            <a:solidFill>
              <a:srgbClr val="D9B8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47" name="Google Shape;2047;p45"/>
            <p:cNvSpPr/>
            <p:nvPr/>
          </p:nvSpPr>
          <p:spPr>
            <a:xfrm>
              <a:off x="6644200" y="2670875"/>
              <a:ext cx="130600" cy="95775"/>
            </a:xfrm>
            <a:custGeom>
              <a:avLst/>
              <a:gdLst/>
              <a:ahLst/>
              <a:cxnLst/>
              <a:rect l="l" t="t" r="r" b="b"/>
              <a:pathLst>
                <a:path w="5224" h="3831" extrusionOk="0">
                  <a:moveTo>
                    <a:pt x="1" y="1"/>
                  </a:moveTo>
                  <a:lnTo>
                    <a:pt x="1" y="1"/>
                  </a:lnTo>
                  <a:cubicBezTo>
                    <a:pt x="871" y="567"/>
                    <a:pt x="1567" y="1959"/>
                    <a:pt x="1959" y="3831"/>
                  </a:cubicBezTo>
                  <a:lnTo>
                    <a:pt x="5223" y="3831"/>
                  </a:lnTo>
                  <a:cubicBezTo>
                    <a:pt x="4266" y="1742"/>
                    <a:pt x="2307" y="262"/>
                    <a:pt x="1" y="1"/>
                  </a:cubicBezTo>
                  <a:close/>
                </a:path>
              </a:pathLst>
            </a:custGeom>
            <a:solidFill>
              <a:srgbClr val="C293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48" name="Google Shape;2048;p45"/>
            <p:cNvSpPr/>
            <p:nvPr/>
          </p:nvSpPr>
          <p:spPr>
            <a:xfrm>
              <a:off x="6695350" y="2781850"/>
              <a:ext cx="93575" cy="1004250"/>
            </a:xfrm>
            <a:custGeom>
              <a:avLst/>
              <a:gdLst/>
              <a:ahLst/>
              <a:cxnLst/>
              <a:rect l="l" t="t" r="r" b="b"/>
              <a:pathLst>
                <a:path w="3743" h="40170" extrusionOk="0">
                  <a:moveTo>
                    <a:pt x="0" y="1"/>
                  </a:moveTo>
                  <a:lnTo>
                    <a:pt x="0" y="40169"/>
                  </a:lnTo>
                  <a:lnTo>
                    <a:pt x="3743" y="40169"/>
                  </a:lnTo>
                  <a:lnTo>
                    <a:pt x="3743" y="1"/>
                  </a:lnTo>
                  <a:close/>
                </a:path>
              </a:pathLst>
            </a:custGeom>
            <a:solidFill>
              <a:srgbClr val="C293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49" name="Google Shape;2049;p45"/>
            <p:cNvSpPr/>
            <p:nvPr/>
          </p:nvSpPr>
          <p:spPr>
            <a:xfrm>
              <a:off x="6462500" y="2781850"/>
              <a:ext cx="232875" cy="1004250"/>
            </a:xfrm>
            <a:custGeom>
              <a:avLst/>
              <a:gdLst/>
              <a:ahLst/>
              <a:cxnLst/>
              <a:rect l="l" t="t" r="r" b="b"/>
              <a:pathLst>
                <a:path w="9315" h="40170" extrusionOk="0">
                  <a:moveTo>
                    <a:pt x="1" y="1"/>
                  </a:moveTo>
                  <a:lnTo>
                    <a:pt x="1" y="40169"/>
                  </a:lnTo>
                  <a:lnTo>
                    <a:pt x="9314" y="40169"/>
                  </a:lnTo>
                  <a:lnTo>
                    <a:pt x="9314" y="1"/>
                  </a:lnTo>
                  <a:close/>
                </a:path>
              </a:pathLst>
            </a:custGeom>
            <a:solidFill>
              <a:srgbClr val="D9B8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50" name="Google Shape;2050;p45"/>
            <p:cNvSpPr/>
            <p:nvPr/>
          </p:nvSpPr>
          <p:spPr>
            <a:xfrm>
              <a:off x="6695350" y="2759000"/>
              <a:ext cx="102275" cy="30500"/>
            </a:xfrm>
            <a:custGeom>
              <a:avLst/>
              <a:gdLst/>
              <a:ahLst/>
              <a:cxnLst/>
              <a:rect l="l" t="t" r="r" b="b"/>
              <a:pathLst>
                <a:path w="4091" h="1220" extrusionOk="0">
                  <a:moveTo>
                    <a:pt x="0" y="1"/>
                  </a:moveTo>
                  <a:lnTo>
                    <a:pt x="0" y="1220"/>
                  </a:lnTo>
                  <a:lnTo>
                    <a:pt x="4091" y="1220"/>
                  </a:lnTo>
                  <a:lnTo>
                    <a:pt x="4091" y="1"/>
                  </a:lnTo>
                  <a:close/>
                </a:path>
              </a:pathLst>
            </a:custGeom>
            <a:solidFill>
              <a:srgbClr val="C2DA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51" name="Google Shape;2051;p45"/>
            <p:cNvSpPr/>
            <p:nvPr/>
          </p:nvSpPr>
          <p:spPr>
            <a:xfrm>
              <a:off x="6450550" y="2759000"/>
              <a:ext cx="245900" cy="30500"/>
            </a:xfrm>
            <a:custGeom>
              <a:avLst/>
              <a:gdLst/>
              <a:ahLst/>
              <a:cxnLst/>
              <a:rect l="l" t="t" r="r" b="b"/>
              <a:pathLst>
                <a:path w="9836" h="1220" extrusionOk="0">
                  <a:moveTo>
                    <a:pt x="0" y="1"/>
                  </a:moveTo>
                  <a:lnTo>
                    <a:pt x="0" y="1220"/>
                  </a:lnTo>
                  <a:lnTo>
                    <a:pt x="9836" y="1220"/>
                  </a:lnTo>
                  <a:lnTo>
                    <a:pt x="9836" y="1"/>
                  </a:lnTo>
                  <a:close/>
                </a:path>
              </a:pathLst>
            </a:custGeom>
            <a:solidFill>
              <a:srgbClr val="F4F8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52" name="Google Shape;2052;p45"/>
            <p:cNvSpPr/>
            <p:nvPr/>
          </p:nvSpPr>
          <p:spPr>
            <a:xfrm>
              <a:off x="6710575" y="2804700"/>
              <a:ext cx="71825" cy="468950"/>
            </a:xfrm>
            <a:custGeom>
              <a:avLst/>
              <a:gdLst/>
              <a:ahLst/>
              <a:cxnLst/>
              <a:rect l="l" t="t" r="r" b="b"/>
              <a:pathLst>
                <a:path w="2873" h="18758" extrusionOk="0">
                  <a:moveTo>
                    <a:pt x="827" y="1"/>
                  </a:moveTo>
                  <a:lnTo>
                    <a:pt x="827" y="1655"/>
                  </a:lnTo>
                  <a:lnTo>
                    <a:pt x="1262" y="1655"/>
                  </a:lnTo>
                  <a:lnTo>
                    <a:pt x="1262" y="1"/>
                  </a:lnTo>
                  <a:close/>
                  <a:moveTo>
                    <a:pt x="1611" y="1"/>
                  </a:moveTo>
                  <a:lnTo>
                    <a:pt x="1611" y="1655"/>
                  </a:lnTo>
                  <a:lnTo>
                    <a:pt x="2046" y="1655"/>
                  </a:lnTo>
                  <a:lnTo>
                    <a:pt x="2046" y="1"/>
                  </a:lnTo>
                  <a:close/>
                  <a:moveTo>
                    <a:pt x="2437" y="1"/>
                  </a:moveTo>
                  <a:lnTo>
                    <a:pt x="2437" y="1655"/>
                  </a:lnTo>
                  <a:lnTo>
                    <a:pt x="2873" y="1655"/>
                  </a:lnTo>
                  <a:lnTo>
                    <a:pt x="2873" y="1"/>
                  </a:lnTo>
                  <a:close/>
                  <a:moveTo>
                    <a:pt x="0" y="44"/>
                  </a:moveTo>
                  <a:lnTo>
                    <a:pt x="0" y="1742"/>
                  </a:lnTo>
                  <a:lnTo>
                    <a:pt x="436" y="1742"/>
                  </a:lnTo>
                  <a:lnTo>
                    <a:pt x="436" y="44"/>
                  </a:lnTo>
                  <a:close/>
                  <a:moveTo>
                    <a:pt x="0" y="2438"/>
                  </a:moveTo>
                  <a:lnTo>
                    <a:pt x="0" y="4135"/>
                  </a:lnTo>
                  <a:lnTo>
                    <a:pt x="436" y="4135"/>
                  </a:lnTo>
                  <a:lnTo>
                    <a:pt x="436" y="2438"/>
                  </a:lnTo>
                  <a:close/>
                  <a:moveTo>
                    <a:pt x="827" y="2438"/>
                  </a:moveTo>
                  <a:lnTo>
                    <a:pt x="827" y="4135"/>
                  </a:lnTo>
                  <a:lnTo>
                    <a:pt x="1262" y="4135"/>
                  </a:lnTo>
                  <a:lnTo>
                    <a:pt x="1262" y="2438"/>
                  </a:lnTo>
                  <a:close/>
                  <a:moveTo>
                    <a:pt x="1611" y="2438"/>
                  </a:moveTo>
                  <a:lnTo>
                    <a:pt x="1611" y="4135"/>
                  </a:lnTo>
                  <a:lnTo>
                    <a:pt x="2046" y="4135"/>
                  </a:lnTo>
                  <a:lnTo>
                    <a:pt x="2046" y="2438"/>
                  </a:lnTo>
                  <a:close/>
                  <a:moveTo>
                    <a:pt x="2437" y="2438"/>
                  </a:moveTo>
                  <a:lnTo>
                    <a:pt x="2437" y="4135"/>
                  </a:lnTo>
                  <a:lnTo>
                    <a:pt x="2873" y="4135"/>
                  </a:lnTo>
                  <a:lnTo>
                    <a:pt x="2873" y="2438"/>
                  </a:lnTo>
                  <a:close/>
                  <a:moveTo>
                    <a:pt x="0" y="4875"/>
                  </a:moveTo>
                  <a:lnTo>
                    <a:pt x="0" y="6572"/>
                  </a:lnTo>
                  <a:lnTo>
                    <a:pt x="436" y="6572"/>
                  </a:lnTo>
                  <a:lnTo>
                    <a:pt x="436" y="4875"/>
                  </a:lnTo>
                  <a:close/>
                  <a:moveTo>
                    <a:pt x="827" y="4875"/>
                  </a:moveTo>
                  <a:lnTo>
                    <a:pt x="827" y="6572"/>
                  </a:lnTo>
                  <a:lnTo>
                    <a:pt x="1262" y="6572"/>
                  </a:lnTo>
                  <a:lnTo>
                    <a:pt x="1262" y="4875"/>
                  </a:lnTo>
                  <a:close/>
                  <a:moveTo>
                    <a:pt x="1611" y="4875"/>
                  </a:moveTo>
                  <a:lnTo>
                    <a:pt x="1611" y="6572"/>
                  </a:lnTo>
                  <a:lnTo>
                    <a:pt x="2046" y="6572"/>
                  </a:lnTo>
                  <a:lnTo>
                    <a:pt x="2046" y="4875"/>
                  </a:lnTo>
                  <a:close/>
                  <a:moveTo>
                    <a:pt x="2437" y="4875"/>
                  </a:moveTo>
                  <a:lnTo>
                    <a:pt x="2437" y="6572"/>
                  </a:lnTo>
                  <a:lnTo>
                    <a:pt x="2873" y="6572"/>
                  </a:lnTo>
                  <a:lnTo>
                    <a:pt x="2873" y="4875"/>
                  </a:lnTo>
                  <a:close/>
                  <a:moveTo>
                    <a:pt x="0" y="7312"/>
                  </a:moveTo>
                  <a:lnTo>
                    <a:pt x="0" y="9009"/>
                  </a:lnTo>
                  <a:lnTo>
                    <a:pt x="436" y="9009"/>
                  </a:lnTo>
                  <a:lnTo>
                    <a:pt x="436" y="7312"/>
                  </a:lnTo>
                  <a:close/>
                  <a:moveTo>
                    <a:pt x="827" y="7312"/>
                  </a:moveTo>
                  <a:lnTo>
                    <a:pt x="827" y="9009"/>
                  </a:lnTo>
                  <a:lnTo>
                    <a:pt x="1262" y="9009"/>
                  </a:lnTo>
                  <a:lnTo>
                    <a:pt x="1262" y="7312"/>
                  </a:lnTo>
                  <a:close/>
                  <a:moveTo>
                    <a:pt x="1611" y="7312"/>
                  </a:moveTo>
                  <a:lnTo>
                    <a:pt x="1611" y="9009"/>
                  </a:lnTo>
                  <a:lnTo>
                    <a:pt x="2046" y="9009"/>
                  </a:lnTo>
                  <a:lnTo>
                    <a:pt x="2046" y="7312"/>
                  </a:lnTo>
                  <a:close/>
                  <a:moveTo>
                    <a:pt x="2437" y="7312"/>
                  </a:moveTo>
                  <a:lnTo>
                    <a:pt x="2437" y="9009"/>
                  </a:lnTo>
                  <a:lnTo>
                    <a:pt x="2873" y="9009"/>
                  </a:lnTo>
                  <a:lnTo>
                    <a:pt x="2873" y="7312"/>
                  </a:lnTo>
                  <a:close/>
                  <a:moveTo>
                    <a:pt x="0" y="9706"/>
                  </a:moveTo>
                  <a:lnTo>
                    <a:pt x="0" y="11403"/>
                  </a:lnTo>
                  <a:lnTo>
                    <a:pt x="436" y="11403"/>
                  </a:lnTo>
                  <a:lnTo>
                    <a:pt x="436" y="9706"/>
                  </a:lnTo>
                  <a:close/>
                  <a:moveTo>
                    <a:pt x="827" y="9706"/>
                  </a:moveTo>
                  <a:lnTo>
                    <a:pt x="827" y="11403"/>
                  </a:lnTo>
                  <a:lnTo>
                    <a:pt x="1262" y="11403"/>
                  </a:lnTo>
                  <a:lnTo>
                    <a:pt x="1262" y="9706"/>
                  </a:lnTo>
                  <a:close/>
                  <a:moveTo>
                    <a:pt x="1611" y="9706"/>
                  </a:moveTo>
                  <a:lnTo>
                    <a:pt x="1611" y="11403"/>
                  </a:lnTo>
                  <a:lnTo>
                    <a:pt x="2046" y="11403"/>
                  </a:lnTo>
                  <a:lnTo>
                    <a:pt x="2046" y="9706"/>
                  </a:lnTo>
                  <a:close/>
                  <a:moveTo>
                    <a:pt x="2437" y="9706"/>
                  </a:moveTo>
                  <a:lnTo>
                    <a:pt x="2437" y="11403"/>
                  </a:lnTo>
                  <a:lnTo>
                    <a:pt x="2873" y="11403"/>
                  </a:lnTo>
                  <a:lnTo>
                    <a:pt x="2873" y="9706"/>
                  </a:lnTo>
                  <a:close/>
                  <a:moveTo>
                    <a:pt x="0" y="12186"/>
                  </a:moveTo>
                  <a:lnTo>
                    <a:pt x="0" y="13840"/>
                  </a:lnTo>
                  <a:lnTo>
                    <a:pt x="436" y="13840"/>
                  </a:lnTo>
                  <a:lnTo>
                    <a:pt x="436" y="12186"/>
                  </a:lnTo>
                  <a:close/>
                  <a:moveTo>
                    <a:pt x="827" y="12186"/>
                  </a:moveTo>
                  <a:lnTo>
                    <a:pt x="827" y="13840"/>
                  </a:lnTo>
                  <a:lnTo>
                    <a:pt x="1262" y="13840"/>
                  </a:lnTo>
                  <a:lnTo>
                    <a:pt x="1262" y="12186"/>
                  </a:lnTo>
                  <a:close/>
                  <a:moveTo>
                    <a:pt x="1611" y="12186"/>
                  </a:moveTo>
                  <a:lnTo>
                    <a:pt x="1611" y="13840"/>
                  </a:lnTo>
                  <a:lnTo>
                    <a:pt x="2046" y="13840"/>
                  </a:lnTo>
                  <a:lnTo>
                    <a:pt x="2046" y="12186"/>
                  </a:lnTo>
                  <a:close/>
                  <a:moveTo>
                    <a:pt x="2437" y="12186"/>
                  </a:moveTo>
                  <a:lnTo>
                    <a:pt x="2437" y="13840"/>
                  </a:lnTo>
                  <a:lnTo>
                    <a:pt x="2873" y="13840"/>
                  </a:lnTo>
                  <a:lnTo>
                    <a:pt x="2873" y="12186"/>
                  </a:lnTo>
                  <a:close/>
                  <a:moveTo>
                    <a:pt x="0" y="14623"/>
                  </a:moveTo>
                  <a:lnTo>
                    <a:pt x="0" y="16321"/>
                  </a:lnTo>
                  <a:lnTo>
                    <a:pt x="436" y="16321"/>
                  </a:lnTo>
                  <a:lnTo>
                    <a:pt x="436" y="14623"/>
                  </a:lnTo>
                  <a:close/>
                  <a:moveTo>
                    <a:pt x="827" y="14623"/>
                  </a:moveTo>
                  <a:lnTo>
                    <a:pt x="827" y="16321"/>
                  </a:lnTo>
                  <a:lnTo>
                    <a:pt x="1262" y="16321"/>
                  </a:lnTo>
                  <a:lnTo>
                    <a:pt x="1262" y="14623"/>
                  </a:lnTo>
                  <a:close/>
                  <a:moveTo>
                    <a:pt x="1611" y="14623"/>
                  </a:moveTo>
                  <a:lnTo>
                    <a:pt x="1611" y="16321"/>
                  </a:lnTo>
                  <a:lnTo>
                    <a:pt x="2046" y="16321"/>
                  </a:lnTo>
                  <a:lnTo>
                    <a:pt x="2046" y="14623"/>
                  </a:lnTo>
                  <a:close/>
                  <a:moveTo>
                    <a:pt x="2437" y="14623"/>
                  </a:moveTo>
                  <a:lnTo>
                    <a:pt x="2437" y="16321"/>
                  </a:lnTo>
                  <a:lnTo>
                    <a:pt x="2873" y="16321"/>
                  </a:lnTo>
                  <a:lnTo>
                    <a:pt x="2873" y="14623"/>
                  </a:lnTo>
                  <a:close/>
                  <a:moveTo>
                    <a:pt x="0" y="17060"/>
                  </a:moveTo>
                  <a:lnTo>
                    <a:pt x="0" y="18758"/>
                  </a:lnTo>
                  <a:lnTo>
                    <a:pt x="436" y="18758"/>
                  </a:lnTo>
                  <a:lnTo>
                    <a:pt x="436" y="17060"/>
                  </a:lnTo>
                  <a:close/>
                  <a:moveTo>
                    <a:pt x="827" y="17060"/>
                  </a:moveTo>
                  <a:lnTo>
                    <a:pt x="827" y="18758"/>
                  </a:lnTo>
                  <a:lnTo>
                    <a:pt x="1262" y="18758"/>
                  </a:lnTo>
                  <a:lnTo>
                    <a:pt x="1262" y="17060"/>
                  </a:lnTo>
                  <a:close/>
                  <a:moveTo>
                    <a:pt x="1611" y="17060"/>
                  </a:moveTo>
                  <a:lnTo>
                    <a:pt x="1611" y="18758"/>
                  </a:lnTo>
                  <a:lnTo>
                    <a:pt x="2046" y="18758"/>
                  </a:lnTo>
                  <a:lnTo>
                    <a:pt x="2046" y="17060"/>
                  </a:lnTo>
                  <a:close/>
                  <a:moveTo>
                    <a:pt x="2437" y="17060"/>
                  </a:moveTo>
                  <a:lnTo>
                    <a:pt x="2437" y="18758"/>
                  </a:lnTo>
                  <a:lnTo>
                    <a:pt x="2873" y="18758"/>
                  </a:lnTo>
                  <a:lnTo>
                    <a:pt x="2873" y="17060"/>
                  </a:lnTo>
                  <a:close/>
                </a:path>
              </a:pathLst>
            </a:custGeom>
            <a:solidFill>
              <a:srgbClr val="0087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53" name="Google Shape;2053;p45"/>
            <p:cNvSpPr/>
            <p:nvPr/>
          </p:nvSpPr>
          <p:spPr>
            <a:xfrm>
              <a:off x="6476650" y="2804700"/>
              <a:ext cx="195875" cy="957450"/>
            </a:xfrm>
            <a:custGeom>
              <a:avLst/>
              <a:gdLst/>
              <a:ahLst/>
              <a:cxnLst/>
              <a:rect l="l" t="t" r="r" b="b"/>
              <a:pathLst>
                <a:path w="7835" h="38298" extrusionOk="0">
                  <a:moveTo>
                    <a:pt x="2612" y="1742"/>
                  </a:moveTo>
                  <a:lnTo>
                    <a:pt x="1698" y="1742"/>
                  </a:lnTo>
                  <a:lnTo>
                    <a:pt x="1698" y="44"/>
                  </a:lnTo>
                  <a:lnTo>
                    <a:pt x="2612" y="44"/>
                  </a:lnTo>
                  <a:close/>
                  <a:moveTo>
                    <a:pt x="4353" y="1"/>
                  </a:moveTo>
                  <a:lnTo>
                    <a:pt x="3439" y="1"/>
                  </a:lnTo>
                  <a:lnTo>
                    <a:pt x="3439" y="1655"/>
                  </a:lnTo>
                  <a:lnTo>
                    <a:pt x="4353" y="1655"/>
                  </a:lnTo>
                  <a:close/>
                  <a:moveTo>
                    <a:pt x="6093" y="1"/>
                  </a:moveTo>
                  <a:lnTo>
                    <a:pt x="5180" y="1"/>
                  </a:lnTo>
                  <a:lnTo>
                    <a:pt x="5180" y="1655"/>
                  </a:lnTo>
                  <a:lnTo>
                    <a:pt x="6093" y="1655"/>
                  </a:lnTo>
                  <a:close/>
                  <a:moveTo>
                    <a:pt x="7834" y="1"/>
                  </a:moveTo>
                  <a:lnTo>
                    <a:pt x="6920" y="1"/>
                  </a:lnTo>
                  <a:lnTo>
                    <a:pt x="6920" y="1655"/>
                  </a:lnTo>
                  <a:lnTo>
                    <a:pt x="7834" y="1655"/>
                  </a:lnTo>
                  <a:close/>
                  <a:moveTo>
                    <a:pt x="2612" y="2438"/>
                  </a:moveTo>
                  <a:lnTo>
                    <a:pt x="1698" y="2438"/>
                  </a:lnTo>
                  <a:lnTo>
                    <a:pt x="1698" y="4135"/>
                  </a:lnTo>
                  <a:lnTo>
                    <a:pt x="2612" y="4135"/>
                  </a:lnTo>
                  <a:close/>
                  <a:moveTo>
                    <a:pt x="4353" y="2438"/>
                  </a:moveTo>
                  <a:lnTo>
                    <a:pt x="3439" y="2438"/>
                  </a:lnTo>
                  <a:lnTo>
                    <a:pt x="3439" y="4135"/>
                  </a:lnTo>
                  <a:lnTo>
                    <a:pt x="4353" y="4135"/>
                  </a:lnTo>
                  <a:close/>
                  <a:moveTo>
                    <a:pt x="6093" y="2438"/>
                  </a:moveTo>
                  <a:lnTo>
                    <a:pt x="5180" y="2438"/>
                  </a:lnTo>
                  <a:lnTo>
                    <a:pt x="5180" y="4135"/>
                  </a:lnTo>
                  <a:lnTo>
                    <a:pt x="6093" y="4135"/>
                  </a:lnTo>
                  <a:close/>
                  <a:moveTo>
                    <a:pt x="7834" y="2438"/>
                  </a:moveTo>
                  <a:lnTo>
                    <a:pt x="6920" y="2438"/>
                  </a:lnTo>
                  <a:lnTo>
                    <a:pt x="6920" y="4135"/>
                  </a:lnTo>
                  <a:lnTo>
                    <a:pt x="7834" y="4135"/>
                  </a:lnTo>
                  <a:close/>
                  <a:moveTo>
                    <a:pt x="2612" y="4875"/>
                  </a:moveTo>
                  <a:lnTo>
                    <a:pt x="1698" y="4875"/>
                  </a:lnTo>
                  <a:lnTo>
                    <a:pt x="1698" y="6572"/>
                  </a:lnTo>
                  <a:lnTo>
                    <a:pt x="2612" y="6572"/>
                  </a:lnTo>
                  <a:close/>
                  <a:moveTo>
                    <a:pt x="4353" y="4875"/>
                  </a:moveTo>
                  <a:lnTo>
                    <a:pt x="3439" y="4875"/>
                  </a:lnTo>
                  <a:lnTo>
                    <a:pt x="3439" y="6572"/>
                  </a:lnTo>
                  <a:lnTo>
                    <a:pt x="4353" y="6572"/>
                  </a:lnTo>
                  <a:close/>
                  <a:moveTo>
                    <a:pt x="6093" y="4875"/>
                  </a:moveTo>
                  <a:lnTo>
                    <a:pt x="5180" y="4875"/>
                  </a:lnTo>
                  <a:lnTo>
                    <a:pt x="5180" y="6572"/>
                  </a:lnTo>
                  <a:lnTo>
                    <a:pt x="6093" y="6572"/>
                  </a:lnTo>
                  <a:close/>
                  <a:moveTo>
                    <a:pt x="7834" y="4875"/>
                  </a:moveTo>
                  <a:lnTo>
                    <a:pt x="6920" y="4875"/>
                  </a:lnTo>
                  <a:lnTo>
                    <a:pt x="6920" y="6572"/>
                  </a:lnTo>
                  <a:lnTo>
                    <a:pt x="7834" y="6572"/>
                  </a:lnTo>
                  <a:close/>
                  <a:moveTo>
                    <a:pt x="2612" y="7312"/>
                  </a:moveTo>
                  <a:lnTo>
                    <a:pt x="1698" y="7312"/>
                  </a:lnTo>
                  <a:lnTo>
                    <a:pt x="1698" y="9009"/>
                  </a:lnTo>
                  <a:lnTo>
                    <a:pt x="2612" y="9009"/>
                  </a:lnTo>
                  <a:close/>
                  <a:moveTo>
                    <a:pt x="4353" y="7312"/>
                  </a:moveTo>
                  <a:lnTo>
                    <a:pt x="3439" y="7312"/>
                  </a:lnTo>
                  <a:lnTo>
                    <a:pt x="3439" y="9009"/>
                  </a:lnTo>
                  <a:lnTo>
                    <a:pt x="4353" y="9009"/>
                  </a:lnTo>
                  <a:close/>
                  <a:moveTo>
                    <a:pt x="6093" y="7312"/>
                  </a:moveTo>
                  <a:lnTo>
                    <a:pt x="5180" y="7312"/>
                  </a:lnTo>
                  <a:lnTo>
                    <a:pt x="5180" y="9009"/>
                  </a:lnTo>
                  <a:lnTo>
                    <a:pt x="6093" y="9009"/>
                  </a:lnTo>
                  <a:close/>
                  <a:moveTo>
                    <a:pt x="7834" y="7312"/>
                  </a:moveTo>
                  <a:lnTo>
                    <a:pt x="6920" y="7312"/>
                  </a:lnTo>
                  <a:lnTo>
                    <a:pt x="6920" y="9009"/>
                  </a:lnTo>
                  <a:lnTo>
                    <a:pt x="7834" y="9009"/>
                  </a:lnTo>
                  <a:close/>
                  <a:moveTo>
                    <a:pt x="2612" y="9706"/>
                  </a:moveTo>
                  <a:lnTo>
                    <a:pt x="1698" y="9706"/>
                  </a:lnTo>
                  <a:lnTo>
                    <a:pt x="1698" y="11403"/>
                  </a:lnTo>
                  <a:lnTo>
                    <a:pt x="2612" y="11403"/>
                  </a:lnTo>
                  <a:close/>
                  <a:moveTo>
                    <a:pt x="4353" y="9706"/>
                  </a:moveTo>
                  <a:lnTo>
                    <a:pt x="3439" y="9706"/>
                  </a:lnTo>
                  <a:lnTo>
                    <a:pt x="3439" y="11403"/>
                  </a:lnTo>
                  <a:lnTo>
                    <a:pt x="4353" y="11403"/>
                  </a:lnTo>
                  <a:close/>
                  <a:moveTo>
                    <a:pt x="6093" y="9706"/>
                  </a:moveTo>
                  <a:lnTo>
                    <a:pt x="5180" y="9706"/>
                  </a:lnTo>
                  <a:lnTo>
                    <a:pt x="5180" y="11403"/>
                  </a:lnTo>
                  <a:lnTo>
                    <a:pt x="6093" y="11403"/>
                  </a:lnTo>
                  <a:close/>
                  <a:moveTo>
                    <a:pt x="7834" y="9706"/>
                  </a:moveTo>
                  <a:lnTo>
                    <a:pt x="6920" y="9706"/>
                  </a:lnTo>
                  <a:lnTo>
                    <a:pt x="6920" y="11403"/>
                  </a:lnTo>
                  <a:lnTo>
                    <a:pt x="7834" y="11403"/>
                  </a:lnTo>
                  <a:close/>
                  <a:moveTo>
                    <a:pt x="2612" y="12186"/>
                  </a:moveTo>
                  <a:lnTo>
                    <a:pt x="1698" y="12186"/>
                  </a:lnTo>
                  <a:lnTo>
                    <a:pt x="1698" y="13840"/>
                  </a:lnTo>
                  <a:lnTo>
                    <a:pt x="2612" y="13840"/>
                  </a:lnTo>
                  <a:close/>
                  <a:moveTo>
                    <a:pt x="4353" y="12186"/>
                  </a:moveTo>
                  <a:lnTo>
                    <a:pt x="3439" y="12186"/>
                  </a:lnTo>
                  <a:lnTo>
                    <a:pt x="3439" y="13840"/>
                  </a:lnTo>
                  <a:lnTo>
                    <a:pt x="4353" y="13840"/>
                  </a:lnTo>
                  <a:close/>
                  <a:moveTo>
                    <a:pt x="6093" y="12186"/>
                  </a:moveTo>
                  <a:lnTo>
                    <a:pt x="5180" y="12186"/>
                  </a:lnTo>
                  <a:lnTo>
                    <a:pt x="5180" y="13840"/>
                  </a:lnTo>
                  <a:lnTo>
                    <a:pt x="6093" y="13840"/>
                  </a:lnTo>
                  <a:close/>
                  <a:moveTo>
                    <a:pt x="7834" y="12186"/>
                  </a:moveTo>
                  <a:lnTo>
                    <a:pt x="6920" y="12186"/>
                  </a:lnTo>
                  <a:lnTo>
                    <a:pt x="6920" y="13840"/>
                  </a:lnTo>
                  <a:lnTo>
                    <a:pt x="7834" y="13840"/>
                  </a:lnTo>
                  <a:close/>
                  <a:moveTo>
                    <a:pt x="2612" y="14623"/>
                  </a:moveTo>
                  <a:lnTo>
                    <a:pt x="1698" y="14623"/>
                  </a:lnTo>
                  <a:lnTo>
                    <a:pt x="1698" y="16321"/>
                  </a:lnTo>
                  <a:lnTo>
                    <a:pt x="2612" y="16321"/>
                  </a:lnTo>
                  <a:close/>
                  <a:moveTo>
                    <a:pt x="4353" y="14623"/>
                  </a:moveTo>
                  <a:lnTo>
                    <a:pt x="3439" y="14623"/>
                  </a:lnTo>
                  <a:lnTo>
                    <a:pt x="3439" y="16321"/>
                  </a:lnTo>
                  <a:lnTo>
                    <a:pt x="4353" y="16321"/>
                  </a:lnTo>
                  <a:close/>
                  <a:moveTo>
                    <a:pt x="6093" y="14623"/>
                  </a:moveTo>
                  <a:lnTo>
                    <a:pt x="5180" y="14623"/>
                  </a:lnTo>
                  <a:lnTo>
                    <a:pt x="5180" y="16321"/>
                  </a:lnTo>
                  <a:lnTo>
                    <a:pt x="6093" y="16321"/>
                  </a:lnTo>
                  <a:close/>
                  <a:moveTo>
                    <a:pt x="7834" y="14623"/>
                  </a:moveTo>
                  <a:lnTo>
                    <a:pt x="6920" y="14623"/>
                  </a:lnTo>
                  <a:lnTo>
                    <a:pt x="6920" y="16321"/>
                  </a:lnTo>
                  <a:lnTo>
                    <a:pt x="7834" y="16321"/>
                  </a:lnTo>
                  <a:close/>
                  <a:moveTo>
                    <a:pt x="2612" y="17060"/>
                  </a:moveTo>
                  <a:lnTo>
                    <a:pt x="1698" y="17060"/>
                  </a:lnTo>
                  <a:lnTo>
                    <a:pt x="1698" y="18758"/>
                  </a:lnTo>
                  <a:lnTo>
                    <a:pt x="2612" y="18758"/>
                  </a:lnTo>
                  <a:close/>
                  <a:moveTo>
                    <a:pt x="4353" y="17060"/>
                  </a:moveTo>
                  <a:lnTo>
                    <a:pt x="3439" y="17060"/>
                  </a:lnTo>
                  <a:lnTo>
                    <a:pt x="3439" y="18758"/>
                  </a:lnTo>
                  <a:lnTo>
                    <a:pt x="4353" y="18758"/>
                  </a:lnTo>
                  <a:close/>
                  <a:moveTo>
                    <a:pt x="6093" y="17060"/>
                  </a:moveTo>
                  <a:lnTo>
                    <a:pt x="5180" y="17060"/>
                  </a:lnTo>
                  <a:lnTo>
                    <a:pt x="5180" y="18758"/>
                  </a:lnTo>
                  <a:lnTo>
                    <a:pt x="6093" y="18758"/>
                  </a:lnTo>
                  <a:close/>
                  <a:moveTo>
                    <a:pt x="7834" y="17060"/>
                  </a:moveTo>
                  <a:lnTo>
                    <a:pt x="6920" y="17060"/>
                  </a:lnTo>
                  <a:lnTo>
                    <a:pt x="6920" y="18758"/>
                  </a:lnTo>
                  <a:lnTo>
                    <a:pt x="7834" y="18758"/>
                  </a:lnTo>
                  <a:close/>
                  <a:moveTo>
                    <a:pt x="2612" y="21238"/>
                  </a:moveTo>
                  <a:lnTo>
                    <a:pt x="1698" y="21238"/>
                  </a:lnTo>
                  <a:lnTo>
                    <a:pt x="1698" y="19585"/>
                  </a:lnTo>
                  <a:lnTo>
                    <a:pt x="2612" y="19585"/>
                  </a:lnTo>
                  <a:close/>
                  <a:moveTo>
                    <a:pt x="4353" y="19585"/>
                  </a:moveTo>
                  <a:lnTo>
                    <a:pt x="3439" y="19585"/>
                  </a:lnTo>
                  <a:lnTo>
                    <a:pt x="3439" y="21238"/>
                  </a:lnTo>
                  <a:lnTo>
                    <a:pt x="4353" y="21238"/>
                  </a:lnTo>
                  <a:close/>
                  <a:moveTo>
                    <a:pt x="6093" y="19585"/>
                  </a:moveTo>
                  <a:lnTo>
                    <a:pt x="5180" y="19585"/>
                  </a:lnTo>
                  <a:lnTo>
                    <a:pt x="5180" y="21238"/>
                  </a:lnTo>
                  <a:lnTo>
                    <a:pt x="6093" y="21238"/>
                  </a:lnTo>
                  <a:close/>
                  <a:moveTo>
                    <a:pt x="7834" y="19585"/>
                  </a:moveTo>
                  <a:lnTo>
                    <a:pt x="6920" y="19585"/>
                  </a:lnTo>
                  <a:lnTo>
                    <a:pt x="6920" y="21238"/>
                  </a:lnTo>
                  <a:lnTo>
                    <a:pt x="7834" y="21238"/>
                  </a:lnTo>
                  <a:close/>
                  <a:moveTo>
                    <a:pt x="2612" y="21978"/>
                  </a:moveTo>
                  <a:lnTo>
                    <a:pt x="1698" y="21978"/>
                  </a:lnTo>
                  <a:lnTo>
                    <a:pt x="1698" y="23632"/>
                  </a:lnTo>
                  <a:lnTo>
                    <a:pt x="2612" y="23632"/>
                  </a:lnTo>
                  <a:close/>
                  <a:moveTo>
                    <a:pt x="4353" y="21978"/>
                  </a:moveTo>
                  <a:lnTo>
                    <a:pt x="3439" y="21978"/>
                  </a:lnTo>
                  <a:lnTo>
                    <a:pt x="3439" y="23632"/>
                  </a:lnTo>
                  <a:lnTo>
                    <a:pt x="4353" y="23632"/>
                  </a:lnTo>
                  <a:close/>
                  <a:moveTo>
                    <a:pt x="6093" y="21978"/>
                  </a:moveTo>
                  <a:lnTo>
                    <a:pt x="5180" y="21978"/>
                  </a:lnTo>
                  <a:lnTo>
                    <a:pt x="5180" y="23632"/>
                  </a:lnTo>
                  <a:lnTo>
                    <a:pt x="6093" y="23632"/>
                  </a:lnTo>
                  <a:close/>
                  <a:moveTo>
                    <a:pt x="7834" y="21978"/>
                  </a:moveTo>
                  <a:lnTo>
                    <a:pt x="6920" y="21978"/>
                  </a:lnTo>
                  <a:lnTo>
                    <a:pt x="6920" y="23632"/>
                  </a:lnTo>
                  <a:lnTo>
                    <a:pt x="7834" y="23632"/>
                  </a:lnTo>
                  <a:close/>
                  <a:moveTo>
                    <a:pt x="2612" y="24415"/>
                  </a:moveTo>
                  <a:lnTo>
                    <a:pt x="1698" y="24415"/>
                  </a:lnTo>
                  <a:lnTo>
                    <a:pt x="1698" y="26112"/>
                  </a:lnTo>
                  <a:lnTo>
                    <a:pt x="2612" y="26112"/>
                  </a:lnTo>
                  <a:close/>
                  <a:moveTo>
                    <a:pt x="4353" y="24415"/>
                  </a:moveTo>
                  <a:lnTo>
                    <a:pt x="3439" y="24415"/>
                  </a:lnTo>
                  <a:lnTo>
                    <a:pt x="3439" y="26112"/>
                  </a:lnTo>
                  <a:lnTo>
                    <a:pt x="4353" y="26112"/>
                  </a:lnTo>
                  <a:close/>
                  <a:moveTo>
                    <a:pt x="6093" y="24415"/>
                  </a:moveTo>
                  <a:lnTo>
                    <a:pt x="5180" y="24415"/>
                  </a:lnTo>
                  <a:lnTo>
                    <a:pt x="5180" y="26112"/>
                  </a:lnTo>
                  <a:lnTo>
                    <a:pt x="6093" y="26112"/>
                  </a:lnTo>
                  <a:close/>
                  <a:moveTo>
                    <a:pt x="7834" y="24415"/>
                  </a:moveTo>
                  <a:lnTo>
                    <a:pt x="6920" y="24415"/>
                  </a:lnTo>
                  <a:lnTo>
                    <a:pt x="6920" y="26112"/>
                  </a:lnTo>
                  <a:lnTo>
                    <a:pt x="7834" y="26112"/>
                  </a:lnTo>
                  <a:close/>
                  <a:moveTo>
                    <a:pt x="2612" y="26852"/>
                  </a:moveTo>
                  <a:lnTo>
                    <a:pt x="1698" y="26852"/>
                  </a:lnTo>
                  <a:lnTo>
                    <a:pt x="1698" y="28550"/>
                  </a:lnTo>
                  <a:lnTo>
                    <a:pt x="2612" y="28550"/>
                  </a:lnTo>
                  <a:close/>
                  <a:moveTo>
                    <a:pt x="4353" y="26852"/>
                  </a:moveTo>
                  <a:lnTo>
                    <a:pt x="3439" y="26852"/>
                  </a:lnTo>
                  <a:lnTo>
                    <a:pt x="3439" y="28550"/>
                  </a:lnTo>
                  <a:lnTo>
                    <a:pt x="4353" y="28550"/>
                  </a:lnTo>
                  <a:close/>
                  <a:moveTo>
                    <a:pt x="6093" y="26852"/>
                  </a:moveTo>
                  <a:lnTo>
                    <a:pt x="5180" y="26852"/>
                  </a:lnTo>
                  <a:lnTo>
                    <a:pt x="5180" y="28550"/>
                  </a:lnTo>
                  <a:lnTo>
                    <a:pt x="6093" y="28550"/>
                  </a:lnTo>
                  <a:close/>
                  <a:moveTo>
                    <a:pt x="7834" y="26852"/>
                  </a:moveTo>
                  <a:lnTo>
                    <a:pt x="6920" y="26852"/>
                  </a:lnTo>
                  <a:lnTo>
                    <a:pt x="6920" y="28550"/>
                  </a:lnTo>
                  <a:lnTo>
                    <a:pt x="7834" y="28550"/>
                  </a:lnTo>
                  <a:close/>
                  <a:moveTo>
                    <a:pt x="2612" y="29289"/>
                  </a:moveTo>
                  <a:lnTo>
                    <a:pt x="1698" y="29289"/>
                  </a:lnTo>
                  <a:lnTo>
                    <a:pt x="1698" y="30987"/>
                  </a:lnTo>
                  <a:lnTo>
                    <a:pt x="2612" y="30987"/>
                  </a:lnTo>
                  <a:close/>
                  <a:moveTo>
                    <a:pt x="4353" y="29289"/>
                  </a:moveTo>
                  <a:lnTo>
                    <a:pt x="3439" y="29289"/>
                  </a:lnTo>
                  <a:lnTo>
                    <a:pt x="3439" y="30987"/>
                  </a:lnTo>
                  <a:lnTo>
                    <a:pt x="4353" y="30987"/>
                  </a:lnTo>
                  <a:close/>
                  <a:moveTo>
                    <a:pt x="6093" y="29289"/>
                  </a:moveTo>
                  <a:lnTo>
                    <a:pt x="5180" y="29289"/>
                  </a:lnTo>
                  <a:lnTo>
                    <a:pt x="5180" y="30987"/>
                  </a:lnTo>
                  <a:lnTo>
                    <a:pt x="6093" y="30987"/>
                  </a:lnTo>
                  <a:close/>
                  <a:moveTo>
                    <a:pt x="7834" y="29289"/>
                  </a:moveTo>
                  <a:lnTo>
                    <a:pt x="6920" y="29289"/>
                  </a:lnTo>
                  <a:lnTo>
                    <a:pt x="6920" y="30987"/>
                  </a:lnTo>
                  <a:lnTo>
                    <a:pt x="7834" y="30987"/>
                  </a:lnTo>
                  <a:close/>
                  <a:moveTo>
                    <a:pt x="2612" y="31683"/>
                  </a:moveTo>
                  <a:lnTo>
                    <a:pt x="1698" y="31683"/>
                  </a:lnTo>
                  <a:lnTo>
                    <a:pt x="1698" y="33380"/>
                  </a:lnTo>
                  <a:lnTo>
                    <a:pt x="2612" y="33380"/>
                  </a:lnTo>
                  <a:close/>
                  <a:moveTo>
                    <a:pt x="4353" y="31683"/>
                  </a:moveTo>
                  <a:lnTo>
                    <a:pt x="3439" y="31683"/>
                  </a:lnTo>
                  <a:lnTo>
                    <a:pt x="3439" y="33380"/>
                  </a:lnTo>
                  <a:lnTo>
                    <a:pt x="4353" y="33380"/>
                  </a:lnTo>
                  <a:close/>
                  <a:moveTo>
                    <a:pt x="6093" y="31683"/>
                  </a:moveTo>
                  <a:lnTo>
                    <a:pt x="5180" y="31683"/>
                  </a:lnTo>
                  <a:lnTo>
                    <a:pt x="5180" y="33380"/>
                  </a:lnTo>
                  <a:lnTo>
                    <a:pt x="6093" y="33380"/>
                  </a:lnTo>
                  <a:close/>
                  <a:moveTo>
                    <a:pt x="7834" y="31683"/>
                  </a:moveTo>
                  <a:lnTo>
                    <a:pt x="6920" y="31683"/>
                  </a:lnTo>
                  <a:lnTo>
                    <a:pt x="6920" y="33380"/>
                  </a:lnTo>
                  <a:lnTo>
                    <a:pt x="7834" y="33380"/>
                  </a:lnTo>
                  <a:close/>
                  <a:moveTo>
                    <a:pt x="2612" y="34164"/>
                  </a:moveTo>
                  <a:lnTo>
                    <a:pt x="1698" y="34164"/>
                  </a:lnTo>
                  <a:lnTo>
                    <a:pt x="1698" y="35817"/>
                  </a:lnTo>
                  <a:lnTo>
                    <a:pt x="2612" y="35817"/>
                  </a:lnTo>
                  <a:close/>
                  <a:moveTo>
                    <a:pt x="4353" y="34164"/>
                  </a:moveTo>
                  <a:lnTo>
                    <a:pt x="3439" y="34164"/>
                  </a:lnTo>
                  <a:lnTo>
                    <a:pt x="3439" y="35817"/>
                  </a:lnTo>
                  <a:lnTo>
                    <a:pt x="4353" y="35817"/>
                  </a:lnTo>
                  <a:close/>
                  <a:moveTo>
                    <a:pt x="6093" y="34164"/>
                  </a:moveTo>
                  <a:lnTo>
                    <a:pt x="5180" y="34164"/>
                  </a:lnTo>
                  <a:lnTo>
                    <a:pt x="5180" y="35817"/>
                  </a:lnTo>
                  <a:lnTo>
                    <a:pt x="6093" y="35817"/>
                  </a:lnTo>
                  <a:close/>
                  <a:moveTo>
                    <a:pt x="7834" y="34164"/>
                  </a:moveTo>
                  <a:lnTo>
                    <a:pt x="6920" y="34164"/>
                  </a:lnTo>
                  <a:lnTo>
                    <a:pt x="6920" y="35817"/>
                  </a:lnTo>
                  <a:lnTo>
                    <a:pt x="7834" y="35817"/>
                  </a:lnTo>
                  <a:close/>
                  <a:moveTo>
                    <a:pt x="2612" y="36601"/>
                  </a:moveTo>
                  <a:lnTo>
                    <a:pt x="1698" y="36601"/>
                  </a:lnTo>
                  <a:lnTo>
                    <a:pt x="1698" y="38298"/>
                  </a:lnTo>
                  <a:lnTo>
                    <a:pt x="2612" y="38298"/>
                  </a:lnTo>
                  <a:close/>
                  <a:moveTo>
                    <a:pt x="4353" y="36601"/>
                  </a:moveTo>
                  <a:lnTo>
                    <a:pt x="3439" y="36601"/>
                  </a:lnTo>
                  <a:lnTo>
                    <a:pt x="3439" y="38298"/>
                  </a:lnTo>
                  <a:lnTo>
                    <a:pt x="4353" y="38298"/>
                  </a:lnTo>
                  <a:close/>
                  <a:moveTo>
                    <a:pt x="6093" y="36601"/>
                  </a:moveTo>
                  <a:lnTo>
                    <a:pt x="5180" y="36601"/>
                  </a:lnTo>
                  <a:lnTo>
                    <a:pt x="5180" y="38298"/>
                  </a:lnTo>
                  <a:lnTo>
                    <a:pt x="6093" y="38298"/>
                  </a:lnTo>
                  <a:close/>
                  <a:moveTo>
                    <a:pt x="7834" y="36601"/>
                  </a:moveTo>
                  <a:lnTo>
                    <a:pt x="6920" y="36601"/>
                  </a:lnTo>
                  <a:lnTo>
                    <a:pt x="6920" y="38298"/>
                  </a:lnTo>
                  <a:lnTo>
                    <a:pt x="7834" y="38298"/>
                  </a:lnTo>
                  <a:close/>
                  <a:moveTo>
                    <a:pt x="1" y="18758"/>
                  </a:moveTo>
                  <a:lnTo>
                    <a:pt x="915" y="18758"/>
                  </a:lnTo>
                  <a:lnTo>
                    <a:pt x="915" y="17060"/>
                  </a:lnTo>
                  <a:lnTo>
                    <a:pt x="1" y="17060"/>
                  </a:lnTo>
                  <a:close/>
                  <a:moveTo>
                    <a:pt x="1" y="13840"/>
                  </a:moveTo>
                  <a:lnTo>
                    <a:pt x="915" y="13840"/>
                  </a:lnTo>
                  <a:lnTo>
                    <a:pt x="915" y="12186"/>
                  </a:lnTo>
                  <a:lnTo>
                    <a:pt x="1" y="12186"/>
                  </a:lnTo>
                  <a:close/>
                  <a:moveTo>
                    <a:pt x="1" y="16321"/>
                  </a:moveTo>
                  <a:lnTo>
                    <a:pt x="915" y="16321"/>
                  </a:lnTo>
                  <a:lnTo>
                    <a:pt x="915" y="14623"/>
                  </a:lnTo>
                  <a:lnTo>
                    <a:pt x="1" y="14623"/>
                  </a:lnTo>
                  <a:close/>
                  <a:moveTo>
                    <a:pt x="1" y="11446"/>
                  </a:moveTo>
                  <a:lnTo>
                    <a:pt x="915" y="11446"/>
                  </a:lnTo>
                  <a:lnTo>
                    <a:pt x="915" y="9793"/>
                  </a:lnTo>
                  <a:lnTo>
                    <a:pt x="1" y="9793"/>
                  </a:lnTo>
                  <a:close/>
                  <a:moveTo>
                    <a:pt x="1" y="4135"/>
                  </a:moveTo>
                  <a:lnTo>
                    <a:pt x="915" y="4135"/>
                  </a:lnTo>
                  <a:lnTo>
                    <a:pt x="915" y="2438"/>
                  </a:lnTo>
                  <a:lnTo>
                    <a:pt x="1" y="2438"/>
                  </a:lnTo>
                  <a:close/>
                  <a:moveTo>
                    <a:pt x="1" y="9009"/>
                  </a:moveTo>
                  <a:lnTo>
                    <a:pt x="915" y="9009"/>
                  </a:lnTo>
                  <a:lnTo>
                    <a:pt x="915" y="7312"/>
                  </a:lnTo>
                  <a:lnTo>
                    <a:pt x="1" y="7312"/>
                  </a:lnTo>
                  <a:close/>
                  <a:moveTo>
                    <a:pt x="1" y="6572"/>
                  </a:moveTo>
                  <a:lnTo>
                    <a:pt x="915" y="6572"/>
                  </a:lnTo>
                  <a:lnTo>
                    <a:pt x="915" y="4875"/>
                  </a:lnTo>
                  <a:lnTo>
                    <a:pt x="1" y="4875"/>
                  </a:lnTo>
                  <a:close/>
                  <a:moveTo>
                    <a:pt x="1" y="35817"/>
                  </a:moveTo>
                  <a:lnTo>
                    <a:pt x="915" y="35817"/>
                  </a:lnTo>
                  <a:lnTo>
                    <a:pt x="915" y="34164"/>
                  </a:lnTo>
                  <a:lnTo>
                    <a:pt x="1" y="34164"/>
                  </a:lnTo>
                  <a:close/>
                  <a:moveTo>
                    <a:pt x="1" y="33424"/>
                  </a:moveTo>
                  <a:lnTo>
                    <a:pt x="915" y="33424"/>
                  </a:lnTo>
                  <a:lnTo>
                    <a:pt x="915" y="31770"/>
                  </a:lnTo>
                  <a:lnTo>
                    <a:pt x="1" y="31770"/>
                  </a:lnTo>
                  <a:close/>
                  <a:moveTo>
                    <a:pt x="1" y="1742"/>
                  </a:moveTo>
                  <a:lnTo>
                    <a:pt x="915" y="1742"/>
                  </a:lnTo>
                  <a:lnTo>
                    <a:pt x="915" y="44"/>
                  </a:lnTo>
                  <a:lnTo>
                    <a:pt x="1" y="44"/>
                  </a:lnTo>
                  <a:close/>
                  <a:moveTo>
                    <a:pt x="1" y="30987"/>
                  </a:moveTo>
                  <a:lnTo>
                    <a:pt x="915" y="30987"/>
                  </a:lnTo>
                  <a:lnTo>
                    <a:pt x="915" y="29289"/>
                  </a:lnTo>
                  <a:lnTo>
                    <a:pt x="1" y="29289"/>
                  </a:lnTo>
                  <a:close/>
                  <a:moveTo>
                    <a:pt x="1" y="21238"/>
                  </a:moveTo>
                  <a:lnTo>
                    <a:pt x="915" y="21238"/>
                  </a:lnTo>
                  <a:lnTo>
                    <a:pt x="915" y="19585"/>
                  </a:lnTo>
                  <a:lnTo>
                    <a:pt x="1" y="19585"/>
                  </a:lnTo>
                  <a:close/>
                  <a:moveTo>
                    <a:pt x="1" y="23719"/>
                  </a:moveTo>
                  <a:lnTo>
                    <a:pt x="915" y="23719"/>
                  </a:lnTo>
                  <a:lnTo>
                    <a:pt x="915" y="22022"/>
                  </a:lnTo>
                  <a:lnTo>
                    <a:pt x="1" y="22022"/>
                  </a:lnTo>
                  <a:close/>
                  <a:moveTo>
                    <a:pt x="1" y="26112"/>
                  </a:moveTo>
                  <a:lnTo>
                    <a:pt x="915" y="26112"/>
                  </a:lnTo>
                  <a:lnTo>
                    <a:pt x="915" y="24415"/>
                  </a:lnTo>
                  <a:lnTo>
                    <a:pt x="1" y="24415"/>
                  </a:lnTo>
                  <a:close/>
                  <a:moveTo>
                    <a:pt x="1" y="28550"/>
                  </a:moveTo>
                  <a:lnTo>
                    <a:pt x="915" y="28550"/>
                  </a:lnTo>
                  <a:lnTo>
                    <a:pt x="915" y="26852"/>
                  </a:lnTo>
                  <a:lnTo>
                    <a:pt x="1" y="26852"/>
                  </a:lnTo>
                  <a:close/>
                  <a:moveTo>
                    <a:pt x="1" y="38298"/>
                  </a:moveTo>
                  <a:lnTo>
                    <a:pt x="915" y="38298"/>
                  </a:lnTo>
                  <a:lnTo>
                    <a:pt x="915" y="36601"/>
                  </a:lnTo>
                  <a:lnTo>
                    <a:pt x="1" y="36601"/>
                  </a:lnTo>
                  <a:close/>
                </a:path>
              </a:pathLst>
            </a:custGeom>
            <a:solidFill>
              <a:srgbClr val="38A6D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54" name="Google Shape;2054;p45"/>
            <p:cNvSpPr/>
            <p:nvPr/>
          </p:nvSpPr>
          <p:spPr>
            <a:xfrm>
              <a:off x="6710575" y="3294300"/>
              <a:ext cx="71825" cy="467850"/>
            </a:xfrm>
            <a:custGeom>
              <a:avLst/>
              <a:gdLst/>
              <a:ahLst/>
              <a:cxnLst/>
              <a:rect l="l" t="t" r="r" b="b"/>
              <a:pathLst>
                <a:path w="2873" h="18714" extrusionOk="0">
                  <a:moveTo>
                    <a:pt x="0" y="1"/>
                  </a:moveTo>
                  <a:lnTo>
                    <a:pt x="0" y="1654"/>
                  </a:lnTo>
                  <a:lnTo>
                    <a:pt x="436" y="1654"/>
                  </a:lnTo>
                  <a:lnTo>
                    <a:pt x="436" y="1"/>
                  </a:lnTo>
                  <a:close/>
                  <a:moveTo>
                    <a:pt x="827" y="1"/>
                  </a:moveTo>
                  <a:lnTo>
                    <a:pt x="827" y="1654"/>
                  </a:lnTo>
                  <a:lnTo>
                    <a:pt x="1262" y="1654"/>
                  </a:lnTo>
                  <a:lnTo>
                    <a:pt x="1262" y="1"/>
                  </a:lnTo>
                  <a:close/>
                  <a:moveTo>
                    <a:pt x="1611" y="1"/>
                  </a:moveTo>
                  <a:lnTo>
                    <a:pt x="1611" y="1654"/>
                  </a:lnTo>
                  <a:lnTo>
                    <a:pt x="2046" y="1654"/>
                  </a:lnTo>
                  <a:lnTo>
                    <a:pt x="2046" y="1"/>
                  </a:lnTo>
                  <a:close/>
                  <a:moveTo>
                    <a:pt x="2437" y="1"/>
                  </a:moveTo>
                  <a:lnTo>
                    <a:pt x="2437" y="1654"/>
                  </a:lnTo>
                  <a:lnTo>
                    <a:pt x="2873" y="1654"/>
                  </a:lnTo>
                  <a:lnTo>
                    <a:pt x="2873" y="1"/>
                  </a:lnTo>
                  <a:close/>
                  <a:moveTo>
                    <a:pt x="0" y="2394"/>
                  </a:moveTo>
                  <a:lnTo>
                    <a:pt x="0" y="4048"/>
                  </a:lnTo>
                  <a:lnTo>
                    <a:pt x="436" y="4048"/>
                  </a:lnTo>
                  <a:lnTo>
                    <a:pt x="436" y="2394"/>
                  </a:lnTo>
                  <a:close/>
                  <a:moveTo>
                    <a:pt x="827" y="2394"/>
                  </a:moveTo>
                  <a:lnTo>
                    <a:pt x="827" y="4048"/>
                  </a:lnTo>
                  <a:lnTo>
                    <a:pt x="1262" y="4048"/>
                  </a:lnTo>
                  <a:lnTo>
                    <a:pt x="1262" y="2394"/>
                  </a:lnTo>
                  <a:close/>
                  <a:moveTo>
                    <a:pt x="1611" y="2394"/>
                  </a:moveTo>
                  <a:lnTo>
                    <a:pt x="1611" y="4048"/>
                  </a:lnTo>
                  <a:lnTo>
                    <a:pt x="2046" y="4048"/>
                  </a:lnTo>
                  <a:lnTo>
                    <a:pt x="2046" y="2394"/>
                  </a:lnTo>
                  <a:close/>
                  <a:moveTo>
                    <a:pt x="2437" y="2394"/>
                  </a:moveTo>
                  <a:lnTo>
                    <a:pt x="2437" y="4048"/>
                  </a:lnTo>
                  <a:lnTo>
                    <a:pt x="2873" y="4048"/>
                  </a:lnTo>
                  <a:lnTo>
                    <a:pt x="2873" y="2394"/>
                  </a:lnTo>
                  <a:close/>
                  <a:moveTo>
                    <a:pt x="0" y="4831"/>
                  </a:moveTo>
                  <a:lnTo>
                    <a:pt x="0" y="6528"/>
                  </a:lnTo>
                  <a:lnTo>
                    <a:pt x="436" y="6528"/>
                  </a:lnTo>
                  <a:lnTo>
                    <a:pt x="436" y="4831"/>
                  </a:lnTo>
                  <a:close/>
                  <a:moveTo>
                    <a:pt x="827" y="4831"/>
                  </a:moveTo>
                  <a:lnTo>
                    <a:pt x="827" y="6528"/>
                  </a:lnTo>
                  <a:lnTo>
                    <a:pt x="1262" y="6528"/>
                  </a:lnTo>
                  <a:lnTo>
                    <a:pt x="1262" y="4831"/>
                  </a:lnTo>
                  <a:close/>
                  <a:moveTo>
                    <a:pt x="1611" y="4831"/>
                  </a:moveTo>
                  <a:lnTo>
                    <a:pt x="1611" y="6528"/>
                  </a:lnTo>
                  <a:lnTo>
                    <a:pt x="2046" y="6528"/>
                  </a:lnTo>
                  <a:lnTo>
                    <a:pt x="2046" y="4831"/>
                  </a:lnTo>
                  <a:close/>
                  <a:moveTo>
                    <a:pt x="2437" y="4831"/>
                  </a:moveTo>
                  <a:lnTo>
                    <a:pt x="2437" y="6528"/>
                  </a:lnTo>
                  <a:lnTo>
                    <a:pt x="2873" y="6528"/>
                  </a:lnTo>
                  <a:lnTo>
                    <a:pt x="2873" y="4831"/>
                  </a:lnTo>
                  <a:close/>
                  <a:moveTo>
                    <a:pt x="0" y="7268"/>
                  </a:moveTo>
                  <a:lnTo>
                    <a:pt x="0" y="8966"/>
                  </a:lnTo>
                  <a:lnTo>
                    <a:pt x="436" y="8966"/>
                  </a:lnTo>
                  <a:lnTo>
                    <a:pt x="436" y="7268"/>
                  </a:lnTo>
                  <a:close/>
                  <a:moveTo>
                    <a:pt x="827" y="7268"/>
                  </a:moveTo>
                  <a:lnTo>
                    <a:pt x="827" y="8966"/>
                  </a:lnTo>
                  <a:lnTo>
                    <a:pt x="1262" y="8966"/>
                  </a:lnTo>
                  <a:lnTo>
                    <a:pt x="1262" y="7268"/>
                  </a:lnTo>
                  <a:close/>
                  <a:moveTo>
                    <a:pt x="1611" y="7268"/>
                  </a:moveTo>
                  <a:lnTo>
                    <a:pt x="1611" y="8966"/>
                  </a:lnTo>
                  <a:lnTo>
                    <a:pt x="2046" y="8966"/>
                  </a:lnTo>
                  <a:lnTo>
                    <a:pt x="2046" y="7268"/>
                  </a:lnTo>
                  <a:close/>
                  <a:moveTo>
                    <a:pt x="2437" y="7268"/>
                  </a:moveTo>
                  <a:lnTo>
                    <a:pt x="2437" y="8966"/>
                  </a:lnTo>
                  <a:lnTo>
                    <a:pt x="2873" y="8966"/>
                  </a:lnTo>
                  <a:lnTo>
                    <a:pt x="2873" y="7268"/>
                  </a:lnTo>
                  <a:close/>
                  <a:moveTo>
                    <a:pt x="0" y="9705"/>
                  </a:moveTo>
                  <a:lnTo>
                    <a:pt x="0" y="11403"/>
                  </a:lnTo>
                  <a:lnTo>
                    <a:pt x="436" y="11403"/>
                  </a:lnTo>
                  <a:lnTo>
                    <a:pt x="436" y="9705"/>
                  </a:lnTo>
                  <a:close/>
                  <a:moveTo>
                    <a:pt x="827" y="9705"/>
                  </a:moveTo>
                  <a:lnTo>
                    <a:pt x="827" y="11403"/>
                  </a:lnTo>
                  <a:lnTo>
                    <a:pt x="1262" y="11403"/>
                  </a:lnTo>
                  <a:lnTo>
                    <a:pt x="1262" y="9705"/>
                  </a:lnTo>
                  <a:close/>
                  <a:moveTo>
                    <a:pt x="1611" y="9705"/>
                  </a:moveTo>
                  <a:lnTo>
                    <a:pt x="1611" y="11403"/>
                  </a:lnTo>
                  <a:lnTo>
                    <a:pt x="2046" y="11403"/>
                  </a:lnTo>
                  <a:lnTo>
                    <a:pt x="2046" y="9705"/>
                  </a:lnTo>
                  <a:close/>
                  <a:moveTo>
                    <a:pt x="2437" y="9705"/>
                  </a:moveTo>
                  <a:lnTo>
                    <a:pt x="2437" y="11403"/>
                  </a:lnTo>
                  <a:lnTo>
                    <a:pt x="2873" y="11403"/>
                  </a:lnTo>
                  <a:lnTo>
                    <a:pt x="2873" y="9705"/>
                  </a:lnTo>
                  <a:close/>
                  <a:moveTo>
                    <a:pt x="0" y="12099"/>
                  </a:moveTo>
                  <a:lnTo>
                    <a:pt x="0" y="13796"/>
                  </a:lnTo>
                  <a:lnTo>
                    <a:pt x="436" y="13796"/>
                  </a:lnTo>
                  <a:lnTo>
                    <a:pt x="436" y="12099"/>
                  </a:lnTo>
                  <a:close/>
                  <a:moveTo>
                    <a:pt x="827" y="12099"/>
                  </a:moveTo>
                  <a:lnTo>
                    <a:pt x="827" y="13796"/>
                  </a:lnTo>
                  <a:lnTo>
                    <a:pt x="1262" y="13796"/>
                  </a:lnTo>
                  <a:lnTo>
                    <a:pt x="1262" y="12099"/>
                  </a:lnTo>
                  <a:close/>
                  <a:moveTo>
                    <a:pt x="1611" y="12099"/>
                  </a:moveTo>
                  <a:lnTo>
                    <a:pt x="1611" y="13796"/>
                  </a:lnTo>
                  <a:lnTo>
                    <a:pt x="2046" y="13796"/>
                  </a:lnTo>
                  <a:lnTo>
                    <a:pt x="2046" y="12099"/>
                  </a:lnTo>
                  <a:close/>
                  <a:moveTo>
                    <a:pt x="2437" y="12099"/>
                  </a:moveTo>
                  <a:lnTo>
                    <a:pt x="2437" y="13796"/>
                  </a:lnTo>
                  <a:lnTo>
                    <a:pt x="2873" y="13796"/>
                  </a:lnTo>
                  <a:lnTo>
                    <a:pt x="2873" y="12099"/>
                  </a:lnTo>
                  <a:close/>
                  <a:moveTo>
                    <a:pt x="0" y="14580"/>
                  </a:moveTo>
                  <a:lnTo>
                    <a:pt x="0" y="16233"/>
                  </a:lnTo>
                  <a:lnTo>
                    <a:pt x="436" y="16233"/>
                  </a:lnTo>
                  <a:lnTo>
                    <a:pt x="436" y="14580"/>
                  </a:lnTo>
                  <a:close/>
                  <a:moveTo>
                    <a:pt x="827" y="14580"/>
                  </a:moveTo>
                  <a:lnTo>
                    <a:pt x="827" y="16233"/>
                  </a:lnTo>
                  <a:lnTo>
                    <a:pt x="1262" y="16233"/>
                  </a:lnTo>
                  <a:lnTo>
                    <a:pt x="1262" y="14580"/>
                  </a:lnTo>
                  <a:close/>
                  <a:moveTo>
                    <a:pt x="1611" y="14580"/>
                  </a:moveTo>
                  <a:lnTo>
                    <a:pt x="1611" y="16233"/>
                  </a:lnTo>
                  <a:lnTo>
                    <a:pt x="2046" y="16233"/>
                  </a:lnTo>
                  <a:lnTo>
                    <a:pt x="2046" y="14580"/>
                  </a:lnTo>
                  <a:close/>
                  <a:moveTo>
                    <a:pt x="2437" y="14580"/>
                  </a:moveTo>
                  <a:lnTo>
                    <a:pt x="2437" y="16233"/>
                  </a:lnTo>
                  <a:lnTo>
                    <a:pt x="2873" y="16233"/>
                  </a:lnTo>
                  <a:lnTo>
                    <a:pt x="2873" y="14580"/>
                  </a:lnTo>
                  <a:close/>
                  <a:moveTo>
                    <a:pt x="0" y="17017"/>
                  </a:moveTo>
                  <a:lnTo>
                    <a:pt x="0" y="18714"/>
                  </a:lnTo>
                  <a:lnTo>
                    <a:pt x="436" y="18714"/>
                  </a:lnTo>
                  <a:lnTo>
                    <a:pt x="436" y="17017"/>
                  </a:lnTo>
                  <a:close/>
                  <a:moveTo>
                    <a:pt x="827" y="17017"/>
                  </a:moveTo>
                  <a:lnTo>
                    <a:pt x="827" y="18714"/>
                  </a:lnTo>
                  <a:lnTo>
                    <a:pt x="1262" y="18714"/>
                  </a:lnTo>
                  <a:lnTo>
                    <a:pt x="1262" y="17017"/>
                  </a:lnTo>
                  <a:close/>
                  <a:moveTo>
                    <a:pt x="1611" y="17017"/>
                  </a:moveTo>
                  <a:lnTo>
                    <a:pt x="1611" y="18714"/>
                  </a:lnTo>
                  <a:lnTo>
                    <a:pt x="2046" y="18714"/>
                  </a:lnTo>
                  <a:lnTo>
                    <a:pt x="2046" y="17017"/>
                  </a:lnTo>
                  <a:close/>
                  <a:moveTo>
                    <a:pt x="2437" y="17017"/>
                  </a:moveTo>
                  <a:lnTo>
                    <a:pt x="2437" y="18714"/>
                  </a:lnTo>
                  <a:lnTo>
                    <a:pt x="2873" y="18714"/>
                  </a:lnTo>
                  <a:lnTo>
                    <a:pt x="2873" y="17017"/>
                  </a:lnTo>
                  <a:close/>
                </a:path>
              </a:pathLst>
            </a:custGeom>
            <a:solidFill>
              <a:srgbClr val="0087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55" name="Google Shape;2055;p45"/>
            <p:cNvSpPr/>
            <p:nvPr/>
          </p:nvSpPr>
          <p:spPr>
            <a:xfrm>
              <a:off x="6935775" y="2534875"/>
              <a:ext cx="156700" cy="101225"/>
            </a:xfrm>
            <a:custGeom>
              <a:avLst/>
              <a:gdLst/>
              <a:ahLst/>
              <a:cxnLst/>
              <a:rect l="l" t="t" r="r" b="b"/>
              <a:pathLst>
                <a:path w="6268" h="4049" extrusionOk="0">
                  <a:moveTo>
                    <a:pt x="1" y="1"/>
                  </a:moveTo>
                  <a:lnTo>
                    <a:pt x="1" y="4048"/>
                  </a:lnTo>
                  <a:lnTo>
                    <a:pt x="6268" y="4048"/>
                  </a:lnTo>
                  <a:lnTo>
                    <a:pt x="4571" y="1"/>
                  </a:lnTo>
                  <a:close/>
                </a:path>
              </a:pathLst>
            </a:custGeom>
            <a:solidFill>
              <a:srgbClr val="C293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56" name="Google Shape;2056;p45"/>
            <p:cNvSpPr/>
            <p:nvPr/>
          </p:nvSpPr>
          <p:spPr>
            <a:xfrm>
              <a:off x="6852000" y="2534875"/>
              <a:ext cx="168675" cy="101225"/>
            </a:xfrm>
            <a:custGeom>
              <a:avLst/>
              <a:gdLst/>
              <a:ahLst/>
              <a:cxnLst/>
              <a:rect l="l" t="t" r="r" b="b"/>
              <a:pathLst>
                <a:path w="6747" h="4049" extrusionOk="0">
                  <a:moveTo>
                    <a:pt x="1" y="1"/>
                  </a:moveTo>
                  <a:lnTo>
                    <a:pt x="1" y="4048"/>
                  </a:lnTo>
                  <a:lnTo>
                    <a:pt x="6746" y="4048"/>
                  </a:lnTo>
                  <a:lnTo>
                    <a:pt x="5006" y="1"/>
                  </a:lnTo>
                  <a:close/>
                </a:path>
              </a:pathLst>
            </a:custGeom>
            <a:solidFill>
              <a:srgbClr val="D9B8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57" name="Google Shape;2057;p45"/>
            <p:cNvSpPr/>
            <p:nvPr/>
          </p:nvSpPr>
          <p:spPr>
            <a:xfrm>
              <a:off x="7028275" y="2661100"/>
              <a:ext cx="70725" cy="1125000"/>
            </a:xfrm>
            <a:custGeom>
              <a:avLst/>
              <a:gdLst/>
              <a:ahLst/>
              <a:cxnLst/>
              <a:rect l="l" t="t" r="r" b="b"/>
              <a:pathLst>
                <a:path w="2829" h="45000" extrusionOk="0">
                  <a:moveTo>
                    <a:pt x="0" y="0"/>
                  </a:moveTo>
                  <a:lnTo>
                    <a:pt x="0" y="44999"/>
                  </a:lnTo>
                  <a:lnTo>
                    <a:pt x="2829" y="44999"/>
                  </a:lnTo>
                  <a:lnTo>
                    <a:pt x="2829" y="0"/>
                  </a:lnTo>
                  <a:close/>
                </a:path>
              </a:pathLst>
            </a:custGeom>
            <a:solidFill>
              <a:srgbClr val="C293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58" name="Google Shape;2058;p45"/>
            <p:cNvSpPr/>
            <p:nvPr/>
          </p:nvSpPr>
          <p:spPr>
            <a:xfrm>
              <a:off x="6852000" y="2661100"/>
              <a:ext cx="176300" cy="1125000"/>
            </a:xfrm>
            <a:custGeom>
              <a:avLst/>
              <a:gdLst/>
              <a:ahLst/>
              <a:cxnLst/>
              <a:rect l="l" t="t" r="r" b="b"/>
              <a:pathLst>
                <a:path w="7052" h="45000" extrusionOk="0">
                  <a:moveTo>
                    <a:pt x="1" y="0"/>
                  </a:moveTo>
                  <a:lnTo>
                    <a:pt x="1" y="44999"/>
                  </a:lnTo>
                  <a:lnTo>
                    <a:pt x="7051" y="44999"/>
                  </a:lnTo>
                  <a:lnTo>
                    <a:pt x="7051" y="0"/>
                  </a:lnTo>
                  <a:close/>
                </a:path>
              </a:pathLst>
            </a:custGeom>
            <a:solidFill>
              <a:srgbClr val="D9B8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59" name="Google Shape;2059;p45"/>
            <p:cNvSpPr/>
            <p:nvPr/>
          </p:nvSpPr>
          <p:spPr>
            <a:xfrm>
              <a:off x="7028275" y="2634975"/>
              <a:ext cx="77250" cy="34850"/>
            </a:xfrm>
            <a:custGeom>
              <a:avLst/>
              <a:gdLst/>
              <a:ahLst/>
              <a:cxnLst/>
              <a:rect l="l" t="t" r="r" b="b"/>
              <a:pathLst>
                <a:path w="3090" h="1394" extrusionOk="0">
                  <a:moveTo>
                    <a:pt x="0" y="1"/>
                  </a:moveTo>
                  <a:lnTo>
                    <a:pt x="0" y="1393"/>
                  </a:lnTo>
                  <a:lnTo>
                    <a:pt x="3090" y="1393"/>
                  </a:lnTo>
                  <a:lnTo>
                    <a:pt x="3090" y="1"/>
                  </a:lnTo>
                  <a:close/>
                </a:path>
              </a:pathLst>
            </a:custGeom>
            <a:solidFill>
              <a:srgbClr val="C2DA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60" name="Google Shape;2060;p45"/>
            <p:cNvSpPr/>
            <p:nvPr/>
          </p:nvSpPr>
          <p:spPr>
            <a:xfrm>
              <a:off x="6841125" y="2634975"/>
              <a:ext cx="187175" cy="34850"/>
            </a:xfrm>
            <a:custGeom>
              <a:avLst/>
              <a:gdLst/>
              <a:ahLst/>
              <a:cxnLst/>
              <a:rect l="l" t="t" r="r" b="b"/>
              <a:pathLst>
                <a:path w="7487" h="1394" extrusionOk="0">
                  <a:moveTo>
                    <a:pt x="1" y="1"/>
                  </a:moveTo>
                  <a:lnTo>
                    <a:pt x="1" y="1393"/>
                  </a:lnTo>
                  <a:lnTo>
                    <a:pt x="7486" y="1393"/>
                  </a:lnTo>
                  <a:lnTo>
                    <a:pt x="7486" y="1"/>
                  </a:lnTo>
                  <a:close/>
                </a:path>
              </a:pathLst>
            </a:custGeom>
            <a:solidFill>
              <a:srgbClr val="F4F8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61" name="Google Shape;2061;p45"/>
            <p:cNvSpPr/>
            <p:nvPr/>
          </p:nvSpPr>
          <p:spPr>
            <a:xfrm>
              <a:off x="6977125" y="2501150"/>
              <a:ext cx="47900" cy="33750"/>
            </a:xfrm>
            <a:custGeom>
              <a:avLst/>
              <a:gdLst/>
              <a:ahLst/>
              <a:cxnLst/>
              <a:rect l="l" t="t" r="r" b="b"/>
              <a:pathLst>
                <a:path w="1916" h="1350" extrusionOk="0">
                  <a:moveTo>
                    <a:pt x="1" y="1"/>
                  </a:moveTo>
                  <a:lnTo>
                    <a:pt x="1" y="1350"/>
                  </a:lnTo>
                  <a:lnTo>
                    <a:pt x="1916" y="1350"/>
                  </a:lnTo>
                  <a:lnTo>
                    <a:pt x="1916" y="1"/>
                  </a:lnTo>
                  <a:close/>
                </a:path>
              </a:pathLst>
            </a:custGeom>
            <a:solidFill>
              <a:srgbClr val="C2DA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62" name="Google Shape;2062;p45"/>
            <p:cNvSpPr/>
            <p:nvPr/>
          </p:nvSpPr>
          <p:spPr>
            <a:xfrm>
              <a:off x="6892275" y="2501150"/>
              <a:ext cx="84875" cy="33750"/>
            </a:xfrm>
            <a:custGeom>
              <a:avLst/>
              <a:gdLst/>
              <a:ahLst/>
              <a:cxnLst/>
              <a:rect l="l" t="t" r="r" b="b"/>
              <a:pathLst>
                <a:path w="3395" h="1350" extrusionOk="0">
                  <a:moveTo>
                    <a:pt x="0" y="1"/>
                  </a:moveTo>
                  <a:lnTo>
                    <a:pt x="0" y="1350"/>
                  </a:lnTo>
                  <a:lnTo>
                    <a:pt x="3395" y="1350"/>
                  </a:lnTo>
                  <a:lnTo>
                    <a:pt x="3395" y="1"/>
                  </a:lnTo>
                  <a:close/>
                </a:path>
              </a:pathLst>
            </a:custGeom>
            <a:solidFill>
              <a:srgbClr val="F4F8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63" name="Google Shape;2063;p45"/>
            <p:cNvSpPr/>
            <p:nvPr/>
          </p:nvSpPr>
          <p:spPr>
            <a:xfrm>
              <a:off x="7028275" y="2681775"/>
              <a:ext cx="72900" cy="1081475"/>
            </a:xfrm>
            <a:custGeom>
              <a:avLst/>
              <a:gdLst/>
              <a:ahLst/>
              <a:cxnLst/>
              <a:rect l="l" t="t" r="r" b="b"/>
              <a:pathLst>
                <a:path w="2916" h="43259" extrusionOk="0">
                  <a:moveTo>
                    <a:pt x="0" y="0"/>
                  </a:moveTo>
                  <a:lnTo>
                    <a:pt x="0" y="1915"/>
                  </a:lnTo>
                  <a:lnTo>
                    <a:pt x="2916" y="1915"/>
                  </a:lnTo>
                  <a:lnTo>
                    <a:pt x="2916" y="0"/>
                  </a:lnTo>
                  <a:close/>
                  <a:moveTo>
                    <a:pt x="0" y="2568"/>
                  </a:moveTo>
                  <a:lnTo>
                    <a:pt x="0" y="4483"/>
                  </a:lnTo>
                  <a:lnTo>
                    <a:pt x="2916" y="4483"/>
                  </a:lnTo>
                  <a:lnTo>
                    <a:pt x="2916" y="2568"/>
                  </a:lnTo>
                  <a:close/>
                  <a:moveTo>
                    <a:pt x="0" y="5179"/>
                  </a:moveTo>
                  <a:lnTo>
                    <a:pt x="0" y="7094"/>
                  </a:lnTo>
                  <a:lnTo>
                    <a:pt x="2916" y="7094"/>
                  </a:lnTo>
                  <a:lnTo>
                    <a:pt x="2916" y="5179"/>
                  </a:lnTo>
                  <a:close/>
                  <a:moveTo>
                    <a:pt x="0" y="7747"/>
                  </a:moveTo>
                  <a:lnTo>
                    <a:pt x="0" y="9618"/>
                  </a:lnTo>
                  <a:lnTo>
                    <a:pt x="2916" y="9618"/>
                  </a:lnTo>
                  <a:lnTo>
                    <a:pt x="2916" y="7747"/>
                  </a:lnTo>
                  <a:close/>
                  <a:moveTo>
                    <a:pt x="0" y="10358"/>
                  </a:moveTo>
                  <a:lnTo>
                    <a:pt x="0" y="12229"/>
                  </a:lnTo>
                  <a:lnTo>
                    <a:pt x="2916" y="12229"/>
                  </a:lnTo>
                  <a:lnTo>
                    <a:pt x="2916" y="10358"/>
                  </a:lnTo>
                  <a:close/>
                  <a:moveTo>
                    <a:pt x="0" y="12882"/>
                  </a:moveTo>
                  <a:lnTo>
                    <a:pt x="0" y="14797"/>
                  </a:lnTo>
                  <a:lnTo>
                    <a:pt x="2916" y="14797"/>
                  </a:lnTo>
                  <a:lnTo>
                    <a:pt x="2916" y="12882"/>
                  </a:lnTo>
                  <a:close/>
                  <a:moveTo>
                    <a:pt x="0" y="15493"/>
                  </a:moveTo>
                  <a:lnTo>
                    <a:pt x="0" y="17408"/>
                  </a:lnTo>
                  <a:lnTo>
                    <a:pt x="2916" y="17408"/>
                  </a:lnTo>
                  <a:lnTo>
                    <a:pt x="2916" y="15493"/>
                  </a:lnTo>
                  <a:close/>
                  <a:moveTo>
                    <a:pt x="0" y="18061"/>
                  </a:moveTo>
                  <a:lnTo>
                    <a:pt x="0" y="19976"/>
                  </a:lnTo>
                  <a:lnTo>
                    <a:pt x="2916" y="19976"/>
                  </a:lnTo>
                  <a:lnTo>
                    <a:pt x="2916" y="18061"/>
                  </a:lnTo>
                  <a:close/>
                  <a:moveTo>
                    <a:pt x="0" y="20672"/>
                  </a:moveTo>
                  <a:lnTo>
                    <a:pt x="0" y="22587"/>
                  </a:lnTo>
                  <a:lnTo>
                    <a:pt x="2916" y="22587"/>
                  </a:lnTo>
                  <a:lnTo>
                    <a:pt x="2916" y="20672"/>
                  </a:lnTo>
                  <a:close/>
                  <a:moveTo>
                    <a:pt x="0" y="23240"/>
                  </a:moveTo>
                  <a:lnTo>
                    <a:pt x="0" y="25154"/>
                  </a:lnTo>
                  <a:lnTo>
                    <a:pt x="2916" y="25154"/>
                  </a:lnTo>
                  <a:lnTo>
                    <a:pt x="2916" y="23240"/>
                  </a:lnTo>
                  <a:close/>
                  <a:moveTo>
                    <a:pt x="0" y="25851"/>
                  </a:moveTo>
                  <a:lnTo>
                    <a:pt x="0" y="27766"/>
                  </a:lnTo>
                  <a:lnTo>
                    <a:pt x="2916" y="27766"/>
                  </a:lnTo>
                  <a:lnTo>
                    <a:pt x="2916" y="25851"/>
                  </a:lnTo>
                  <a:close/>
                  <a:moveTo>
                    <a:pt x="0" y="28418"/>
                  </a:moveTo>
                  <a:lnTo>
                    <a:pt x="0" y="30290"/>
                  </a:lnTo>
                  <a:lnTo>
                    <a:pt x="2916" y="30290"/>
                  </a:lnTo>
                  <a:lnTo>
                    <a:pt x="2916" y="28418"/>
                  </a:lnTo>
                  <a:close/>
                  <a:moveTo>
                    <a:pt x="0" y="31029"/>
                  </a:moveTo>
                  <a:lnTo>
                    <a:pt x="0" y="32901"/>
                  </a:lnTo>
                  <a:lnTo>
                    <a:pt x="2916" y="32901"/>
                  </a:lnTo>
                  <a:lnTo>
                    <a:pt x="2916" y="31029"/>
                  </a:lnTo>
                  <a:close/>
                  <a:moveTo>
                    <a:pt x="0" y="33554"/>
                  </a:moveTo>
                  <a:lnTo>
                    <a:pt x="0" y="35468"/>
                  </a:lnTo>
                  <a:lnTo>
                    <a:pt x="2916" y="35468"/>
                  </a:lnTo>
                  <a:lnTo>
                    <a:pt x="2916" y="33554"/>
                  </a:lnTo>
                  <a:close/>
                  <a:moveTo>
                    <a:pt x="0" y="36165"/>
                  </a:moveTo>
                  <a:lnTo>
                    <a:pt x="0" y="38080"/>
                  </a:lnTo>
                  <a:lnTo>
                    <a:pt x="2916" y="38080"/>
                  </a:lnTo>
                  <a:lnTo>
                    <a:pt x="2916" y="36165"/>
                  </a:lnTo>
                  <a:close/>
                  <a:moveTo>
                    <a:pt x="0" y="38732"/>
                  </a:moveTo>
                  <a:lnTo>
                    <a:pt x="0" y="40647"/>
                  </a:lnTo>
                  <a:lnTo>
                    <a:pt x="2916" y="40647"/>
                  </a:lnTo>
                  <a:lnTo>
                    <a:pt x="2916" y="38732"/>
                  </a:lnTo>
                  <a:close/>
                  <a:moveTo>
                    <a:pt x="0" y="41344"/>
                  </a:moveTo>
                  <a:lnTo>
                    <a:pt x="0" y="43258"/>
                  </a:lnTo>
                  <a:lnTo>
                    <a:pt x="2916" y="43258"/>
                  </a:lnTo>
                  <a:lnTo>
                    <a:pt x="2916" y="41344"/>
                  </a:lnTo>
                  <a:close/>
                </a:path>
              </a:pathLst>
            </a:custGeom>
            <a:solidFill>
              <a:srgbClr val="0087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64" name="Google Shape;2064;p45"/>
            <p:cNvSpPr/>
            <p:nvPr/>
          </p:nvSpPr>
          <p:spPr>
            <a:xfrm>
              <a:off x="6850925" y="2559900"/>
              <a:ext cx="177375" cy="1203350"/>
            </a:xfrm>
            <a:custGeom>
              <a:avLst/>
              <a:gdLst/>
              <a:ahLst/>
              <a:cxnLst/>
              <a:rect l="l" t="t" r="r" b="b"/>
              <a:pathLst>
                <a:path w="7095" h="48134" extrusionOk="0">
                  <a:moveTo>
                    <a:pt x="4048" y="1"/>
                  </a:moveTo>
                  <a:lnTo>
                    <a:pt x="4875" y="1872"/>
                  </a:lnTo>
                  <a:lnTo>
                    <a:pt x="566" y="1872"/>
                  </a:lnTo>
                  <a:lnTo>
                    <a:pt x="566" y="1"/>
                  </a:lnTo>
                  <a:close/>
                  <a:moveTo>
                    <a:pt x="0" y="4875"/>
                  </a:moveTo>
                  <a:lnTo>
                    <a:pt x="0" y="6790"/>
                  </a:lnTo>
                  <a:lnTo>
                    <a:pt x="7051" y="6790"/>
                  </a:lnTo>
                  <a:lnTo>
                    <a:pt x="7051" y="4875"/>
                  </a:lnTo>
                  <a:close/>
                  <a:moveTo>
                    <a:pt x="7094" y="7443"/>
                  </a:moveTo>
                  <a:lnTo>
                    <a:pt x="7094" y="9358"/>
                  </a:lnTo>
                  <a:lnTo>
                    <a:pt x="44" y="9358"/>
                  </a:lnTo>
                  <a:lnTo>
                    <a:pt x="44" y="7443"/>
                  </a:lnTo>
                  <a:close/>
                  <a:moveTo>
                    <a:pt x="7094" y="10054"/>
                  </a:moveTo>
                  <a:lnTo>
                    <a:pt x="7094" y="11969"/>
                  </a:lnTo>
                  <a:lnTo>
                    <a:pt x="44" y="11969"/>
                  </a:lnTo>
                  <a:lnTo>
                    <a:pt x="44" y="10054"/>
                  </a:lnTo>
                  <a:close/>
                  <a:moveTo>
                    <a:pt x="7094" y="12622"/>
                  </a:moveTo>
                  <a:lnTo>
                    <a:pt x="7094" y="14493"/>
                  </a:lnTo>
                  <a:lnTo>
                    <a:pt x="44" y="14493"/>
                  </a:lnTo>
                  <a:lnTo>
                    <a:pt x="44" y="12622"/>
                  </a:lnTo>
                  <a:close/>
                  <a:moveTo>
                    <a:pt x="7094" y="15233"/>
                  </a:moveTo>
                  <a:lnTo>
                    <a:pt x="7094" y="17104"/>
                  </a:lnTo>
                  <a:lnTo>
                    <a:pt x="44" y="17104"/>
                  </a:lnTo>
                  <a:lnTo>
                    <a:pt x="44" y="15233"/>
                  </a:lnTo>
                  <a:close/>
                  <a:moveTo>
                    <a:pt x="7094" y="17757"/>
                  </a:moveTo>
                  <a:lnTo>
                    <a:pt x="7094" y="19672"/>
                  </a:lnTo>
                  <a:lnTo>
                    <a:pt x="44" y="19672"/>
                  </a:lnTo>
                  <a:lnTo>
                    <a:pt x="44" y="17757"/>
                  </a:lnTo>
                  <a:close/>
                  <a:moveTo>
                    <a:pt x="7094" y="20368"/>
                  </a:moveTo>
                  <a:lnTo>
                    <a:pt x="7094" y="22283"/>
                  </a:lnTo>
                  <a:lnTo>
                    <a:pt x="44" y="22283"/>
                  </a:lnTo>
                  <a:lnTo>
                    <a:pt x="44" y="20368"/>
                  </a:lnTo>
                  <a:close/>
                  <a:moveTo>
                    <a:pt x="7094" y="22936"/>
                  </a:moveTo>
                  <a:lnTo>
                    <a:pt x="7094" y="24851"/>
                  </a:lnTo>
                  <a:lnTo>
                    <a:pt x="44" y="24851"/>
                  </a:lnTo>
                  <a:lnTo>
                    <a:pt x="44" y="22936"/>
                  </a:lnTo>
                  <a:close/>
                  <a:moveTo>
                    <a:pt x="7094" y="25547"/>
                  </a:moveTo>
                  <a:lnTo>
                    <a:pt x="7094" y="27462"/>
                  </a:lnTo>
                  <a:lnTo>
                    <a:pt x="44" y="27462"/>
                  </a:lnTo>
                  <a:lnTo>
                    <a:pt x="44" y="25547"/>
                  </a:lnTo>
                  <a:close/>
                  <a:moveTo>
                    <a:pt x="7094" y="28115"/>
                  </a:moveTo>
                  <a:lnTo>
                    <a:pt x="7094" y="30029"/>
                  </a:lnTo>
                  <a:lnTo>
                    <a:pt x="44" y="30029"/>
                  </a:lnTo>
                  <a:lnTo>
                    <a:pt x="44" y="28115"/>
                  </a:lnTo>
                  <a:close/>
                  <a:moveTo>
                    <a:pt x="7094" y="30726"/>
                  </a:moveTo>
                  <a:lnTo>
                    <a:pt x="7094" y="32641"/>
                  </a:lnTo>
                  <a:lnTo>
                    <a:pt x="44" y="32641"/>
                  </a:lnTo>
                  <a:lnTo>
                    <a:pt x="44" y="30726"/>
                  </a:lnTo>
                  <a:close/>
                  <a:moveTo>
                    <a:pt x="7094" y="33293"/>
                  </a:moveTo>
                  <a:lnTo>
                    <a:pt x="7094" y="35165"/>
                  </a:lnTo>
                  <a:lnTo>
                    <a:pt x="44" y="35165"/>
                  </a:lnTo>
                  <a:lnTo>
                    <a:pt x="44" y="33293"/>
                  </a:lnTo>
                  <a:close/>
                  <a:moveTo>
                    <a:pt x="7094" y="35904"/>
                  </a:moveTo>
                  <a:lnTo>
                    <a:pt x="7094" y="37776"/>
                  </a:lnTo>
                  <a:lnTo>
                    <a:pt x="44" y="37776"/>
                  </a:lnTo>
                  <a:lnTo>
                    <a:pt x="44" y="35904"/>
                  </a:lnTo>
                  <a:close/>
                  <a:moveTo>
                    <a:pt x="7094" y="38429"/>
                  </a:moveTo>
                  <a:lnTo>
                    <a:pt x="7094" y="40343"/>
                  </a:lnTo>
                  <a:lnTo>
                    <a:pt x="44" y="40343"/>
                  </a:lnTo>
                  <a:lnTo>
                    <a:pt x="44" y="38429"/>
                  </a:lnTo>
                  <a:close/>
                  <a:moveTo>
                    <a:pt x="7094" y="41040"/>
                  </a:moveTo>
                  <a:lnTo>
                    <a:pt x="7094" y="42955"/>
                  </a:lnTo>
                  <a:lnTo>
                    <a:pt x="44" y="42955"/>
                  </a:lnTo>
                  <a:lnTo>
                    <a:pt x="44" y="41040"/>
                  </a:lnTo>
                  <a:close/>
                  <a:moveTo>
                    <a:pt x="7094" y="43607"/>
                  </a:moveTo>
                  <a:lnTo>
                    <a:pt x="7094" y="45522"/>
                  </a:lnTo>
                  <a:lnTo>
                    <a:pt x="44" y="45522"/>
                  </a:lnTo>
                  <a:lnTo>
                    <a:pt x="44" y="43607"/>
                  </a:lnTo>
                  <a:close/>
                  <a:moveTo>
                    <a:pt x="7094" y="46219"/>
                  </a:moveTo>
                  <a:lnTo>
                    <a:pt x="7094" y="48133"/>
                  </a:lnTo>
                  <a:lnTo>
                    <a:pt x="44" y="48133"/>
                  </a:lnTo>
                  <a:lnTo>
                    <a:pt x="44" y="46219"/>
                  </a:lnTo>
                  <a:close/>
                </a:path>
              </a:pathLst>
            </a:custGeom>
            <a:solidFill>
              <a:srgbClr val="38A6D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65" name="Google Shape;2065;p45"/>
            <p:cNvSpPr/>
            <p:nvPr/>
          </p:nvSpPr>
          <p:spPr>
            <a:xfrm>
              <a:off x="6265575" y="2552300"/>
              <a:ext cx="228500" cy="101200"/>
            </a:xfrm>
            <a:custGeom>
              <a:avLst/>
              <a:gdLst/>
              <a:ahLst/>
              <a:cxnLst/>
              <a:rect l="l" t="t" r="r" b="b"/>
              <a:pathLst>
                <a:path w="9140" h="4048" extrusionOk="0">
                  <a:moveTo>
                    <a:pt x="1" y="0"/>
                  </a:moveTo>
                  <a:lnTo>
                    <a:pt x="1" y="4048"/>
                  </a:lnTo>
                  <a:lnTo>
                    <a:pt x="9140" y="4048"/>
                  </a:lnTo>
                  <a:lnTo>
                    <a:pt x="6703" y="0"/>
                  </a:lnTo>
                  <a:close/>
                </a:path>
              </a:pathLst>
            </a:custGeom>
            <a:solidFill>
              <a:srgbClr val="D6A55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66" name="Google Shape;2066;p45"/>
            <p:cNvSpPr/>
            <p:nvPr/>
          </p:nvSpPr>
          <p:spPr>
            <a:xfrm>
              <a:off x="6144825" y="2552300"/>
              <a:ext cx="243725" cy="101200"/>
            </a:xfrm>
            <a:custGeom>
              <a:avLst/>
              <a:gdLst/>
              <a:ahLst/>
              <a:cxnLst/>
              <a:rect l="l" t="t" r="r" b="b"/>
              <a:pathLst>
                <a:path w="9749" h="4048" extrusionOk="0">
                  <a:moveTo>
                    <a:pt x="0" y="0"/>
                  </a:moveTo>
                  <a:lnTo>
                    <a:pt x="0" y="4048"/>
                  </a:lnTo>
                  <a:lnTo>
                    <a:pt x="9749" y="4048"/>
                  </a:lnTo>
                  <a:lnTo>
                    <a:pt x="7268" y="0"/>
                  </a:lnTo>
                  <a:close/>
                </a:path>
              </a:pathLst>
            </a:custGeom>
            <a:solidFill>
              <a:srgbClr val="EDCC9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67" name="Google Shape;2067;p45"/>
            <p:cNvSpPr/>
            <p:nvPr/>
          </p:nvSpPr>
          <p:spPr>
            <a:xfrm>
              <a:off x="6400500" y="2677425"/>
              <a:ext cx="103375" cy="1108675"/>
            </a:xfrm>
            <a:custGeom>
              <a:avLst/>
              <a:gdLst/>
              <a:ahLst/>
              <a:cxnLst/>
              <a:rect l="l" t="t" r="r" b="b"/>
              <a:pathLst>
                <a:path w="4135" h="44347" extrusionOk="0">
                  <a:moveTo>
                    <a:pt x="0" y="0"/>
                  </a:moveTo>
                  <a:lnTo>
                    <a:pt x="0" y="44346"/>
                  </a:lnTo>
                  <a:lnTo>
                    <a:pt x="4135" y="44346"/>
                  </a:lnTo>
                  <a:lnTo>
                    <a:pt x="4135" y="0"/>
                  </a:lnTo>
                  <a:close/>
                </a:path>
              </a:pathLst>
            </a:custGeom>
            <a:solidFill>
              <a:srgbClr val="D6A55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68" name="Google Shape;2068;p45"/>
            <p:cNvSpPr/>
            <p:nvPr/>
          </p:nvSpPr>
          <p:spPr>
            <a:xfrm>
              <a:off x="6143725" y="2677425"/>
              <a:ext cx="256800" cy="1108675"/>
            </a:xfrm>
            <a:custGeom>
              <a:avLst/>
              <a:gdLst/>
              <a:ahLst/>
              <a:cxnLst/>
              <a:rect l="l" t="t" r="r" b="b"/>
              <a:pathLst>
                <a:path w="10272" h="44347" extrusionOk="0">
                  <a:moveTo>
                    <a:pt x="1" y="0"/>
                  </a:moveTo>
                  <a:lnTo>
                    <a:pt x="1" y="44346"/>
                  </a:lnTo>
                  <a:lnTo>
                    <a:pt x="10271" y="44346"/>
                  </a:lnTo>
                  <a:lnTo>
                    <a:pt x="10271" y="0"/>
                  </a:lnTo>
                  <a:close/>
                </a:path>
              </a:pathLst>
            </a:custGeom>
            <a:solidFill>
              <a:srgbClr val="EDCC9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69" name="Google Shape;2069;p45"/>
            <p:cNvSpPr/>
            <p:nvPr/>
          </p:nvSpPr>
          <p:spPr>
            <a:xfrm>
              <a:off x="6400500" y="2652400"/>
              <a:ext cx="113175" cy="33750"/>
            </a:xfrm>
            <a:custGeom>
              <a:avLst/>
              <a:gdLst/>
              <a:ahLst/>
              <a:cxnLst/>
              <a:rect l="l" t="t" r="r" b="b"/>
              <a:pathLst>
                <a:path w="4527" h="1350" extrusionOk="0">
                  <a:moveTo>
                    <a:pt x="0" y="0"/>
                  </a:moveTo>
                  <a:lnTo>
                    <a:pt x="0" y="1349"/>
                  </a:lnTo>
                  <a:lnTo>
                    <a:pt x="4526" y="1349"/>
                  </a:lnTo>
                  <a:lnTo>
                    <a:pt x="4526" y="0"/>
                  </a:lnTo>
                  <a:close/>
                </a:path>
              </a:pathLst>
            </a:custGeom>
            <a:solidFill>
              <a:srgbClr val="DCEF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70" name="Google Shape;2070;p45"/>
            <p:cNvSpPr/>
            <p:nvPr/>
          </p:nvSpPr>
          <p:spPr>
            <a:xfrm>
              <a:off x="6129575" y="2652400"/>
              <a:ext cx="272025" cy="33750"/>
            </a:xfrm>
            <a:custGeom>
              <a:avLst/>
              <a:gdLst/>
              <a:ahLst/>
              <a:cxnLst/>
              <a:rect l="l" t="t" r="r" b="b"/>
              <a:pathLst>
                <a:path w="10881" h="1350" extrusionOk="0">
                  <a:moveTo>
                    <a:pt x="1" y="0"/>
                  </a:moveTo>
                  <a:lnTo>
                    <a:pt x="1" y="1349"/>
                  </a:lnTo>
                  <a:lnTo>
                    <a:pt x="10881" y="1349"/>
                  </a:lnTo>
                  <a:lnTo>
                    <a:pt x="10881" y="0"/>
                  </a:lnTo>
                  <a:close/>
                </a:path>
              </a:pathLst>
            </a:custGeom>
            <a:solidFill>
              <a:srgbClr val="F4F8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71" name="Google Shape;2071;p45"/>
            <p:cNvSpPr/>
            <p:nvPr/>
          </p:nvSpPr>
          <p:spPr>
            <a:xfrm>
              <a:off x="6326500" y="2519650"/>
              <a:ext cx="68575" cy="33750"/>
            </a:xfrm>
            <a:custGeom>
              <a:avLst/>
              <a:gdLst/>
              <a:ahLst/>
              <a:cxnLst/>
              <a:rect l="l" t="t" r="r" b="b"/>
              <a:pathLst>
                <a:path w="2743" h="1350" extrusionOk="0">
                  <a:moveTo>
                    <a:pt x="1" y="1"/>
                  </a:moveTo>
                  <a:lnTo>
                    <a:pt x="1" y="1350"/>
                  </a:lnTo>
                  <a:lnTo>
                    <a:pt x="2743" y="1350"/>
                  </a:lnTo>
                  <a:lnTo>
                    <a:pt x="2743" y="1"/>
                  </a:lnTo>
                  <a:close/>
                </a:path>
              </a:pathLst>
            </a:custGeom>
            <a:solidFill>
              <a:srgbClr val="DCEF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72" name="Google Shape;2072;p45"/>
            <p:cNvSpPr/>
            <p:nvPr/>
          </p:nvSpPr>
          <p:spPr>
            <a:xfrm>
              <a:off x="6204650" y="2519650"/>
              <a:ext cx="121875" cy="33750"/>
            </a:xfrm>
            <a:custGeom>
              <a:avLst/>
              <a:gdLst/>
              <a:ahLst/>
              <a:cxnLst/>
              <a:rect l="l" t="t" r="r" b="b"/>
              <a:pathLst>
                <a:path w="4875" h="1350" extrusionOk="0">
                  <a:moveTo>
                    <a:pt x="1" y="1"/>
                  </a:moveTo>
                  <a:lnTo>
                    <a:pt x="1" y="1350"/>
                  </a:lnTo>
                  <a:lnTo>
                    <a:pt x="4875" y="1350"/>
                  </a:lnTo>
                  <a:lnTo>
                    <a:pt x="4875" y="1"/>
                  </a:lnTo>
                  <a:close/>
                </a:path>
              </a:pathLst>
            </a:custGeom>
            <a:solidFill>
              <a:srgbClr val="F4F8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73" name="Google Shape;2073;p45"/>
            <p:cNvSpPr/>
            <p:nvPr/>
          </p:nvSpPr>
          <p:spPr>
            <a:xfrm>
              <a:off x="6400500" y="2698075"/>
              <a:ext cx="104475" cy="1065175"/>
            </a:xfrm>
            <a:custGeom>
              <a:avLst/>
              <a:gdLst/>
              <a:ahLst/>
              <a:cxnLst/>
              <a:rect l="l" t="t" r="r" b="b"/>
              <a:pathLst>
                <a:path w="4179" h="42607" extrusionOk="0">
                  <a:moveTo>
                    <a:pt x="0" y="1"/>
                  </a:moveTo>
                  <a:lnTo>
                    <a:pt x="0" y="1916"/>
                  </a:lnTo>
                  <a:lnTo>
                    <a:pt x="4178" y="1916"/>
                  </a:lnTo>
                  <a:lnTo>
                    <a:pt x="4178" y="1"/>
                  </a:lnTo>
                  <a:close/>
                  <a:moveTo>
                    <a:pt x="0" y="2525"/>
                  </a:moveTo>
                  <a:lnTo>
                    <a:pt x="0" y="4396"/>
                  </a:lnTo>
                  <a:lnTo>
                    <a:pt x="4178" y="4396"/>
                  </a:lnTo>
                  <a:lnTo>
                    <a:pt x="4178" y="2525"/>
                  </a:lnTo>
                  <a:close/>
                  <a:moveTo>
                    <a:pt x="0" y="5049"/>
                  </a:moveTo>
                  <a:lnTo>
                    <a:pt x="0" y="6964"/>
                  </a:lnTo>
                  <a:lnTo>
                    <a:pt x="4178" y="6964"/>
                  </a:lnTo>
                  <a:lnTo>
                    <a:pt x="4178" y="5049"/>
                  </a:lnTo>
                  <a:close/>
                  <a:moveTo>
                    <a:pt x="0" y="7617"/>
                  </a:moveTo>
                  <a:lnTo>
                    <a:pt x="0" y="9532"/>
                  </a:lnTo>
                  <a:lnTo>
                    <a:pt x="4178" y="9532"/>
                  </a:lnTo>
                  <a:lnTo>
                    <a:pt x="4178" y="7617"/>
                  </a:lnTo>
                  <a:close/>
                  <a:moveTo>
                    <a:pt x="0" y="10184"/>
                  </a:moveTo>
                  <a:lnTo>
                    <a:pt x="0" y="12099"/>
                  </a:lnTo>
                  <a:lnTo>
                    <a:pt x="4178" y="12099"/>
                  </a:lnTo>
                  <a:lnTo>
                    <a:pt x="4178" y="10184"/>
                  </a:lnTo>
                  <a:close/>
                  <a:moveTo>
                    <a:pt x="0" y="12752"/>
                  </a:moveTo>
                  <a:lnTo>
                    <a:pt x="0" y="14623"/>
                  </a:lnTo>
                  <a:lnTo>
                    <a:pt x="4178" y="14623"/>
                  </a:lnTo>
                  <a:lnTo>
                    <a:pt x="4178" y="12752"/>
                  </a:lnTo>
                  <a:close/>
                  <a:moveTo>
                    <a:pt x="0" y="15233"/>
                  </a:moveTo>
                  <a:lnTo>
                    <a:pt x="0" y="17148"/>
                  </a:lnTo>
                  <a:lnTo>
                    <a:pt x="4178" y="17148"/>
                  </a:lnTo>
                  <a:lnTo>
                    <a:pt x="4178" y="15233"/>
                  </a:lnTo>
                  <a:close/>
                  <a:moveTo>
                    <a:pt x="0" y="17800"/>
                  </a:moveTo>
                  <a:lnTo>
                    <a:pt x="0" y="19715"/>
                  </a:lnTo>
                  <a:lnTo>
                    <a:pt x="4178" y="19715"/>
                  </a:lnTo>
                  <a:lnTo>
                    <a:pt x="4178" y="17800"/>
                  </a:lnTo>
                  <a:close/>
                  <a:moveTo>
                    <a:pt x="0" y="20368"/>
                  </a:moveTo>
                  <a:lnTo>
                    <a:pt x="0" y="22239"/>
                  </a:lnTo>
                  <a:lnTo>
                    <a:pt x="4178" y="22239"/>
                  </a:lnTo>
                  <a:lnTo>
                    <a:pt x="4178" y="20368"/>
                  </a:lnTo>
                  <a:close/>
                  <a:moveTo>
                    <a:pt x="0" y="22892"/>
                  </a:moveTo>
                  <a:lnTo>
                    <a:pt x="0" y="24807"/>
                  </a:lnTo>
                  <a:lnTo>
                    <a:pt x="4178" y="24807"/>
                  </a:lnTo>
                  <a:lnTo>
                    <a:pt x="4178" y="22892"/>
                  </a:lnTo>
                  <a:close/>
                  <a:moveTo>
                    <a:pt x="0" y="25460"/>
                  </a:moveTo>
                  <a:lnTo>
                    <a:pt x="0" y="27375"/>
                  </a:lnTo>
                  <a:lnTo>
                    <a:pt x="4178" y="27375"/>
                  </a:lnTo>
                  <a:lnTo>
                    <a:pt x="4178" y="25460"/>
                  </a:lnTo>
                  <a:close/>
                  <a:moveTo>
                    <a:pt x="0" y="27984"/>
                  </a:moveTo>
                  <a:lnTo>
                    <a:pt x="0" y="29855"/>
                  </a:lnTo>
                  <a:lnTo>
                    <a:pt x="4178" y="29855"/>
                  </a:lnTo>
                  <a:lnTo>
                    <a:pt x="4178" y="27984"/>
                  </a:lnTo>
                  <a:close/>
                  <a:moveTo>
                    <a:pt x="0" y="30508"/>
                  </a:moveTo>
                  <a:lnTo>
                    <a:pt x="0" y="32423"/>
                  </a:lnTo>
                  <a:lnTo>
                    <a:pt x="4178" y="32423"/>
                  </a:lnTo>
                  <a:lnTo>
                    <a:pt x="4178" y="30508"/>
                  </a:lnTo>
                  <a:close/>
                  <a:moveTo>
                    <a:pt x="0" y="33076"/>
                  </a:moveTo>
                  <a:lnTo>
                    <a:pt x="0" y="34991"/>
                  </a:lnTo>
                  <a:lnTo>
                    <a:pt x="4178" y="34991"/>
                  </a:lnTo>
                  <a:lnTo>
                    <a:pt x="4178" y="33076"/>
                  </a:lnTo>
                  <a:close/>
                  <a:moveTo>
                    <a:pt x="0" y="35643"/>
                  </a:moveTo>
                  <a:lnTo>
                    <a:pt x="0" y="37558"/>
                  </a:lnTo>
                  <a:lnTo>
                    <a:pt x="4178" y="37558"/>
                  </a:lnTo>
                  <a:lnTo>
                    <a:pt x="4178" y="35643"/>
                  </a:lnTo>
                  <a:close/>
                  <a:moveTo>
                    <a:pt x="0" y="38211"/>
                  </a:moveTo>
                  <a:lnTo>
                    <a:pt x="0" y="40082"/>
                  </a:lnTo>
                  <a:lnTo>
                    <a:pt x="4178" y="40082"/>
                  </a:lnTo>
                  <a:lnTo>
                    <a:pt x="4178" y="38211"/>
                  </a:lnTo>
                  <a:close/>
                  <a:moveTo>
                    <a:pt x="0" y="40692"/>
                  </a:moveTo>
                  <a:lnTo>
                    <a:pt x="0" y="42606"/>
                  </a:lnTo>
                  <a:lnTo>
                    <a:pt x="4178" y="42606"/>
                  </a:lnTo>
                  <a:lnTo>
                    <a:pt x="4178" y="40692"/>
                  </a:lnTo>
                  <a:close/>
                </a:path>
              </a:pathLst>
            </a:custGeom>
            <a:solidFill>
              <a:srgbClr val="0495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74" name="Google Shape;2074;p45"/>
            <p:cNvSpPr/>
            <p:nvPr/>
          </p:nvSpPr>
          <p:spPr>
            <a:xfrm>
              <a:off x="6143725" y="2578400"/>
              <a:ext cx="256800" cy="1184850"/>
            </a:xfrm>
            <a:custGeom>
              <a:avLst/>
              <a:gdLst/>
              <a:ahLst/>
              <a:cxnLst/>
              <a:rect l="l" t="t" r="r" b="b"/>
              <a:pathLst>
                <a:path w="10272" h="47394" extrusionOk="0">
                  <a:moveTo>
                    <a:pt x="5876" y="1"/>
                  </a:moveTo>
                  <a:lnTo>
                    <a:pt x="7007" y="1916"/>
                  </a:lnTo>
                  <a:lnTo>
                    <a:pt x="740" y="1916"/>
                  </a:lnTo>
                  <a:lnTo>
                    <a:pt x="740" y="1"/>
                  </a:lnTo>
                  <a:close/>
                  <a:moveTo>
                    <a:pt x="1" y="4788"/>
                  </a:moveTo>
                  <a:lnTo>
                    <a:pt x="1" y="6703"/>
                  </a:lnTo>
                  <a:lnTo>
                    <a:pt x="10271" y="6703"/>
                  </a:lnTo>
                  <a:lnTo>
                    <a:pt x="10271" y="4788"/>
                  </a:lnTo>
                  <a:close/>
                  <a:moveTo>
                    <a:pt x="10271" y="7312"/>
                  </a:moveTo>
                  <a:lnTo>
                    <a:pt x="10271" y="9183"/>
                  </a:lnTo>
                  <a:lnTo>
                    <a:pt x="1" y="9183"/>
                  </a:lnTo>
                  <a:lnTo>
                    <a:pt x="1" y="7312"/>
                  </a:lnTo>
                  <a:close/>
                  <a:moveTo>
                    <a:pt x="10271" y="9836"/>
                  </a:moveTo>
                  <a:lnTo>
                    <a:pt x="10271" y="11751"/>
                  </a:lnTo>
                  <a:lnTo>
                    <a:pt x="1" y="11751"/>
                  </a:lnTo>
                  <a:lnTo>
                    <a:pt x="1" y="9836"/>
                  </a:lnTo>
                  <a:close/>
                  <a:moveTo>
                    <a:pt x="10271" y="12404"/>
                  </a:moveTo>
                  <a:lnTo>
                    <a:pt x="10271" y="14319"/>
                  </a:lnTo>
                  <a:lnTo>
                    <a:pt x="1" y="14319"/>
                  </a:lnTo>
                  <a:lnTo>
                    <a:pt x="1" y="12404"/>
                  </a:lnTo>
                  <a:close/>
                  <a:moveTo>
                    <a:pt x="10271" y="14971"/>
                  </a:moveTo>
                  <a:lnTo>
                    <a:pt x="10271" y="16886"/>
                  </a:lnTo>
                  <a:lnTo>
                    <a:pt x="1" y="16886"/>
                  </a:lnTo>
                  <a:lnTo>
                    <a:pt x="1" y="14971"/>
                  </a:lnTo>
                  <a:close/>
                  <a:moveTo>
                    <a:pt x="10271" y="17539"/>
                  </a:moveTo>
                  <a:lnTo>
                    <a:pt x="10271" y="19410"/>
                  </a:lnTo>
                  <a:lnTo>
                    <a:pt x="1" y="19410"/>
                  </a:lnTo>
                  <a:lnTo>
                    <a:pt x="1" y="17539"/>
                  </a:lnTo>
                  <a:close/>
                  <a:moveTo>
                    <a:pt x="10271" y="20020"/>
                  </a:moveTo>
                  <a:lnTo>
                    <a:pt x="10271" y="21935"/>
                  </a:lnTo>
                  <a:lnTo>
                    <a:pt x="1" y="21935"/>
                  </a:lnTo>
                  <a:lnTo>
                    <a:pt x="1" y="20020"/>
                  </a:lnTo>
                  <a:close/>
                  <a:moveTo>
                    <a:pt x="10271" y="22587"/>
                  </a:moveTo>
                  <a:lnTo>
                    <a:pt x="10271" y="24502"/>
                  </a:lnTo>
                  <a:lnTo>
                    <a:pt x="1" y="24502"/>
                  </a:lnTo>
                  <a:lnTo>
                    <a:pt x="1" y="22587"/>
                  </a:lnTo>
                  <a:close/>
                  <a:moveTo>
                    <a:pt x="10271" y="25155"/>
                  </a:moveTo>
                  <a:lnTo>
                    <a:pt x="10271" y="27026"/>
                  </a:lnTo>
                  <a:lnTo>
                    <a:pt x="1" y="27026"/>
                  </a:lnTo>
                  <a:lnTo>
                    <a:pt x="1" y="25155"/>
                  </a:lnTo>
                  <a:close/>
                  <a:moveTo>
                    <a:pt x="10271" y="27679"/>
                  </a:moveTo>
                  <a:lnTo>
                    <a:pt x="10271" y="29594"/>
                  </a:lnTo>
                  <a:lnTo>
                    <a:pt x="1" y="29594"/>
                  </a:lnTo>
                  <a:lnTo>
                    <a:pt x="1" y="27679"/>
                  </a:lnTo>
                  <a:close/>
                  <a:moveTo>
                    <a:pt x="10271" y="30247"/>
                  </a:moveTo>
                  <a:lnTo>
                    <a:pt x="10271" y="32162"/>
                  </a:lnTo>
                  <a:lnTo>
                    <a:pt x="1" y="32162"/>
                  </a:lnTo>
                  <a:lnTo>
                    <a:pt x="1" y="30247"/>
                  </a:lnTo>
                  <a:close/>
                  <a:moveTo>
                    <a:pt x="10271" y="32771"/>
                  </a:moveTo>
                  <a:lnTo>
                    <a:pt x="10271" y="34642"/>
                  </a:lnTo>
                  <a:lnTo>
                    <a:pt x="1" y="34642"/>
                  </a:lnTo>
                  <a:lnTo>
                    <a:pt x="1" y="32771"/>
                  </a:lnTo>
                  <a:close/>
                  <a:moveTo>
                    <a:pt x="10271" y="35295"/>
                  </a:moveTo>
                  <a:lnTo>
                    <a:pt x="10271" y="37210"/>
                  </a:lnTo>
                  <a:lnTo>
                    <a:pt x="1" y="37210"/>
                  </a:lnTo>
                  <a:lnTo>
                    <a:pt x="1" y="35295"/>
                  </a:lnTo>
                  <a:close/>
                  <a:moveTo>
                    <a:pt x="10271" y="37863"/>
                  </a:moveTo>
                  <a:lnTo>
                    <a:pt x="10271" y="39778"/>
                  </a:lnTo>
                  <a:lnTo>
                    <a:pt x="1" y="39778"/>
                  </a:lnTo>
                  <a:lnTo>
                    <a:pt x="1" y="37863"/>
                  </a:lnTo>
                  <a:close/>
                  <a:moveTo>
                    <a:pt x="10271" y="40430"/>
                  </a:moveTo>
                  <a:lnTo>
                    <a:pt x="10271" y="42345"/>
                  </a:lnTo>
                  <a:lnTo>
                    <a:pt x="1" y="42345"/>
                  </a:lnTo>
                  <a:lnTo>
                    <a:pt x="1" y="40430"/>
                  </a:lnTo>
                  <a:close/>
                  <a:moveTo>
                    <a:pt x="10271" y="42998"/>
                  </a:moveTo>
                  <a:lnTo>
                    <a:pt x="10271" y="44869"/>
                  </a:lnTo>
                  <a:lnTo>
                    <a:pt x="1" y="44869"/>
                  </a:lnTo>
                  <a:lnTo>
                    <a:pt x="1" y="42998"/>
                  </a:lnTo>
                  <a:close/>
                  <a:moveTo>
                    <a:pt x="10271" y="45479"/>
                  </a:moveTo>
                  <a:lnTo>
                    <a:pt x="10271" y="47393"/>
                  </a:lnTo>
                  <a:lnTo>
                    <a:pt x="1" y="47393"/>
                  </a:lnTo>
                  <a:lnTo>
                    <a:pt x="1" y="45479"/>
                  </a:lnTo>
                  <a:close/>
                </a:path>
              </a:pathLst>
            </a:custGeom>
            <a:solidFill>
              <a:srgbClr val="44B7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75" name="Google Shape;2075;p45"/>
            <p:cNvSpPr/>
            <p:nvPr/>
          </p:nvSpPr>
          <p:spPr>
            <a:xfrm>
              <a:off x="5884775" y="3215975"/>
              <a:ext cx="107750" cy="546175"/>
            </a:xfrm>
            <a:custGeom>
              <a:avLst/>
              <a:gdLst/>
              <a:ahLst/>
              <a:cxnLst/>
              <a:rect l="l" t="t" r="r" b="b"/>
              <a:pathLst>
                <a:path w="4310" h="21847" extrusionOk="0">
                  <a:moveTo>
                    <a:pt x="132" y="0"/>
                  </a:moveTo>
                  <a:cubicBezTo>
                    <a:pt x="44" y="6006"/>
                    <a:pt x="44" y="20237"/>
                    <a:pt x="1" y="21847"/>
                  </a:cubicBezTo>
                  <a:lnTo>
                    <a:pt x="4309" y="21847"/>
                  </a:lnTo>
                  <a:cubicBezTo>
                    <a:pt x="4309" y="20237"/>
                    <a:pt x="4222" y="6006"/>
                    <a:pt x="4179" y="0"/>
                  </a:cubicBezTo>
                  <a:close/>
                </a:path>
              </a:pathLst>
            </a:custGeom>
            <a:solidFill>
              <a:srgbClr val="4053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76" name="Google Shape;2076;p45"/>
            <p:cNvSpPr/>
            <p:nvPr/>
          </p:nvSpPr>
          <p:spPr>
            <a:xfrm>
              <a:off x="5948975" y="3215975"/>
              <a:ext cx="44625" cy="546175"/>
            </a:xfrm>
            <a:custGeom>
              <a:avLst/>
              <a:gdLst/>
              <a:ahLst/>
              <a:cxnLst/>
              <a:rect l="l" t="t" r="r" b="b"/>
              <a:pathLst>
                <a:path w="1785" h="21847" extrusionOk="0">
                  <a:moveTo>
                    <a:pt x="1" y="0"/>
                  </a:moveTo>
                  <a:lnTo>
                    <a:pt x="1" y="21847"/>
                  </a:lnTo>
                  <a:lnTo>
                    <a:pt x="1785" y="21847"/>
                  </a:lnTo>
                  <a:cubicBezTo>
                    <a:pt x="1785" y="20237"/>
                    <a:pt x="1741" y="6006"/>
                    <a:pt x="1698" y="0"/>
                  </a:cubicBezTo>
                  <a:close/>
                </a:path>
              </a:pathLst>
            </a:custGeom>
            <a:solidFill>
              <a:srgbClr val="6C8C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77" name="Google Shape;2077;p45"/>
            <p:cNvSpPr/>
            <p:nvPr/>
          </p:nvSpPr>
          <p:spPr>
            <a:xfrm>
              <a:off x="5348400" y="3014700"/>
              <a:ext cx="832350" cy="790975"/>
            </a:xfrm>
            <a:custGeom>
              <a:avLst/>
              <a:gdLst/>
              <a:ahLst/>
              <a:cxnLst/>
              <a:rect l="l" t="t" r="r" b="b"/>
              <a:pathLst>
                <a:path w="33294" h="31639" extrusionOk="0">
                  <a:moveTo>
                    <a:pt x="1" y="0"/>
                  </a:moveTo>
                  <a:lnTo>
                    <a:pt x="1" y="31639"/>
                  </a:lnTo>
                  <a:lnTo>
                    <a:pt x="33293" y="31639"/>
                  </a:lnTo>
                  <a:lnTo>
                    <a:pt x="3329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78" name="Google Shape;2078;p45"/>
            <p:cNvSpPr/>
            <p:nvPr/>
          </p:nvSpPr>
          <p:spPr>
            <a:xfrm>
              <a:off x="5315775" y="3783900"/>
              <a:ext cx="864975" cy="23950"/>
            </a:xfrm>
            <a:custGeom>
              <a:avLst/>
              <a:gdLst/>
              <a:ahLst/>
              <a:cxnLst/>
              <a:rect l="l" t="t" r="r" b="b"/>
              <a:pathLst>
                <a:path w="34599" h="958" extrusionOk="0">
                  <a:moveTo>
                    <a:pt x="0" y="0"/>
                  </a:moveTo>
                  <a:lnTo>
                    <a:pt x="0" y="958"/>
                  </a:lnTo>
                  <a:lnTo>
                    <a:pt x="34598" y="958"/>
                  </a:lnTo>
                  <a:lnTo>
                    <a:pt x="3459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79" name="Google Shape;2079;p45"/>
            <p:cNvSpPr/>
            <p:nvPr/>
          </p:nvSpPr>
          <p:spPr>
            <a:xfrm>
              <a:off x="5303800" y="2821025"/>
              <a:ext cx="832325" cy="214350"/>
            </a:xfrm>
            <a:custGeom>
              <a:avLst/>
              <a:gdLst/>
              <a:ahLst/>
              <a:cxnLst/>
              <a:rect l="l" t="t" r="r" b="b"/>
              <a:pathLst>
                <a:path w="33293" h="8574" extrusionOk="0">
                  <a:moveTo>
                    <a:pt x="11533" y="1"/>
                  </a:moveTo>
                  <a:lnTo>
                    <a:pt x="0" y="8574"/>
                  </a:lnTo>
                  <a:lnTo>
                    <a:pt x="33293" y="8574"/>
                  </a:lnTo>
                  <a:lnTo>
                    <a:pt x="3329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80" name="Google Shape;2080;p45"/>
            <p:cNvSpPr/>
            <p:nvPr/>
          </p:nvSpPr>
          <p:spPr>
            <a:xfrm>
              <a:off x="5819500" y="3105000"/>
              <a:ext cx="224150" cy="220875"/>
            </a:xfrm>
            <a:custGeom>
              <a:avLst/>
              <a:gdLst/>
              <a:ahLst/>
              <a:cxnLst/>
              <a:rect l="l" t="t" r="r" b="b"/>
              <a:pathLst>
                <a:path w="8966" h="8835" extrusionOk="0">
                  <a:moveTo>
                    <a:pt x="1" y="0"/>
                  </a:moveTo>
                  <a:lnTo>
                    <a:pt x="1" y="8835"/>
                  </a:lnTo>
                  <a:lnTo>
                    <a:pt x="8966" y="8835"/>
                  </a:lnTo>
                  <a:lnTo>
                    <a:pt x="896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81" name="Google Shape;2081;p45"/>
            <p:cNvSpPr/>
            <p:nvPr/>
          </p:nvSpPr>
          <p:spPr>
            <a:xfrm>
              <a:off x="5399550" y="3105000"/>
              <a:ext cx="224150" cy="220875"/>
            </a:xfrm>
            <a:custGeom>
              <a:avLst/>
              <a:gdLst/>
              <a:ahLst/>
              <a:cxnLst/>
              <a:rect l="l" t="t" r="r" b="b"/>
              <a:pathLst>
                <a:path w="8966" h="8835" extrusionOk="0">
                  <a:moveTo>
                    <a:pt x="0" y="0"/>
                  </a:moveTo>
                  <a:lnTo>
                    <a:pt x="0" y="8835"/>
                  </a:lnTo>
                  <a:lnTo>
                    <a:pt x="8965" y="8835"/>
                  </a:lnTo>
                  <a:lnTo>
                    <a:pt x="896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82" name="Google Shape;2082;p45"/>
            <p:cNvSpPr/>
            <p:nvPr/>
          </p:nvSpPr>
          <p:spPr>
            <a:xfrm>
              <a:off x="5407150" y="3112600"/>
              <a:ext cx="206750" cy="204575"/>
            </a:xfrm>
            <a:custGeom>
              <a:avLst/>
              <a:gdLst/>
              <a:ahLst/>
              <a:cxnLst/>
              <a:rect l="l" t="t" r="r" b="b"/>
              <a:pathLst>
                <a:path w="8270" h="8183" extrusionOk="0">
                  <a:moveTo>
                    <a:pt x="1" y="1"/>
                  </a:moveTo>
                  <a:lnTo>
                    <a:pt x="1" y="8182"/>
                  </a:lnTo>
                  <a:lnTo>
                    <a:pt x="8270" y="8182"/>
                  </a:lnTo>
                  <a:lnTo>
                    <a:pt x="827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83" name="Google Shape;2083;p45"/>
            <p:cNvSpPr/>
            <p:nvPr/>
          </p:nvSpPr>
          <p:spPr>
            <a:xfrm>
              <a:off x="5407150" y="3112600"/>
              <a:ext cx="208925" cy="204575"/>
            </a:xfrm>
            <a:custGeom>
              <a:avLst/>
              <a:gdLst/>
              <a:ahLst/>
              <a:cxnLst/>
              <a:rect l="l" t="t" r="r" b="b"/>
              <a:pathLst>
                <a:path w="8357" h="8183" extrusionOk="0">
                  <a:moveTo>
                    <a:pt x="1" y="1"/>
                  </a:moveTo>
                  <a:lnTo>
                    <a:pt x="1" y="8182"/>
                  </a:lnTo>
                  <a:lnTo>
                    <a:pt x="393" y="8182"/>
                  </a:lnTo>
                  <a:lnTo>
                    <a:pt x="393" y="436"/>
                  </a:lnTo>
                  <a:lnTo>
                    <a:pt x="8357" y="436"/>
                  </a:lnTo>
                  <a:lnTo>
                    <a:pt x="8357" y="1"/>
                  </a:lnTo>
                  <a:close/>
                </a:path>
              </a:pathLst>
            </a:custGeom>
            <a:solidFill>
              <a:srgbClr val="258E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84" name="Google Shape;2084;p45"/>
            <p:cNvSpPr/>
            <p:nvPr/>
          </p:nvSpPr>
          <p:spPr>
            <a:xfrm>
              <a:off x="5505075" y="3107175"/>
              <a:ext cx="9825" cy="214350"/>
            </a:xfrm>
            <a:custGeom>
              <a:avLst/>
              <a:gdLst/>
              <a:ahLst/>
              <a:cxnLst/>
              <a:rect l="l" t="t" r="r" b="b"/>
              <a:pathLst>
                <a:path w="393" h="8574" extrusionOk="0">
                  <a:moveTo>
                    <a:pt x="1" y="0"/>
                  </a:moveTo>
                  <a:lnTo>
                    <a:pt x="1" y="8574"/>
                  </a:lnTo>
                  <a:lnTo>
                    <a:pt x="392" y="8574"/>
                  </a:lnTo>
                  <a:lnTo>
                    <a:pt x="39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85" name="Google Shape;2085;p45"/>
            <p:cNvSpPr/>
            <p:nvPr/>
          </p:nvSpPr>
          <p:spPr>
            <a:xfrm>
              <a:off x="5402800" y="3160475"/>
              <a:ext cx="220900" cy="9825"/>
            </a:xfrm>
            <a:custGeom>
              <a:avLst/>
              <a:gdLst/>
              <a:ahLst/>
              <a:cxnLst/>
              <a:rect l="l" t="t" r="r" b="b"/>
              <a:pathLst>
                <a:path w="8836" h="393" extrusionOk="0">
                  <a:moveTo>
                    <a:pt x="1" y="1"/>
                  </a:moveTo>
                  <a:lnTo>
                    <a:pt x="1" y="392"/>
                  </a:lnTo>
                  <a:lnTo>
                    <a:pt x="8835" y="392"/>
                  </a:lnTo>
                  <a:lnTo>
                    <a:pt x="883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86" name="Google Shape;2086;p45"/>
            <p:cNvSpPr/>
            <p:nvPr/>
          </p:nvSpPr>
          <p:spPr>
            <a:xfrm>
              <a:off x="6003375" y="2823200"/>
              <a:ext cx="138200" cy="149075"/>
            </a:xfrm>
            <a:custGeom>
              <a:avLst/>
              <a:gdLst/>
              <a:ahLst/>
              <a:cxnLst/>
              <a:rect l="l" t="t" r="r" b="b"/>
              <a:pathLst>
                <a:path w="5528" h="5963" extrusionOk="0">
                  <a:moveTo>
                    <a:pt x="1" y="1"/>
                  </a:moveTo>
                  <a:lnTo>
                    <a:pt x="1" y="5963"/>
                  </a:lnTo>
                  <a:lnTo>
                    <a:pt x="5528" y="5963"/>
                  </a:lnTo>
                  <a:lnTo>
                    <a:pt x="552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87" name="Google Shape;2087;p45"/>
            <p:cNvSpPr/>
            <p:nvPr/>
          </p:nvSpPr>
          <p:spPr>
            <a:xfrm>
              <a:off x="5410425" y="3459675"/>
              <a:ext cx="66400" cy="255700"/>
            </a:xfrm>
            <a:custGeom>
              <a:avLst/>
              <a:gdLst/>
              <a:ahLst/>
              <a:cxnLst/>
              <a:rect l="l" t="t" r="r" b="b"/>
              <a:pathLst>
                <a:path w="2656" h="10228" extrusionOk="0">
                  <a:moveTo>
                    <a:pt x="0" y="1"/>
                  </a:moveTo>
                  <a:lnTo>
                    <a:pt x="0" y="10228"/>
                  </a:lnTo>
                  <a:lnTo>
                    <a:pt x="2655" y="10228"/>
                  </a:lnTo>
                  <a:lnTo>
                    <a:pt x="265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88" name="Google Shape;2088;p45"/>
            <p:cNvSpPr/>
            <p:nvPr/>
          </p:nvSpPr>
          <p:spPr>
            <a:xfrm>
              <a:off x="5418050" y="3468375"/>
              <a:ext cx="52225" cy="240475"/>
            </a:xfrm>
            <a:custGeom>
              <a:avLst/>
              <a:gdLst/>
              <a:ahLst/>
              <a:cxnLst/>
              <a:rect l="l" t="t" r="r" b="b"/>
              <a:pathLst>
                <a:path w="2089" h="9619" extrusionOk="0">
                  <a:moveTo>
                    <a:pt x="0" y="1"/>
                  </a:moveTo>
                  <a:lnTo>
                    <a:pt x="0" y="9618"/>
                  </a:lnTo>
                  <a:lnTo>
                    <a:pt x="2089" y="9618"/>
                  </a:lnTo>
                  <a:lnTo>
                    <a:pt x="208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89" name="Google Shape;2089;p45"/>
            <p:cNvSpPr/>
            <p:nvPr/>
          </p:nvSpPr>
          <p:spPr>
            <a:xfrm>
              <a:off x="5418050" y="3468375"/>
              <a:ext cx="52225" cy="239375"/>
            </a:xfrm>
            <a:custGeom>
              <a:avLst/>
              <a:gdLst/>
              <a:ahLst/>
              <a:cxnLst/>
              <a:rect l="l" t="t" r="r" b="b"/>
              <a:pathLst>
                <a:path w="2089" h="9575" extrusionOk="0">
                  <a:moveTo>
                    <a:pt x="0" y="1"/>
                  </a:moveTo>
                  <a:lnTo>
                    <a:pt x="0" y="9575"/>
                  </a:lnTo>
                  <a:lnTo>
                    <a:pt x="348" y="9575"/>
                  </a:lnTo>
                  <a:lnTo>
                    <a:pt x="348" y="305"/>
                  </a:lnTo>
                  <a:lnTo>
                    <a:pt x="2089" y="305"/>
                  </a:lnTo>
                  <a:lnTo>
                    <a:pt x="2089"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90" name="Google Shape;2090;p45"/>
            <p:cNvSpPr/>
            <p:nvPr/>
          </p:nvSpPr>
          <p:spPr>
            <a:xfrm>
              <a:off x="5649775" y="3459675"/>
              <a:ext cx="66400" cy="255700"/>
            </a:xfrm>
            <a:custGeom>
              <a:avLst/>
              <a:gdLst/>
              <a:ahLst/>
              <a:cxnLst/>
              <a:rect l="l" t="t" r="r" b="b"/>
              <a:pathLst>
                <a:path w="2656" h="10228" extrusionOk="0">
                  <a:moveTo>
                    <a:pt x="1" y="1"/>
                  </a:moveTo>
                  <a:lnTo>
                    <a:pt x="1" y="10228"/>
                  </a:lnTo>
                  <a:lnTo>
                    <a:pt x="2655" y="10228"/>
                  </a:lnTo>
                  <a:lnTo>
                    <a:pt x="265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91" name="Google Shape;2091;p45"/>
            <p:cNvSpPr/>
            <p:nvPr/>
          </p:nvSpPr>
          <p:spPr>
            <a:xfrm>
              <a:off x="5657400" y="3468375"/>
              <a:ext cx="52250" cy="240475"/>
            </a:xfrm>
            <a:custGeom>
              <a:avLst/>
              <a:gdLst/>
              <a:ahLst/>
              <a:cxnLst/>
              <a:rect l="l" t="t" r="r" b="b"/>
              <a:pathLst>
                <a:path w="2090" h="9619" extrusionOk="0">
                  <a:moveTo>
                    <a:pt x="0" y="1"/>
                  </a:moveTo>
                  <a:lnTo>
                    <a:pt x="0" y="9618"/>
                  </a:lnTo>
                  <a:lnTo>
                    <a:pt x="2089" y="9618"/>
                  </a:lnTo>
                  <a:lnTo>
                    <a:pt x="208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92" name="Google Shape;2092;p45"/>
            <p:cNvSpPr/>
            <p:nvPr/>
          </p:nvSpPr>
          <p:spPr>
            <a:xfrm>
              <a:off x="5657400" y="3468375"/>
              <a:ext cx="52250" cy="239375"/>
            </a:xfrm>
            <a:custGeom>
              <a:avLst/>
              <a:gdLst/>
              <a:ahLst/>
              <a:cxnLst/>
              <a:rect l="l" t="t" r="r" b="b"/>
              <a:pathLst>
                <a:path w="2090" h="9575" extrusionOk="0">
                  <a:moveTo>
                    <a:pt x="0" y="1"/>
                  </a:moveTo>
                  <a:lnTo>
                    <a:pt x="0" y="9575"/>
                  </a:lnTo>
                  <a:lnTo>
                    <a:pt x="349" y="9575"/>
                  </a:lnTo>
                  <a:lnTo>
                    <a:pt x="349" y="305"/>
                  </a:lnTo>
                  <a:lnTo>
                    <a:pt x="2089" y="305"/>
                  </a:lnTo>
                  <a:lnTo>
                    <a:pt x="2089"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93" name="Google Shape;2093;p45"/>
            <p:cNvSpPr/>
            <p:nvPr/>
          </p:nvSpPr>
          <p:spPr>
            <a:xfrm>
              <a:off x="6114350" y="3105000"/>
              <a:ext cx="225250" cy="220875"/>
            </a:xfrm>
            <a:custGeom>
              <a:avLst/>
              <a:gdLst/>
              <a:ahLst/>
              <a:cxnLst/>
              <a:rect l="l" t="t" r="r" b="b"/>
              <a:pathLst>
                <a:path w="9010" h="8835" extrusionOk="0">
                  <a:moveTo>
                    <a:pt x="1" y="0"/>
                  </a:moveTo>
                  <a:lnTo>
                    <a:pt x="1" y="8835"/>
                  </a:lnTo>
                  <a:lnTo>
                    <a:pt x="9009" y="8835"/>
                  </a:lnTo>
                  <a:lnTo>
                    <a:pt x="900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94" name="Google Shape;2094;p45"/>
            <p:cNvSpPr/>
            <p:nvPr/>
          </p:nvSpPr>
          <p:spPr>
            <a:xfrm>
              <a:off x="5819500" y="3454225"/>
              <a:ext cx="224150" cy="221975"/>
            </a:xfrm>
            <a:custGeom>
              <a:avLst/>
              <a:gdLst/>
              <a:ahLst/>
              <a:cxnLst/>
              <a:rect l="l" t="t" r="r" b="b"/>
              <a:pathLst>
                <a:path w="8966" h="8879" extrusionOk="0">
                  <a:moveTo>
                    <a:pt x="1" y="1"/>
                  </a:moveTo>
                  <a:lnTo>
                    <a:pt x="1" y="8879"/>
                  </a:lnTo>
                  <a:lnTo>
                    <a:pt x="8966" y="8879"/>
                  </a:lnTo>
                  <a:lnTo>
                    <a:pt x="896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95" name="Google Shape;2095;p45"/>
            <p:cNvSpPr/>
            <p:nvPr/>
          </p:nvSpPr>
          <p:spPr>
            <a:xfrm>
              <a:off x="6114350" y="3454225"/>
              <a:ext cx="225250" cy="221975"/>
            </a:xfrm>
            <a:custGeom>
              <a:avLst/>
              <a:gdLst/>
              <a:ahLst/>
              <a:cxnLst/>
              <a:rect l="l" t="t" r="r" b="b"/>
              <a:pathLst>
                <a:path w="9010" h="8879" extrusionOk="0">
                  <a:moveTo>
                    <a:pt x="1" y="1"/>
                  </a:moveTo>
                  <a:lnTo>
                    <a:pt x="1" y="8879"/>
                  </a:lnTo>
                  <a:lnTo>
                    <a:pt x="9009" y="8879"/>
                  </a:lnTo>
                  <a:lnTo>
                    <a:pt x="900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96" name="Google Shape;2096;p45"/>
            <p:cNvSpPr/>
            <p:nvPr/>
          </p:nvSpPr>
          <p:spPr>
            <a:xfrm>
              <a:off x="5302700" y="3035350"/>
              <a:ext cx="439575" cy="15275"/>
            </a:xfrm>
            <a:custGeom>
              <a:avLst/>
              <a:gdLst/>
              <a:ahLst/>
              <a:cxnLst/>
              <a:rect l="l" t="t" r="r" b="b"/>
              <a:pathLst>
                <a:path w="17583" h="611" extrusionOk="0">
                  <a:moveTo>
                    <a:pt x="1" y="1"/>
                  </a:moveTo>
                  <a:lnTo>
                    <a:pt x="1" y="610"/>
                  </a:lnTo>
                  <a:lnTo>
                    <a:pt x="17583" y="610"/>
                  </a:lnTo>
                  <a:lnTo>
                    <a:pt x="1758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97" name="Google Shape;2097;p45"/>
            <p:cNvSpPr/>
            <p:nvPr/>
          </p:nvSpPr>
          <p:spPr>
            <a:xfrm>
              <a:off x="5254850" y="3329125"/>
              <a:ext cx="487425" cy="87050"/>
            </a:xfrm>
            <a:custGeom>
              <a:avLst/>
              <a:gdLst/>
              <a:ahLst/>
              <a:cxnLst/>
              <a:rect l="l" t="t" r="r" b="b"/>
              <a:pathLst>
                <a:path w="19497" h="3482" extrusionOk="0">
                  <a:moveTo>
                    <a:pt x="3264" y="0"/>
                  </a:moveTo>
                  <a:lnTo>
                    <a:pt x="0" y="3482"/>
                  </a:lnTo>
                  <a:lnTo>
                    <a:pt x="19497" y="3482"/>
                  </a:lnTo>
                  <a:lnTo>
                    <a:pt x="1949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98" name="Google Shape;2098;p45"/>
            <p:cNvSpPr/>
            <p:nvPr/>
          </p:nvSpPr>
          <p:spPr>
            <a:xfrm>
              <a:off x="5253750" y="3416150"/>
              <a:ext cx="488525" cy="12000"/>
            </a:xfrm>
            <a:custGeom>
              <a:avLst/>
              <a:gdLst/>
              <a:ahLst/>
              <a:cxnLst/>
              <a:rect l="l" t="t" r="r" b="b"/>
              <a:pathLst>
                <a:path w="19541" h="480" extrusionOk="0">
                  <a:moveTo>
                    <a:pt x="1" y="1"/>
                  </a:moveTo>
                  <a:lnTo>
                    <a:pt x="1" y="479"/>
                  </a:lnTo>
                  <a:lnTo>
                    <a:pt x="19541" y="479"/>
                  </a:lnTo>
                  <a:lnTo>
                    <a:pt x="1954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99" name="Google Shape;2099;p45"/>
            <p:cNvSpPr/>
            <p:nvPr/>
          </p:nvSpPr>
          <p:spPr>
            <a:xfrm>
              <a:off x="5348400" y="3428125"/>
              <a:ext cx="393875" cy="12000"/>
            </a:xfrm>
            <a:custGeom>
              <a:avLst/>
              <a:gdLst/>
              <a:ahLst/>
              <a:cxnLst/>
              <a:rect l="l" t="t" r="r" b="b"/>
              <a:pathLst>
                <a:path w="15755" h="480" extrusionOk="0">
                  <a:moveTo>
                    <a:pt x="1" y="0"/>
                  </a:moveTo>
                  <a:lnTo>
                    <a:pt x="1" y="479"/>
                  </a:lnTo>
                  <a:lnTo>
                    <a:pt x="15755" y="479"/>
                  </a:lnTo>
                  <a:lnTo>
                    <a:pt x="15755" y="0"/>
                  </a:lnTo>
                  <a:close/>
                </a:path>
              </a:pathLst>
            </a:custGeom>
            <a:solidFill>
              <a:srgbClr val="D1D1D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00" name="Google Shape;2100;p45"/>
            <p:cNvSpPr/>
            <p:nvPr/>
          </p:nvSpPr>
          <p:spPr>
            <a:xfrm>
              <a:off x="5348400" y="3050600"/>
              <a:ext cx="393875" cy="11975"/>
            </a:xfrm>
            <a:custGeom>
              <a:avLst/>
              <a:gdLst/>
              <a:ahLst/>
              <a:cxnLst/>
              <a:rect l="l" t="t" r="r" b="b"/>
              <a:pathLst>
                <a:path w="15755" h="479" extrusionOk="0">
                  <a:moveTo>
                    <a:pt x="1" y="0"/>
                  </a:moveTo>
                  <a:lnTo>
                    <a:pt x="1" y="479"/>
                  </a:lnTo>
                  <a:lnTo>
                    <a:pt x="15755" y="479"/>
                  </a:lnTo>
                  <a:lnTo>
                    <a:pt x="1575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01" name="Google Shape;2101;p45"/>
            <p:cNvSpPr/>
            <p:nvPr/>
          </p:nvSpPr>
          <p:spPr>
            <a:xfrm>
              <a:off x="5497450" y="3459675"/>
              <a:ext cx="124075" cy="256800"/>
            </a:xfrm>
            <a:custGeom>
              <a:avLst/>
              <a:gdLst/>
              <a:ahLst/>
              <a:cxnLst/>
              <a:rect l="l" t="t" r="r" b="b"/>
              <a:pathLst>
                <a:path w="4963" h="10272" extrusionOk="0">
                  <a:moveTo>
                    <a:pt x="1" y="1"/>
                  </a:moveTo>
                  <a:lnTo>
                    <a:pt x="1" y="10271"/>
                  </a:lnTo>
                  <a:lnTo>
                    <a:pt x="4962" y="10271"/>
                  </a:lnTo>
                  <a:lnTo>
                    <a:pt x="496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02" name="Google Shape;2102;p45"/>
            <p:cNvSpPr/>
            <p:nvPr/>
          </p:nvSpPr>
          <p:spPr>
            <a:xfrm>
              <a:off x="5504000" y="3465125"/>
              <a:ext cx="32650" cy="50075"/>
            </a:xfrm>
            <a:custGeom>
              <a:avLst/>
              <a:gdLst/>
              <a:ahLst/>
              <a:cxnLst/>
              <a:rect l="l" t="t" r="r" b="b"/>
              <a:pathLst>
                <a:path w="1306" h="2003" extrusionOk="0">
                  <a:moveTo>
                    <a:pt x="0" y="0"/>
                  </a:moveTo>
                  <a:lnTo>
                    <a:pt x="0" y="2002"/>
                  </a:lnTo>
                  <a:lnTo>
                    <a:pt x="1306" y="2002"/>
                  </a:lnTo>
                  <a:lnTo>
                    <a:pt x="130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03" name="Google Shape;2103;p45"/>
            <p:cNvSpPr/>
            <p:nvPr/>
          </p:nvSpPr>
          <p:spPr>
            <a:xfrm>
              <a:off x="5543150" y="3465125"/>
              <a:ext cx="32675" cy="50075"/>
            </a:xfrm>
            <a:custGeom>
              <a:avLst/>
              <a:gdLst/>
              <a:ahLst/>
              <a:cxnLst/>
              <a:rect l="l" t="t" r="r" b="b"/>
              <a:pathLst>
                <a:path w="1307" h="2003" extrusionOk="0">
                  <a:moveTo>
                    <a:pt x="1" y="0"/>
                  </a:moveTo>
                  <a:lnTo>
                    <a:pt x="1" y="2002"/>
                  </a:lnTo>
                  <a:lnTo>
                    <a:pt x="1306" y="2002"/>
                  </a:lnTo>
                  <a:lnTo>
                    <a:pt x="130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04" name="Google Shape;2104;p45"/>
            <p:cNvSpPr/>
            <p:nvPr/>
          </p:nvSpPr>
          <p:spPr>
            <a:xfrm>
              <a:off x="5583425" y="3465125"/>
              <a:ext cx="32650" cy="50075"/>
            </a:xfrm>
            <a:custGeom>
              <a:avLst/>
              <a:gdLst/>
              <a:ahLst/>
              <a:cxnLst/>
              <a:rect l="l" t="t" r="r" b="b"/>
              <a:pathLst>
                <a:path w="1306" h="2003" extrusionOk="0">
                  <a:moveTo>
                    <a:pt x="0" y="0"/>
                  </a:moveTo>
                  <a:lnTo>
                    <a:pt x="0" y="2002"/>
                  </a:lnTo>
                  <a:lnTo>
                    <a:pt x="1306" y="2002"/>
                  </a:lnTo>
                  <a:lnTo>
                    <a:pt x="130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05" name="Google Shape;2105;p45"/>
            <p:cNvSpPr/>
            <p:nvPr/>
          </p:nvSpPr>
          <p:spPr>
            <a:xfrm>
              <a:off x="5504000" y="3520600"/>
              <a:ext cx="32650" cy="28325"/>
            </a:xfrm>
            <a:custGeom>
              <a:avLst/>
              <a:gdLst/>
              <a:ahLst/>
              <a:cxnLst/>
              <a:rect l="l" t="t" r="r" b="b"/>
              <a:pathLst>
                <a:path w="1306" h="1133" extrusionOk="0">
                  <a:moveTo>
                    <a:pt x="0" y="1"/>
                  </a:moveTo>
                  <a:lnTo>
                    <a:pt x="0" y="1132"/>
                  </a:lnTo>
                  <a:lnTo>
                    <a:pt x="1306" y="1132"/>
                  </a:lnTo>
                  <a:lnTo>
                    <a:pt x="130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06" name="Google Shape;2106;p45"/>
            <p:cNvSpPr/>
            <p:nvPr/>
          </p:nvSpPr>
          <p:spPr>
            <a:xfrm>
              <a:off x="5543150" y="3520600"/>
              <a:ext cx="32675" cy="28325"/>
            </a:xfrm>
            <a:custGeom>
              <a:avLst/>
              <a:gdLst/>
              <a:ahLst/>
              <a:cxnLst/>
              <a:rect l="l" t="t" r="r" b="b"/>
              <a:pathLst>
                <a:path w="1307" h="1133" extrusionOk="0">
                  <a:moveTo>
                    <a:pt x="1" y="1"/>
                  </a:moveTo>
                  <a:lnTo>
                    <a:pt x="1" y="1132"/>
                  </a:lnTo>
                  <a:lnTo>
                    <a:pt x="1306" y="1132"/>
                  </a:lnTo>
                  <a:lnTo>
                    <a:pt x="130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07" name="Google Shape;2107;p45"/>
            <p:cNvSpPr/>
            <p:nvPr/>
          </p:nvSpPr>
          <p:spPr>
            <a:xfrm>
              <a:off x="5583425" y="3520600"/>
              <a:ext cx="32650" cy="28325"/>
            </a:xfrm>
            <a:custGeom>
              <a:avLst/>
              <a:gdLst/>
              <a:ahLst/>
              <a:cxnLst/>
              <a:rect l="l" t="t" r="r" b="b"/>
              <a:pathLst>
                <a:path w="1306" h="1133" extrusionOk="0">
                  <a:moveTo>
                    <a:pt x="0" y="1"/>
                  </a:moveTo>
                  <a:lnTo>
                    <a:pt x="0" y="1132"/>
                  </a:lnTo>
                  <a:lnTo>
                    <a:pt x="1306" y="1132"/>
                  </a:lnTo>
                  <a:lnTo>
                    <a:pt x="130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08" name="Google Shape;2108;p45"/>
            <p:cNvSpPr/>
            <p:nvPr/>
          </p:nvSpPr>
          <p:spPr>
            <a:xfrm>
              <a:off x="5504000" y="3465125"/>
              <a:ext cx="31575" cy="50075"/>
            </a:xfrm>
            <a:custGeom>
              <a:avLst/>
              <a:gdLst/>
              <a:ahLst/>
              <a:cxnLst/>
              <a:rect l="l" t="t" r="r" b="b"/>
              <a:pathLst>
                <a:path w="1263" h="2003" extrusionOk="0">
                  <a:moveTo>
                    <a:pt x="0" y="0"/>
                  </a:moveTo>
                  <a:lnTo>
                    <a:pt x="0" y="2002"/>
                  </a:lnTo>
                  <a:lnTo>
                    <a:pt x="174" y="2002"/>
                  </a:lnTo>
                  <a:lnTo>
                    <a:pt x="174" y="348"/>
                  </a:lnTo>
                  <a:lnTo>
                    <a:pt x="1262" y="348"/>
                  </a:lnTo>
                  <a:lnTo>
                    <a:pt x="126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09" name="Google Shape;2109;p45"/>
            <p:cNvSpPr/>
            <p:nvPr/>
          </p:nvSpPr>
          <p:spPr>
            <a:xfrm>
              <a:off x="5543150" y="3465125"/>
              <a:ext cx="32675" cy="50075"/>
            </a:xfrm>
            <a:custGeom>
              <a:avLst/>
              <a:gdLst/>
              <a:ahLst/>
              <a:cxnLst/>
              <a:rect l="l" t="t" r="r" b="b"/>
              <a:pathLst>
                <a:path w="1307" h="2003" extrusionOk="0">
                  <a:moveTo>
                    <a:pt x="1" y="0"/>
                  </a:moveTo>
                  <a:lnTo>
                    <a:pt x="1" y="2002"/>
                  </a:lnTo>
                  <a:lnTo>
                    <a:pt x="175" y="2002"/>
                  </a:lnTo>
                  <a:lnTo>
                    <a:pt x="175" y="348"/>
                  </a:lnTo>
                  <a:lnTo>
                    <a:pt x="1306" y="348"/>
                  </a:lnTo>
                  <a:lnTo>
                    <a:pt x="1306"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10" name="Google Shape;2110;p45"/>
            <p:cNvSpPr/>
            <p:nvPr/>
          </p:nvSpPr>
          <p:spPr>
            <a:xfrm>
              <a:off x="5583425" y="3465125"/>
              <a:ext cx="33750" cy="50075"/>
            </a:xfrm>
            <a:custGeom>
              <a:avLst/>
              <a:gdLst/>
              <a:ahLst/>
              <a:cxnLst/>
              <a:rect l="l" t="t" r="r" b="b"/>
              <a:pathLst>
                <a:path w="1350" h="2003" extrusionOk="0">
                  <a:moveTo>
                    <a:pt x="0" y="0"/>
                  </a:moveTo>
                  <a:lnTo>
                    <a:pt x="0" y="2002"/>
                  </a:lnTo>
                  <a:lnTo>
                    <a:pt x="218" y="2002"/>
                  </a:lnTo>
                  <a:lnTo>
                    <a:pt x="218" y="348"/>
                  </a:lnTo>
                  <a:lnTo>
                    <a:pt x="1349" y="348"/>
                  </a:lnTo>
                  <a:lnTo>
                    <a:pt x="134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11" name="Google Shape;2111;p45"/>
            <p:cNvSpPr/>
            <p:nvPr/>
          </p:nvSpPr>
          <p:spPr>
            <a:xfrm>
              <a:off x="5504000" y="3520600"/>
              <a:ext cx="31575" cy="30500"/>
            </a:xfrm>
            <a:custGeom>
              <a:avLst/>
              <a:gdLst/>
              <a:ahLst/>
              <a:cxnLst/>
              <a:rect l="l" t="t" r="r" b="b"/>
              <a:pathLst>
                <a:path w="1263" h="1220" extrusionOk="0">
                  <a:moveTo>
                    <a:pt x="0" y="1"/>
                  </a:moveTo>
                  <a:lnTo>
                    <a:pt x="0" y="1219"/>
                  </a:lnTo>
                  <a:lnTo>
                    <a:pt x="174" y="1219"/>
                  </a:lnTo>
                  <a:lnTo>
                    <a:pt x="174" y="349"/>
                  </a:lnTo>
                  <a:lnTo>
                    <a:pt x="1262" y="349"/>
                  </a:lnTo>
                  <a:lnTo>
                    <a:pt x="126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12" name="Google Shape;2112;p45"/>
            <p:cNvSpPr/>
            <p:nvPr/>
          </p:nvSpPr>
          <p:spPr>
            <a:xfrm>
              <a:off x="5543150" y="3520600"/>
              <a:ext cx="32675" cy="30500"/>
            </a:xfrm>
            <a:custGeom>
              <a:avLst/>
              <a:gdLst/>
              <a:ahLst/>
              <a:cxnLst/>
              <a:rect l="l" t="t" r="r" b="b"/>
              <a:pathLst>
                <a:path w="1307" h="1220" extrusionOk="0">
                  <a:moveTo>
                    <a:pt x="1" y="1"/>
                  </a:moveTo>
                  <a:lnTo>
                    <a:pt x="1" y="1219"/>
                  </a:lnTo>
                  <a:lnTo>
                    <a:pt x="175" y="1219"/>
                  </a:lnTo>
                  <a:lnTo>
                    <a:pt x="175" y="349"/>
                  </a:lnTo>
                  <a:lnTo>
                    <a:pt x="1306" y="349"/>
                  </a:lnTo>
                  <a:lnTo>
                    <a:pt x="130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13" name="Google Shape;2113;p45"/>
            <p:cNvSpPr/>
            <p:nvPr/>
          </p:nvSpPr>
          <p:spPr>
            <a:xfrm>
              <a:off x="5583425" y="3520600"/>
              <a:ext cx="33750" cy="30500"/>
            </a:xfrm>
            <a:custGeom>
              <a:avLst/>
              <a:gdLst/>
              <a:ahLst/>
              <a:cxnLst/>
              <a:rect l="l" t="t" r="r" b="b"/>
              <a:pathLst>
                <a:path w="1350" h="1220" extrusionOk="0">
                  <a:moveTo>
                    <a:pt x="0" y="1"/>
                  </a:moveTo>
                  <a:lnTo>
                    <a:pt x="0" y="1219"/>
                  </a:lnTo>
                  <a:lnTo>
                    <a:pt x="218" y="1219"/>
                  </a:lnTo>
                  <a:lnTo>
                    <a:pt x="218" y="349"/>
                  </a:lnTo>
                  <a:lnTo>
                    <a:pt x="1349" y="349"/>
                  </a:lnTo>
                  <a:lnTo>
                    <a:pt x="1349"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14" name="Google Shape;2114;p45"/>
            <p:cNvSpPr/>
            <p:nvPr/>
          </p:nvSpPr>
          <p:spPr>
            <a:xfrm>
              <a:off x="5504000" y="3556500"/>
              <a:ext cx="32650" cy="28325"/>
            </a:xfrm>
            <a:custGeom>
              <a:avLst/>
              <a:gdLst/>
              <a:ahLst/>
              <a:cxnLst/>
              <a:rect l="l" t="t" r="r" b="b"/>
              <a:pathLst>
                <a:path w="1306" h="1133" extrusionOk="0">
                  <a:moveTo>
                    <a:pt x="0" y="1"/>
                  </a:moveTo>
                  <a:lnTo>
                    <a:pt x="0" y="1132"/>
                  </a:lnTo>
                  <a:lnTo>
                    <a:pt x="1306" y="1132"/>
                  </a:lnTo>
                  <a:lnTo>
                    <a:pt x="130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15" name="Google Shape;2115;p45"/>
            <p:cNvSpPr/>
            <p:nvPr/>
          </p:nvSpPr>
          <p:spPr>
            <a:xfrm>
              <a:off x="5543150" y="3556500"/>
              <a:ext cx="32675" cy="28325"/>
            </a:xfrm>
            <a:custGeom>
              <a:avLst/>
              <a:gdLst/>
              <a:ahLst/>
              <a:cxnLst/>
              <a:rect l="l" t="t" r="r" b="b"/>
              <a:pathLst>
                <a:path w="1307" h="1133" extrusionOk="0">
                  <a:moveTo>
                    <a:pt x="1" y="1"/>
                  </a:moveTo>
                  <a:lnTo>
                    <a:pt x="1" y="1132"/>
                  </a:lnTo>
                  <a:lnTo>
                    <a:pt x="1306" y="1132"/>
                  </a:lnTo>
                  <a:lnTo>
                    <a:pt x="130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16" name="Google Shape;2116;p45"/>
            <p:cNvSpPr/>
            <p:nvPr/>
          </p:nvSpPr>
          <p:spPr>
            <a:xfrm>
              <a:off x="5583425" y="3556500"/>
              <a:ext cx="32650" cy="28325"/>
            </a:xfrm>
            <a:custGeom>
              <a:avLst/>
              <a:gdLst/>
              <a:ahLst/>
              <a:cxnLst/>
              <a:rect l="l" t="t" r="r" b="b"/>
              <a:pathLst>
                <a:path w="1306" h="1133" extrusionOk="0">
                  <a:moveTo>
                    <a:pt x="0" y="1"/>
                  </a:moveTo>
                  <a:lnTo>
                    <a:pt x="0" y="1132"/>
                  </a:lnTo>
                  <a:lnTo>
                    <a:pt x="1306" y="1132"/>
                  </a:lnTo>
                  <a:lnTo>
                    <a:pt x="130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17" name="Google Shape;2117;p45"/>
            <p:cNvSpPr/>
            <p:nvPr/>
          </p:nvSpPr>
          <p:spPr>
            <a:xfrm>
              <a:off x="5504000" y="3556500"/>
              <a:ext cx="31575" cy="29400"/>
            </a:xfrm>
            <a:custGeom>
              <a:avLst/>
              <a:gdLst/>
              <a:ahLst/>
              <a:cxnLst/>
              <a:rect l="l" t="t" r="r" b="b"/>
              <a:pathLst>
                <a:path w="1263" h="1176" extrusionOk="0">
                  <a:moveTo>
                    <a:pt x="0" y="1"/>
                  </a:moveTo>
                  <a:lnTo>
                    <a:pt x="0" y="1176"/>
                  </a:lnTo>
                  <a:lnTo>
                    <a:pt x="174" y="1176"/>
                  </a:lnTo>
                  <a:lnTo>
                    <a:pt x="174" y="305"/>
                  </a:lnTo>
                  <a:lnTo>
                    <a:pt x="1262" y="305"/>
                  </a:lnTo>
                  <a:lnTo>
                    <a:pt x="126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18" name="Google Shape;2118;p45"/>
            <p:cNvSpPr/>
            <p:nvPr/>
          </p:nvSpPr>
          <p:spPr>
            <a:xfrm>
              <a:off x="5543150" y="3556500"/>
              <a:ext cx="32675" cy="29400"/>
            </a:xfrm>
            <a:custGeom>
              <a:avLst/>
              <a:gdLst/>
              <a:ahLst/>
              <a:cxnLst/>
              <a:rect l="l" t="t" r="r" b="b"/>
              <a:pathLst>
                <a:path w="1307" h="1176" extrusionOk="0">
                  <a:moveTo>
                    <a:pt x="1" y="1"/>
                  </a:moveTo>
                  <a:lnTo>
                    <a:pt x="1" y="1176"/>
                  </a:lnTo>
                  <a:lnTo>
                    <a:pt x="175" y="1176"/>
                  </a:lnTo>
                  <a:lnTo>
                    <a:pt x="175" y="305"/>
                  </a:lnTo>
                  <a:lnTo>
                    <a:pt x="1306" y="305"/>
                  </a:lnTo>
                  <a:lnTo>
                    <a:pt x="130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19" name="Google Shape;2119;p45"/>
            <p:cNvSpPr/>
            <p:nvPr/>
          </p:nvSpPr>
          <p:spPr>
            <a:xfrm>
              <a:off x="5583425" y="3556500"/>
              <a:ext cx="33750" cy="29400"/>
            </a:xfrm>
            <a:custGeom>
              <a:avLst/>
              <a:gdLst/>
              <a:ahLst/>
              <a:cxnLst/>
              <a:rect l="l" t="t" r="r" b="b"/>
              <a:pathLst>
                <a:path w="1350" h="1176" extrusionOk="0">
                  <a:moveTo>
                    <a:pt x="0" y="1"/>
                  </a:moveTo>
                  <a:lnTo>
                    <a:pt x="0" y="1176"/>
                  </a:lnTo>
                  <a:lnTo>
                    <a:pt x="218" y="1176"/>
                  </a:lnTo>
                  <a:lnTo>
                    <a:pt x="218" y="305"/>
                  </a:lnTo>
                  <a:lnTo>
                    <a:pt x="1349" y="305"/>
                  </a:lnTo>
                  <a:lnTo>
                    <a:pt x="1349"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20" name="Google Shape;2120;p45"/>
            <p:cNvSpPr/>
            <p:nvPr/>
          </p:nvSpPr>
          <p:spPr>
            <a:xfrm>
              <a:off x="5504000" y="3593500"/>
              <a:ext cx="32650" cy="28300"/>
            </a:xfrm>
            <a:custGeom>
              <a:avLst/>
              <a:gdLst/>
              <a:ahLst/>
              <a:cxnLst/>
              <a:rect l="l" t="t" r="r" b="b"/>
              <a:pathLst>
                <a:path w="1306" h="1132" extrusionOk="0">
                  <a:moveTo>
                    <a:pt x="0" y="0"/>
                  </a:moveTo>
                  <a:lnTo>
                    <a:pt x="0" y="1132"/>
                  </a:lnTo>
                  <a:lnTo>
                    <a:pt x="1306" y="1132"/>
                  </a:lnTo>
                  <a:lnTo>
                    <a:pt x="130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21" name="Google Shape;2121;p45"/>
            <p:cNvSpPr/>
            <p:nvPr/>
          </p:nvSpPr>
          <p:spPr>
            <a:xfrm>
              <a:off x="5543150" y="3593500"/>
              <a:ext cx="32675" cy="28300"/>
            </a:xfrm>
            <a:custGeom>
              <a:avLst/>
              <a:gdLst/>
              <a:ahLst/>
              <a:cxnLst/>
              <a:rect l="l" t="t" r="r" b="b"/>
              <a:pathLst>
                <a:path w="1307" h="1132" extrusionOk="0">
                  <a:moveTo>
                    <a:pt x="1" y="0"/>
                  </a:moveTo>
                  <a:lnTo>
                    <a:pt x="1" y="1132"/>
                  </a:lnTo>
                  <a:lnTo>
                    <a:pt x="1306" y="1132"/>
                  </a:lnTo>
                  <a:lnTo>
                    <a:pt x="130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22" name="Google Shape;2122;p45"/>
            <p:cNvSpPr/>
            <p:nvPr/>
          </p:nvSpPr>
          <p:spPr>
            <a:xfrm>
              <a:off x="5583425" y="3593500"/>
              <a:ext cx="32650" cy="28300"/>
            </a:xfrm>
            <a:custGeom>
              <a:avLst/>
              <a:gdLst/>
              <a:ahLst/>
              <a:cxnLst/>
              <a:rect l="l" t="t" r="r" b="b"/>
              <a:pathLst>
                <a:path w="1306" h="1132" extrusionOk="0">
                  <a:moveTo>
                    <a:pt x="0" y="0"/>
                  </a:moveTo>
                  <a:lnTo>
                    <a:pt x="0" y="1132"/>
                  </a:lnTo>
                  <a:lnTo>
                    <a:pt x="1306" y="1132"/>
                  </a:lnTo>
                  <a:lnTo>
                    <a:pt x="130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23" name="Google Shape;2123;p45"/>
            <p:cNvSpPr/>
            <p:nvPr/>
          </p:nvSpPr>
          <p:spPr>
            <a:xfrm>
              <a:off x="5504000" y="3593500"/>
              <a:ext cx="31575" cy="28300"/>
            </a:xfrm>
            <a:custGeom>
              <a:avLst/>
              <a:gdLst/>
              <a:ahLst/>
              <a:cxnLst/>
              <a:rect l="l" t="t" r="r" b="b"/>
              <a:pathLst>
                <a:path w="1263" h="1132" extrusionOk="0">
                  <a:moveTo>
                    <a:pt x="0" y="0"/>
                  </a:moveTo>
                  <a:lnTo>
                    <a:pt x="0" y="1132"/>
                  </a:lnTo>
                  <a:lnTo>
                    <a:pt x="174" y="1132"/>
                  </a:lnTo>
                  <a:lnTo>
                    <a:pt x="174" y="262"/>
                  </a:lnTo>
                  <a:lnTo>
                    <a:pt x="1262" y="262"/>
                  </a:lnTo>
                  <a:lnTo>
                    <a:pt x="126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24" name="Google Shape;2124;p45"/>
            <p:cNvSpPr/>
            <p:nvPr/>
          </p:nvSpPr>
          <p:spPr>
            <a:xfrm>
              <a:off x="5543150" y="3593500"/>
              <a:ext cx="32675" cy="28300"/>
            </a:xfrm>
            <a:custGeom>
              <a:avLst/>
              <a:gdLst/>
              <a:ahLst/>
              <a:cxnLst/>
              <a:rect l="l" t="t" r="r" b="b"/>
              <a:pathLst>
                <a:path w="1307" h="1132" extrusionOk="0">
                  <a:moveTo>
                    <a:pt x="1" y="0"/>
                  </a:moveTo>
                  <a:lnTo>
                    <a:pt x="1" y="1132"/>
                  </a:lnTo>
                  <a:lnTo>
                    <a:pt x="175" y="1132"/>
                  </a:lnTo>
                  <a:lnTo>
                    <a:pt x="175" y="262"/>
                  </a:lnTo>
                  <a:lnTo>
                    <a:pt x="1306" y="262"/>
                  </a:lnTo>
                  <a:lnTo>
                    <a:pt x="1306"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25" name="Google Shape;2125;p45"/>
            <p:cNvSpPr/>
            <p:nvPr/>
          </p:nvSpPr>
          <p:spPr>
            <a:xfrm>
              <a:off x="5583425" y="3593500"/>
              <a:ext cx="33750" cy="28300"/>
            </a:xfrm>
            <a:custGeom>
              <a:avLst/>
              <a:gdLst/>
              <a:ahLst/>
              <a:cxnLst/>
              <a:rect l="l" t="t" r="r" b="b"/>
              <a:pathLst>
                <a:path w="1350" h="1132" extrusionOk="0">
                  <a:moveTo>
                    <a:pt x="0" y="0"/>
                  </a:moveTo>
                  <a:lnTo>
                    <a:pt x="0" y="1132"/>
                  </a:lnTo>
                  <a:lnTo>
                    <a:pt x="218" y="1132"/>
                  </a:lnTo>
                  <a:lnTo>
                    <a:pt x="218" y="262"/>
                  </a:lnTo>
                  <a:lnTo>
                    <a:pt x="1349" y="262"/>
                  </a:lnTo>
                  <a:lnTo>
                    <a:pt x="134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26" name="Google Shape;2126;p45"/>
            <p:cNvSpPr/>
            <p:nvPr/>
          </p:nvSpPr>
          <p:spPr>
            <a:xfrm>
              <a:off x="5504000" y="3628325"/>
              <a:ext cx="32650" cy="82700"/>
            </a:xfrm>
            <a:custGeom>
              <a:avLst/>
              <a:gdLst/>
              <a:ahLst/>
              <a:cxnLst/>
              <a:rect l="l" t="t" r="r" b="b"/>
              <a:pathLst>
                <a:path w="1306" h="3308" extrusionOk="0">
                  <a:moveTo>
                    <a:pt x="0" y="0"/>
                  </a:moveTo>
                  <a:lnTo>
                    <a:pt x="0" y="3308"/>
                  </a:lnTo>
                  <a:lnTo>
                    <a:pt x="1306" y="3308"/>
                  </a:lnTo>
                  <a:lnTo>
                    <a:pt x="130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27" name="Google Shape;2127;p45"/>
            <p:cNvSpPr/>
            <p:nvPr/>
          </p:nvSpPr>
          <p:spPr>
            <a:xfrm>
              <a:off x="5543150" y="3628325"/>
              <a:ext cx="32675" cy="82700"/>
            </a:xfrm>
            <a:custGeom>
              <a:avLst/>
              <a:gdLst/>
              <a:ahLst/>
              <a:cxnLst/>
              <a:rect l="l" t="t" r="r" b="b"/>
              <a:pathLst>
                <a:path w="1307" h="3308" extrusionOk="0">
                  <a:moveTo>
                    <a:pt x="1" y="0"/>
                  </a:moveTo>
                  <a:lnTo>
                    <a:pt x="1" y="3308"/>
                  </a:lnTo>
                  <a:lnTo>
                    <a:pt x="1306" y="3308"/>
                  </a:lnTo>
                  <a:lnTo>
                    <a:pt x="130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28" name="Google Shape;2128;p45"/>
            <p:cNvSpPr/>
            <p:nvPr/>
          </p:nvSpPr>
          <p:spPr>
            <a:xfrm>
              <a:off x="5583425" y="3628325"/>
              <a:ext cx="32650" cy="82700"/>
            </a:xfrm>
            <a:custGeom>
              <a:avLst/>
              <a:gdLst/>
              <a:ahLst/>
              <a:cxnLst/>
              <a:rect l="l" t="t" r="r" b="b"/>
              <a:pathLst>
                <a:path w="1306" h="3308" extrusionOk="0">
                  <a:moveTo>
                    <a:pt x="0" y="0"/>
                  </a:moveTo>
                  <a:lnTo>
                    <a:pt x="0" y="3308"/>
                  </a:lnTo>
                  <a:lnTo>
                    <a:pt x="1306" y="3308"/>
                  </a:lnTo>
                  <a:lnTo>
                    <a:pt x="130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29" name="Google Shape;2129;p45"/>
            <p:cNvSpPr/>
            <p:nvPr/>
          </p:nvSpPr>
          <p:spPr>
            <a:xfrm>
              <a:off x="5504000" y="3628325"/>
              <a:ext cx="31575" cy="82700"/>
            </a:xfrm>
            <a:custGeom>
              <a:avLst/>
              <a:gdLst/>
              <a:ahLst/>
              <a:cxnLst/>
              <a:rect l="l" t="t" r="r" b="b"/>
              <a:pathLst>
                <a:path w="1263" h="3308" extrusionOk="0">
                  <a:moveTo>
                    <a:pt x="0" y="0"/>
                  </a:moveTo>
                  <a:lnTo>
                    <a:pt x="0" y="3308"/>
                  </a:lnTo>
                  <a:lnTo>
                    <a:pt x="174" y="3308"/>
                  </a:lnTo>
                  <a:lnTo>
                    <a:pt x="174" y="348"/>
                  </a:lnTo>
                  <a:lnTo>
                    <a:pt x="1262" y="348"/>
                  </a:lnTo>
                  <a:lnTo>
                    <a:pt x="126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30" name="Google Shape;2130;p45"/>
            <p:cNvSpPr/>
            <p:nvPr/>
          </p:nvSpPr>
          <p:spPr>
            <a:xfrm>
              <a:off x="5543150" y="3628325"/>
              <a:ext cx="32675" cy="82700"/>
            </a:xfrm>
            <a:custGeom>
              <a:avLst/>
              <a:gdLst/>
              <a:ahLst/>
              <a:cxnLst/>
              <a:rect l="l" t="t" r="r" b="b"/>
              <a:pathLst>
                <a:path w="1307" h="3308" extrusionOk="0">
                  <a:moveTo>
                    <a:pt x="1" y="0"/>
                  </a:moveTo>
                  <a:lnTo>
                    <a:pt x="1" y="3308"/>
                  </a:lnTo>
                  <a:lnTo>
                    <a:pt x="175" y="3308"/>
                  </a:lnTo>
                  <a:lnTo>
                    <a:pt x="175" y="348"/>
                  </a:lnTo>
                  <a:lnTo>
                    <a:pt x="1306" y="348"/>
                  </a:lnTo>
                  <a:lnTo>
                    <a:pt x="1306"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31" name="Google Shape;2131;p45"/>
            <p:cNvSpPr/>
            <p:nvPr/>
          </p:nvSpPr>
          <p:spPr>
            <a:xfrm>
              <a:off x="5583425" y="3628325"/>
              <a:ext cx="33750" cy="82700"/>
            </a:xfrm>
            <a:custGeom>
              <a:avLst/>
              <a:gdLst/>
              <a:ahLst/>
              <a:cxnLst/>
              <a:rect l="l" t="t" r="r" b="b"/>
              <a:pathLst>
                <a:path w="1350" h="3308" extrusionOk="0">
                  <a:moveTo>
                    <a:pt x="0" y="0"/>
                  </a:moveTo>
                  <a:lnTo>
                    <a:pt x="0" y="3308"/>
                  </a:lnTo>
                  <a:lnTo>
                    <a:pt x="218" y="3308"/>
                  </a:lnTo>
                  <a:lnTo>
                    <a:pt x="218" y="348"/>
                  </a:lnTo>
                  <a:lnTo>
                    <a:pt x="1349" y="348"/>
                  </a:lnTo>
                  <a:lnTo>
                    <a:pt x="134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32" name="Google Shape;2132;p45"/>
            <p:cNvSpPr/>
            <p:nvPr/>
          </p:nvSpPr>
          <p:spPr>
            <a:xfrm>
              <a:off x="5409325" y="3718625"/>
              <a:ext cx="331875" cy="21775"/>
            </a:xfrm>
            <a:custGeom>
              <a:avLst/>
              <a:gdLst/>
              <a:ahLst/>
              <a:cxnLst/>
              <a:rect l="l" t="t" r="r" b="b"/>
              <a:pathLst>
                <a:path w="13275" h="871" extrusionOk="0">
                  <a:moveTo>
                    <a:pt x="1" y="0"/>
                  </a:moveTo>
                  <a:lnTo>
                    <a:pt x="1" y="871"/>
                  </a:lnTo>
                  <a:lnTo>
                    <a:pt x="13274" y="871"/>
                  </a:lnTo>
                  <a:lnTo>
                    <a:pt x="13274"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33" name="Google Shape;2133;p45"/>
            <p:cNvSpPr/>
            <p:nvPr/>
          </p:nvSpPr>
          <p:spPr>
            <a:xfrm>
              <a:off x="5372350" y="3740375"/>
              <a:ext cx="368850" cy="21775"/>
            </a:xfrm>
            <a:custGeom>
              <a:avLst/>
              <a:gdLst/>
              <a:ahLst/>
              <a:cxnLst/>
              <a:rect l="l" t="t" r="r" b="b"/>
              <a:pathLst>
                <a:path w="14754" h="871" extrusionOk="0">
                  <a:moveTo>
                    <a:pt x="0" y="1"/>
                  </a:moveTo>
                  <a:lnTo>
                    <a:pt x="0" y="871"/>
                  </a:lnTo>
                  <a:lnTo>
                    <a:pt x="14753" y="871"/>
                  </a:lnTo>
                  <a:lnTo>
                    <a:pt x="1475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34" name="Google Shape;2134;p45"/>
            <p:cNvSpPr/>
            <p:nvPr/>
          </p:nvSpPr>
          <p:spPr>
            <a:xfrm>
              <a:off x="5338625" y="3761050"/>
              <a:ext cx="402575" cy="21775"/>
            </a:xfrm>
            <a:custGeom>
              <a:avLst/>
              <a:gdLst/>
              <a:ahLst/>
              <a:cxnLst/>
              <a:rect l="l" t="t" r="r" b="b"/>
              <a:pathLst>
                <a:path w="16103" h="871" extrusionOk="0">
                  <a:moveTo>
                    <a:pt x="0" y="0"/>
                  </a:moveTo>
                  <a:lnTo>
                    <a:pt x="0" y="871"/>
                  </a:lnTo>
                  <a:lnTo>
                    <a:pt x="16102" y="871"/>
                  </a:lnTo>
                  <a:lnTo>
                    <a:pt x="1610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35" name="Google Shape;2135;p45"/>
            <p:cNvSpPr/>
            <p:nvPr/>
          </p:nvSpPr>
          <p:spPr>
            <a:xfrm>
              <a:off x="5387575" y="2856925"/>
              <a:ext cx="669150" cy="144725"/>
            </a:xfrm>
            <a:custGeom>
              <a:avLst/>
              <a:gdLst/>
              <a:ahLst/>
              <a:cxnLst/>
              <a:rect l="l" t="t" r="r" b="b"/>
              <a:pathLst>
                <a:path w="26766" h="5789" extrusionOk="0">
                  <a:moveTo>
                    <a:pt x="8313" y="1"/>
                  </a:moveTo>
                  <a:cubicBezTo>
                    <a:pt x="7921" y="1"/>
                    <a:pt x="7529" y="131"/>
                    <a:pt x="7312" y="305"/>
                  </a:cubicBezTo>
                  <a:lnTo>
                    <a:pt x="131" y="5528"/>
                  </a:lnTo>
                  <a:cubicBezTo>
                    <a:pt x="0" y="5658"/>
                    <a:pt x="88" y="5789"/>
                    <a:pt x="436" y="5789"/>
                  </a:cubicBezTo>
                  <a:lnTo>
                    <a:pt x="18409" y="5789"/>
                  </a:lnTo>
                  <a:cubicBezTo>
                    <a:pt x="18801" y="5789"/>
                    <a:pt x="19193" y="5658"/>
                    <a:pt x="19410" y="5528"/>
                  </a:cubicBezTo>
                  <a:lnTo>
                    <a:pt x="26591" y="305"/>
                  </a:lnTo>
                  <a:cubicBezTo>
                    <a:pt x="26765" y="131"/>
                    <a:pt x="26635" y="1"/>
                    <a:pt x="26330" y="1"/>
                  </a:cubicBezTo>
                  <a:close/>
                </a:path>
              </a:pathLst>
            </a:custGeom>
            <a:solidFill>
              <a:srgbClr val="5969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36" name="Google Shape;2136;p45"/>
            <p:cNvSpPr/>
            <p:nvPr/>
          </p:nvSpPr>
          <p:spPr>
            <a:xfrm>
              <a:off x="5407150" y="2862375"/>
              <a:ext cx="627800" cy="132750"/>
            </a:xfrm>
            <a:custGeom>
              <a:avLst/>
              <a:gdLst/>
              <a:ahLst/>
              <a:cxnLst/>
              <a:rect l="l" t="t" r="r" b="b"/>
              <a:pathLst>
                <a:path w="25112" h="5310" extrusionOk="0">
                  <a:moveTo>
                    <a:pt x="7269" y="0"/>
                  </a:moveTo>
                  <a:lnTo>
                    <a:pt x="5528" y="1262"/>
                  </a:lnTo>
                  <a:lnTo>
                    <a:pt x="9575" y="1262"/>
                  </a:lnTo>
                  <a:lnTo>
                    <a:pt x="11316" y="0"/>
                  </a:lnTo>
                  <a:close/>
                  <a:moveTo>
                    <a:pt x="11838" y="0"/>
                  </a:moveTo>
                  <a:lnTo>
                    <a:pt x="10097" y="1262"/>
                  </a:lnTo>
                  <a:lnTo>
                    <a:pt x="14145" y="1262"/>
                  </a:lnTo>
                  <a:lnTo>
                    <a:pt x="15886" y="0"/>
                  </a:lnTo>
                  <a:close/>
                  <a:moveTo>
                    <a:pt x="16408" y="0"/>
                  </a:moveTo>
                  <a:lnTo>
                    <a:pt x="14667" y="1262"/>
                  </a:lnTo>
                  <a:lnTo>
                    <a:pt x="18714" y="1262"/>
                  </a:lnTo>
                  <a:lnTo>
                    <a:pt x="20455" y="0"/>
                  </a:lnTo>
                  <a:close/>
                  <a:moveTo>
                    <a:pt x="21021" y="0"/>
                  </a:moveTo>
                  <a:lnTo>
                    <a:pt x="19280" y="1262"/>
                  </a:lnTo>
                  <a:lnTo>
                    <a:pt x="23371" y="1262"/>
                  </a:lnTo>
                  <a:lnTo>
                    <a:pt x="25112" y="0"/>
                  </a:lnTo>
                  <a:close/>
                  <a:moveTo>
                    <a:pt x="5397" y="1393"/>
                  </a:moveTo>
                  <a:lnTo>
                    <a:pt x="3656" y="2612"/>
                  </a:lnTo>
                  <a:lnTo>
                    <a:pt x="7747" y="2612"/>
                  </a:lnTo>
                  <a:lnTo>
                    <a:pt x="9488" y="1393"/>
                  </a:lnTo>
                  <a:close/>
                  <a:moveTo>
                    <a:pt x="9967" y="1393"/>
                  </a:moveTo>
                  <a:lnTo>
                    <a:pt x="8226" y="2612"/>
                  </a:lnTo>
                  <a:lnTo>
                    <a:pt x="12317" y="2612"/>
                  </a:lnTo>
                  <a:lnTo>
                    <a:pt x="14058" y="1393"/>
                  </a:lnTo>
                  <a:close/>
                  <a:moveTo>
                    <a:pt x="14580" y="1393"/>
                  </a:moveTo>
                  <a:lnTo>
                    <a:pt x="12839" y="2612"/>
                  </a:lnTo>
                  <a:lnTo>
                    <a:pt x="16930" y="2612"/>
                  </a:lnTo>
                  <a:lnTo>
                    <a:pt x="18671" y="1393"/>
                  </a:lnTo>
                  <a:close/>
                  <a:moveTo>
                    <a:pt x="19149" y="1393"/>
                  </a:moveTo>
                  <a:lnTo>
                    <a:pt x="17409" y="2612"/>
                  </a:lnTo>
                  <a:lnTo>
                    <a:pt x="21500" y="2612"/>
                  </a:lnTo>
                  <a:lnTo>
                    <a:pt x="23240" y="1393"/>
                  </a:lnTo>
                  <a:close/>
                  <a:moveTo>
                    <a:pt x="3569" y="2699"/>
                  </a:moveTo>
                  <a:lnTo>
                    <a:pt x="1829" y="3917"/>
                  </a:lnTo>
                  <a:lnTo>
                    <a:pt x="5876" y="3917"/>
                  </a:lnTo>
                  <a:lnTo>
                    <a:pt x="7617" y="2699"/>
                  </a:lnTo>
                  <a:close/>
                  <a:moveTo>
                    <a:pt x="8183" y="2699"/>
                  </a:moveTo>
                  <a:lnTo>
                    <a:pt x="6442" y="3917"/>
                  </a:lnTo>
                  <a:lnTo>
                    <a:pt x="10533" y="3917"/>
                  </a:lnTo>
                  <a:lnTo>
                    <a:pt x="12273" y="2699"/>
                  </a:lnTo>
                  <a:close/>
                  <a:moveTo>
                    <a:pt x="12752" y="2699"/>
                  </a:moveTo>
                  <a:lnTo>
                    <a:pt x="11011" y="3917"/>
                  </a:lnTo>
                  <a:lnTo>
                    <a:pt x="15102" y="3917"/>
                  </a:lnTo>
                  <a:lnTo>
                    <a:pt x="16843" y="2699"/>
                  </a:lnTo>
                  <a:close/>
                  <a:moveTo>
                    <a:pt x="17322" y="2699"/>
                  </a:moveTo>
                  <a:lnTo>
                    <a:pt x="15581" y="3917"/>
                  </a:lnTo>
                  <a:lnTo>
                    <a:pt x="19672" y="3917"/>
                  </a:lnTo>
                  <a:lnTo>
                    <a:pt x="21413" y="2699"/>
                  </a:lnTo>
                  <a:close/>
                  <a:moveTo>
                    <a:pt x="1742" y="4048"/>
                  </a:moveTo>
                  <a:lnTo>
                    <a:pt x="1" y="5310"/>
                  </a:lnTo>
                  <a:lnTo>
                    <a:pt x="4092" y="5310"/>
                  </a:lnTo>
                  <a:lnTo>
                    <a:pt x="5832" y="4048"/>
                  </a:lnTo>
                  <a:close/>
                  <a:moveTo>
                    <a:pt x="6311" y="4048"/>
                  </a:moveTo>
                  <a:lnTo>
                    <a:pt x="4570" y="5310"/>
                  </a:lnTo>
                  <a:lnTo>
                    <a:pt x="8661" y="5310"/>
                  </a:lnTo>
                  <a:lnTo>
                    <a:pt x="10402" y="4048"/>
                  </a:lnTo>
                  <a:close/>
                  <a:moveTo>
                    <a:pt x="10968" y="4048"/>
                  </a:moveTo>
                  <a:lnTo>
                    <a:pt x="9227" y="5310"/>
                  </a:lnTo>
                  <a:lnTo>
                    <a:pt x="13274" y="5310"/>
                  </a:lnTo>
                  <a:lnTo>
                    <a:pt x="15015" y="4048"/>
                  </a:lnTo>
                  <a:close/>
                  <a:moveTo>
                    <a:pt x="15537" y="4048"/>
                  </a:moveTo>
                  <a:lnTo>
                    <a:pt x="13797" y="5310"/>
                  </a:lnTo>
                  <a:lnTo>
                    <a:pt x="17844" y="5310"/>
                  </a:lnTo>
                  <a:lnTo>
                    <a:pt x="19585" y="4048"/>
                  </a:lnTo>
                  <a:close/>
                </a:path>
              </a:pathLst>
            </a:custGeom>
            <a:solidFill>
              <a:srgbClr val="78B2B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37" name="Google Shape;2137;p45"/>
            <p:cNvSpPr/>
            <p:nvPr/>
          </p:nvSpPr>
          <p:spPr>
            <a:xfrm>
              <a:off x="5411500" y="2864550"/>
              <a:ext cx="618025" cy="128400"/>
            </a:xfrm>
            <a:custGeom>
              <a:avLst/>
              <a:gdLst/>
              <a:ahLst/>
              <a:cxnLst/>
              <a:rect l="l" t="t" r="r" b="b"/>
              <a:pathLst>
                <a:path w="24721" h="5136" extrusionOk="0">
                  <a:moveTo>
                    <a:pt x="7095" y="0"/>
                  </a:moveTo>
                  <a:lnTo>
                    <a:pt x="5484" y="1132"/>
                  </a:lnTo>
                  <a:lnTo>
                    <a:pt x="9358" y="1132"/>
                  </a:lnTo>
                  <a:lnTo>
                    <a:pt x="10924" y="0"/>
                  </a:lnTo>
                  <a:close/>
                  <a:moveTo>
                    <a:pt x="11708" y="0"/>
                  </a:moveTo>
                  <a:lnTo>
                    <a:pt x="10141" y="1132"/>
                  </a:lnTo>
                  <a:lnTo>
                    <a:pt x="13971" y="1132"/>
                  </a:lnTo>
                  <a:lnTo>
                    <a:pt x="15581" y="0"/>
                  </a:lnTo>
                  <a:close/>
                  <a:moveTo>
                    <a:pt x="16277" y="0"/>
                  </a:moveTo>
                  <a:lnTo>
                    <a:pt x="14711" y="1132"/>
                  </a:lnTo>
                  <a:lnTo>
                    <a:pt x="18540" y="1132"/>
                  </a:lnTo>
                  <a:lnTo>
                    <a:pt x="20151" y="0"/>
                  </a:lnTo>
                  <a:close/>
                  <a:moveTo>
                    <a:pt x="20847" y="0"/>
                  </a:moveTo>
                  <a:lnTo>
                    <a:pt x="19280" y="1132"/>
                  </a:lnTo>
                  <a:lnTo>
                    <a:pt x="23110" y="1132"/>
                  </a:lnTo>
                  <a:lnTo>
                    <a:pt x="24720" y="0"/>
                  </a:lnTo>
                  <a:close/>
                  <a:moveTo>
                    <a:pt x="5223" y="1349"/>
                  </a:moveTo>
                  <a:lnTo>
                    <a:pt x="3657" y="2481"/>
                  </a:lnTo>
                  <a:lnTo>
                    <a:pt x="7530" y="2481"/>
                  </a:lnTo>
                  <a:lnTo>
                    <a:pt x="9140" y="1349"/>
                  </a:lnTo>
                  <a:close/>
                  <a:moveTo>
                    <a:pt x="9836" y="1349"/>
                  </a:moveTo>
                  <a:lnTo>
                    <a:pt x="8270" y="2481"/>
                  </a:lnTo>
                  <a:lnTo>
                    <a:pt x="12143" y="2481"/>
                  </a:lnTo>
                  <a:lnTo>
                    <a:pt x="13710" y="1349"/>
                  </a:lnTo>
                  <a:close/>
                  <a:moveTo>
                    <a:pt x="14406" y="1349"/>
                  </a:moveTo>
                  <a:lnTo>
                    <a:pt x="12839" y="2481"/>
                  </a:lnTo>
                  <a:lnTo>
                    <a:pt x="16712" y="2481"/>
                  </a:lnTo>
                  <a:lnTo>
                    <a:pt x="18279" y="1349"/>
                  </a:lnTo>
                  <a:close/>
                  <a:moveTo>
                    <a:pt x="19063" y="1349"/>
                  </a:moveTo>
                  <a:lnTo>
                    <a:pt x="17452" y="2481"/>
                  </a:lnTo>
                  <a:lnTo>
                    <a:pt x="21326" y="2481"/>
                  </a:lnTo>
                  <a:lnTo>
                    <a:pt x="22892" y="1349"/>
                  </a:lnTo>
                  <a:close/>
                  <a:moveTo>
                    <a:pt x="3439" y="2655"/>
                  </a:moveTo>
                  <a:lnTo>
                    <a:pt x="1872" y="3787"/>
                  </a:lnTo>
                  <a:lnTo>
                    <a:pt x="5702" y="3787"/>
                  </a:lnTo>
                  <a:lnTo>
                    <a:pt x="7312" y="2655"/>
                  </a:lnTo>
                  <a:close/>
                  <a:moveTo>
                    <a:pt x="8052" y="2655"/>
                  </a:moveTo>
                  <a:lnTo>
                    <a:pt x="6485" y="3787"/>
                  </a:lnTo>
                  <a:lnTo>
                    <a:pt x="10359" y="3787"/>
                  </a:lnTo>
                  <a:lnTo>
                    <a:pt x="11925" y="2655"/>
                  </a:lnTo>
                  <a:close/>
                  <a:moveTo>
                    <a:pt x="12622" y="2655"/>
                  </a:moveTo>
                  <a:lnTo>
                    <a:pt x="11055" y="3787"/>
                  </a:lnTo>
                  <a:lnTo>
                    <a:pt x="14928" y="3787"/>
                  </a:lnTo>
                  <a:lnTo>
                    <a:pt x="16495" y="2655"/>
                  </a:lnTo>
                  <a:close/>
                  <a:moveTo>
                    <a:pt x="17191" y="2655"/>
                  </a:moveTo>
                  <a:lnTo>
                    <a:pt x="15624" y="3787"/>
                  </a:lnTo>
                  <a:lnTo>
                    <a:pt x="19498" y="3787"/>
                  </a:lnTo>
                  <a:lnTo>
                    <a:pt x="21064" y="2655"/>
                  </a:lnTo>
                  <a:close/>
                  <a:moveTo>
                    <a:pt x="6181" y="3961"/>
                  </a:moveTo>
                  <a:lnTo>
                    <a:pt x="4614" y="5092"/>
                  </a:lnTo>
                  <a:lnTo>
                    <a:pt x="8487" y="5092"/>
                  </a:lnTo>
                  <a:lnTo>
                    <a:pt x="10054" y="3961"/>
                  </a:lnTo>
                  <a:close/>
                  <a:moveTo>
                    <a:pt x="10794" y="3961"/>
                  </a:moveTo>
                  <a:lnTo>
                    <a:pt x="9184" y="5092"/>
                  </a:lnTo>
                  <a:lnTo>
                    <a:pt x="13057" y="5092"/>
                  </a:lnTo>
                  <a:lnTo>
                    <a:pt x="14624" y="3961"/>
                  </a:lnTo>
                  <a:close/>
                  <a:moveTo>
                    <a:pt x="15407" y="3961"/>
                  </a:moveTo>
                  <a:lnTo>
                    <a:pt x="13840" y="5092"/>
                  </a:lnTo>
                  <a:lnTo>
                    <a:pt x="17670" y="5092"/>
                  </a:lnTo>
                  <a:lnTo>
                    <a:pt x="19280" y="3961"/>
                  </a:lnTo>
                  <a:close/>
                  <a:moveTo>
                    <a:pt x="1568" y="4004"/>
                  </a:moveTo>
                  <a:lnTo>
                    <a:pt x="1" y="5136"/>
                  </a:lnTo>
                  <a:lnTo>
                    <a:pt x="3874" y="5136"/>
                  </a:lnTo>
                  <a:lnTo>
                    <a:pt x="5441" y="4004"/>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38" name="Google Shape;2138;p45"/>
            <p:cNvSpPr/>
            <p:nvPr/>
          </p:nvSpPr>
          <p:spPr>
            <a:xfrm>
              <a:off x="5406075" y="2862375"/>
              <a:ext cx="628875" cy="132750"/>
            </a:xfrm>
            <a:custGeom>
              <a:avLst/>
              <a:gdLst/>
              <a:ahLst/>
              <a:cxnLst/>
              <a:rect l="l" t="t" r="r" b="b"/>
              <a:pathLst>
                <a:path w="25155" h="5310" extrusionOk="0">
                  <a:moveTo>
                    <a:pt x="21020" y="0"/>
                  </a:moveTo>
                  <a:lnTo>
                    <a:pt x="20368" y="523"/>
                  </a:lnTo>
                  <a:lnTo>
                    <a:pt x="22152" y="0"/>
                  </a:lnTo>
                  <a:close/>
                  <a:moveTo>
                    <a:pt x="10924" y="348"/>
                  </a:moveTo>
                  <a:lnTo>
                    <a:pt x="7355" y="1262"/>
                  </a:lnTo>
                  <a:lnTo>
                    <a:pt x="9618" y="1262"/>
                  </a:lnTo>
                  <a:lnTo>
                    <a:pt x="10924" y="348"/>
                  </a:lnTo>
                  <a:close/>
                  <a:moveTo>
                    <a:pt x="12099" y="0"/>
                  </a:moveTo>
                  <a:lnTo>
                    <a:pt x="11664" y="131"/>
                  </a:lnTo>
                  <a:lnTo>
                    <a:pt x="10053" y="1262"/>
                  </a:lnTo>
                  <a:lnTo>
                    <a:pt x="10184" y="1262"/>
                  </a:lnTo>
                  <a:cubicBezTo>
                    <a:pt x="11794" y="871"/>
                    <a:pt x="13404" y="436"/>
                    <a:pt x="14971" y="0"/>
                  </a:cubicBezTo>
                  <a:close/>
                  <a:moveTo>
                    <a:pt x="25024" y="0"/>
                  </a:moveTo>
                  <a:cubicBezTo>
                    <a:pt x="23457" y="436"/>
                    <a:pt x="21891" y="827"/>
                    <a:pt x="20237" y="1262"/>
                  </a:cubicBezTo>
                  <a:lnTo>
                    <a:pt x="22413" y="1262"/>
                  </a:lnTo>
                  <a:lnTo>
                    <a:pt x="23936" y="871"/>
                  </a:lnTo>
                  <a:lnTo>
                    <a:pt x="25155" y="0"/>
                  </a:lnTo>
                  <a:close/>
                  <a:moveTo>
                    <a:pt x="19715" y="87"/>
                  </a:moveTo>
                  <a:lnTo>
                    <a:pt x="14928" y="1306"/>
                  </a:lnTo>
                  <a:lnTo>
                    <a:pt x="17365" y="1306"/>
                  </a:lnTo>
                  <a:lnTo>
                    <a:pt x="19584" y="740"/>
                  </a:lnTo>
                  <a:lnTo>
                    <a:pt x="20498" y="87"/>
                  </a:lnTo>
                  <a:close/>
                  <a:moveTo>
                    <a:pt x="14536" y="1393"/>
                  </a:moveTo>
                  <a:lnTo>
                    <a:pt x="13187" y="2350"/>
                  </a:lnTo>
                  <a:lnTo>
                    <a:pt x="17104" y="1393"/>
                  </a:lnTo>
                  <a:close/>
                  <a:moveTo>
                    <a:pt x="7007" y="1306"/>
                  </a:moveTo>
                  <a:cubicBezTo>
                    <a:pt x="6137" y="1524"/>
                    <a:pt x="5310" y="1741"/>
                    <a:pt x="4483" y="1959"/>
                  </a:cubicBezTo>
                  <a:lnTo>
                    <a:pt x="3656" y="2568"/>
                  </a:lnTo>
                  <a:lnTo>
                    <a:pt x="5049" y="2568"/>
                  </a:lnTo>
                  <a:lnTo>
                    <a:pt x="9314" y="1480"/>
                  </a:lnTo>
                  <a:lnTo>
                    <a:pt x="9531" y="1306"/>
                  </a:lnTo>
                  <a:close/>
                  <a:moveTo>
                    <a:pt x="19976" y="1393"/>
                  </a:moveTo>
                  <a:lnTo>
                    <a:pt x="18757" y="1698"/>
                  </a:lnTo>
                  <a:lnTo>
                    <a:pt x="17539" y="2612"/>
                  </a:lnTo>
                  <a:lnTo>
                    <a:pt x="17539" y="2612"/>
                  </a:lnTo>
                  <a:lnTo>
                    <a:pt x="22152" y="1393"/>
                  </a:lnTo>
                  <a:close/>
                  <a:moveTo>
                    <a:pt x="13753" y="1611"/>
                  </a:moveTo>
                  <a:lnTo>
                    <a:pt x="9836" y="2612"/>
                  </a:lnTo>
                  <a:lnTo>
                    <a:pt x="12316" y="2612"/>
                  </a:lnTo>
                  <a:lnTo>
                    <a:pt x="12403" y="2568"/>
                  </a:lnTo>
                  <a:lnTo>
                    <a:pt x="13753" y="1611"/>
                  </a:lnTo>
                  <a:close/>
                  <a:moveTo>
                    <a:pt x="18017" y="1872"/>
                  </a:moveTo>
                  <a:lnTo>
                    <a:pt x="18017" y="1872"/>
                  </a:lnTo>
                  <a:cubicBezTo>
                    <a:pt x="17017" y="2133"/>
                    <a:pt x="16103" y="2350"/>
                    <a:pt x="15189" y="2612"/>
                  </a:cubicBezTo>
                  <a:lnTo>
                    <a:pt x="16973" y="2612"/>
                  </a:lnTo>
                  <a:lnTo>
                    <a:pt x="18017" y="1872"/>
                  </a:lnTo>
                  <a:close/>
                  <a:moveTo>
                    <a:pt x="3612" y="2699"/>
                  </a:moveTo>
                  <a:lnTo>
                    <a:pt x="2873" y="3177"/>
                  </a:lnTo>
                  <a:lnTo>
                    <a:pt x="2873" y="3177"/>
                  </a:lnTo>
                  <a:lnTo>
                    <a:pt x="4831" y="2699"/>
                  </a:lnTo>
                  <a:close/>
                  <a:moveTo>
                    <a:pt x="6659" y="3438"/>
                  </a:moveTo>
                  <a:lnTo>
                    <a:pt x="4831" y="3917"/>
                  </a:lnTo>
                  <a:lnTo>
                    <a:pt x="6006" y="3917"/>
                  </a:lnTo>
                  <a:lnTo>
                    <a:pt x="6659" y="3438"/>
                  </a:lnTo>
                  <a:close/>
                  <a:moveTo>
                    <a:pt x="9575" y="2699"/>
                  </a:moveTo>
                  <a:lnTo>
                    <a:pt x="7355" y="3264"/>
                  </a:lnTo>
                  <a:lnTo>
                    <a:pt x="6441" y="3917"/>
                  </a:lnTo>
                  <a:lnTo>
                    <a:pt x="7225" y="3917"/>
                  </a:lnTo>
                  <a:lnTo>
                    <a:pt x="12012" y="2699"/>
                  </a:lnTo>
                  <a:close/>
                  <a:moveTo>
                    <a:pt x="10837" y="3787"/>
                  </a:moveTo>
                  <a:lnTo>
                    <a:pt x="10140" y="3917"/>
                  </a:lnTo>
                  <a:lnTo>
                    <a:pt x="10576" y="3917"/>
                  </a:lnTo>
                  <a:lnTo>
                    <a:pt x="10837" y="3787"/>
                  </a:lnTo>
                  <a:close/>
                  <a:moveTo>
                    <a:pt x="21281" y="2829"/>
                  </a:moveTo>
                  <a:lnTo>
                    <a:pt x="17104" y="3917"/>
                  </a:lnTo>
                  <a:lnTo>
                    <a:pt x="19758" y="3917"/>
                  </a:lnTo>
                  <a:lnTo>
                    <a:pt x="21281" y="2829"/>
                  </a:lnTo>
                  <a:close/>
                  <a:moveTo>
                    <a:pt x="14841" y="2742"/>
                  </a:moveTo>
                  <a:lnTo>
                    <a:pt x="11577" y="3612"/>
                  </a:lnTo>
                  <a:lnTo>
                    <a:pt x="11054" y="3961"/>
                  </a:lnTo>
                  <a:lnTo>
                    <a:pt x="12316" y="3961"/>
                  </a:lnTo>
                  <a:lnTo>
                    <a:pt x="16755" y="2786"/>
                  </a:lnTo>
                  <a:lnTo>
                    <a:pt x="16886" y="2742"/>
                  </a:lnTo>
                  <a:close/>
                  <a:moveTo>
                    <a:pt x="6354" y="4048"/>
                  </a:moveTo>
                  <a:lnTo>
                    <a:pt x="6050" y="4309"/>
                  </a:lnTo>
                  <a:lnTo>
                    <a:pt x="6050" y="4309"/>
                  </a:lnTo>
                  <a:lnTo>
                    <a:pt x="6963" y="4048"/>
                  </a:lnTo>
                  <a:close/>
                  <a:moveTo>
                    <a:pt x="10924" y="4048"/>
                  </a:moveTo>
                  <a:lnTo>
                    <a:pt x="10358" y="4483"/>
                  </a:lnTo>
                  <a:lnTo>
                    <a:pt x="11968" y="4048"/>
                  </a:lnTo>
                  <a:close/>
                  <a:moveTo>
                    <a:pt x="9792" y="4004"/>
                  </a:moveTo>
                  <a:lnTo>
                    <a:pt x="5005" y="5223"/>
                  </a:lnTo>
                  <a:lnTo>
                    <a:pt x="7181" y="5223"/>
                  </a:lnTo>
                  <a:lnTo>
                    <a:pt x="9575" y="4657"/>
                  </a:lnTo>
                  <a:lnTo>
                    <a:pt x="10445" y="4004"/>
                  </a:lnTo>
                  <a:close/>
                  <a:moveTo>
                    <a:pt x="4483" y="4048"/>
                  </a:moveTo>
                  <a:lnTo>
                    <a:pt x="174" y="5179"/>
                  </a:lnTo>
                  <a:lnTo>
                    <a:pt x="0" y="5310"/>
                  </a:lnTo>
                  <a:lnTo>
                    <a:pt x="2176" y="5310"/>
                  </a:lnTo>
                  <a:lnTo>
                    <a:pt x="5223" y="4483"/>
                  </a:lnTo>
                  <a:lnTo>
                    <a:pt x="5832" y="4048"/>
                  </a:lnTo>
                  <a:close/>
                  <a:moveTo>
                    <a:pt x="14101" y="4744"/>
                  </a:moveTo>
                  <a:lnTo>
                    <a:pt x="11968" y="5310"/>
                  </a:lnTo>
                  <a:lnTo>
                    <a:pt x="13317" y="5310"/>
                  </a:lnTo>
                  <a:lnTo>
                    <a:pt x="14101" y="4744"/>
                  </a:lnTo>
                  <a:close/>
                  <a:moveTo>
                    <a:pt x="16755" y="4048"/>
                  </a:moveTo>
                  <a:lnTo>
                    <a:pt x="14841" y="4526"/>
                  </a:lnTo>
                  <a:lnTo>
                    <a:pt x="13840" y="5310"/>
                  </a:lnTo>
                  <a:lnTo>
                    <a:pt x="14928" y="5310"/>
                  </a:lnTo>
                  <a:cubicBezTo>
                    <a:pt x="16494" y="4875"/>
                    <a:pt x="18061" y="4439"/>
                    <a:pt x="19628" y="4048"/>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39" name="Google Shape;2139;p45"/>
            <p:cNvSpPr/>
            <p:nvPr/>
          </p:nvSpPr>
          <p:spPr>
            <a:xfrm>
              <a:off x="5411500" y="2864550"/>
              <a:ext cx="618025" cy="128400"/>
            </a:xfrm>
            <a:custGeom>
              <a:avLst/>
              <a:gdLst/>
              <a:ahLst/>
              <a:cxnLst/>
              <a:rect l="l" t="t" r="r" b="b"/>
              <a:pathLst>
                <a:path w="24721" h="5136" extrusionOk="0">
                  <a:moveTo>
                    <a:pt x="7095" y="0"/>
                  </a:moveTo>
                  <a:lnTo>
                    <a:pt x="5484" y="1132"/>
                  </a:lnTo>
                  <a:lnTo>
                    <a:pt x="7182" y="44"/>
                  </a:lnTo>
                  <a:lnTo>
                    <a:pt x="10924" y="0"/>
                  </a:lnTo>
                  <a:close/>
                  <a:moveTo>
                    <a:pt x="16277" y="0"/>
                  </a:moveTo>
                  <a:lnTo>
                    <a:pt x="14711" y="1132"/>
                  </a:lnTo>
                  <a:lnTo>
                    <a:pt x="16321" y="87"/>
                  </a:lnTo>
                  <a:lnTo>
                    <a:pt x="20151" y="0"/>
                  </a:lnTo>
                  <a:close/>
                  <a:moveTo>
                    <a:pt x="14711" y="1132"/>
                  </a:moveTo>
                  <a:lnTo>
                    <a:pt x="14711" y="1132"/>
                  </a:lnTo>
                  <a:lnTo>
                    <a:pt x="14711" y="1132"/>
                  </a:lnTo>
                  <a:lnTo>
                    <a:pt x="14711" y="1132"/>
                  </a:lnTo>
                  <a:close/>
                  <a:moveTo>
                    <a:pt x="20847" y="0"/>
                  </a:moveTo>
                  <a:lnTo>
                    <a:pt x="19280" y="1132"/>
                  </a:lnTo>
                  <a:lnTo>
                    <a:pt x="19280" y="1132"/>
                  </a:lnTo>
                  <a:lnTo>
                    <a:pt x="20934" y="87"/>
                  </a:lnTo>
                  <a:lnTo>
                    <a:pt x="24720" y="0"/>
                  </a:lnTo>
                  <a:close/>
                  <a:moveTo>
                    <a:pt x="11708" y="0"/>
                  </a:moveTo>
                  <a:lnTo>
                    <a:pt x="10141" y="1132"/>
                  </a:lnTo>
                  <a:lnTo>
                    <a:pt x="11795" y="87"/>
                  </a:lnTo>
                  <a:lnTo>
                    <a:pt x="15581" y="0"/>
                  </a:lnTo>
                  <a:close/>
                  <a:moveTo>
                    <a:pt x="5223" y="1349"/>
                  </a:moveTo>
                  <a:lnTo>
                    <a:pt x="3657" y="2481"/>
                  </a:lnTo>
                  <a:lnTo>
                    <a:pt x="5267" y="1393"/>
                  </a:lnTo>
                  <a:lnTo>
                    <a:pt x="9140" y="1349"/>
                  </a:lnTo>
                  <a:close/>
                  <a:moveTo>
                    <a:pt x="19063" y="1349"/>
                  </a:moveTo>
                  <a:lnTo>
                    <a:pt x="17452" y="2481"/>
                  </a:lnTo>
                  <a:lnTo>
                    <a:pt x="17452" y="2481"/>
                  </a:lnTo>
                  <a:lnTo>
                    <a:pt x="19106" y="1393"/>
                  </a:lnTo>
                  <a:lnTo>
                    <a:pt x="22892" y="1349"/>
                  </a:lnTo>
                  <a:close/>
                  <a:moveTo>
                    <a:pt x="3657" y="2481"/>
                  </a:moveTo>
                  <a:lnTo>
                    <a:pt x="3657" y="2481"/>
                  </a:lnTo>
                  <a:lnTo>
                    <a:pt x="3657" y="2481"/>
                  </a:lnTo>
                  <a:close/>
                  <a:moveTo>
                    <a:pt x="9836" y="1349"/>
                  </a:moveTo>
                  <a:lnTo>
                    <a:pt x="8270" y="2481"/>
                  </a:lnTo>
                  <a:lnTo>
                    <a:pt x="9967" y="1393"/>
                  </a:lnTo>
                  <a:lnTo>
                    <a:pt x="13710" y="1349"/>
                  </a:lnTo>
                  <a:close/>
                  <a:moveTo>
                    <a:pt x="14406" y="1349"/>
                  </a:moveTo>
                  <a:lnTo>
                    <a:pt x="12839" y="2481"/>
                  </a:lnTo>
                  <a:lnTo>
                    <a:pt x="14493" y="1437"/>
                  </a:lnTo>
                  <a:lnTo>
                    <a:pt x="18236" y="1349"/>
                  </a:lnTo>
                  <a:close/>
                  <a:moveTo>
                    <a:pt x="17191" y="2655"/>
                  </a:moveTo>
                  <a:lnTo>
                    <a:pt x="15624" y="3787"/>
                  </a:lnTo>
                  <a:lnTo>
                    <a:pt x="15624" y="3787"/>
                  </a:lnTo>
                  <a:lnTo>
                    <a:pt x="17235" y="2742"/>
                  </a:lnTo>
                  <a:lnTo>
                    <a:pt x="21064" y="2655"/>
                  </a:lnTo>
                  <a:close/>
                  <a:moveTo>
                    <a:pt x="12622" y="2655"/>
                  </a:moveTo>
                  <a:lnTo>
                    <a:pt x="11055" y="3787"/>
                  </a:lnTo>
                  <a:lnTo>
                    <a:pt x="11055" y="3787"/>
                  </a:lnTo>
                  <a:lnTo>
                    <a:pt x="12752" y="2742"/>
                  </a:lnTo>
                  <a:lnTo>
                    <a:pt x="16495" y="2655"/>
                  </a:lnTo>
                  <a:close/>
                  <a:moveTo>
                    <a:pt x="8052" y="2655"/>
                  </a:moveTo>
                  <a:lnTo>
                    <a:pt x="6485" y="3787"/>
                  </a:lnTo>
                  <a:lnTo>
                    <a:pt x="6485" y="3787"/>
                  </a:lnTo>
                  <a:lnTo>
                    <a:pt x="8183" y="2742"/>
                  </a:lnTo>
                  <a:lnTo>
                    <a:pt x="11925" y="2655"/>
                  </a:lnTo>
                  <a:close/>
                  <a:moveTo>
                    <a:pt x="3439" y="2655"/>
                  </a:moveTo>
                  <a:lnTo>
                    <a:pt x="1872" y="3787"/>
                  </a:lnTo>
                  <a:lnTo>
                    <a:pt x="3526" y="2742"/>
                  </a:lnTo>
                  <a:lnTo>
                    <a:pt x="7312" y="2655"/>
                  </a:lnTo>
                  <a:close/>
                  <a:moveTo>
                    <a:pt x="15407" y="3961"/>
                  </a:moveTo>
                  <a:lnTo>
                    <a:pt x="13840" y="5092"/>
                  </a:lnTo>
                  <a:lnTo>
                    <a:pt x="13840" y="5092"/>
                  </a:lnTo>
                  <a:lnTo>
                    <a:pt x="15450" y="4048"/>
                  </a:lnTo>
                  <a:lnTo>
                    <a:pt x="19280" y="3961"/>
                  </a:lnTo>
                  <a:close/>
                  <a:moveTo>
                    <a:pt x="6181" y="3961"/>
                  </a:moveTo>
                  <a:lnTo>
                    <a:pt x="4614" y="5092"/>
                  </a:lnTo>
                  <a:lnTo>
                    <a:pt x="4614" y="5092"/>
                  </a:lnTo>
                  <a:lnTo>
                    <a:pt x="6311" y="4048"/>
                  </a:lnTo>
                  <a:lnTo>
                    <a:pt x="10054" y="3961"/>
                  </a:lnTo>
                  <a:close/>
                  <a:moveTo>
                    <a:pt x="10794" y="3961"/>
                  </a:moveTo>
                  <a:lnTo>
                    <a:pt x="9184" y="5092"/>
                  </a:lnTo>
                  <a:lnTo>
                    <a:pt x="10837" y="4048"/>
                  </a:lnTo>
                  <a:lnTo>
                    <a:pt x="14624" y="3961"/>
                  </a:lnTo>
                  <a:close/>
                  <a:moveTo>
                    <a:pt x="1568" y="4004"/>
                  </a:moveTo>
                  <a:lnTo>
                    <a:pt x="1" y="5136"/>
                  </a:lnTo>
                  <a:lnTo>
                    <a:pt x="1698" y="4135"/>
                  </a:lnTo>
                  <a:lnTo>
                    <a:pt x="5441" y="4004"/>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40" name="Google Shape;2140;p45"/>
            <p:cNvSpPr/>
            <p:nvPr/>
          </p:nvSpPr>
          <p:spPr>
            <a:xfrm>
              <a:off x="5722675" y="2690475"/>
              <a:ext cx="709400" cy="348175"/>
            </a:xfrm>
            <a:custGeom>
              <a:avLst/>
              <a:gdLst/>
              <a:ahLst/>
              <a:cxnLst/>
              <a:rect l="l" t="t" r="r" b="b"/>
              <a:pathLst>
                <a:path w="28376" h="13927" extrusionOk="0">
                  <a:moveTo>
                    <a:pt x="14231" y="0"/>
                  </a:moveTo>
                  <a:lnTo>
                    <a:pt x="1" y="12664"/>
                  </a:lnTo>
                  <a:lnTo>
                    <a:pt x="1" y="13926"/>
                  </a:lnTo>
                  <a:lnTo>
                    <a:pt x="28375" y="13926"/>
                  </a:lnTo>
                  <a:lnTo>
                    <a:pt x="28375" y="12664"/>
                  </a:lnTo>
                  <a:lnTo>
                    <a:pt x="1423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41" name="Google Shape;2141;p45"/>
            <p:cNvSpPr/>
            <p:nvPr/>
          </p:nvSpPr>
          <p:spPr>
            <a:xfrm>
              <a:off x="5742250" y="2714400"/>
              <a:ext cx="670225" cy="1091275"/>
            </a:xfrm>
            <a:custGeom>
              <a:avLst/>
              <a:gdLst/>
              <a:ahLst/>
              <a:cxnLst/>
              <a:rect l="l" t="t" r="r" b="b"/>
              <a:pathLst>
                <a:path w="26809" h="43651" extrusionOk="0">
                  <a:moveTo>
                    <a:pt x="13448" y="1"/>
                  </a:moveTo>
                  <a:lnTo>
                    <a:pt x="1" y="12012"/>
                  </a:lnTo>
                  <a:lnTo>
                    <a:pt x="1" y="43651"/>
                  </a:lnTo>
                  <a:lnTo>
                    <a:pt x="26809" y="43651"/>
                  </a:lnTo>
                  <a:lnTo>
                    <a:pt x="26809" y="12012"/>
                  </a:lnTo>
                  <a:lnTo>
                    <a:pt x="1344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42" name="Google Shape;2142;p45"/>
            <p:cNvSpPr/>
            <p:nvPr/>
          </p:nvSpPr>
          <p:spPr>
            <a:xfrm>
              <a:off x="5829300" y="3112600"/>
              <a:ext cx="206750" cy="204575"/>
            </a:xfrm>
            <a:custGeom>
              <a:avLst/>
              <a:gdLst/>
              <a:ahLst/>
              <a:cxnLst/>
              <a:rect l="l" t="t" r="r" b="b"/>
              <a:pathLst>
                <a:path w="8270" h="8183" extrusionOk="0">
                  <a:moveTo>
                    <a:pt x="0" y="1"/>
                  </a:moveTo>
                  <a:lnTo>
                    <a:pt x="0" y="8182"/>
                  </a:lnTo>
                  <a:lnTo>
                    <a:pt x="8269" y="8182"/>
                  </a:lnTo>
                  <a:lnTo>
                    <a:pt x="826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43" name="Google Shape;2143;p45"/>
            <p:cNvSpPr/>
            <p:nvPr/>
          </p:nvSpPr>
          <p:spPr>
            <a:xfrm>
              <a:off x="5829300" y="3112600"/>
              <a:ext cx="206750" cy="204575"/>
            </a:xfrm>
            <a:custGeom>
              <a:avLst/>
              <a:gdLst/>
              <a:ahLst/>
              <a:cxnLst/>
              <a:rect l="l" t="t" r="r" b="b"/>
              <a:pathLst>
                <a:path w="8270" h="8183" extrusionOk="0">
                  <a:moveTo>
                    <a:pt x="0" y="1"/>
                  </a:moveTo>
                  <a:lnTo>
                    <a:pt x="0" y="8182"/>
                  </a:lnTo>
                  <a:lnTo>
                    <a:pt x="305" y="8182"/>
                  </a:lnTo>
                  <a:lnTo>
                    <a:pt x="305" y="436"/>
                  </a:lnTo>
                  <a:lnTo>
                    <a:pt x="8269" y="436"/>
                  </a:lnTo>
                  <a:lnTo>
                    <a:pt x="8269"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44" name="Google Shape;2144;p45"/>
            <p:cNvSpPr/>
            <p:nvPr/>
          </p:nvSpPr>
          <p:spPr>
            <a:xfrm>
              <a:off x="5927225" y="3107175"/>
              <a:ext cx="8725" cy="214350"/>
            </a:xfrm>
            <a:custGeom>
              <a:avLst/>
              <a:gdLst/>
              <a:ahLst/>
              <a:cxnLst/>
              <a:rect l="l" t="t" r="r" b="b"/>
              <a:pathLst>
                <a:path w="349" h="8574" extrusionOk="0">
                  <a:moveTo>
                    <a:pt x="0" y="0"/>
                  </a:moveTo>
                  <a:lnTo>
                    <a:pt x="0" y="8574"/>
                  </a:lnTo>
                  <a:lnTo>
                    <a:pt x="348" y="8574"/>
                  </a:lnTo>
                  <a:lnTo>
                    <a:pt x="34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45" name="Google Shape;2145;p45"/>
            <p:cNvSpPr/>
            <p:nvPr/>
          </p:nvSpPr>
          <p:spPr>
            <a:xfrm>
              <a:off x="5823850" y="3160475"/>
              <a:ext cx="219800" cy="9825"/>
            </a:xfrm>
            <a:custGeom>
              <a:avLst/>
              <a:gdLst/>
              <a:ahLst/>
              <a:cxnLst/>
              <a:rect l="l" t="t" r="r" b="b"/>
              <a:pathLst>
                <a:path w="8792" h="393" extrusionOk="0">
                  <a:moveTo>
                    <a:pt x="1" y="1"/>
                  </a:moveTo>
                  <a:lnTo>
                    <a:pt x="1" y="392"/>
                  </a:lnTo>
                  <a:lnTo>
                    <a:pt x="8792" y="392"/>
                  </a:lnTo>
                  <a:lnTo>
                    <a:pt x="879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46" name="Google Shape;2146;p45"/>
            <p:cNvSpPr/>
            <p:nvPr/>
          </p:nvSpPr>
          <p:spPr>
            <a:xfrm>
              <a:off x="6011000" y="2833000"/>
              <a:ext cx="120775" cy="131675"/>
            </a:xfrm>
            <a:custGeom>
              <a:avLst/>
              <a:gdLst/>
              <a:ahLst/>
              <a:cxnLst/>
              <a:rect l="l" t="t" r="r" b="b"/>
              <a:pathLst>
                <a:path w="4831" h="5267" extrusionOk="0">
                  <a:moveTo>
                    <a:pt x="0" y="0"/>
                  </a:moveTo>
                  <a:lnTo>
                    <a:pt x="0" y="5266"/>
                  </a:lnTo>
                  <a:lnTo>
                    <a:pt x="4831" y="5266"/>
                  </a:lnTo>
                  <a:lnTo>
                    <a:pt x="483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47" name="Google Shape;2147;p45"/>
            <p:cNvSpPr/>
            <p:nvPr/>
          </p:nvSpPr>
          <p:spPr>
            <a:xfrm>
              <a:off x="6011000" y="2833000"/>
              <a:ext cx="121875" cy="131675"/>
            </a:xfrm>
            <a:custGeom>
              <a:avLst/>
              <a:gdLst/>
              <a:ahLst/>
              <a:cxnLst/>
              <a:rect l="l" t="t" r="r" b="b"/>
              <a:pathLst>
                <a:path w="4875" h="5267" extrusionOk="0">
                  <a:moveTo>
                    <a:pt x="0" y="0"/>
                  </a:moveTo>
                  <a:lnTo>
                    <a:pt x="0" y="5266"/>
                  </a:lnTo>
                  <a:lnTo>
                    <a:pt x="392" y="5266"/>
                  </a:lnTo>
                  <a:lnTo>
                    <a:pt x="392" y="392"/>
                  </a:lnTo>
                  <a:lnTo>
                    <a:pt x="4874" y="392"/>
                  </a:lnTo>
                  <a:lnTo>
                    <a:pt x="4874" y="0"/>
                  </a:lnTo>
                  <a:close/>
                </a:path>
              </a:pathLst>
            </a:custGeom>
            <a:solidFill>
              <a:srgbClr val="258E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48" name="Google Shape;2148;p45"/>
            <p:cNvSpPr/>
            <p:nvPr/>
          </p:nvSpPr>
          <p:spPr>
            <a:xfrm>
              <a:off x="6123050" y="3112600"/>
              <a:ext cx="206750" cy="204575"/>
            </a:xfrm>
            <a:custGeom>
              <a:avLst/>
              <a:gdLst/>
              <a:ahLst/>
              <a:cxnLst/>
              <a:rect l="l" t="t" r="r" b="b"/>
              <a:pathLst>
                <a:path w="8270" h="8183" extrusionOk="0">
                  <a:moveTo>
                    <a:pt x="1" y="1"/>
                  </a:moveTo>
                  <a:lnTo>
                    <a:pt x="1" y="8182"/>
                  </a:lnTo>
                  <a:lnTo>
                    <a:pt x="8270" y="8182"/>
                  </a:lnTo>
                  <a:lnTo>
                    <a:pt x="827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49" name="Google Shape;2149;p45"/>
            <p:cNvSpPr/>
            <p:nvPr/>
          </p:nvSpPr>
          <p:spPr>
            <a:xfrm>
              <a:off x="6123050" y="3112600"/>
              <a:ext cx="206750" cy="204575"/>
            </a:xfrm>
            <a:custGeom>
              <a:avLst/>
              <a:gdLst/>
              <a:ahLst/>
              <a:cxnLst/>
              <a:rect l="l" t="t" r="r" b="b"/>
              <a:pathLst>
                <a:path w="8270" h="8183" extrusionOk="0">
                  <a:moveTo>
                    <a:pt x="1" y="1"/>
                  </a:moveTo>
                  <a:lnTo>
                    <a:pt x="1" y="8182"/>
                  </a:lnTo>
                  <a:lnTo>
                    <a:pt x="392" y="8182"/>
                  </a:lnTo>
                  <a:lnTo>
                    <a:pt x="392" y="436"/>
                  </a:lnTo>
                  <a:lnTo>
                    <a:pt x="8270" y="436"/>
                  </a:lnTo>
                  <a:lnTo>
                    <a:pt x="827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50" name="Google Shape;2150;p45"/>
            <p:cNvSpPr/>
            <p:nvPr/>
          </p:nvSpPr>
          <p:spPr>
            <a:xfrm>
              <a:off x="6220975" y="3107175"/>
              <a:ext cx="8725" cy="214350"/>
            </a:xfrm>
            <a:custGeom>
              <a:avLst/>
              <a:gdLst/>
              <a:ahLst/>
              <a:cxnLst/>
              <a:rect l="l" t="t" r="r" b="b"/>
              <a:pathLst>
                <a:path w="349" h="8574" extrusionOk="0">
                  <a:moveTo>
                    <a:pt x="1" y="0"/>
                  </a:moveTo>
                  <a:lnTo>
                    <a:pt x="1" y="8574"/>
                  </a:lnTo>
                  <a:lnTo>
                    <a:pt x="349" y="8574"/>
                  </a:lnTo>
                  <a:lnTo>
                    <a:pt x="34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51" name="Google Shape;2151;p45"/>
            <p:cNvSpPr/>
            <p:nvPr/>
          </p:nvSpPr>
          <p:spPr>
            <a:xfrm>
              <a:off x="6117625" y="3160475"/>
              <a:ext cx="219800" cy="9825"/>
            </a:xfrm>
            <a:custGeom>
              <a:avLst/>
              <a:gdLst/>
              <a:ahLst/>
              <a:cxnLst/>
              <a:rect l="l" t="t" r="r" b="b"/>
              <a:pathLst>
                <a:path w="8792" h="393" extrusionOk="0">
                  <a:moveTo>
                    <a:pt x="0" y="1"/>
                  </a:moveTo>
                  <a:lnTo>
                    <a:pt x="0" y="392"/>
                  </a:lnTo>
                  <a:lnTo>
                    <a:pt x="8791" y="392"/>
                  </a:lnTo>
                  <a:lnTo>
                    <a:pt x="879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52" name="Google Shape;2152;p45"/>
            <p:cNvSpPr/>
            <p:nvPr/>
          </p:nvSpPr>
          <p:spPr>
            <a:xfrm>
              <a:off x="5829300" y="3464025"/>
              <a:ext cx="206750" cy="203475"/>
            </a:xfrm>
            <a:custGeom>
              <a:avLst/>
              <a:gdLst/>
              <a:ahLst/>
              <a:cxnLst/>
              <a:rect l="l" t="t" r="r" b="b"/>
              <a:pathLst>
                <a:path w="8270" h="8139" extrusionOk="0">
                  <a:moveTo>
                    <a:pt x="0" y="1"/>
                  </a:moveTo>
                  <a:lnTo>
                    <a:pt x="0" y="8139"/>
                  </a:lnTo>
                  <a:lnTo>
                    <a:pt x="8269" y="8139"/>
                  </a:lnTo>
                  <a:lnTo>
                    <a:pt x="826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53" name="Google Shape;2153;p45"/>
            <p:cNvSpPr/>
            <p:nvPr/>
          </p:nvSpPr>
          <p:spPr>
            <a:xfrm>
              <a:off x="5829300" y="3464025"/>
              <a:ext cx="206750" cy="203475"/>
            </a:xfrm>
            <a:custGeom>
              <a:avLst/>
              <a:gdLst/>
              <a:ahLst/>
              <a:cxnLst/>
              <a:rect l="l" t="t" r="r" b="b"/>
              <a:pathLst>
                <a:path w="8270" h="8139" extrusionOk="0">
                  <a:moveTo>
                    <a:pt x="0" y="1"/>
                  </a:moveTo>
                  <a:lnTo>
                    <a:pt x="0" y="8139"/>
                  </a:lnTo>
                  <a:lnTo>
                    <a:pt x="305" y="8139"/>
                  </a:lnTo>
                  <a:lnTo>
                    <a:pt x="305" y="392"/>
                  </a:lnTo>
                  <a:lnTo>
                    <a:pt x="8269" y="392"/>
                  </a:lnTo>
                  <a:lnTo>
                    <a:pt x="8269"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54" name="Google Shape;2154;p45"/>
            <p:cNvSpPr/>
            <p:nvPr/>
          </p:nvSpPr>
          <p:spPr>
            <a:xfrm>
              <a:off x="5927225" y="3458600"/>
              <a:ext cx="8725" cy="213250"/>
            </a:xfrm>
            <a:custGeom>
              <a:avLst/>
              <a:gdLst/>
              <a:ahLst/>
              <a:cxnLst/>
              <a:rect l="l" t="t" r="r" b="b"/>
              <a:pathLst>
                <a:path w="349" h="8530" extrusionOk="0">
                  <a:moveTo>
                    <a:pt x="0" y="0"/>
                  </a:moveTo>
                  <a:lnTo>
                    <a:pt x="0" y="8530"/>
                  </a:lnTo>
                  <a:lnTo>
                    <a:pt x="348" y="8530"/>
                  </a:lnTo>
                  <a:lnTo>
                    <a:pt x="34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55" name="Google Shape;2155;p45"/>
            <p:cNvSpPr/>
            <p:nvPr/>
          </p:nvSpPr>
          <p:spPr>
            <a:xfrm>
              <a:off x="5823850" y="3511900"/>
              <a:ext cx="219800" cy="8725"/>
            </a:xfrm>
            <a:custGeom>
              <a:avLst/>
              <a:gdLst/>
              <a:ahLst/>
              <a:cxnLst/>
              <a:rect l="l" t="t" r="r" b="b"/>
              <a:pathLst>
                <a:path w="8792" h="349" extrusionOk="0">
                  <a:moveTo>
                    <a:pt x="1" y="0"/>
                  </a:moveTo>
                  <a:lnTo>
                    <a:pt x="1" y="349"/>
                  </a:lnTo>
                  <a:lnTo>
                    <a:pt x="8792" y="349"/>
                  </a:lnTo>
                  <a:lnTo>
                    <a:pt x="879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56" name="Google Shape;2156;p45"/>
            <p:cNvSpPr/>
            <p:nvPr/>
          </p:nvSpPr>
          <p:spPr>
            <a:xfrm>
              <a:off x="6123050" y="3464025"/>
              <a:ext cx="206750" cy="203475"/>
            </a:xfrm>
            <a:custGeom>
              <a:avLst/>
              <a:gdLst/>
              <a:ahLst/>
              <a:cxnLst/>
              <a:rect l="l" t="t" r="r" b="b"/>
              <a:pathLst>
                <a:path w="8270" h="8139" extrusionOk="0">
                  <a:moveTo>
                    <a:pt x="1" y="1"/>
                  </a:moveTo>
                  <a:lnTo>
                    <a:pt x="1" y="8139"/>
                  </a:lnTo>
                  <a:lnTo>
                    <a:pt x="8270" y="8139"/>
                  </a:lnTo>
                  <a:lnTo>
                    <a:pt x="827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57" name="Google Shape;2157;p45"/>
            <p:cNvSpPr/>
            <p:nvPr/>
          </p:nvSpPr>
          <p:spPr>
            <a:xfrm>
              <a:off x="6123050" y="3464025"/>
              <a:ext cx="206750" cy="203475"/>
            </a:xfrm>
            <a:custGeom>
              <a:avLst/>
              <a:gdLst/>
              <a:ahLst/>
              <a:cxnLst/>
              <a:rect l="l" t="t" r="r" b="b"/>
              <a:pathLst>
                <a:path w="8270" h="8139" extrusionOk="0">
                  <a:moveTo>
                    <a:pt x="1" y="1"/>
                  </a:moveTo>
                  <a:lnTo>
                    <a:pt x="1" y="8139"/>
                  </a:lnTo>
                  <a:lnTo>
                    <a:pt x="392" y="8139"/>
                  </a:lnTo>
                  <a:lnTo>
                    <a:pt x="392" y="392"/>
                  </a:lnTo>
                  <a:lnTo>
                    <a:pt x="8270" y="392"/>
                  </a:lnTo>
                  <a:lnTo>
                    <a:pt x="827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58" name="Google Shape;2158;p45"/>
            <p:cNvSpPr/>
            <p:nvPr/>
          </p:nvSpPr>
          <p:spPr>
            <a:xfrm>
              <a:off x="6220975" y="3458600"/>
              <a:ext cx="8725" cy="213250"/>
            </a:xfrm>
            <a:custGeom>
              <a:avLst/>
              <a:gdLst/>
              <a:ahLst/>
              <a:cxnLst/>
              <a:rect l="l" t="t" r="r" b="b"/>
              <a:pathLst>
                <a:path w="349" h="8530" extrusionOk="0">
                  <a:moveTo>
                    <a:pt x="1" y="0"/>
                  </a:moveTo>
                  <a:lnTo>
                    <a:pt x="1" y="8530"/>
                  </a:lnTo>
                  <a:lnTo>
                    <a:pt x="349" y="8530"/>
                  </a:lnTo>
                  <a:lnTo>
                    <a:pt x="34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59" name="Google Shape;2159;p45"/>
            <p:cNvSpPr/>
            <p:nvPr/>
          </p:nvSpPr>
          <p:spPr>
            <a:xfrm>
              <a:off x="6117625" y="3511900"/>
              <a:ext cx="219800" cy="8725"/>
            </a:xfrm>
            <a:custGeom>
              <a:avLst/>
              <a:gdLst/>
              <a:ahLst/>
              <a:cxnLst/>
              <a:rect l="l" t="t" r="r" b="b"/>
              <a:pathLst>
                <a:path w="8792" h="349" extrusionOk="0">
                  <a:moveTo>
                    <a:pt x="0" y="0"/>
                  </a:moveTo>
                  <a:lnTo>
                    <a:pt x="0" y="349"/>
                  </a:lnTo>
                  <a:lnTo>
                    <a:pt x="8791" y="349"/>
                  </a:lnTo>
                  <a:lnTo>
                    <a:pt x="879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60" name="Google Shape;2160;p45"/>
            <p:cNvSpPr/>
            <p:nvPr/>
          </p:nvSpPr>
          <p:spPr>
            <a:xfrm>
              <a:off x="5739000" y="3775200"/>
              <a:ext cx="685450" cy="32650"/>
            </a:xfrm>
            <a:custGeom>
              <a:avLst/>
              <a:gdLst/>
              <a:ahLst/>
              <a:cxnLst/>
              <a:rect l="l" t="t" r="r" b="b"/>
              <a:pathLst>
                <a:path w="27418" h="1306" extrusionOk="0">
                  <a:moveTo>
                    <a:pt x="0" y="0"/>
                  </a:moveTo>
                  <a:lnTo>
                    <a:pt x="0" y="1306"/>
                  </a:lnTo>
                  <a:lnTo>
                    <a:pt x="27418" y="1306"/>
                  </a:lnTo>
                  <a:lnTo>
                    <a:pt x="2741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61" name="Google Shape;2161;p45"/>
            <p:cNvSpPr/>
            <p:nvPr/>
          </p:nvSpPr>
          <p:spPr>
            <a:xfrm>
              <a:off x="5742250" y="2714400"/>
              <a:ext cx="670225" cy="327525"/>
            </a:xfrm>
            <a:custGeom>
              <a:avLst/>
              <a:gdLst/>
              <a:ahLst/>
              <a:cxnLst/>
              <a:rect l="l" t="t" r="r" b="b"/>
              <a:pathLst>
                <a:path w="26809" h="13101" extrusionOk="0">
                  <a:moveTo>
                    <a:pt x="13448" y="1"/>
                  </a:moveTo>
                  <a:lnTo>
                    <a:pt x="1" y="12012"/>
                  </a:lnTo>
                  <a:lnTo>
                    <a:pt x="1" y="13100"/>
                  </a:lnTo>
                  <a:lnTo>
                    <a:pt x="13448" y="1089"/>
                  </a:lnTo>
                  <a:lnTo>
                    <a:pt x="26809" y="13100"/>
                  </a:lnTo>
                  <a:lnTo>
                    <a:pt x="26809" y="12012"/>
                  </a:lnTo>
                  <a:lnTo>
                    <a:pt x="1344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62" name="Google Shape;2162;p45"/>
            <p:cNvSpPr/>
            <p:nvPr/>
          </p:nvSpPr>
          <p:spPr>
            <a:xfrm>
              <a:off x="5647600" y="3598950"/>
              <a:ext cx="323175" cy="235025"/>
            </a:xfrm>
            <a:custGeom>
              <a:avLst/>
              <a:gdLst/>
              <a:ahLst/>
              <a:cxnLst/>
              <a:rect l="l" t="t" r="r" b="b"/>
              <a:pathLst>
                <a:path w="12927" h="9401" extrusionOk="0">
                  <a:moveTo>
                    <a:pt x="4483" y="0"/>
                  </a:moveTo>
                  <a:cubicBezTo>
                    <a:pt x="3961" y="0"/>
                    <a:pt x="3526" y="435"/>
                    <a:pt x="3526" y="957"/>
                  </a:cubicBezTo>
                  <a:cubicBezTo>
                    <a:pt x="3526" y="1132"/>
                    <a:pt x="3569" y="1306"/>
                    <a:pt x="3656" y="1436"/>
                  </a:cubicBezTo>
                  <a:lnTo>
                    <a:pt x="2699" y="1436"/>
                  </a:lnTo>
                  <a:cubicBezTo>
                    <a:pt x="2090" y="1436"/>
                    <a:pt x="1567" y="1958"/>
                    <a:pt x="1567" y="2611"/>
                  </a:cubicBezTo>
                  <a:lnTo>
                    <a:pt x="1567" y="2829"/>
                  </a:lnTo>
                  <a:cubicBezTo>
                    <a:pt x="958" y="3090"/>
                    <a:pt x="523" y="3699"/>
                    <a:pt x="523" y="4395"/>
                  </a:cubicBezTo>
                  <a:cubicBezTo>
                    <a:pt x="523" y="4874"/>
                    <a:pt x="741" y="5309"/>
                    <a:pt x="1002" y="5658"/>
                  </a:cubicBezTo>
                  <a:lnTo>
                    <a:pt x="828" y="5658"/>
                  </a:lnTo>
                  <a:cubicBezTo>
                    <a:pt x="392" y="5658"/>
                    <a:pt x="1" y="6006"/>
                    <a:pt x="1" y="6441"/>
                  </a:cubicBezTo>
                  <a:cubicBezTo>
                    <a:pt x="175" y="6876"/>
                    <a:pt x="566" y="7268"/>
                    <a:pt x="1045" y="7268"/>
                  </a:cubicBezTo>
                  <a:lnTo>
                    <a:pt x="1263" y="7268"/>
                  </a:lnTo>
                  <a:cubicBezTo>
                    <a:pt x="1176" y="7442"/>
                    <a:pt x="1045" y="7659"/>
                    <a:pt x="1045" y="7877"/>
                  </a:cubicBezTo>
                  <a:cubicBezTo>
                    <a:pt x="1045" y="8356"/>
                    <a:pt x="1437" y="8791"/>
                    <a:pt x="1916" y="8834"/>
                  </a:cubicBezTo>
                  <a:lnTo>
                    <a:pt x="1916" y="9009"/>
                  </a:lnTo>
                  <a:cubicBezTo>
                    <a:pt x="1916" y="9183"/>
                    <a:pt x="2003" y="9270"/>
                    <a:pt x="2003" y="9400"/>
                  </a:cubicBezTo>
                  <a:lnTo>
                    <a:pt x="11446" y="9400"/>
                  </a:lnTo>
                  <a:cubicBezTo>
                    <a:pt x="11446" y="9357"/>
                    <a:pt x="11490" y="9226"/>
                    <a:pt x="11490" y="9183"/>
                  </a:cubicBezTo>
                  <a:cubicBezTo>
                    <a:pt x="11490" y="8965"/>
                    <a:pt x="11403" y="8747"/>
                    <a:pt x="11185" y="8617"/>
                  </a:cubicBezTo>
                  <a:lnTo>
                    <a:pt x="11490" y="8617"/>
                  </a:lnTo>
                  <a:cubicBezTo>
                    <a:pt x="11838" y="8617"/>
                    <a:pt x="12056" y="8356"/>
                    <a:pt x="12056" y="8095"/>
                  </a:cubicBezTo>
                  <a:cubicBezTo>
                    <a:pt x="12056" y="7964"/>
                    <a:pt x="12012" y="7877"/>
                    <a:pt x="11925" y="7746"/>
                  </a:cubicBezTo>
                  <a:cubicBezTo>
                    <a:pt x="12491" y="7529"/>
                    <a:pt x="12926" y="7007"/>
                    <a:pt x="12926" y="6397"/>
                  </a:cubicBezTo>
                  <a:cubicBezTo>
                    <a:pt x="12926" y="5745"/>
                    <a:pt x="12534" y="5266"/>
                    <a:pt x="11925" y="5048"/>
                  </a:cubicBezTo>
                  <a:cubicBezTo>
                    <a:pt x="12012" y="4874"/>
                    <a:pt x="12056" y="4657"/>
                    <a:pt x="12056" y="4439"/>
                  </a:cubicBezTo>
                  <a:cubicBezTo>
                    <a:pt x="12056" y="3699"/>
                    <a:pt x="11577" y="3046"/>
                    <a:pt x="10837" y="2742"/>
                  </a:cubicBezTo>
                  <a:lnTo>
                    <a:pt x="10837" y="2611"/>
                  </a:lnTo>
                  <a:cubicBezTo>
                    <a:pt x="10837" y="2002"/>
                    <a:pt x="10358" y="1436"/>
                    <a:pt x="9706" y="1436"/>
                  </a:cubicBezTo>
                  <a:lnTo>
                    <a:pt x="9531" y="1436"/>
                  </a:lnTo>
                  <a:cubicBezTo>
                    <a:pt x="9662" y="1306"/>
                    <a:pt x="9706" y="1132"/>
                    <a:pt x="9706" y="957"/>
                  </a:cubicBezTo>
                  <a:cubicBezTo>
                    <a:pt x="9706" y="435"/>
                    <a:pt x="9270" y="0"/>
                    <a:pt x="87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63" name="Google Shape;2163;p45"/>
            <p:cNvSpPr/>
            <p:nvPr/>
          </p:nvSpPr>
          <p:spPr>
            <a:xfrm>
              <a:off x="5634550" y="3598950"/>
              <a:ext cx="264400" cy="235025"/>
            </a:xfrm>
            <a:custGeom>
              <a:avLst/>
              <a:gdLst/>
              <a:ahLst/>
              <a:cxnLst/>
              <a:rect l="l" t="t" r="r" b="b"/>
              <a:pathLst>
                <a:path w="10576" h="9401" extrusionOk="0">
                  <a:moveTo>
                    <a:pt x="4483" y="0"/>
                  </a:moveTo>
                  <a:cubicBezTo>
                    <a:pt x="3917" y="0"/>
                    <a:pt x="3482" y="435"/>
                    <a:pt x="3482" y="957"/>
                  </a:cubicBezTo>
                  <a:cubicBezTo>
                    <a:pt x="3482" y="1132"/>
                    <a:pt x="3526" y="1306"/>
                    <a:pt x="3656" y="1436"/>
                  </a:cubicBezTo>
                  <a:lnTo>
                    <a:pt x="2655" y="1436"/>
                  </a:lnTo>
                  <a:cubicBezTo>
                    <a:pt x="2089" y="1436"/>
                    <a:pt x="1524" y="1958"/>
                    <a:pt x="1524" y="2611"/>
                  </a:cubicBezTo>
                  <a:lnTo>
                    <a:pt x="1524" y="2829"/>
                  </a:lnTo>
                  <a:cubicBezTo>
                    <a:pt x="914" y="3090"/>
                    <a:pt x="479" y="3699"/>
                    <a:pt x="479" y="4395"/>
                  </a:cubicBezTo>
                  <a:cubicBezTo>
                    <a:pt x="479" y="4874"/>
                    <a:pt x="697" y="5309"/>
                    <a:pt x="1001" y="5658"/>
                  </a:cubicBezTo>
                  <a:lnTo>
                    <a:pt x="827" y="5658"/>
                  </a:lnTo>
                  <a:cubicBezTo>
                    <a:pt x="392" y="5658"/>
                    <a:pt x="0" y="6006"/>
                    <a:pt x="0" y="6441"/>
                  </a:cubicBezTo>
                  <a:cubicBezTo>
                    <a:pt x="44" y="6876"/>
                    <a:pt x="392" y="7268"/>
                    <a:pt x="871" y="7268"/>
                  </a:cubicBezTo>
                  <a:lnTo>
                    <a:pt x="1088" y="7268"/>
                  </a:lnTo>
                  <a:cubicBezTo>
                    <a:pt x="1001" y="7442"/>
                    <a:pt x="871" y="7659"/>
                    <a:pt x="871" y="7877"/>
                  </a:cubicBezTo>
                  <a:cubicBezTo>
                    <a:pt x="871" y="8356"/>
                    <a:pt x="1263" y="8791"/>
                    <a:pt x="1741" y="8834"/>
                  </a:cubicBezTo>
                  <a:lnTo>
                    <a:pt x="1741" y="9009"/>
                  </a:lnTo>
                  <a:cubicBezTo>
                    <a:pt x="1741" y="9183"/>
                    <a:pt x="1785" y="9270"/>
                    <a:pt x="1785" y="9400"/>
                  </a:cubicBezTo>
                  <a:lnTo>
                    <a:pt x="9096" y="9400"/>
                  </a:lnTo>
                  <a:cubicBezTo>
                    <a:pt x="9096" y="9357"/>
                    <a:pt x="9140" y="9226"/>
                    <a:pt x="9140" y="9183"/>
                  </a:cubicBezTo>
                  <a:cubicBezTo>
                    <a:pt x="9140" y="8965"/>
                    <a:pt x="9053" y="8747"/>
                    <a:pt x="8835" y="8617"/>
                  </a:cubicBezTo>
                  <a:lnTo>
                    <a:pt x="9140" y="8617"/>
                  </a:lnTo>
                  <a:cubicBezTo>
                    <a:pt x="9488" y="8617"/>
                    <a:pt x="9705" y="8356"/>
                    <a:pt x="9705" y="8095"/>
                  </a:cubicBezTo>
                  <a:cubicBezTo>
                    <a:pt x="9705" y="7964"/>
                    <a:pt x="9618" y="7877"/>
                    <a:pt x="9575" y="7746"/>
                  </a:cubicBezTo>
                  <a:cubicBezTo>
                    <a:pt x="10141" y="7529"/>
                    <a:pt x="10576" y="7007"/>
                    <a:pt x="10576" y="6397"/>
                  </a:cubicBezTo>
                  <a:cubicBezTo>
                    <a:pt x="10576" y="5745"/>
                    <a:pt x="10184" y="5266"/>
                    <a:pt x="9575" y="5048"/>
                  </a:cubicBezTo>
                  <a:cubicBezTo>
                    <a:pt x="9618" y="4874"/>
                    <a:pt x="9705" y="4657"/>
                    <a:pt x="9705" y="4439"/>
                  </a:cubicBezTo>
                  <a:cubicBezTo>
                    <a:pt x="9705" y="3699"/>
                    <a:pt x="9183" y="3046"/>
                    <a:pt x="8487" y="2742"/>
                  </a:cubicBezTo>
                  <a:lnTo>
                    <a:pt x="8487" y="2611"/>
                  </a:lnTo>
                  <a:cubicBezTo>
                    <a:pt x="8487" y="2002"/>
                    <a:pt x="8008" y="1436"/>
                    <a:pt x="7355" y="1436"/>
                  </a:cubicBezTo>
                  <a:lnTo>
                    <a:pt x="7181" y="1436"/>
                  </a:lnTo>
                  <a:cubicBezTo>
                    <a:pt x="7312" y="1306"/>
                    <a:pt x="7355" y="1132"/>
                    <a:pt x="7355" y="957"/>
                  </a:cubicBezTo>
                  <a:cubicBezTo>
                    <a:pt x="7355" y="435"/>
                    <a:pt x="6920" y="0"/>
                    <a:pt x="635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64" name="Google Shape;2164;p45"/>
            <p:cNvSpPr/>
            <p:nvPr/>
          </p:nvSpPr>
          <p:spPr>
            <a:xfrm>
              <a:off x="5635625" y="3737100"/>
              <a:ext cx="203500" cy="96875"/>
            </a:xfrm>
            <a:custGeom>
              <a:avLst/>
              <a:gdLst/>
              <a:ahLst/>
              <a:cxnLst/>
              <a:rect l="l" t="t" r="r" b="b"/>
              <a:pathLst>
                <a:path w="8140" h="3875" extrusionOk="0">
                  <a:moveTo>
                    <a:pt x="1002" y="1"/>
                  </a:moveTo>
                  <a:lnTo>
                    <a:pt x="1002" y="45"/>
                  </a:lnTo>
                  <a:lnTo>
                    <a:pt x="828" y="45"/>
                  </a:lnTo>
                  <a:cubicBezTo>
                    <a:pt x="393" y="45"/>
                    <a:pt x="1" y="436"/>
                    <a:pt x="1" y="871"/>
                  </a:cubicBezTo>
                  <a:cubicBezTo>
                    <a:pt x="1" y="1350"/>
                    <a:pt x="349" y="1742"/>
                    <a:pt x="828" y="1742"/>
                  </a:cubicBezTo>
                  <a:lnTo>
                    <a:pt x="1045" y="1742"/>
                  </a:lnTo>
                  <a:cubicBezTo>
                    <a:pt x="958" y="1916"/>
                    <a:pt x="828" y="2133"/>
                    <a:pt x="828" y="2351"/>
                  </a:cubicBezTo>
                  <a:cubicBezTo>
                    <a:pt x="828" y="2830"/>
                    <a:pt x="1220" y="3265"/>
                    <a:pt x="1698" y="3308"/>
                  </a:cubicBezTo>
                  <a:lnTo>
                    <a:pt x="1698" y="3483"/>
                  </a:lnTo>
                  <a:cubicBezTo>
                    <a:pt x="1698" y="3657"/>
                    <a:pt x="1742" y="3744"/>
                    <a:pt x="1742" y="3874"/>
                  </a:cubicBezTo>
                  <a:lnTo>
                    <a:pt x="5963" y="3874"/>
                  </a:lnTo>
                  <a:cubicBezTo>
                    <a:pt x="5833" y="3657"/>
                    <a:pt x="5659" y="3483"/>
                    <a:pt x="5441" y="3439"/>
                  </a:cubicBezTo>
                  <a:cubicBezTo>
                    <a:pt x="5659" y="3396"/>
                    <a:pt x="5833" y="3221"/>
                    <a:pt x="5876" y="3004"/>
                  </a:cubicBezTo>
                  <a:lnTo>
                    <a:pt x="7182" y="3004"/>
                  </a:lnTo>
                  <a:cubicBezTo>
                    <a:pt x="7704" y="3004"/>
                    <a:pt x="8139" y="2612"/>
                    <a:pt x="8139" y="2090"/>
                  </a:cubicBezTo>
                  <a:cubicBezTo>
                    <a:pt x="8139" y="1568"/>
                    <a:pt x="7747" y="1132"/>
                    <a:pt x="7182" y="1132"/>
                  </a:cubicBezTo>
                  <a:lnTo>
                    <a:pt x="5615" y="1132"/>
                  </a:lnTo>
                  <a:cubicBezTo>
                    <a:pt x="5615" y="1089"/>
                    <a:pt x="5659" y="1045"/>
                    <a:pt x="5659" y="915"/>
                  </a:cubicBezTo>
                  <a:cubicBezTo>
                    <a:pt x="5659" y="436"/>
                    <a:pt x="5310" y="1"/>
                    <a:pt x="47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65" name="Google Shape;2165;p45"/>
            <p:cNvSpPr/>
            <p:nvPr/>
          </p:nvSpPr>
          <p:spPr>
            <a:xfrm>
              <a:off x="5730300" y="3598950"/>
              <a:ext cx="144725" cy="93575"/>
            </a:xfrm>
            <a:custGeom>
              <a:avLst/>
              <a:gdLst/>
              <a:ahLst/>
              <a:cxnLst/>
              <a:rect l="l" t="t" r="r" b="b"/>
              <a:pathLst>
                <a:path w="5789" h="3743" extrusionOk="0">
                  <a:moveTo>
                    <a:pt x="1741" y="0"/>
                  </a:moveTo>
                  <a:cubicBezTo>
                    <a:pt x="1741" y="44"/>
                    <a:pt x="1654" y="131"/>
                    <a:pt x="1654" y="218"/>
                  </a:cubicBezTo>
                  <a:cubicBezTo>
                    <a:pt x="1654" y="522"/>
                    <a:pt x="1872" y="870"/>
                    <a:pt x="2220" y="914"/>
                  </a:cubicBezTo>
                  <a:cubicBezTo>
                    <a:pt x="2002" y="957"/>
                    <a:pt x="1872" y="1132"/>
                    <a:pt x="1828" y="1306"/>
                  </a:cubicBezTo>
                  <a:lnTo>
                    <a:pt x="740" y="1306"/>
                  </a:lnTo>
                  <a:cubicBezTo>
                    <a:pt x="305" y="1306"/>
                    <a:pt x="0" y="1610"/>
                    <a:pt x="0" y="2045"/>
                  </a:cubicBezTo>
                  <a:cubicBezTo>
                    <a:pt x="0" y="2481"/>
                    <a:pt x="305" y="2829"/>
                    <a:pt x="740" y="2829"/>
                  </a:cubicBezTo>
                  <a:lnTo>
                    <a:pt x="2089" y="2829"/>
                  </a:lnTo>
                  <a:cubicBezTo>
                    <a:pt x="2089" y="2872"/>
                    <a:pt x="2046" y="2916"/>
                    <a:pt x="2046" y="2959"/>
                  </a:cubicBezTo>
                  <a:cubicBezTo>
                    <a:pt x="2046" y="3395"/>
                    <a:pt x="2394" y="3743"/>
                    <a:pt x="2785" y="3743"/>
                  </a:cubicBezTo>
                  <a:lnTo>
                    <a:pt x="5788" y="3743"/>
                  </a:lnTo>
                  <a:cubicBezTo>
                    <a:pt x="5658" y="3308"/>
                    <a:pt x="5266" y="2916"/>
                    <a:pt x="4700" y="2742"/>
                  </a:cubicBezTo>
                  <a:lnTo>
                    <a:pt x="4700" y="2611"/>
                  </a:lnTo>
                  <a:cubicBezTo>
                    <a:pt x="4700" y="2002"/>
                    <a:pt x="4222" y="1436"/>
                    <a:pt x="3569" y="1436"/>
                  </a:cubicBezTo>
                  <a:lnTo>
                    <a:pt x="3395" y="1436"/>
                  </a:lnTo>
                  <a:cubicBezTo>
                    <a:pt x="3525" y="1306"/>
                    <a:pt x="3569" y="1132"/>
                    <a:pt x="3569" y="957"/>
                  </a:cubicBezTo>
                  <a:cubicBezTo>
                    <a:pt x="3569" y="435"/>
                    <a:pt x="3134" y="0"/>
                    <a:pt x="26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66" name="Google Shape;2166;p45"/>
            <p:cNvSpPr/>
            <p:nvPr/>
          </p:nvSpPr>
          <p:spPr>
            <a:xfrm>
              <a:off x="5410425" y="3665300"/>
              <a:ext cx="230675" cy="168675"/>
            </a:xfrm>
            <a:custGeom>
              <a:avLst/>
              <a:gdLst/>
              <a:ahLst/>
              <a:cxnLst/>
              <a:rect l="l" t="t" r="r" b="b"/>
              <a:pathLst>
                <a:path w="9227" h="6747" extrusionOk="0">
                  <a:moveTo>
                    <a:pt x="3134" y="1"/>
                  </a:moveTo>
                  <a:cubicBezTo>
                    <a:pt x="2786" y="1"/>
                    <a:pt x="2438" y="305"/>
                    <a:pt x="2438" y="697"/>
                  </a:cubicBezTo>
                  <a:cubicBezTo>
                    <a:pt x="2438" y="828"/>
                    <a:pt x="2481" y="958"/>
                    <a:pt x="2525" y="1089"/>
                  </a:cubicBezTo>
                  <a:lnTo>
                    <a:pt x="1828" y="1089"/>
                  </a:lnTo>
                  <a:cubicBezTo>
                    <a:pt x="1393" y="1089"/>
                    <a:pt x="1001" y="1480"/>
                    <a:pt x="1001" y="1916"/>
                  </a:cubicBezTo>
                  <a:lnTo>
                    <a:pt x="1001" y="2046"/>
                  </a:lnTo>
                  <a:cubicBezTo>
                    <a:pt x="566" y="2264"/>
                    <a:pt x="305" y="2699"/>
                    <a:pt x="305" y="3221"/>
                  </a:cubicBezTo>
                  <a:cubicBezTo>
                    <a:pt x="305" y="3526"/>
                    <a:pt x="479" y="3874"/>
                    <a:pt x="697" y="4092"/>
                  </a:cubicBezTo>
                  <a:lnTo>
                    <a:pt x="566" y="4092"/>
                  </a:lnTo>
                  <a:cubicBezTo>
                    <a:pt x="262" y="4092"/>
                    <a:pt x="0" y="4353"/>
                    <a:pt x="0" y="4657"/>
                  </a:cubicBezTo>
                  <a:cubicBezTo>
                    <a:pt x="0" y="4962"/>
                    <a:pt x="262" y="5223"/>
                    <a:pt x="610" y="5223"/>
                  </a:cubicBezTo>
                  <a:lnTo>
                    <a:pt x="740" y="5223"/>
                  </a:lnTo>
                  <a:cubicBezTo>
                    <a:pt x="653" y="5310"/>
                    <a:pt x="610" y="5484"/>
                    <a:pt x="610" y="5658"/>
                  </a:cubicBezTo>
                  <a:cubicBezTo>
                    <a:pt x="610" y="6050"/>
                    <a:pt x="871" y="6311"/>
                    <a:pt x="1262" y="6355"/>
                  </a:cubicBezTo>
                  <a:lnTo>
                    <a:pt x="1262" y="6485"/>
                  </a:lnTo>
                  <a:cubicBezTo>
                    <a:pt x="1262" y="6572"/>
                    <a:pt x="1262" y="6703"/>
                    <a:pt x="1306" y="6746"/>
                  </a:cubicBezTo>
                  <a:lnTo>
                    <a:pt x="8095" y="6746"/>
                  </a:lnTo>
                  <a:cubicBezTo>
                    <a:pt x="8095" y="6703"/>
                    <a:pt x="8139" y="6616"/>
                    <a:pt x="8139" y="6572"/>
                  </a:cubicBezTo>
                  <a:cubicBezTo>
                    <a:pt x="8139" y="6398"/>
                    <a:pt x="8052" y="6268"/>
                    <a:pt x="7921" y="6180"/>
                  </a:cubicBezTo>
                  <a:lnTo>
                    <a:pt x="8226" y="6180"/>
                  </a:lnTo>
                  <a:cubicBezTo>
                    <a:pt x="8443" y="6180"/>
                    <a:pt x="8574" y="6050"/>
                    <a:pt x="8574" y="5832"/>
                  </a:cubicBezTo>
                  <a:cubicBezTo>
                    <a:pt x="8574" y="5702"/>
                    <a:pt x="8530" y="5658"/>
                    <a:pt x="8530" y="5615"/>
                  </a:cubicBezTo>
                  <a:cubicBezTo>
                    <a:pt x="8922" y="5441"/>
                    <a:pt x="9227" y="5049"/>
                    <a:pt x="9227" y="4614"/>
                  </a:cubicBezTo>
                  <a:cubicBezTo>
                    <a:pt x="9227" y="4179"/>
                    <a:pt x="8965" y="3787"/>
                    <a:pt x="8530" y="3656"/>
                  </a:cubicBezTo>
                  <a:cubicBezTo>
                    <a:pt x="8574" y="3526"/>
                    <a:pt x="8574" y="3352"/>
                    <a:pt x="8574" y="3178"/>
                  </a:cubicBezTo>
                  <a:cubicBezTo>
                    <a:pt x="8574" y="2655"/>
                    <a:pt x="8226" y="2177"/>
                    <a:pt x="7703" y="2003"/>
                  </a:cubicBezTo>
                  <a:lnTo>
                    <a:pt x="7703" y="1916"/>
                  </a:lnTo>
                  <a:cubicBezTo>
                    <a:pt x="7703" y="1480"/>
                    <a:pt x="7355" y="1089"/>
                    <a:pt x="6920" y="1089"/>
                  </a:cubicBezTo>
                  <a:lnTo>
                    <a:pt x="6789" y="1089"/>
                  </a:lnTo>
                  <a:cubicBezTo>
                    <a:pt x="6833" y="958"/>
                    <a:pt x="6920" y="871"/>
                    <a:pt x="6920" y="697"/>
                  </a:cubicBezTo>
                  <a:cubicBezTo>
                    <a:pt x="6920" y="305"/>
                    <a:pt x="6572" y="1"/>
                    <a:pt x="61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67" name="Google Shape;2167;p45"/>
            <p:cNvSpPr/>
            <p:nvPr/>
          </p:nvSpPr>
          <p:spPr>
            <a:xfrm>
              <a:off x="5398450" y="3665300"/>
              <a:ext cx="192600" cy="168675"/>
            </a:xfrm>
            <a:custGeom>
              <a:avLst/>
              <a:gdLst/>
              <a:ahLst/>
              <a:cxnLst/>
              <a:rect l="l" t="t" r="r" b="b"/>
              <a:pathLst>
                <a:path w="7704" h="6747" extrusionOk="0">
                  <a:moveTo>
                    <a:pt x="3178" y="1"/>
                  </a:moveTo>
                  <a:cubicBezTo>
                    <a:pt x="2829" y="1"/>
                    <a:pt x="2481" y="305"/>
                    <a:pt x="2481" y="697"/>
                  </a:cubicBezTo>
                  <a:cubicBezTo>
                    <a:pt x="2481" y="828"/>
                    <a:pt x="2525" y="958"/>
                    <a:pt x="2612" y="1089"/>
                  </a:cubicBezTo>
                  <a:lnTo>
                    <a:pt x="1872" y="1089"/>
                  </a:lnTo>
                  <a:cubicBezTo>
                    <a:pt x="1437" y="1089"/>
                    <a:pt x="1089" y="1480"/>
                    <a:pt x="1089" y="1916"/>
                  </a:cubicBezTo>
                  <a:lnTo>
                    <a:pt x="1089" y="2046"/>
                  </a:lnTo>
                  <a:cubicBezTo>
                    <a:pt x="653" y="2264"/>
                    <a:pt x="349" y="2699"/>
                    <a:pt x="349" y="3221"/>
                  </a:cubicBezTo>
                  <a:cubicBezTo>
                    <a:pt x="349" y="3526"/>
                    <a:pt x="523" y="3874"/>
                    <a:pt x="741" y="4092"/>
                  </a:cubicBezTo>
                  <a:lnTo>
                    <a:pt x="653" y="4092"/>
                  </a:lnTo>
                  <a:cubicBezTo>
                    <a:pt x="305" y="4092"/>
                    <a:pt x="44" y="4353"/>
                    <a:pt x="44" y="4657"/>
                  </a:cubicBezTo>
                  <a:cubicBezTo>
                    <a:pt x="1" y="4962"/>
                    <a:pt x="262" y="5223"/>
                    <a:pt x="566" y="5223"/>
                  </a:cubicBezTo>
                  <a:lnTo>
                    <a:pt x="741" y="5223"/>
                  </a:lnTo>
                  <a:cubicBezTo>
                    <a:pt x="653" y="5310"/>
                    <a:pt x="566" y="5484"/>
                    <a:pt x="566" y="5658"/>
                  </a:cubicBezTo>
                  <a:cubicBezTo>
                    <a:pt x="566" y="6050"/>
                    <a:pt x="871" y="6311"/>
                    <a:pt x="1219" y="6355"/>
                  </a:cubicBezTo>
                  <a:lnTo>
                    <a:pt x="1219" y="6485"/>
                  </a:lnTo>
                  <a:cubicBezTo>
                    <a:pt x="1219" y="6572"/>
                    <a:pt x="1219" y="6703"/>
                    <a:pt x="1306" y="6746"/>
                  </a:cubicBezTo>
                  <a:lnTo>
                    <a:pt x="6572" y="6746"/>
                  </a:lnTo>
                  <a:cubicBezTo>
                    <a:pt x="6572" y="6703"/>
                    <a:pt x="6616" y="6616"/>
                    <a:pt x="6616" y="6572"/>
                  </a:cubicBezTo>
                  <a:cubicBezTo>
                    <a:pt x="6616" y="6398"/>
                    <a:pt x="6529" y="6268"/>
                    <a:pt x="6398" y="6180"/>
                  </a:cubicBezTo>
                  <a:lnTo>
                    <a:pt x="6659" y="6180"/>
                  </a:lnTo>
                  <a:cubicBezTo>
                    <a:pt x="6877" y="6180"/>
                    <a:pt x="7051" y="6050"/>
                    <a:pt x="7051" y="5832"/>
                  </a:cubicBezTo>
                  <a:cubicBezTo>
                    <a:pt x="7051" y="5702"/>
                    <a:pt x="7007" y="5658"/>
                    <a:pt x="7007" y="5615"/>
                  </a:cubicBezTo>
                  <a:cubicBezTo>
                    <a:pt x="7399" y="5441"/>
                    <a:pt x="7704" y="5049"/>
                    <a:pt x="7704" y="4614"/>
                  </a:cubicBezTo>
                  <a:cubicBezTo>
                    <a:pt x="7704" y="4179"/>
                    <a:pt x="7443" y="3787"/>
                    <a:pt x="7007" y="3656"/>
                  </a:cubicBezTo>
                  <a:cubicBezTo>
                    <a:pt x="7051" y="3526"/>
                    <a:pt x="7051" y="3352"/>
                    <a:pt x="7051" y="3178"/>
                  </a:cubicBezTo>
                  <a:cubicBezTo>
                    <a:pt x="7051" y="2655"/>
                    <a:pt x="6659" y="2177"/>
                    <a:pt x="6180" y="2003"/>
                  </a:cubicBezTo>
                  <a:lnTo>
                    <a:pt x="6180" y="1916"/>
                  </a:lnTo>
                  <a:cubicBezTo>
                    <a:pt x="6180" y="1480"/>
                    <a:pt x="5789" y="1089"/>
                    <a:pt x="5354" y="1089"/>
                  </a:cubicBezTo>
                  <a:lnTo>
                    <a:pt x="5267" y="1089"/>
                  </a:lnTo>
                  <a:cubicBezTo>
                    <a:pt x="5310" y="958"/>
                    <a:pt x="5354" y="871"/>
                    <a:pt x="5354" y="697"/>
                  </a:cubicBezTo>
                  <a:cubicBezTo>
                    <a:pt x="5354" y="305"/>
                    <a:pt x="5049" y="1"/>
                    <a:pt x="46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68" name="Google Shape;2168;p45"/>
            <p:cNvSpPr/>
            <p:nvPr/>
          </p:nvSpPr>
          <p:spPr>
            <a:xfrm>
              <a:off x="5398450" y="3764300"/>
              <a:ext cx="144725" cy="69675"/>
            </a:xfrm>
            <a:custGeom>
              <a:avLst/>
              <a:gdLst/>
              <a:ahLst/>
              <a:cxnLst/>
              <a:rect l="l" t="t" r="r" b="b"/>
              <a:pathLst>
                <a:path w="5789" h="2787" extrusionOk="0">
                  <a:moveTo>
                    <a:pt x="566" y="1"/>
                  </a:moveTo>
                  <a:cubicBezTo>
                    <a:pt x="262" y="1"/>
                    <a:pt x="1" y="262"/>
                    <a:pt x="1" y="610"/>
                  </a:cubicBezTo>
                  <a:cubicBezTo>
                    <a:pt x="1" y="1002"/>
                    <a:pt x="262" y="1263"/>
                    <a:pt x="566" y="1263"/>
                  </a:cubicBezTo>
                  <a:lnTo>
                    <a:pt x="741" y="1263"/>
                  </a:lnTo>
                  <a:cubicBezTo>
                    <a:pt x="653" y="1350"/>
                    <a:pt x="566" y="1524"/>
                    <a:pt x="566" y="1698"/>
                  </a:cubicBezTo>
                  <a:cubicBezTo>
                    <a:pt x="566" y="2090"/>
                    <a:pt x="871" y="2351"/>
                    <a:pt x="1219" y="2395"/>
                  </a:cubicBezTo>
                  <a:lnTo>
                    <a:pt x="1219" y="2525"/>
                  </a:lnTo>
                  <a:cubicBezTo>
                    <a:pt x="1219" y="2612"/>
                    <a:pt x="1219" y="2743"/>
                    <a:pt x="1306" y="2786"/>
                  </a:cubicBezTo>
                  <a:lnTo>
                    <a:pt x="4266" y="2786"/>
                  </a:lnTo>
                  <a:cubicBezTo>
                    <a:pt x="4179" y="2612"/>
                    <a:pt x="4048" y="2525"/>
                    <a:pt x="3917" y="2438"/>
                  </a:cubicBezTo>
                  <a:cubicBezTo>
                    <a:pt x="4048" y="2395"/>
                    <a:pt x="4179" y="2308"/>
                    <a:pt x="4222" y="2133"/>
                  </a:cubicBezTo>
                  <a:lnTo>
                    <a:pt x="5136" y="2133"/>
                  </a:lnTo>
                  <a:cubicBezTo>
                    <a:pt x="5528" y="2133"/>
                    <a:pt x="5789" y="1872"/>
                    <a:pt x="5789" y="1481"/>
                  </a:cubicBezTo>
                  <a:cubicBezTo>
                    <a:pt x="5789" y="1089"/>
                    <a:pt x="5528" y="828"/>
                    <a:pt x="5136" y="828"/>
                  </a:cubicBezTo>
                  <a:lnTo>
                    <a:pt x="4004" y="828"/>
                  </a:lnTo>
                  <a:cubicBezTo>
                    <a:pt x="4004" y="784"/>
                    <a:pt x="4048" y="697"/>
                    <a:pt x="4048" y="654"/>
                  </a:cubicBezTo>
                  <a:cubicBezTo>
                    <a:pt x="4048" y="262"/>
                    <a:pt x="3787" y="1"/>
                    <a:pt x="339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69" name="Google Shape;2169;p45"/>
            <p:cNvSpPr/>
            <p:nvPr/>
          </p:nvSpPr>
          <p:spPr>
            <a:xfrm>
              <a:off x="5464825" y="3664225"/>
              <a:ext cx="105550" cy="67475"/>
            </a:xfrm>
            <a:custGeom>
              <a:avLst/>
              <a:gdLst/>
              <a:ahLst/>
              <a:cxnLst/>
              <a:rect l="l" t="t" r="r" b="b"/>
              <a:pathLst>
                <a:path w="4222" h="2699" extrusionOk="0">
                  <a:moveTo>
                    <a:pt x="1262" y="0"/>
                  </a:moveTo>
                  <a:cubicBezTo>
                    <a:pt x="1262" y="44"/>
                    <a:pt x="1175" y="87"/>
                    <a:pt x="1175" y="131"/>
                  </a:cubicBezTo>
                  <a:cubicBezTo>
                    <a:pt x="1175" y="435"/>
                    <a:pt x="1349" y="566"/>
                    <a:pt x="1567" y="697"/>
                  </a:cubicBezTo>
                  <a:cubicBezTo>
                    <a:pt x="1393" y="740"/>
                    <a:pt x="1349" y="871"/>
                    <a:pt x="1306" y="958"/>
                  </a:cubicBezTo>
                  <a:lnTo>
                    <a:pt x="523" y="958"/>
                  </a:lnTo>
                  <a:cubicBezTo>
                    <a:pt x="218" y="958"/>
                    <a:pt x="0" y="1219"/>
                    <a:pt x="0" y="1523"/>
                  </a:cubicBezTo>
                  <a:cubicBezTo>
                    <a:pt x="0" y="1828"/>
                    <a:pt x="262" y="2046"/>
                    <a:pt x="523" y="2046"/>
                  </a:cubicBezTo>
                  <a:lnTo>
                    <a:pt x="1524" y="2046"/>
                  </a:lnTo>
                  <a:lnTo>
                    <a:pt x="1524" y="2176"/>
                  </a:lnTo>
                  <a:cubicBezTo>
                    <a:pt x="1524" y="2481"/>
                    <a:pt x="1785" y="2698"/>
                    <a:pt x="2046" y="2698"/>
                  </a:cubicBezTo>
                  <a:lnTo>
                    <a:pt x="4222" y="2698"/>
                  </a:lnTo>
                  <a:cubicBezTo>
                    <a:pt x="4135" y="2394"/>
                    <a:pt x="3874" y="2089"/>
                    <a:pt x="3482" y="2002"/>
                  </a:cubicBezTo>
                  <a:lnTo>
                    <a:pt x="3482" y="1872"/>
                  </a:lnTo>
                  <a:cubicBezTo>
                    <a:pt x="3482" y="1436"/>
                    <a:pt x="3090" y="1088"/>
                    <a:pt x="2655" y="1088"/>
                  </a:cubicBezTo>
                  <a:lnTo>
                    <a:pt x="2568" y="1088"/>
                  </a:lnTo>
                  <a:cubicBezTo>
                    <a:pt x="2612" y="958"/>
                    <a:pt x="2655" y="871"/>
                    <a:pt x="2655" y="697"/>
                  </a:cubicBezTo>
                  <a:cubicBezTo>
                    <a:pt x="2655" y="305"/>
                    <a:pt x="2350" y="0"/>
                    <a:pt x="195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70" name="Google Shape;2170;p45"/>
            <p:cNvSpPr/>
            <p:nvPr/>
          </p:nvSpPr>
          <p:spPr>
            <a:xfrm>
              <a:off x="6003375" y="3665300"/>
              <a:ext cx="230675" cy="168675"/>
            </a:xfrm>
            <a:custGeom>
              <a:avLst/>
              <a:gdLst/>
              <a:ahLst/>
              <a:cxnLst/>
              <a:rect l="l" t="t" r="r" b="b"/>
              <a:pathLst>
                <a:path w="9227" h="6747" extrusionOk="0">
                  <a:moveTo>
                    <a:pt x="3134" y="1"/>
                  </a:moveTo>
                  <a:cubicBezTo>
                    <a:pt x="2786" y="1"/>
                    <a:pt x="2438" y="305"/>
                    <a:pt x="2438" y="697"/>
                  </a:cubicBezTo>
                  <a:cubicBezTo>
                    <a:pt x="2438" y="828"/>
                    <a:pt x="2481" y="958"/>
                    <a:pt x="2568" y="1089"/>
                  </a:cubicBezTo>
                  <a:lnTo>
                    <a:pt x="1828" y="1089"/>
                  </a:lnTo>
                  <a:cubicBezTo>
                    <a:pt x="1393" y="1089"/>
                    <a:pt x="1002" y="1480"/>
                    <a:pt x="1002" y="1916"/>
                  </a:cubicBezTo>
                  <a:lnTo>
                    <a:pt x="1002" y="2046"/>
                  </a:lnTo>
                  <a:cubicBezTo>
                    <a:pt x="566" y="2264"/>
                    <a:pt x="305" y="2699"/>
                    <a:pt x="305" y="3221"/>
                  </a:cubicBezTo>
                  <a:cubicBezTo>
                    <a:pt x="305" y="3526"/>
                    <a:pt x="479" y="3874"/>
                    <a:pt x="697" y="4092"/>
                  </a:cubicBezTo>
                  <a:lnTo>
                    <a:pt x="610" y="4092"/>
                  </a:lnTo>
                  <a:cubicBezTo>
                    <a:pt x="262" y="4092"/>
                    <a:pt x="1" y="4353"/>
                    <a:pt x="1" y="4657"/>
                  </a:cubicBezTo>
                  <a:cubicBezTo>
                    <a:pt x="1" y="4962"/>
                    <a:pt x="262" y="5223"/>
                    <a:pt x="610" y="5223"/>
                  </a:cubicBezTo>
                  <a:lnTo>
                    <a:pt x="740" y="5223"/>
                  </a:lnTo>
                  <a:cubicBezTo>
                    <a:pt x="653" y="5310"/>
                    <a:pt x="610" y="5484"/>
                    <a:pt x="610" y="5658"/>
                  </a:cubicBezTo>
                  <a:cubicBezTo>
                    <a:pt x="610" y="6050"/>
                    <a:pt x="871" y="6311"/>
                    <a:pt x="1263" y="6355"/>
                  </a:cubicBezTo>
                  <a:lnTo>
                    <a:pt x="1263" y="6485"/>
                  </a:lnTo>
                  <a:cubicBezTo>
                    <a:pt x="1263" y="6572"/>
                    <a:pt x="1263" y="6703"/>
                    <a:pt x="1306" y="6746"/>
                  </a:cubicBezTo>
                  <a:lnTo>
                    <a:pt x="8095" y="6746"/>
                  </a:lnTo>
                  <a:cubicBezTo>
                    <a:pt x="8095" y="6703"/>
                    <a:pt x="8139" y="6616"/>
                    <a:pt x="8139" y="6572"/>
                  </a:cubicBezTo>
                  <a:cubicBezTo>
                    <a:pt x="8139" y="6398"/>
                    <a:pt x="8052" y="6268"/>
                    <a:pt x="7921" y="6180"/>
                  </a:cubicBezTo>
                  <a:lnTo>
                    <a:pt x="8226" y="6180"/>
                  </a:lnTo>
                  <a:cubicBezTo>
                    <a:pt x="8443" y="6180"/>
                    <a:pt x="8574" y="6050"/>
                    <a:pt x="8574" y="5832"/>
                  </a:cubicBezTo>
                  <a:cubicBezTo>
                    <a:pt x="8574" y="5702"/>
                    <a:pt x="8530" y="5658"/>
                    <a:pt x="8530" y="5615"/>
                  </a:cubicBezTo>
                  <a:cubicBezTo>
                    <a:pt x="8922" y="5441"/>
                    <a:pt x="9227" y="5049"/>
                    <a:pt x="9227" y="4614"/>
                  </a:cubicBezTo>
                  <a:cubicBezTo>
                    <a:pt x="9227" y="4179"/>
                    <a:pt x="8966" y="3787"/>
                    <a:pt x="8530" y="3656"/>
                  </a:cubicBezTo>
                  <a:cubicBezTo>
                    <a:pt x="8574" y="3526"/>
                    <a:pt x="8574" y="3352"/>
                    <a:pt x="8574" y="3178"/>
                  </a:cubicBezTo>
                  <a:cubicBezTo>
                    <a:pt x="8574" y="2655"/>
                    <a:pt x="8226" y="2177"/>
                    <a:pt x="7704" y="2003"/>
                  </a:cubicBezTo>
                  <a:lnTo>
                    <a:pt x="7704" y="1916"/>
                  </a:lnTo>
                  <a:cubicBezTo>
                    <a:pt x="7704" y="1480"/>
                    <a:pt x="7355" y="1089"/>
                    <a:pt x="6920" y="1089"/>
                  </a:cubicBezTo>
                  <a:lnTo>
                    <a:pt x="6790" y="1089"/>
                  </a:lnTo>
                  <a:cubicBezTo>
                    <a:pt x="6833" y="958"/>
                    <a:pt x="6920" y="871"/>
                    <a:pt x="6920" y="697"/>
                  </a:cubicBezTo>
                  <a:cubicBezTo>
                    <a:pt x="6920" y="305"/>
                    <a:pt x="6572" y="1"/>
                    <a:pt x="61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71" name="Google Shape;2171;p45"/>
            <p:cNvSpPr/>
            <p:nvPr/>
          </p:nvSpPr>
          <p:spPr>
            <a:xfrm>
              <a:off x="5991400" y="3665300"/>
              <a:ext cx="192600" cy="168675"/>
            </a:xfrm>
            <a:custGeom>
              <a:avLst/>
              <a:gdLst/>
              <a:ahLst/>
              <a:cxnLst/>
              <a:rect l="l" t="t" r="r" b="b"/>
              <a:pathLst>
                <a:path w="7704" h="6747" extrusionOk="0">
                  <a:moveTo>
                    <a:pt x="3178" y="1"/>
                  </a:moveTo>
                  <a:cubicBezTo>
                    <a:pt x="2830" y="1"/>
                    <a:pt x="2482" y="305"/>
                    <a:pt x="2482" y="697"/>
                  </a:cubicBezTo>
                  <a:cubicBezTo>
                    <a:pt x="2482" y="828"/>
                    <a:pt x="2525" y="958"/>
                    <a:pt x="2612" y="1089"/>
                  </a:cubicBezTo>
                  <a:lnTo>
                    <a:pt x="1872" y="1089"/>
                  </a:lnTo>
                  <a:cubicBezTo>
                    <a:pt x="1437" y="1089"/>
                    <a:pt x="1089" y="1480"/>
                    <a:pt x="1089" y="1916"/>
                  </a:cubicBezTo>
                  <a:lnTo>
                    <a:pt x="1089" y="2046"/>
                  </a:lnTo>
                  <a:cubicBezTo>
                    <a:pt x="654" y="2264"/>
                    <a:pt x="349" y="2699"/>
                    <a:pt x="349" y="3221"/>
                  </a:cubicBezTo>
                  <a:cubicBezTo>
                    <a:pt x="349" y="3526"/>
                    <a:pt x="523" y="3874"/>
                    <a:pt x="741" y="4092"/>
                  </a:cubicBezTo>
                  <a:lnTo>
                    <a:pt x="654" y="4092"/>
                  </a:lnTo>
                  <a:cubicBezTo>
                    <a:pt x="306" y="4092"/>
                    <a:pt x="44" y="4353"/>
                    <a:pt x="44" y="4657"/>
                  </a:cubicBezTo>
                  <a:cubicBezTo>
                    <a:pt x="1" y="4962"/>
                    <a:pt x="262" y="5223"/>
                    <a:pt x="567" y="5223"/>
                  </a:cubicBezTo>
                  <a:lnTo>
                    <a:pt x="741" y="5223"/>
                  </a:lnTo>
                  <a:cubicBezTo>
                    <a:pt x="654" y="5310"/>
                    <a:pt x="567" y="5484"/>
                    <a:pt x="567" y="5658"/>
                  </a:cubicBezTo>
                  <a:cubicBezTo>
                    <a:pt x="567" y="6050"/>
                    <a:pt x="871" y="6311"/>
                    <a:pt x="1219" y="6355"/>
                  </a:cubicBezTo>
                  <a:lnTo>
                    <a:pt x="1219" y="6485"/>
                  </a:lnTo>
                  <a:cubicBezTo>
                    <a:pt x="1219" y="6572"/>
                    <a:pt x="1219" y="6703"/>
                    <a:pt x="1306" y="6746"/>
                  </a:cubicBezTo>
                  <a:lnTo>
                    <a:pt x="6572" y="6746"/>
                  </a:lnTo>
                  <a:cubicBezTo>
                    <a:pt x="6572" y="6703"/>
                    <a:pt x="6616" y="6616"/>
                    <a:pt x="6616" y="6572"/>
                  </a:cubicBezTo>
                  <a:cubicBezTo>
                    <a:pt x="6616" y="6398"/>
                    <a:pt x="6529" y="6268"/>
                    <a:pt x="6398" y="6180"/>
                  </a:cubicBezTo>
                  <a:lnTo>
                    <a:pt x="6659" y="6180"/>
                  </a:lnTo>
                  <a:cubicBezTo>
                    <a:pt x="6877" y="6180"/>
                    <a:pt x="7051" y="6050"/>
                    <a:pt x="7051" y="5832"/>
                  </a:cubicBezTo>
                  <a:cubicBezTo>
                    <a:pt x="7051" y="5702"/>
                    <a:pt x="7008" y="5658"/>
                    <a:pt x="7008" y="5615"/>
                  </a:cubicBezTo>
                  <a:cubicBezTo>
                    <a:pt x="7399" y="5441"/>
                    <a:pt x="7704" y="5049"/>
                    <a:pt x="7704" y="4614"/>
                  </a:cubicBezTo>
                  <a:cubicBezTo>
                    <a:pt x="7704" y="4179"/>
                    <a:pt x="7443" y="3787"/>
                    <a:pt x="7008" y="3656"/>
                  </a:cubicBezTo>
                  <a:cubicBezTo>
                    <a:pt x="7051" y="3526"/>
                    <a:pt x="7051" y="3352"/>
                    <a:pt x="7051" y="3178"/>
                  </a:cubicBezTo>
                  <a:cubicBezTo>
                    <a:pt x="7051" y="2655"/>
                    <a:pt x="6659" y="2177"/>
                    <a:pt x="6181" y="2003"/>
                  </a:cubicBezTo>
                  <a:lnTo>
                    <a:pt x="6181" y="1916"/>
                  </a:lnTo>
                  <a:cubicBezTo>
                    <a:pt x="6181" y="1480"/>
                    <a:pt x="5789" y="1089"/>
                    <a:pt x="5354" y="1089"/>
                  </a:cubicBezTo>
                  <a:lnTo>
                    <a:pt x="5267" y="1089"/>
                  </a:lnTo>
                  <a:cubicBezTo>
                    <a:pt x="5310" y="958"/>
                    <a:pt x="5354" y="871"/>
                    <a:pt x="5354" y="697"/>
                  </a:cubicBezTo>
                  <a:cubicBezTo>
                    <a:pt x="5354" y="305"/>
                    <a:pt x="5049" y="1"/>
                    <a:pt x="465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72" name="Google Shape;2172;p45"/>
            <p:cNvSpPr/>
            <p:nvPr/>
          </p:nvSpPr>
          <p:spPr>
            <a:xfrm>
              <a:off x="5991400" y="3764300"/>
              <a:ext cx="144725" cy="69675"/>
            </a:xfrm>
            <a:custGeom>
              <a:avLst/>
              <a:gdLst/>
              <a:ahLst/>
              <a:cxnLst/>
              <a:rect l="l" t="t" r="r" b="b"/>
              <a:pathLst>
                <a:path w="5789" h="2787" extrusionOk="0">
                  <a:moveTo>
                    <a:pt x="567" y="1"/>
                  </a:moveTo>
                  <a:cubicBezTo>
                    <a:pt x="262" y="1"/>
                    <a:pt x="1" y="262"/>
                    <a:pt x="1" y="610"/>
                  </a:cubicBezTo>
                  <a:cubicBezTo>
                    <a:pt x="1" y="1002"/>
                    <a:pt x="262" y="1263"/>
                    <a:pt x="567" y="1263"/>
                  </a:cubicBezTo>
                  <a:lnTo>
                    <a:pt x="741" y="1263"/>
                  </a:lnTo>
                  <a:cubicBezTo>
                    <a:pt x="654" y="1350"/>
                    <a:pt x="567" y="1524"/>
                    <a:pt x="567" y="1698"/>
                  </a:cubicBezTo>
                  <a:cubicBezTo>
                    <a:pt x="567" y="2090"/>
                    <a:pt x="871" y="2351"/>
                    <a:pt x="1219" y="2395"/>
                  </a:cubicBezTo>
                  <a:lnTo>
                    <a:pt x="1219" y="2525"/>
                  </a:lnTo>
                  <a:cubicBezTo>
                    <a:pt x="1219" y="2612"/>
                    <a:pt x="1219" y="2743"/>
                    <a:pt x="1306" y="2786"/>
                  </a:cubicBezTo>
                  <a:lnTo>
                    <a:pt x="4266" y="2786"/>
                  </a:lnTo>
                  <a:cubicBezTo>
                    <a:pt x="4179" y="2612"/>
                    <a:pt x="4048" y="2525"/>
                    <a:pt x="3918" y="2438"/>
                  </a:cubicBezTo>
                  <a:cubicBezTo>
                    <a:pt x="4048" y="2395"/>
                    <a:pt x="4179" y="2308"/>
                    <a:pt x="4222" y="2133"/>
                  </a:cubicBezTo>
                  <a:lnTo>
                    <a:pt x="5136" y="2133"/>
                  </a:lnTo>
                  <a:cubicBezTo>
                    <a:pt x="5528" y="2133"/>
                    <a:pt x="5789" y="1872"/>
                    <a:pt x="5789" y="1481"/>
                  </a:cubicBezTo>
                  <a:cubicBezTo>
                    <a:pt x="5789" y="1089"/>
                    <a:pt x="5528" y="828"/>
                    <a:pt x="5136" y="828"/>
                  </a:cubicBezTo>
                  <a:lnTo>
                    <a:pt x="4005" y="828"/>
                  </a:lnTo>
                  <a:cubicBezTo>
                    <a:pt x="4005" y="784"/>
                    <a:pt x="4048" y="697"/>
                    <a:pt x="4048" y="654"/>
                  </a:cubicBezTo>
                  <a:cubicBezTo>
                    <a:pt x="4048" y="262"/>
                    <a:pt x="3787" y="1"/>
                    <a:pt x="339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73" name="Google Shape;2173;p45"/>
            <p:cNvSpPr/>
            <p:nvPr/>
          </p:nvSpPr>
          <p:spPr>
            <a:xfrm>
              <a:off x="6058875" y="3664225"/>
              <a:ext cx="106650" cy="67475"/>
            </a:xfrm>
            <a:custGeom>
              <a:avLst/>
              <a:gdLst/>
              <a:ahLst/>
              <a:cxnLst/>
              <a:rect l="l" t="t" r="r" b="b"/>
              <a:pathLst>
                <a:path w="4266" h="2699" extrusionOk="0">
                  <a:moveTo>
                    <a:pt x="1219" y="0"/>
                  </a:moveTo>
                  <a:cubicBezTo>
                    <a:pt x="1219" y="44"/>
                    <a:pt x="1132" y="87"/>
                    <a:pt x="1132" y="131"/>
                  </a:cubicBezTo>
                  <a:cubicBezTo>
                    <a:pt x="1132" y="435"/>
                    <a:pt x="1306" y="566"/>
                    <a:pt x="1523" y="697"/>
                  </a:cubicBezTo>
                  <a:cubicBezTo>
                    <a:pt x="1349" y="740"/>
                    <a:pt x="1306" y="871"/>
                    <a:pt x="1262" y="958"/>
                  </a:cubicBezTo>
                  <a:lnTo>
                    <a:pt x="566" y="958"/>
                  </a:lnTo>
                  <a:cubicBezTo>
                    <a:pt x="218" y="958"/>
                    <a:pt x="0" y="1219"/>
                    <a:pt x="0" y="1523"/>
                  </a:cubicBezTo>
                  <a:cubicBezTo>
                    <a:pt x="0" y="1828"/>
                    <a:pt x="261" y="2046"/>
                    <a:pt x="566" y="2046"/>
                  </a:cubicBezTo>
                  <a:lnTo>
                    <a:pt x="1523" y="2046"/>
                  </a:lnTo>
                  <a:lnTo>
                    <a:pt x="1523" y="2176"/>
                  </a:lnTo>
                  <a:cubicBezTo>
                    <a:pt x="1523" y="2481"/>
                    <a:pt x="1784" y="2698"/>
                    <a:pt x="2089" y="2698"/>
                  </a:cubicBezTo>
                  <a:lnTo>
                    <a:pt x="4265" y="2698"/>
                  </a:lnTo>
                  <a:cubicBezTo>
                    <a:pt x="4091" y="2394"/>
                    <a:pt x="3830" y="2089"/>
                    <a:pt x="3438" y="2002"/>
                  </a:cubicBezTo>
                  <a:lnTo>
                    <a:pt x="3438" y="1872"/>
                  </a:lnTo>
                  <a:cubicBezTo>
                    <a:pt x="3438" y="1436"/>
                    <a:pt x="3046" y="1088"/>
                    <a:pt x="2611" y="1088"/>
                  </a:cubicBezTo>
                  <a:lnTo>
                    <a:pt x="2524" y="1088"/>
                  </a:lnTo>
                  <a:cubicBezTo>
                    <a:pt x="2568" y="958"/>
                    <a:pt x="2611" y="871"/>
                    <a:pt x="2611" y="697"/>
                  </a:cubicBezTo>
                  <a:cubicBezTo>
                    <a:pt x="2611" y="305"/>
                    <a:pt x="2307" y="0"/>
                    <a:pt x="191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2206" name="Google Shape;2206;p45"/>
          <p:cNvSpPr/>
          <p:nvPr/>
        </p:nvSpPr>
        <p:spPr>
          <a:xfrm flipH="1">
            <a:off x="297325" y="4710872"/>
            <a:ext cx="4479214" cy="340543"/>
          </a:xfrm>
          <a:custGeom>
            <a:avLst/>
            <a:gdLst/>
            <a:ahLst/>
            <a:cxnLst/>
            <a:rect l="l" t="t" r="r" b="b"/>
            <a:pathLst>
              <a:path w="142582" h="19493" extrusionOk="0">
                <a:moveTo>
                  <a:pt x="7730" y="0"/>
                </a:moveTo>
                <a:cubicBezTo>
                  <a:pt x="3445" y="0"/>
                  <a:pt x="0" y="3445"/>
                  <a:pt x="0" y="7646"/>
                </a:cubicBezTo>
                <a:cubicBezTo>
                  <a:pt x="0" y="11847"/>
                  <a:pt x="3445" y="15292"/>
                  <a:pt x="7730" y="15292"/>
                </a:cubicBezTo>
                <a:lnTo>
                  <a:pt x="13023" y="15292"/>
                </a:lnTo>
                <a:cubicBezTo>
                  <a:pt x="12687" y="15712"/>
                  <a:pt x="12603" y="16300"/>
                  <a:pt x="12603" y="16804"/>
                </a:cubicBezTo>
                <a:cubicBezTo>
                  <a:pt x="12603" y="18401"/>
                  <a:pt x="13864" y="19493"/>
                  <a:pt x="15376" y="19493"/>
                </a:cubicBezTo>
                <a:lnTo>
                  <a:pt x="108554" y="19493"/>
                </a:lnTo>
                <a:cubicBezTo>
                  <a:pt x="110150" y="19493"/>
                  <a:pt x="111410" y="18233"/>
                  <a:pt x="111410" y="16804"/>
                </a:cubicBezTo>
                <a:cubicBezTo>
                  <a:pt x="111410" y="16300"/>
                  <a:pt x="111158" y="15712"/>
                  <a:pt x="110990" y="15292"/>
                </a:cubicBezTo>
                <a:lnTo>
                  <a:pt x="134768" y="15292"/>
                </a:lnTo>
                <a:cubicBezTo>
                  <a:pt x="139137" y="15292"/>
                  <a:pt x="142581" y="11847"/>
                  <a:pt x="142581" y="7646"/>
                </a:cubicBezTo>
                <a:cubicBezTo>
                  <a:pt x="142497" y="3445"/>
                  <a:pt x="139053" y="0"/>
                  <a:pt x="13468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pic>
        <p:nvPicPr>
          <p:cNvPr id="3" name="Picture 2">
            <a:extLst>
              <a:ext uri="{FF2B5EF4-FFF2-40B4-BE49-F238E27FC236}">
                <a16:creationId xmlns:a16="http://schemas.microsoft.com/office/drawing/2014/main" id="{02805374-7648-F0EA-849B-7AB3ACA91AFA}"/>
              </a:ext>
            </a:extLst>
          </p:cNvPr>
          <p:cNvPicPr>
            <a:picLocks noChangeAspect="1"/>
          </p:cNvPicPr>
          <p:nvPr/>
        </p:nvPicPr>
        <p:blipFill>
          <a:blip r:embed="rId3"/>
          <a:stretch>
            <a:fillRect/>
          </a:stretch>
        </p:blipFill>
        <p:spPr>
          <a:xfrm>
            <a:off x="98376" y="1102752"/>
            <a:ext cx="4473624" cy="3682045"/>
          </a:xfrm>
          <a:prstGeom prst="rect">
            <a:avLst/>
          </a:prstGeom>
        </p:spPr>
      </p:pic>
      <p:sp>
        <p:nvSpPr>
          <p:cNvPr id="2043" name="Google Shape;2043;p45"/>
          <p:cNvSpPr txBox="1">
            <a:spLocks noGrp="1"/>
          </p:cNvSpPr>
          <p:nvPr>
            <p:ph type="subTitle" idx="1"/>
          </p:nvPr>
        </p:nvSpPr>
        <p:spPr>
          <a:xfrm>
            <a:off x="4521793" y="884259"/>
            <a:ext cx="4622207" cy="3374981"/>
          </a:xfrm>
          <a:prstGeom prst="rect">
            <a:avLst/>
          </a:prstGeom>
        </p:spPr>
        <p:txBody>
          <a:bodyPr spcFirstLastPara="1" wrap="square" lIns="91425" tIns="91425" rIns="91425" bIns="91425" anchor="t" anchorCtr="0">
            <a:noAutofit/>
          </a:bodyPr>
          <a:lstStyle/>
          <a:p>
            <a:pPr marL="285750" indent="-285750" algn="just">
              <a:spcBef>
                <a:spcPts val="1000"/>
              </a:spcBef>
            </a:pPr>
            <a:r>
              <a:rPr lang="en" sz="1400" dirty="0" err="1"/>
              <a:t>NeuralProphet</a:t>
            </a:r>
            <a:r>
              <a:rPr lang="en" sz="1400" dirty="0"/>
              <a:t> had the lowest RMSE: 1,328.29 MW</a:t>
            </a:r>
          </a:p>
          <a:p>
            <a:pPr marL="285750" indent="-285750" algn="just">
              <a:spcBef>
                <a:spcPts val="1000"/>
              </a:spcBef>
            </a:pPr>
            <a:r>
              <a:rPr lang="en" sz="1400" dirty="0" err="1"/>
              <a:t>NeuralProphet</a:t>
            </a:r>
            <a:r>
              <a:rPr lang="en" sz="1400" dirty="0"/>
              <a:t> had the highest R squared: 0.9877</a:t>
            </a:r>
          </a:p>
          <a:p>
            <a:pPr marL="285750" indent="-285750" algn="just">
              <a:spcBef>
                <a:spcPts val="1000"/>
              </a:spcBef>
            </a:pPr>
            <a:r>
              <a:rPr lang="en" sz="1400" dirty="0"/>
              <a:t>Random forest improved greatly when lag features were added</a:t>
            </a:r>
          </a:p>
          <a:p>
            <a:pPr marL="285750" indent="-285750" algn="just">
              <a:spcBef>
                <a:spcPts val="1000"/>
              </a:spcBef>
            </a:pPr>
            <a:r>
              <a:rPr lang="en" sz="1400" dirty="0"/>
              <a:t>Temporal dependence was the strongest predicator</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210"/>
        <p:cNvGrpSpPr/>
        <p:nvPr/>
      </p:nvGrpSpPr>
      <p:grpSpPr>
        <a:xfrm>
          <a:off x="0" y="0"/>
          <a:ext cx="0" cy="0"/>
          <a:chOff x="0" y="0"/>
          <a:chExt cx="0" cy="0"/>
        </a:xfrm>
      </p:grpSpPr>
      <p:sp>
        <p:nvSpPr>
          <p:cNvPr id="2211" name="Google Shape;2211;p46"/>
          <p:cNvSpPr txBox="1">
            <a:spLocks noGrp="1"/>
          </p:cNvSpPr>
          <p:nvPr>
            <p:ph type="title"/>
          </p:nvPr>
        </p:nvSpPr>
        <p:spPr>
          <a:xfrm>
            <a:off x="720000" y="43917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Prediction Results</a:t>
            </a:r>
            <a:endParaRPr dirty="0"/>
          </a:p>
        </p:txBody>
      </p:sp>
      <p:sp>
        <p:nvSpPr>
          <p:cNvPr id="2212" name="Google Shape;2212;p46"/>
          <p:cNvSpPr txBox="1">
            <a:spLocks noGrp="1"/>
          </p:cNvSpPr>
          <p:nvPr>
            <p:ph type="subTitle" idx="1"/>
          </p:nvPr>
        </p:nvSpPr>
        <p:spPr>
          <a:xfrm>
            <a:off x="1040897" y="1149332"/>
            <a:ext cx="2698999" cy="3468309"/>
          </a:xfrm>
          <a:prstGeom prst="rect">
            <a:avLst/>
          </a:prstGeom>
        </p:spPr>
        <p:txBody>
          <a:bodyPr spcFirstLastPara="1" wrap="square" lIns="91425" tIns="91425" rIns="91425" bIns="91425" anchor="t" anchorCtr="0">
            <a:noAutofit/>
          </a:bodyPr>
          <a:lstStyle/>
          <a:p>
            <a:pPr marL="285750" lvl="0" indent="-285750" algn="just" rtl="0">
              <a:spcBef>
                <a:spcPts val="0"/>
              </a:spcBef>
              <a:spcAft>
                <a:spcPts val="0"/>
              </a:spcAft>
              <a:buClr>
                <a:schemeClr val="accent6"/>
              </a:buClr>
              <a:buFont typeface="Arial" panose="020B0604020202020204" pitchFamily="34" charset="0"/>
              <a:buChar char="•"/>
            </a:pPr>
            <a:r>
              <a:rPr lang="en" dirty="0" err="1"/>
              <a:t>NeuralProphet</a:t>
            </a:r>
            <a:r>
              <a:rPr lang="en" dirty="0"/>
              <a:t> predictions closely overlapped the actual shortfall values.</a:t>
            </a:r>
          </a:p>
          <a:p>
            <a:pPr marL="285750" lvl="0" indent="-285750" algn="just" rtl="0">
              <a:spcBef>
                <a:spcPts val="0"/>
              </a:spcBef>
              <a:spcAft>
                <a:spcPts val="0"/>
              </a:spcAft>
              <a:buClr>
                <a:schemeClr val="accent6"/>
              </a:buClr>
              <a:buFont typeface="Arial" panose="020B0604020202020204" pitchFamily="34" charset="0"/>
              <a:buChar char="•"/>
            </a:pPr>
            <a:r>
              <a:rPr lang="en" dirty="0"/>
              <a:t>Long-term seasonality and high-frequency daily movement</a:t>
            </a:r>
          </a:p>
          <a:p>
            <a:pPr marL="285750" lvl="0" indent="-285750" algn="just" rtl="0">
              <a:spcBef>
                <a:spcPts val="0"/>
              </a:spcBef>
              <a:spcAft>
                <a:spcPts val="0"/>
              </a:spcAft>
              <a:buClr>
                <a:schemeClr val="accent6"/>
              </a:buClr>
              <a:buFont typeface="Arial" panose="020B0604020202020204" pitchFamily="34" charset="0"/>
              <a:buChar char="•"/>
            </a:pPr>
            <a:r>
              <a:rPr lang="en-US" dirty="0"/>
              <a:t>S</a:t>
            </a:r>
            <a:r>
              <a:rPr lang="en" dirty="0" err="1"/>
              <a:t>udden</a:t>
            </a:r>
            <a:r>
              <a:rPr lang="en" dirty="0"/>
              <a:t> weather shifts and demand spikes can still cause deviations</a:t>
            </a:r>
          </a:p>
          <a:p>
            <a:pPr marL="285750" lvl="0" indent="-285750" algn="just" rtl="0">
              <a:spcBef>
                <a:spcPts val="0"/>
              </a:spcBef>
              <a:spcAft>
                <a:spcPts val="0"/>
              </a:spcAft>
              <a:buClr>
                <a:schemeClr val="accent6"/>
              </a:buClr>
              <a:buFont typeface="Arial" panose="020B0604020202020204" pitchFamily="34" charset="0"/>
              <a:buChar char="•"/>
            </a:pPr>
            <a:r>
              <a:rPr lang="en-US" dirty="0"/>
              <a:t>T</a:t>
            </a:r>
            <a:r>
              <a:rPr lang="en" dirty="0"/>
              <a:t>he model is strong enough to support shortfall monitoring and planning</a:t>
            </a:r>
            <a:endParaRPr dirty="0"/>
          </a:p>
        </p:txBody>
      </p:sp>
      <p:grpSp>
        <p:nvGrpSpPr>
          <p:cNvPr id="2233" name="Google Shape;2233;p46"/>
          <p:cNvGrpSpPr/>
          <p:nvPr/>
        </p:nvGrpSpPr>
        <p:grpSpPr>
          <a:xfrm flipH="1">
            <a:off x="7671155" y="3771614"/>
            <a:ext cx="759623" cy="846027"/>
            <a:chOff x="6842050" y="3065425"/>
            <a:chExt cx="535625" cy="596550"/>
          </a:xfrm>
        </p:grpSpPr>
        <p:sp>
          <p:nvSpPr>
            <p:cNvPr id="2234" name="Google Shape;2234;p46"/>
            <p:cNvSpPr/>
            <p:nvPr/>
          </p:nvSpPr>
          <p:spPr>
            <a:xfrm>
              <a:off x="7073100" y="3451925"/>
              <a:ext cx="56725" cy="210050"/>
            </a:xfrm>
            <a:custGeom>
              <a:avLst/>
              <a:gdLst/>
              <a:ahLst/>
              <a:cxnLst/>
              <a:rect l="l" t="t" r="r" b="b"/>
              <a:pathLst>
                <a:path w="2269" h="8402" extrusionOk="0">
                  <a:moveTo>
                    <a:pt x="504" y="0"/>
                  </a:moveTo>
                  <a:lnTo>
                    <a:pt x="0" y="8402"/>
                  </a:lnTo>
                  <a:lnTo>
                    <a:pt x="2269" y="8402"/>
                  </a:lnTo>
                  <a:lnTo>
                    <a:pt x="1765" y="0"/>
                  </a:lnTo>
                  <a:close/>
                </a:path>
              </a:pathLst>
            </a:custGeom>
            <a:solidFill>
              <a:srgbClr val="7A452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35" name="Google Shape;2235;p46"/>
            <p:cNvSpPr/>
            <p:nvPr/>
          </p:nvSpPr>
          <p:spPr>
            <a:xfrm>
              <a:off x="6867250" y="3065425"/>
              <a:ext cx="510425" cy="428525"/>
            </a:xfrm>
            <a:custGeom>
              <a:avLst/>
              <a:gdLst/>
              <a:ahLst/>
              <a:cxnLst/>
              <a:rect l="l" t="t" r="r" b="b"/>
              <a:pathLst>
                <a:path w="20417" h="17141" extrusionOk="0">
                  <a:moveTo>
                    <a:pt x="7058" y="0"/>
                  </a:moveTo>
                  <a:cubicBezTo>
                    <a:pt x="6218" y="0"/>
                    <a:pt x="5462" y="589"/>
                    <a:pt x="5462" y="1429"/>
                  </a:cubicBezTo>
                  <a:cubicBezTo>
                    <a:pt x="5462" y="1765"/>
                    <a:pt x="5630" y="1933"/>
                    <a:pt x="5714" y="2185"/>
                  </a:cubicBezTo>
                  <a:lnTo>
                    <a:pt x="4117" y="2185"/>
                  </a:lnTo>
                  <a:cubicBezTo>
                    <a:pt x="3193" y="2185"/>
                    <a:pt x="2353" y="2941"/>
                    <a:pt x="2353" y="3949"/>
                  </a:cubicBezTo>
                  <a:lnTo>
                    <a:pt x="2353" y="4285"/>
                  </a:lnTo>
                  <a:cubicBezTo>
                    <a:pt x="1429" y="4706"/>
                    <a:pt x="756" y="5630"/>
                    <a:pt x="756" y="6806"/>
                  </a:cubicBezTo>
                  <a:cubicBezTo>
                    <a:pt x="756" y="7562"/>
                    <a:pt x="1093" y="8150"/>
                    <a:pt x="1597" y="8654"/>
                  </a:cubicBezTo>
                  <a:lnTo>
                    <a:pt x="1429" y="8654"/>
                  </a:lnTo>
                  <a:cubicBezTo>
                    <a:pt x="672" y="8654"/>
                    <a:pt x="0" y="9243"/>
                    <a:pt x="0" y="9999"/>
                  </a:cubicBezTo>
                  <a:cubicBezTo>
                    <a:pt x="0" y="10671"/>
                    <a:pt x="672" y="11259"/>
                    <a:pt x="1429" y="11259"/>
                  </a:cubicBezTo>
                  <a:lnTo>
                    <a:pt x="1849" y="11259"/>
                  </a:lnTo>
                  <a:cubicBezTo>
                    <a:pt x="1597" y="11427"/>
                    <a:pt x="1513" y="11847"/>
                    <a:pt x="1513" y="12183"/>
                  </a:cubicBezTo>
                  <a:cubicBezTo>
                    <a:pt x="1513" y="13023"/>
                    <a:pt x="2101" y="13612"/>
                    <a:pt x="2857" y="13780"/>
                  </a:cubicBezTo>
                  <a:lnTo>
                    <a:pt x="2857" y="13948"/>
                  </a:lnTo>
                  <a:cubicBezTo>
                    <a:pt x="2857" y="15040"/>
                    <a:pt x="3781" y="15964"/>
                    <a:pt x="4873" y="15964"/>
                  </a:cubicBezTo>
                  <a:cubicBezTo>
                    <a:pt x="4873" y="16552"/>
                    <a:pt x="5378" y="17140"/>
                    <a:pt x="6134" y="17140"/>
                  </a:cubicBezTo>
                  <a:lnTo>
                    <a:pt x="15292" y="17140"/>
                  </a:lnTo>
                  <a:cubicBezTo>
                    <a:pt x="15880" y="17140"/>
                    <a:pt x="16552" y="16552"/>
                    <a:pt x="16552" y="15964"/>
                  </a:cubicBezTo>
                  <a:cubicBezTo>
                    <a:pt x="16552" y="15712"/>
                    <a:pt x="16384" y="15544"/>
                    <a:pt x="16300" y="15460"/>
                  </a:cubicBezTo>
                  <a:lnTo>
                    <a:pt x="17056" y="15460"/>
                  </a:lnTo>
                  <a:cubicBezTo>
                    <a:pt x="17644" y="15460"/>
                    <a:pt x="18232" y="14872"/>
                    <a:pt x="18232" y="14368"/>
                  </a:cubicBezTo>
                  <a:cubicBezTo>
                    <a:pt x="18232" y="13948"/>
                    <a:pt x="17980" y="13780"/>
                    <a:pt x="17644" y="13528"/>
                  </a:cubicBezTo>
                  <a:lnTo>
                    <a:pt x="18232" y="13528"/>
                  </a:lnTo>
                  <a:cubicBezTo>
                    <a:pt x="18737" y="13528"/>
                    <a:pt x="19157" y="13107"/>
                    <a:pt x="19157" y="12687"/>
                  </a:cubicBezTo>
                  <a:cubicBezTo>
                    <a:pt x="19157" y="12519"/>
                    <a:pt x="18989" y="12351"/>
                    <a:pt x="18905" y="12183"/>
                  </a:cubicBezTo>
                  <a:cubicBezTo>
                    <a:pt x="19745" y="11679"/>
                    <a:pt x="20417" y="10839"/>
                    <a:pt x="20417" y="9831"/>
                  </a:cubicBezTo>
                  <a:cubicBezTo>
                    <a:pt x="20417" y="8906"/>
                    <a:pt x="19745" y="8066"/>
                    <a:pt x="18821" y="7730"/>
                  </a:cubicBezTo>
                  <a:cubicBezTo>
                    <a:pt x="18905" y="7478"/>
                    <a:pt x="18989" y="7142"/>
                    <a:pt x="18989" y="6806"/>
                  </a:cubicBezTo>
                  <a:cubicBezTo>
                    <a:pt x="18989" y="5546"/>
                    <a:pt x="18148" y="4621"/>
                    <a:pt x="17140" y="4201"/>
                  </a:cubicBezTo>
                  <a:lnTo>
                    <a:pt x="17140" y="3949"/>
                  </a:lnTo>
                  <a:cubicBezTo>
                    <a:pt x="17140" y="3025"/>
                    <a:pt x="16300" y="2185"/>
                    <a:pt x="15376" y="2185"/>
                  </a:cubicBezTo>
                  <a:lnTo>
                    <a:pt x="15124" y="2185"/>
                  </a:lnTo>
                  <a:cubicBezTo>
                    <a:pt x="15292" y="1933"/>
                    <a:pt x="15376" y="1681"/>
                    <a:pt x="15376" y="1429"/>
                  </a:cubicBezTo>
                  <a:cubicBezTo>
                    <a:pt x="15376" y="589"/>
                    <a:pt x="14620" y="0"/>
                    <a:pt x="1377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36" name="Google Shape;2236;p46"/>
            <p:cNvSpPr/>
            <p:nvPr/>
          </p:nvSpPr>
          <p:spPr>
            <a:xfrm>
              <a:off x="6842050" y="3065425"/>
              <a:ext cx="422200" cy="428525"/>
            </a:xfrm>
            <a:custGeom>
              <a:avLst/>
              <a:gdLst/>
              <a:ahLst/>
              <a:cxnLst/>
              <a:rect l="l" t="t" r="r" b="b"/>
              <a:pathLst>
                <a:path w="16888" h="17141" extrusionOk="0">
                  <a:moveTo>
                    <a:pt x="7058" y="0"/>
                  </a:moveTo>
                  <a:cubicBezTo>
                    <a:pt x="6133" y="0"/>
                    <a:pt x="5461" y="589"/>
                    <a:pt x="5461" y="1429"/>
                  </a:cubicBezTo>
                  <a:cubicBezTo>
                    <a:pt x="5461" y="1765"/>
                    <a:pt x="5545" y="1933"/>
                    <a:pt x="5629" y="2185"/>
                  </a:cubicBezTo>
                  <a:lnTo>
                    <a:pt x="4033" y="2185"/>
                  </a:lnTo>
                  <a:cubicBezTo>
                    <a:pt x="3109" y="2185"/>
                    <a:pt x="2269" y="2941"/>
                    <a:pt x="2269" y="3949"/>
                  </a:cubicBezTo>
                  <a:lnTo>
                    <a:pt x="2269" y="4285"/>
                  </a:lnTo>
                  <a:cubicBezTo>
                    <a:pt x="1344" y="4706"/>
                    <a:pt x="756" y="5630"/>
                    <a:pt x="756" y="6806"/>
                  </a:cubicBezTo>
                  <a:cubicBezTo>
                    <a:pt x="756" y="7562"/>
                    <a:pt x="1008" y="8150"/>
                    <a:pt x="1596" y="8654"/>
                  </a:cubicBezTo>
                  <a:lnTo>
                    <a:pt x="1344" y="8654"/>
                  </a:lnTo>
                  <a:cubicBezTo>
                    <a:pt x="588" y="8654"/>
                    <a:pt x="0" y="9243"/>
                    <a:pt x="0" y="9999"/>
                  </a:cubicBezTo>
                  <a:cubicBezTo>
                    <a:pt x="0" y="10671"/>
                    <a:pt x="588" y="11259"/>
                    <a:pt x="1344" y="11259"/>
                  </a:cubicBezTo>
                  <a:lnTo>
                    <a:pt x="1764" y="11259"/>
                  </a:lnTo>
                  <a:cubicBezTo>
                    <a:pt x="1596" y="11427"/>
                    <a:pt x="1428" y="11847"/>
                    <a:pt x="1428" y="12183"/>
                  </a:cubicBezTo>
                  <a:cubicBezTo>
                    <a:pt x="1428" y="13023"/>
                    <a:pt x="2101" y="13612"/>
                    <a:pt x="2857" y="13780"/>
                  </a:cubicBezTo>
                  <a:lnTo>
                    <a:pt x="2857" y="13948"/>
                  </a:lnTo>
                  <a:cubicBezTo>
                    <a:pt x="2857" y="15040"/>
                    <a:pt x="3781" y="15964"/>
                    <a:pt x="4789" y="15964"/>
                  </a:cubicBezTo>
                  <a:cubicBezTo>
                    <a:pt x="4789" y="16552"/>
                    <a:pt x="5377" y="17140"/>
                    <a:pt x="6049" y="17140"/>
                  </a:cubicBezTo>
                  <a:lnTo>
                    <a:pt x="11763" y="17140"/>
                  </a:lnTo>
                  <a:cubicBezTo>
                    <a:pt x="12351" y="17140"/>
                    <a:pt x="13023" y="16552"/>
                    <a:pt x="13023" y="15964"/>
                  </a:cubicBezTo>
                  <a:cubicBezTo>
                    <a:pt x="13023" y="15712"/>
                    <a:pt x="12855" y="15544"/>
                    <a:pt x="12771" y="15460"/>
                  </a:cubicBezTo>
                  <a:lnTo>
                    <a:pt x="13527" y="15460"/>
                  </a:lnTo>
                  <a:cubicBezTo>
                    <a:pt x="14199" y="15460"/>
                    <a:pt x="14703" y="14872"/>
                    <a:pt x="14703" y="14368"/>
                  </a:cubicBezTo>
                  <a:cubicBezTo>
                    <a:pt x="14703" y="13948"/>
                    <a:pt x="14451" y="13780"/>
                    <a:pt x="14199" y="13528"/>
                  </a:cubicBezTo>
                  <a:lnTo>
                    <a:pt x="14703" y="13528"/>
                  </a:lnTo>
                  <a:cubicBezTo>
                    <a:pt x="15208" y="13528"/>
                    <a:pt x="15628" y="13107"/>
                    <a:pt x="15628" y="12687"/>
                  </a:cubicBezTo>
                  <a:cubicBezTo>
                    <a:pt x="15628" y="12519"/>
                    <a:pt x="15544" y="12351"/>
                    <a:pt x="15460" y="12183"/>
                  </a:cubicBezTo>
                  <a:cubicBezTo>
                    <a:pt x="16300" y="11679"/>
                    <a:pt x="16888" y="10839"/>
                    <a:pt x="16888" y="9831"/>
                  </a:cubicBezTo>
                  <a:cubicBezTo>
                    <a:pt x="16888" y="8906"/>
                    <a:pt x="16300" y="8066"/>
                    <a:pt x="15292" y="7730"/>
                  </a:cubicBezTo>
                  <a:cubicBezTo>
                    <a:pt x="15460" y="7478"/>
                    <a:pt x="15544" y="7142"/>
                    <a:pt x="15544" y="6806"/>
                  </a:cubicBezTo>
                  <a:cubicBezTo>
                    <a:pt x="15544" y="5546"/>
                    <a:pt x="14703" y="4621"/>
                    <a:pt x="13611" y="4201"/>
                  </a:cubicBezTo>
                  <a:lnTo>
                    <a:pt x="13611" y="3949"/>
                  </a:lnTo>
                  <a:cubicBezTo>
                    <a:pt x="13611" y="3025"/>
                    <a:pt x="12771" y="2185"/>
                    <a:pt x="11847" y="2185"/>
                  </a:cubicBezTo>
                  <a:lnTo>
                    <a:pt x="11679" y="2185"/>
                  </a:lnTo>
                  <a:cubicBezTo>
                    <a:pt x="11763" y="1933"/>
                    <a:pt x="11847" y="1681"/>
                    <a:pt x="11847" y="1429"/>
                  </a:cubicBezTo>
                  <a:cubicBezTo>
                    <a:pt x="11847" y="589"/>
                    <a:pt x="11091" y="0"/>
                    <a:pt x="1025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37" name="Google Shape;2237;p46"/>
            <p:cNvSpPr/>
            <p:nvPr/>
          </p:nvSpPr>
          <p:spPr>
            <a:xfrm>
              <a:off x="6842050" y="3283875"/>
              <a:ext cx="325600" cy="210075"/>
            </a:xfrm>
            <a:custGeom>
              <a:avLst/>
              <a:gdLst/>
              <a:ahLst/>
              <a:cxnLst/>
              <a:rect l="l" t="t" r="r" b="b"/>
              <a:pathLst>
                <a:path w="13024" h="8403" extrusionOk="0">
                  <a:moveTo>
                    <a:pt x="1344" y="0"/>
                  </a:moveTo>
                  <a:cubicBezTo>
                    <a:pt x="588" y="0"/>
                    <a:pt x="0" y="505"/>
                    <a:pt x="0" y="1261"/>
                  </a:cubicBezTo>
                  <a:cubicBezTo>
                    <a:pt x="0" y="1933"/>
                    <a:pt x="588" y="2521"/>
                    <a:pt x="1344" y="2521"/>
                  </a:cubicBezTo>
                  <a:lnTo>
                    <a:pt x="1764" y="2521"/>
                  </a:lnTo>
                  <a:cubicBezTo>
                    <a:pt x="1596" y="2689"/>
                    <a:pt x="1428" y="3109"/>
                    <a:pt x="1428" y="3445"/>
                  </a:cubicBezTo>
                  <a:cubicBezTo>
                    <a:pt x="1428" y="4285"/>
                    <a:pt x="2101" y="4874"/>
                    <a:pt x="2857" y="5042"/>
                  </a:cubicBezTo>
                  <a:lnTo>
                    <a:pt x="2857" y="5210"/>
                  </a:lnTo>
                  <a:cubicBezTo>
                    <a:pt x="2857" y="6302"/>
                    <a:pt x="3781" y="7226"/>
                    <a:pt x="4789" y="7226"/>
                  </a:cubicBezTo>
                  <a:cubicBezTo>
                    <a:pt x="4789" y="7814"/>
                    <a:pt x="5377" y="8402"/>
                    <a:pt x="6049" y="8402"/>
                  </a:cubicBezTo>
                  <a:lnTo>
                    <a:pt x="11763" y="8402"/>
                  </a:lnTo>
                  <a:cubicBezTo>
                    <a:pt x="12351" y="8402"/>
                    <a:pt x="13023" y="7814"/>
                    <a:pt x="13023" y="7226"/>
                  </a:cubicBezTo>
                  <a:cubicBezTo>
                    <a:pt x="13023" y="7142"/>
                    <a:pt x="9746" y="7142"/>
                    <a:pt x="9746" y="7142"/>
                  </a:cubicBezTo>
                  <a:lnTo>
                    <a:pt x="9746" y="6470"/>
                  </a:lnTo>
                  <a:cubicBezTo>
                    <a:pt x="9746" y="5882"/>
                    <a:pt x="9326" y="5294"/>
                    <a:pt x="8738" y="5126"/>
                  </a:cubicBezTo>
                  <a:cubicBezTo>
                    <a:pt x="8990" y="5042"/>
                    <a:pt x="9326" y="4790"/>
                    <a:pt x="9410" y="4369"/>
                  </a:cubicBezTo>
                  <a:lnTo>
                    <a:pt x="11427" y="4369"/>
                  </a:lnTo>
                  <a:cubicBezTo>
                    <a:pt x="12267" y="4369"/>
                    <a:pt x="12855" y="3781"/>
                    <a:pt x="12855" y="3025"/>
                  </a:cubicBezTo>
                  <a:cubicBezTo>
                    <a:pt x="12855" y="2269"/>
                    <a:pt x="12267" y="1681"/>
                    <a:pt x="11427" y="1681"/>
                  </a:cubicBezTo>
                  <a:lnTo>
                    <a:pt x="8906" y="1681"/>
                  </a:lnTo>
                  <a:cubicBezTo>
                    <a:pt x="8906" y="1513"/>
                    <a:pt x="8990" y="1429"/>
                    <a:pt x="8990" y="1345"/>
                  </a:cubicBezTo>
                  <a:cubicBezTo>
                    <a:pt x="8990" y="589"/>
                    <a:pt x="8402" y="0"/>
                    <a:pt x="756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38" name="Google Shape;2238;p46"/>
            <p:cNvSpPr/>
            <p:nvPr/>
          </p:nvSpPr>
          <p:spPr>
            <a:xfrm>
              <a:off x="6989075" y="3065425"/>
              <a:ext cx="235275" cy="147050"/>
            </a:xfrm>
            <a:custGeom>
              <a:avLst/>
              <a:gdLst/>
              <a:ahLst/>
              <a:cxnLst/>
              <a:rect l="l" t="t" r="r" b="b"/>
              <a:pathLst>
                <a:path w="9411" h="5882" extrusionOk="0">
                  <a:moveTo>
                    <a:pt x="2857" y="0"/>
                  </a:moveTo>
                  <a:cubicBezTo>
                    <a:pt x="2857" y="84"/>
                    <a:pt x="2689" y="168"/>
                    <a:pt x="2689" y="252"/>
                  </a:cubicBezTo>
                  <a:cubicBezTo>
                    <a:pt x="2689" y="841"/>
                    <a:pt x="3109" y="1261"/>
                    <a:pt x="3529" y="1429"/>
                  </a:cubicBezTo>
                  <a:cubicBezTo>
                    <a:pt x="3277" y="1513"/>
                    <a:pt x="3025" y="1765"/>
                    <a:pt x="2941" y="2101"/>
                  </a:cubicBezTo>
                  <a:lnTo>
                    <a:pt x="1261" y="2101"/>
                  </a:lnTo>
                  <a:cubicBezTo>
                    <a:pt x="589" y="2101"/>
                    <a:pt x="0" y="2605"/>
                    <a:pt x="0" y="3193"/>
                  </a:cubicBezTo>
                  <a:cubicBezTo>
                    <a:pt x="0" y="3865"/>
                    <a:pt x="505" y="4369"/>
                    <a:pt x="1261" y="4369"/>
                  </a:cubicBezTo>
                  <a:lnTo>
                    <a:pt x="3445" y="4369"/>
                  </a:lnTo>
                  <a:cubicBezTo>
                    <a:pt x="3445" y="4453"/>
                    <a:pt x="3361" y="4621"/>
                    <a:pt x="3361" y="4706"/>
                  </a:cubicBezTo>
                  <a:cubicBezTo>
                    <a:pt x="3361" y="5294"/>
                    <a:pt x="3865" y="5882"/>
                    <a:pt x="4621" y="5882"/>
                  </a:cubicBezTo>
                  <a:lnTo>
                    <a:pt x="9411" y="5882"/>
                  </a:lnTo>
                  <a:cubicBezTo>
                    <a:pt x="9243" y="5126"/>
                    <a:pt x="8486" y="4537"/>
                    <a:pt x="7730" y="4201"/>
                  </a:cubicBezTo>
                  <a:lnTo>
                    <a:pt x="7730" y="3949"/>
                  </a:lnTo>
                  <a:cubicBezTo>
                    <a:pt x="7730" y="3025"/>
                    <a:pt x="6890" y="2185"/>
                    <a:pt x="5966" y="2185"/>
                  </a:cubicBezTo>
                  <a:lnTo>
                    <a:pt x="5798" y="2185"/>
                  </a:lnTo>
                  <a:cubicBezTo>
                    <a:pt x="5882" y="2017"/>
                    <a:pt x="5966" y="1681"/>
                    <a:pt x="5966" y="1429"/>
                  </a:cubicBezTo>
                  <a:cubicBezTo>
                    <a:pt x="5966" y="589"/>
                    <a:pt x="5210" y="0"/>
                    <a:pt x="436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pic>
        <p:nvPicPr>
          <p:cNvPr id="3" name="Picture 2">
            <a:extLst>
              <a:ext uri="{FF2B5EF4-FFF2-40B4-BE49-F238E27FC236}">
                <a16:creationId xmlns:a16="http://schemas.microsoft.com/office/drawing/2014/main" id="{F182EF70-6559-7B08-3FB7-90881D6B9C6B}"/>
              </a:ext>
            </a:extLst>
          </p:cNvPr>
          <p:cNvPicPr>
            <a:picLocks noChangeAspect="1"/>
          </p:cNvPicPr>
          <p:nvPr/>
        </p:nvPicPr>
        <p:blipFill>
          <a:blip r:embed="rId3"/>
          <a:stretch>
            <a:fillRect/>
          </a:stretch>
        </p:blipFill>
        <p:spPr>
          <a:xfrm>
            <a:off x="3803987" y="1011875"/>
            <a:ext cx="5334158" cy="3756884"/>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242">
          <a:extLst>
            <a:ext uri="{FF2B5EF4-FFF2-40B4-BE49-F238E27FC236}">
              <a16:creationId xmlns:a16="http://schemas.microsoft.com/office/drawing/2014/main" id="{28932874-804E-378F-1B44-3F376BEA0711}"/>
            </a:ext>
          </a:extLst>
        </p:cNvPr>
        <p:cNvGrpSpPr/>
        <p:nvPr/>
      </p:nvGrpSpPr>
      <p:grpSpPr>
        <a:xfrm>
          <a:off x="0" y="0"/>
          <a:ext cx="0" cy="0"/>
          <a:chOff x="0" y="0"/>
          <a:chExt cx="0" cy="0"/>
        </a:xfrm>
      </p:grpSpPr>
      <p:sp>
        <p:nvSpPr>
          <p:cNvPr id="4" name="Rounded Rectangle 3">
            <a:extLst>
              <a:ext uri="{FF2B5EF4-FFF2-40B4-BE49-F238E27FC236}">
                <a16:creationId xmlns:a16="http://schemas.microsoft.com/office/drawing/2014/main" id="{14C01DAA-10DD-9D94-2DAB-9869D690AACE}"/>
              </a:ext>
            </a:extLst>
          </p:cNvPr>
          <p:cNvSpPr/>
          <p:nvPr/>
        </p:nvSpPr>
        <p:spPr>
          <a:xfrm>
            <a:off x="5964950" y="1472795"/>
            <a:ext cx="2270700" cy="2522614"/>
          </a:xfrm>
          <a:prstGeom prst="round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ounded Rectangle 2">
            <a:extLst>
              <a:ext uri="{FF2B5EF4-FFF2-40B4-BE49-F238E27FC236}">
                <a16:creationId xmlns:a16="http://schemas.microsoft.com/office/drawing/2014/main" id="{9DC5B8C6-696B-794D-0BFE-A44C172F49D9}"/>
              </a:ext>
            </a:extLst>
          </p:cNvPr>
          <p:cNvSpPr/>
          <p:nvPr/>
        </p:nvSpPr>
        <p:spPr>
          <a:xfrm>
            <a:off x="3420406" y="1510625"/>
            <a:ext cx="2270700" cy="2522614"/>
          </a:xfrm>
          <a:prstGeom prst="round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ounded Rectangle 1">
            <a:extLst>
              <a:ext uri="{FF2B5EF4-FFF2-40B4-BE49-F238E27FC236}">
                <a16:creationId xmlns:a16="http://schemas.microsoft.com/office/drawing/2014/main" id="{62CCABE6-976A-5E77-1B79-F249D6DDC74F}"/>
              </a:ext>
            </a:extLst>
          </p:cNvPr>
          <p:cNvSpPr/>
          <p:nvPr/>
        </p:nvSpPr>
        <p:spPr>
          <a:xfrm>
            <a:off x="889913" y="1482436"/>
            <a:ext cx="2270700" cy="2522614"/>
          </a:xfrm>
          <a:prstGeom prst="round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43" name="Google Shape;2243;p47">
            <a:extLst>
              <a:ext uri="{FF2B5EF4-FFF2-40B4-BE49-F238E27FC236}">
                <a16:creationId xmlns:a16="http://schemas.microsoft.com/office/drawing/2014/main" id="{41D18321-720E-CCFA-EE07-DEAE5F5C98B3}"/>
              </a:ext>
            </a:extLst>
          </p:cNvPr>
          <p:cNvSpPr/>
          <p:nvPr/>
        </p:nvSpPr>
        <p:spPr>
          <a:xfrm flipH="1">
            <a:off x="8379458" y="4720575"/>
            <a:ext cx="331670" cy="42300"/>
          </a:xfrm>
          <a:custGeom>
            <a:avLst/>
            <a:gdLst/>
            <a:ahLst/>
            <a:cxnLst/>
            <a:rect l="l" t="t" r="r" b="b"/>
            <a:pathLst>
              <a:path w="70493" h="1692" extrusionOk="0">
                <a:moveTo>
                  <a:pt x="68838" y="1"/>
                </a:moveTo>
                <a:cubicBezTo>
                  <a:pt x="68747" y="1"/>
                  <a:pt x="68655" y="4"/>
                  <a:pt x="68561" y="11"/>
                </a:cubicBezTo>
                <a:lnTo>
                  <a:pt x="1849" y="11"/>
                </a:lnTo>
                <a:cubicBezTo>
                  <a:pt x="841" y="11"/>
                  <a:pt x="1" y="347"/>
                  <a:pt x="1" y="851"/>
                </a:cubicBezTo>
                <a:cubicBezTo>
                  <a:pt x="1" y="1272"/>
                  <a:pt x="841" y="1692"/>
                  <a:pt x="1849" y="1692"/>
                </a:cubicBezTo>
                <a:lnTo>
                  <a:pt x="68561" y="1692"/>
                </a:lnTo>
                <a:cubicBezTo>
                  <a:pt x="69653" y="1692"/>
                  <a:pt x="70493" y="1356"/>
                  <a:pt x="70493" y="851"/>
                </a:cubicBezTo>
                <a:cubicBezTo>
                  <a:pt x="70493" y="391"/>
                  <a:pt x="69792" y="1"/>
                  <a:pt x="68838" y="1"/>
                </a:cubicBezTo>
                <a:close/>
              </a:path>
            </a:pathLst>
          </a:custGeom>
          <a:solidFill>
            <a:srgbClr val="6A84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44" name="Google Shape;2244;p47">
            <a:extLst>
              <a:ext uri="{FF2B5EF4-FFF2-40B4-BE49-F238E27FC236}">
                <a16:creationId xmlns:a16="http://schemas.microsoft.com/office/drawing/2014/main" id="{150DE64A-445A-C22F-AD06-4DB3B1439E2D}"/>
              </a:ext>
            </a:extLst>
          </p:cNvPr>
          <p:cNvSpPr/>
          <p:nvPr/>
        </p:nvSpPr>
        <p:spPr>
          <a:xfrm flipH="1">
            <a:off x="8711133" y="4946025"/>
            <a:ext cx="331670" cy="42300"/>
          </a:xfrm>
          <a:custGeom>
            <a:avLst/>
            <a:gdLst/>
            <a:ahLst/>
            <a:cxnLst/>
            <a:rect l="l" t="t" r="r" b="b"/>
            <a:pathLst>
              <a:path w="70493" h="1692" extrusionOk="0">
                <a:moveTo>
                  <a:pt x="68838" y="1"/>
                </a:moveTo>
                <a:cubicBezTo>
                  <a:pt x="68747" y="1"/>
                  <a:pt x="68655" y="4"/>
                  <a:pt x="68561" y="11"/>
                </a:cubicBezTo>
                <a:lnTo>
                  <a:pt x="1849" y="11"/>
                </a:lnTo>
                <a:cubicBezTo>
                  <a:pt x="841" y="11"/>
                  <a:pt x="1" y="347"/>
                  <a:pt x="1" y="851"/>
                </a:cubicBezTo>
                <a:cubicBezTo>
                  <a:pt x="1" y="1272"/>
                  <a:pt x="841" y="1692"/>
                  <a:pt x="1849" y="1692"/>
                </a:cubicBezTo>
                <a:lnTo>
                  <a:pt x="68561" y="1692"/>
                </a:lnTo>
                <a:cubicBezTo>
                  <a:pt x="69653" y="1692"/>
                  <a:pt x="70493" y="1356"/>
                  <a:pt x="70493" y="851"/>
                </a:cubicBezTo>
                <a:cubicBezTo>
                  <a:pt x="70493" y="391"/>
                  <a:pt x="69792" y="1"/>
                  <a:pt x="68838" y="1"/>
                </a:cubicBezTo>
                <a:close/>
              </a:path>
            </a:pathLst>
          </a:custGeom>
          <a:solidFill>
            <a:srgbClr val="6A84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45" name="Google Shape;2245;p47">
            <a:extLst>
              <a:ext uri="{FF2B5EF4-FFF2-40B4-BE49-F238E27FC236}">
                <a16:creationId xmlns:a16="http://schemas.microsoft.com/office/drawing/2014/main" id="{34C67AE2-40A7-4806-C07C-3FD4A80948AC}"/>
              </a:ext>
            </a:extLst>
          </p:cNvPr>
          <p:cNvSpPr txBox="1">
            <a:spLocks noGrp="1"/>
          </p:cNvSpPr>
          <p:nvPr>
            <p:ph type="title"/>
          </p:nvPr>
        </p:nvSpPr>
        <p:spPr>
          <a:xfrm>
            <a:off x="516308" y="449488"/>
            <a:ext cx="8148229"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Scenario analysis and results</a:t>
            </a:r>
            <a:endParaRPr dirty="0"/>
          </a:p>
        </p:txBody>
      </p:sp>
      <p:sp>
        <p:nvSpPr>
          <p:cNvPr id="2246" name="Google Shape;2246;p47">
            <a:extLst>
              <a:ext uri="{FF2B5EF4-FFF2-40B4-BE49-F238E27FC236}">
                <a16:creationId xmlns:a16="http://schemas.microsoft.com/office/drawing/2014/main" id="{2C2CC5D5-A3D0-298D-5DF4-4FF9C7479A1E}"/>
              </a:ext>
            </a:extLst>
          </p:cNvPr>
          <p:cNvSpPr txBox="1">
            <a:spLocks noGrp="1"/>
          </p:cNvSpPr>
          <p:nvPr>
            <p:ph type="subTitle" idx="1"/>
          </p:nvPr>
        </p:nvSpPr>
        <p:spPr>
          <a:xfrm>
            <a:off x="903964" y="2452317"/>
            <a:ext cx="2270700" cy="875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Wind x 0.70</a:t>
            </a:r>
          </a:p>
          <a:p>
            <a:pPr marL="0" lvl="0" indent="0" algn="ctr" rtl="0">
              <a:spcBef>
                <a:spcPts val="0"/>
              </a:spcBef>
              <a:spcAft>
                <a:spcPts val="0"/>
              </a:spcAft>
              <a:buNone/>
            </a:pPr>
            <a:r>
              <a:rPr lang="en" dirty="0"/>
              <a:t>Solar x 0.65</a:t>
            </a:r>
          </a:p>
          <a:p>
            <a:pPr marL="0" lvl="0" indent="0" algn="ctr" rtl="0">
              <a:spcBef>
                <a:spcPts val="0"/>
              </a:spcBef>
              <a:spcAft>
                <a:spcPts val="0"/>
              </a:spcAft>
              <a:buNone/>
            </a:pPr>
            <a:r>
              <a:rPr lang="en" dirty="0"/>
              <a:t>Low renewable output</a:t>
            </a:r>
            <a:endParaRPr dirty="0"/>
          </a:p>
        </p:txBody>
      </p:sp>
      <p:sp>
        <p:nvSpPr>
          <p:cNvPr id="2247" name="Google Shape;2247;p47">
            <a:extLst>
              <a:ext uri="{FF2B5EF4-FFF2-40B4-BE49-F238E27FC236}">
                <a16:creationId xmlns:a16="http://schemas.microsoft.com/office/drawing/2014/main" id="{3FABC858-C065-5457-640B-D85441D2441E}"/>
              </a:ext>
            </a:extLst>
          </p:cNvPr>
          <p:cNvSpPr txBox="1">
            <a:spLocks noGrp="1"/>
          </p:cNvSpPr>
          <p:nvPr>
            <p:ph type="subTitle" idx="2"/>
          </p:nvPr>
        </p:nvSpPr>
        <p:spPr>
          <a:xfrm>
            <a:off x="3466932" y="2425467"/>
            <a:ext cx="2270700" cy="929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Wind x 1.00</a:t>
            </a:r>
          </a:p>
          <a:p>
            <a:pPr marL="0" lvl="0" indent="0" algn="ctr" rtl="0">
              <a:spcBef>
                <a:spcPts val="0"/>
              </a:spcBef>
              <a:spcAft>
                <a:spcPts val="0"/>
              </a:spcAft>
              <a:buNone/>
            </a:pPr>
            <a:r>
              <a:rPr lang="en-US" dirty="0"/>
              <a:t>Solar x 1.00</a:t>
            </a:r>
          </a:p>
          <a:p>
            <a:pPr marL="0" lvl="0" indent="0" algn="ctr" rtl="0">
              <a:spcBef>
                <a:spcPts val="0"/>
              </a:spcBef>
              <a:spcAft>
                <a:spcPts val="0"/>
              </a:spcAft>
              <a:buNone/>
            </a:pPr>
            <a:r>
              <a:rPr lang="en-US" dirty="0"/>
              <a:t>Historical baseline</a:t>
            </a:r>
            <a:endParaRPr dirty="0"/>
          </a:p>
        </p:txBody>
      </p:sp>
      <p:sp>
        <p:nvSpPr>
          <p:cNvPr id="2248" name="Google Shape;2248;p47">
            <a:extLst>
              <a:ext uri="{FF2B5EF4-FFF2-40B4-BE49-F238E27FC236}">
                <a16:creationId xmlns:a16="http://schemas.microsoft.com/office/drawing/2014/main" id="{96A61374-6F58-DAFF-F55F-77FD75277BC8}"/>
              </a:ext>
            </a:extLst>
          </p:cNvPr>
          <p:cNvSpPr txBox="1">
            <a:spLocks noGrp="1"/>
          </p:cNvSpPr>
          <p:nvPr>
            <p:ph type="subTitle" idx="3"/>
          </p:nvPr>
        </p:nvSpPr>
        <p:spPr>
          <a:xfrm>
            <a:off x="5950899" y="2446600"/>
            <a:ext cx="2270700" cy="875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Wind x 1.30</a:t>
            </a:r>
          </a:p>
          <a:p>
            <a:pPr marL="0" lvl="0" indent="0" algn="ctr" rtl="0">
              <a:spcBef>
                <a:spcPts val="0"/>
              </a:spcBef>
              <a:spcAft>
                <a:spcPts val="0"/>
              </a:spcAft>
              <a:buNone/>
            </a:pPr>
            <a:r>
              <a:rPr lang="en-US" dirty="0"/>
              <a:t>Solar x 1.35</a:t>
            </a:r>
          </a:p>
          <a:p>
            <a:pPr marL="0" lvl="0" indent="0" algn="ctr" rtl="0">
              <a:spcBef>
                <a:spcPts val="0"/>
              </a:spcBef>
              <a:spcAft>
                <a:spcPts val="0"/>
              </a:spcAft>
              <a:buNone/>
            </a:pPr>
            <a:r>
              <a:rPr lang="en-US" dirty="0"/>
              <a:t>High renewable output</a:t>
            </a:r>
          </a:p>
          <a:p>
            <a:pPr marL="0" lvl="0" indent="0" algn="ctr" rtl="0">
              <a:spcBef>
                <a:spcPts val="0"/>
              </a:spcBef>
              <a:spcAft>
                <a:spcPts val="0"/>
              </a:spcAft>
              <a:buNone/>
            </a:pPr>
            <a:endParaRPr dirty="0"/>
          </a:p>
        </p:txBody>
      </p:sp>
      <p:sp>
        <p:nvSpPr>
          <p:cNvPr id="2249" name="Google Shape;2249;p47">
            <a:extLst>
              <a:ext uri="{FF2B5EF4-FFF2-40B4-BE49-F238E27FC236}">
                <a16:creationId xmlns:a16="http://schemas.microsoft.com/office/drawing/2014/main" id="{B4C7A575-905A-B0E1-FC3A-32DC269C3AFE}"/>
              </a:ext>
            </a:extLst>
          </p:cNvPr>
          <p:cNvSpPr txBox="1">
            <a:spLocks noGrp="1"/>
          </p:cNvSpPr>
          <p:nvPr>
            <p:ph type="subTitle" idx="4"/>
          </p:nvPr>
        </p:nvSpPr>
        <p:spPr>
          <a:xfrm>
            <a:off x="889913" y="1475500"/>
            <a:ext cx="2270700" cy="929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Worst case</a:t>
            </a:r>
            <a:endParaRPr dirty="0"/>
          </a:p>
        </p:txBody>
      </p:sp>
      <p:sp>
        <p:nvSpPr>
          <p:cNvPr id="2250" name="Google Shape;2250;p47">
            <a:extLst>
              <a:ext uri="{FF2B5EF4-FFF2-40B4-BE49-F238E27FC236}">
                <a16:creationId xmlns:a16="http://schemas.microsoft.com/office/drawing/2014/main" id="{A1FCA608-597B-95F1-5AB4-59CE5BA4E2EE}"/>
              </a:ext>
            </a:extLst>
          </p:cNvPr>
          <p:cNvSpPr txBox="1">
            <a:spLocks noGrp="1"/>
          </p:cNvSpPr>
          <p:nvPr>
            <p:ph type="subTitle" idx="5"/>
          </p:nvPr>
        </p:nvSpPr>
        <p:spPr>
          <a:xfrm>
            <a:off x="3455073" y="1475500"/>
            <a:ext cx="2270700" cy="929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Clr>
                <a:schemeClr val="dk2"/>
              </a:buClr>
              <a:buSzPts val="1100"/>
              <a:buFont typeface="Arial"/>
              <a:buNone/>
            </a:pPr>
            <a:r>
              <a:rPr lang="en" dirty="0"/>
              <a:t>Average case</a:t>
            </a:r>
            <a:endParaRPr dirty="0"/>
          </a:p>
        </p:txBody>
      </p:sp>
      <p:sp>
        <p:nvSpPr>
          <p:cNvPr id="2251" name="Google Shape;2251;p47">
            <a:extLst>
              <a:ext uri="{FF2B5EF4-FFF2-40B4-BE49-F238E27FC236}">
                <a16:creationId xmlns:a16="http://schemas.microsoft.com/office/drawing/2014/main" id="{EF40601C-2DD8-5414-F3E4-6BF71FDEF443}"/>
              </a:ext>
            </a:extLst>
          </p:cNvPr>
          <p:cNvSpPr txBox="1">
            <a:spLocks noGrp="1"/>
          </p:cNvSpPr>
          <p:nvPr>
            <p:ph type="subTitle" idx="6"/>
          </p:nvPr>
        </p:nvSpPr>
        <p:spPr>
          <a:xfrm>
            <a:off x="5950899" y="1475500"/>
            <a:ext cx="2270700" cy="929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Clr>
                <a:schemeClr val="dk2"/>
              </a:buClr>
              <a:buSzPts val="1100"/>
              <a:buFont typeface="Arial"/>
              <a:buNone/>
            </a:pPr>
            <a:r>
              <a:rPr lang="en" dirty="0"/>
              <a:t>Best case</a:t>
            </a:r>
            <a:endParaRPr dirty="0"/>
          </a:p>
        </p:txBody>
      </p:sp>
      <p:grpSp>
        <p:nvGrpSpPr>
          <p:cNvPr id="2283" name="Google Shape;2283;p47">
            <a:extLst>
              <a:ext uri="{FF2B5EF4-FFF2-40B4-BE49-F238E27FC236}">
                <a16:creationId xmlns:a16="http://schemas.microsoft.com/office/drawing/2014/main" id="{8BB7B1EE-5CA3-F410-3C30-74D4E8055556}"/>
              </a:ext>
            </a:extLst>
          </p:cNvPr>
          <p:cNvGrpSpPr/>
          <p:nvPr/>
        </p:nvGrpSpPr>
        <p:grpSpPr>
          <a:xfrm flipH="1">
            <a:off x="7121150" y="4409225"/>
            <a:ext cx="1196950" cy="207975"/>
            <a:chOff x="582600" y="3330075"/>
            <a:chExt cx="1196950" cy="207975"/>
          </a:xfrm>
        </p:grpSpPr>
        <p:sp>
          <p:nvSpPr>
            <p:cNvPr id="2284" name="Google Shape;2284;p47">
              <a:extLst>
                <a:ext uri="{FF2B5EF4-FFF2-40B4-BE49-F238E27FC236}">
                  <a16:creationId xmlns:a16="http://schemas.microsoft.com/office/drawing/2014/main" id="{00A647F4-D0B9-5175-0B7B-39F08C8DC085}"/>
                </a:ext>
              </a:extLst>
            </p:cNvPr>
            <p:cNvSpPr/>
            <p:nvPr/>
          </p:nvSpPr>
          <p:spPr>
            <a:xfrm>
              <a:off x="1036300" y="3355300"/>
              <a:ext cx="252075" cy="180650"/>
            </a:xfrm>
            <a:custGeom>
              <a:avLst/>
              <a:gdLst/>
              <a:ahLst/>
              <a:cxnLst/>
              <a:rect l="l" t="t" r="r" b="b"/>
              <a:pathLst>
                <a:path w="10083" h="7226" extrusionOk="0">
                  <a:moveTo>
                    <a:pt x="3529" y="0"/>
                  </a:moveTo>
                  <a:cubicBezTo>
                    <a:pt x="3193" y="0"/>
                    <a:pt x="2857" y="336"/>
                    <a:pt x="2857" y="756"/>
                  </a:cubicBezTo>
                  <a:cubicBezTo>
                    <a:pt x="2857" y="840"/>
                    <a:pt x="2857" y="1092"/>
                    <a:pt x="2941" y="1176"/>
                  </a:cubicBezTo>
                  <a:lnTo>
                    <a:pt x="2101" y="1176"/>
                  </a:lnTo>
                  <a:cubicBezTo>
                    <a:pt x="1597" y="1176"/>
                    <a:pt x="1261" y="1596"/>
                    <a:pt x="1261" y="2017"/>
                  </a:cubicBezTo>
                  <a:lnTo>
                    <a:pt x="1261" y="2269"/>
                  </a:lnTo>
                  <a:cubicBezTo>
                    <a:pt x="757" y="2437"/>
                    <a:pt x="420" y="2941"/>
                    <a:pt x="420" y="3529"/>
                  </a:cubicBezTo>
                  <a:cubicBezTo>
                    <a:pt x="420" y="3949"/>
                    <a:pt x="504" y="4201"/>
                    <a:pt x="841" y="4453"/>
                  </a:cubicBezTo>
                  <a:lnTo>
                    <a:pt x="757" y="4453"/>
                  </a:lnTo>
                  <a:cubicBezTo>
                    <a:pt x="420" y="4453"/>
                    <a:pt x="84" y="4789"/>
                    <a:pt x="84" y="5041"/>
                  </a:cubicBezTo>
                  <a:cubicBezTo>
                    <a:pt x="0" y="5293"/>
                    <a:pt x="336" y="5629"/>
                    <a:pt x="757" y="5629"/>
                  </a:cubicBezTo>
                  <a:lnTo>
                    <a:pt x="925" y="5629"/>
                  </a:lnTo>
                  <a:cubicBezTo>
                    <a:pt x="841" y="5713"/>
                    <a:pt x="757" y="5965"/>
                    <a:pt x="757" y="6050"/>
                  </a:cubicBezTo>
                  <a:cubicBezTo>
                    <a:pt x="757" y="6470"/>
                    <a:pt x="1093" y="6806"/>
                    <a:pt x="1513" y="6806"/>
                  </a:cubicBezTo>
                  <a:lnTo>
                    <a:pt x="1513" y="6890"/>
                  </a:lnTo>
                  <a:cubicBezTo>
                    <a:pt x="1513" y="6974"/>
                    <a:pt x="1513" y="7058"/>
                    <a:pt x="1597" y="7226"/>
                  </a:cubicBezTo>
                  <a:lnTo>
                    <a:pt x="9074" y="7226"/>
                  </a:lnTo>
                  <a:lnTo>
                    <a:pt x="9074" y="6974"/>
                  </a:lnTo>
                  <a:cubicBezTo>
                    <a:pt x="9074" y="6806"/>
                    <a:pt x="8906" y="6638"/>
                    <a:pt x="8822" y="6554"/>
                  </a:cubicBezTo>
                  <a:lnTo>
                    <a:pt x="9074" y="6554"/>
                  </a:lnTo>
                  <a:cubicBezTo>
                    <a:pt x="9243" y="6554"/>
                    <a:pt x="9495" y="6302"/>
                    <a:pt x="9495" y="6134"/>
                  </a:cubicBezTo>
                  <a:cubicBezTo>
                    <a:pt x="9495" y="6050"/>
                    <a:pt x="9495" y="5881"/>
                    <a:pt x="9327" y="5881"/>
                  </a:cubicBezTo>
                  <a:cubicBezTo>
                    <a:pt x="9747" y="5797"/>
                    <a:pt x="10083" y="5377"/>
                    <a:pt x="10083" y="4873"/>
                  </a:cubicBezTo>
                  <a:cubicBezTo>
                    <a:pt x="10083" y="4369"/>
                    <a:pt x="9747" y="3949"/>
                    <a:pt x="9327" y="3781"/>
                  </a:cubicBezTo>
                  <a:cubicBezTo>
                    <a:pt x="9327" y="3697"/>
                    <a:pt x="9495" y="3529"/>
                    <a:pt x="9495" y="3361"/>
                  </a:cubicBezTo>
                  <a:cubicBezTo>
                    <a:pt x="9495" y="2773"/>
                    <a:pt x="9074" y="2269"/>
                    <a:pt x="8486" y="2101"/>
                  </a:cubicBezTo>
                  <a:lnTo>
                    <a:pt x="8486" y="2017"/>
                  </a:lnTo>
                  <a:cubicBezTo>
                    <a:pt x="8486" y="1512"/>
                    <a:pt x="8066" y="1176"/>
                    <a:pt x="7646" y="1176"/>
                  </a:cubicBezTo>
                  <a:lnTo>
                    <a:pt x="7562" y="1176"/>
                  </a:lnTo>
                  <a:cubicBezTo>
                    <a:pt x="7646" y="1092"/>
                    <a:pt x="7646" y="1008"/>
                    <a:pt x="7646" y="756"/>
                  </a:cubicBezTo>
                  <a:cubicBezTo>
                    <a:pt x="7646" y="336"/>
                    <a:pt x="7394" y="0"/>
                    <a:pt x="697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85" name="Google Shape;2285;p47">
              <a:extLst>
                <a:ext uri="{FF2B5EF4-FFF2-40B4-BE49-F238E27FC236}">
                  <a16:creationId xmlns:a16="http://schemas.microsoft.com/office/drawing/2014/main" id="{A488D7A4-3FDA-6D55-97CA-95C6279E49FE}"/>
                </a:ext>
              </a:extLst>
            </p:cNvPr>
            <p:cNvSpPr/>
            <p:nvPr/>
          </p:nvSpPr>
          <p:spPr>
            <a:xfrm>
              <a:off x="1023700" y="3355300"/>
              <a:ext cx="210075" cy="180650"/>
            </a:xfrm>
            <a:custGeom>
              <a:avLst/>
              <a:gdLst/>
              <a:ahLst/>
              <a:cxnLst/>
              <a:rect l="l" t="t" r="r" b="b"/>
              <a:pathLst>
                <a:path w="8403" h="7226" extrusionOk="0">
                  <a:moveTo>
                    <a:pt x="3613" y="0"/>
                  </a:moveTo>
                  <a:cubicBezTo>
                    <a:pt x="3193" y="0"/>
                    <a:pt x="2941" y="336"/>
                    <a:pt x="2941" y="756"/>
                  </a:cubicBezTo>
                  <a:cubicBezTo>
                    <a:pt x="2941" y="840"/>
                    <a:pt x="2941" y="1092"/>
                    <a:pt x="3025" y="1176"/>
                  </a:cubicBezTo>
                  <a:lnTo>
                    <a:pt x="2185" y="1176"/>
                  </a:lnTo>
                  <a:cubicBezTo>
                    <a:pt x="1681" y="1176"/>
                    <a:pt x="1345" y="1596"/>
                    <a:pt x="1345" y="2017"/>
                  </a:cubicBezTo>
                  <a:lnTo>
                    <a:pt x="1345" y="2269"/>
                  </a:lnTo>
                  <a:cubicBezTo>
                    <a:pt x="840" y="2437"/>
                    <a:pt x="504" y="2941"/>
                    <a:pt x="504" y="3529"/>
                  </a:cubicBezTo>
                  <a:cubicBezTo>
                    <a:pt x="504" y="3949"/>
                    <a:pt x="588" y="4201"/>
                    <a:pt x="924" y="4453"/>
                  </a:cubicBezTo>
                  <a:lnTo>
                    <a:pt x="840" y="4453"/>
                  </a:lnTo>
                  <a:cubicBezTo>
                    <a:pt x="504" y="4453"/>
                    <a:pt x="168" y="4789"/>
                    <a:pt x="168" y="5041"/>
                  </a:cubicBezTo>
                  <a:cubicBezTo>
                    <a:pt x="0" y="5293"/>
                    <a:pt x="336" y="5629"/>
                    <a:pt x="588" y="5629"/>
                  </a:cubicBezTo>
                  <a:lnTo>
                    <a:pt x="840" y="5629"/>
                  </a:lnTo>
                  <a:cubicBezTo>
                    <a:pt x="756" y="5713"/>
                    <a:pt x="588" y="5965"/>
                    <a:pt x="588" y="6050"/>
                  </a:cubicBezTo>
                  <a:cubicBezTo>
                    <a:pt x="588" y="6470"/>
                    <a:pt x="924" y="6806"/>
                    <a:pt x="1345" y="6806"/>
                  </a:cubicBezTo>
                  <a:lnTo>
                    <a:pt x="1345" y="6890"/>
                  </a:lnTo>
                  <a:cubicBezTo>
                    <a:pt x="1345" y="6974"/>
                    <a:pt x="1345" y="7058"/>
                    <a:pt x="1429" y="7226"/>
                  </a:cubicBezTo>
                  <a:lnTo>
                    <a:pt x="7226" y="7226"/>
                  </a:lnTo>
                  <a:lnTo>
                    <a:pt x="7226" y="6974"/>
                  </a:lnTo>
                  <a:cubicBezTo>
                    <a:pt x="7226" y="6806"/>
                    <a:pt x="7142" y="6638"/>
                    <a:pt x="6974" y="6554"/>
                  </a:cubicBezTo>
                  <a:lnTo>
                    <a:pt x="7310" y="6554"/>
                  </a:lnTo>
                  <a:cubicBezTo>
                    <a:pt x="7562" y="6554"/>
                    <a:pt x="7730" y="6302"/>
                    <a:pt x="7730" y="6134"/>
                  </a:cubicBezTo>
                  <a:cubicBezTo>
                    <a:pt x="7730" y="6050"/>
                    <a:pt x="7730" y="5881"/>
                    <a:pt x="7646" y="5881"/>
                  </a:cubicBezTo>
                  <a:cubicBezTo>
                    <a:pt x="8066" y="5797"/>
                    <a:pt x="8402" y="5377"/>
                    <a:pt x="8402" y="4873"/>
                  </a:cubicBezTo>
                  <a:cubicBezTo>
                    <a:pt x="8402" y="4369"/>
                    <a:pt x="8066" y="3949"/>
                    <a:pt x="7646" y="3781"/>
                  </a:cubicBezTo>
                  <a:cubicBezTo>
                    <a:pt x="7646" y="3697"/>
                    <a:pt x="7730" y="3529"/>
                    <a:pt x="7730" y="3361"/>
                  </a:cubicBezTo>
                  <a:cubicBezTo>
                    <a:pt x="7730" y="2773"/>
                    <a:pt x="7310" y="2269"/>
                    <a:pt x="6806" y="2101"/>
                  </a:cubicBezTo>
                  <a:lnTo>
                    <a:pt x="6806" y="2017"/>
                  </a:lnTo>
                  <a:cubicBezTo>
                    <a:pt x="6806" y="1512"/>
                    <a:pt x="6386" y="1176"/>
                    <a:pt x="5966" y="1176"/>
                  </a:cubicBezTo>
                  <a:lnTo>
                    <a:pt x="5882" y="1176"/>
                  </a:lnTo>
                  <a:cubicBezTo>
                    <a:pt x="5966" y="1092"/>
                    <a:pt x="5966" y="1008"/>
                    <a:pt x="5966" y="756"/>
                  </a:cubicBezTo>
                  <a:cubicBezTo>
                    <a:pt x="5966" y="336"/>
                    <a:pt x="5630" y="0"/>
                    <a:pt x="520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86" name="Google Shape;2286;p47">
              <a:extLst>
                <a:ext uri="{FF2B5EF4-FFF2-40B4-BE49-F238E27FC236}">
                  <a16:creationId xmlns:a16="http://schemas.microsoft.com/office/drawing/2014/main" id="{B94E2ED7-BB19-3CF9-CEEC-A1354E46E096}"/>
                </a:ext>
              </a:extLst>
            </p:cNvPr>
            <p:cNvSpPr/>
            <p:nvPr/>
          </p:nvSpPr>
          <p:spPr>
            <a:xfrm>
              <a:off x="1023700" y="3462425"/>
              <a:ext cx="159650" cy="73525"/>
            </a:xfrm>
            <a:custGeom>
              <a:avLst/>
              <a:gdLst/>
              <a:ahLst/>
              <a:cxnLst/>
              <a:rect l="l" t="t" r="r" b="b"/>
              <a:pathLst>
                <a:path w="6386" h="2941" extrusionOk="0">
                  <a:moveTo>
                    <a:pt x="588" y="0"/>
                  </a:moveTo>
                  <a:cubicBezTo>
                    <a:pt x="252" y="0"/>
                    <a:pt x="0" y="252"/>
                    <a:pt x="0" y="588"/>
                  </a:cubicBezTo>
                  <a:cubicBezTo>
                    <a:pt x="0" y="1008"/>
                    <a:pt x="336" y="1344"/>
                    <a:pt x="588" y="1344"/>
                  </a:cubicBezTo>
                  <a:lnTo>
                    <a:pt x="840" y="1344"/>
                  </a:lnTo>
                  <a:cubicBezTo>
                    <a:pt x="756" y="1428"/>
                    <a:pt x="588" y="1680"/>
                    <a:pt x="588" y="1765"/>
                  </a:cubicBezTo>
                  <a:cubicBezTo>
                    <a:pt x="588" y="2185"/>
                    <a:pt x="924" y="2521"/>
                    <a:pt x="1345" y="2521"/>
                  </a:cubicBezTo>
                  <a:lnTo>
                    <a:pt x="1345" y="2605"/>
                  </a:lnTo>
                  <a:cubicBezTo>
                    <a:pt x="1345" y="2689"/>
                    <a:pt x="1345" y="2773"/>
                    <a:pt x="1429" y="2941"/>
                  </a:cubicBezTo>
                  <a:lnTo>
                    <a:pt x="4705" y="2941"/>
                  </a:lnTo>
                  <a:cubicBezTo>
                    <a:pt x="4621" y="2773"/>
                    <a:pt x="4453" y="2605"/>
                    <a:pt x="4285" y="2605"/>
                  </a:cubicBezTo>
                  <a:cubicBezTo>
                    <a:pt x="4537" y="2521"/>
                    <a:pt x="4621" y="2353"/>
                    <a:pt x="4621" y="2269"/>
                  </a:cubicBezTo>
                  <a:lnTo>
                    <a:pt x="5630" y="2269"/>
                  </a:lnTo>
                  <a:cubicBezTo>
                    <a:pt x="6050" y="2269"/>
                    <a:pt x="6386" y="1933"/>
                    <a:pt x="6386" y="1512"/>
                  </a:cubicBezTo>
                  <a:cubicBezTo>
                    <a:pt x="6386" y="1092"/>
                    <a:pt x="6050" y="840"/>
                    <a:pt x="5630" y="840"/>
                  </a:cubicBezTo>
                  <a:lnTo>
                    <a:pt x="4369" y="840"/>
                  </a:lnTo>
                  <a:lnTo>
                    <a:pt x="4369" y="672"/>
                  </a:lnTo>
                  <a:cubicBezTo>
                    <a:pt x="4369" y="252"/>
                    <a:pt x="4033" y="0"/>
                    <a:pt x="36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87" name="Google Shape;2287;p47">
              <a:extLst>
                <a:ext uri="{FF2B5EF4-FFF2-40B4-BE49-F238E27FC236}">
                  <a16:creationId xmlns:a16="http://schemas.microsoft.com/office/drawing/2014/main" id="{B7000D78-8E78-CC19-A650-416FE134332A}"/>
                </a:ext>
              </a:extLst>
            </p:cNvPr>
            <p:cNvSpPr/>
            <p:nvPr/>
          </p:nvSpPr>
          <p:spPr>
            <a:xfrm>
              <a:off x="1097200" y="3353200"/>
              <a:ext cx="117675" cy="75625"/>
            </a:xfrm>
            <a:custGeom>
              <a:avLst/>
              <a:gdLst/>
              <a:ahLst/>
              <a:cxnLst/>
              <a:rect l="l" t="t" r="r" b="b"/>
              <a:pathLst>
                <a:path w="4707" h="3025" extrusionOk="0">
                  <a:moveTo>
                    <a:pt x="1345" y="0"/>
                  </a:moveTo>
                  <a:lnTo>
                    <a:pt x="1345" y="252"/>
                  </a:lnTo>
                  <a:cubicBezTo>
                    <a:pt x="1345" y="588"/>
                    <a:pt x="1597" y="756"/>
                    <a:pt x="1765" y="756"/>
                  </a:cubicBezTo>
                  <a:cubicBezTo>
                    <a:pt x="1681" y="756"/>
                    <a:pt x="1513" y="840"/>
                    <a:pt x="1429" y="1092"/>
                  </a:cubicBezTo>
                  <a:lnTo>
                    <a:pt x="589" y="1092"/>
                  </a:lnTo>
                  <a:cubicBezTo>
                    <a:pt x="337" y="1092"/>
                    <a:pt x="1" y="1428"/>
                    <a:pt x="1" y="1680"/>
                  </a:cubicBezTo>
                  <a:cubicBezTo>
                    <a:pt x="1" y="2017"/>
                    <a:pt x="337" y="2353"/>
                    <a:pt x="589" y="2353"/>
                  </a:cubicBezTo>
                  <a:lnTo>
                    <a:pt x="1681" y="2353"/>
                  </a:lnTo>
                  <a:lnTo>
                    <a:pt x="1681" y="2437"/>
                  </a:lnTo>
                  <a:cubicBezTo>
                    <a:pt x="1681" y="2773"/>
                    <a:pt x="2017" y="3025"/>
                    <a:pt x="2269" y="3025"/>
                  </a:cubicBezTo>
                  <a:lnTo>
                    <a:pt x="4706" y="3025"/>
                  </a:lnTo>
                  <a:cubicBezTo>
                    <a:pt x="4538" y="2689"/>
                    <a:pt x="4202" y="2353"/>
                    <a:pt x="3782" y="2101"/>
                  </a:cubicBezTo>
                  <a:lnTo>
                    <a:pt x="3782" y="2017"/>
                  </a:lnTo>
                  <a:cubicBezTo>
                    <a:pt x="3782" y="1512"/>
                    <a:pt x="3362" y="1176"/>
                    <a:pt x="2942" y="1176"/>
                  </a:cubicBezTo>
                  <a:lnTo>
                    <a:pt x="2858" y="1176"/>
                  </a:lnTo>
                  <a:cubicBezTo>
                    <a:pt x="2942" y="1092"/>
                    <a:pt x="2942" y="1008"/>
                    <a:pt x="2942" y="756"/>
                  </a:cubicBezTo>
                  <a:cubicBezTo>
                    <a:pt x="2942" y="336"/>
                    <a:pt x="2606" y="0"/>
                    <a:pt x="218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88" name="Google Shape;2288;p47">
              <a:extLst>
                <a:ext uri="{FF2B5EF4-FFF2-40B4-BE49-F238E27FC236}">
                  <a16:creationId xmlns:a16="http://schemas.microsoft.com/office/drawing/2014/main" id="{94F2C17C-B357-CD87-A14C-177E4F77763B}"/>
                </a:ext>
              </a:extLst>
            </p:cNvPr>
            <p:cNvSpPr/>
            <p:nvPr/>
          </p:nvSpPr>
          <p:spPr>
            <a:xfrm>
              <a:off x="593100" y="3405700"/>
              <a:ext cx="172250" cy="130250"/>
            </a:xfrm>
            <a:custGeom>
              <a:avLst/>
              <a:gdLst/>
              <a:ahLst/>
              <a:cxnLst/>
              <a:rect l="l" t="t" r="r" b="b"/>
              <a:pathLst>
                <a:path w="6890" h="5210" extrusionOk="0">
                  <a:moveTo>
                    <a:pt x="2353" y="1"/>
                  </a:moveTo>
                  <a:cubicBezTo>
                    <a:pt x="2101" y="1"/>
                    <a:pt x="1849" y="253"/>
                    <a:pt x="1849" y="589"/>
                  </a:cubicBezTo>
                  <a:cubicBezTo>
                    <a:pt x="1849" y="673"/>
                    <a:pt x="1849" y="757"/>
                    <a:pt x="1933" y="841"/>
                  </a:cubicBezTo>
                  <a:lnTo>
                    <a:pt x="1429" y="841"/>
                  </a:lnTo>
                  <a:cubicBezTo>
                    <a:pt x="1093" y="841"/>
                    <a:pt x="840" y="1177"/>
                    <a:pt x="840" y="1513"/>
                  </a:cubicBezTo>
                  <a:lnTo>
                    <a:pt x="840" y="1597"/>
                  </a:lnTo>
                  <a:cubicBezTo>
                    <a:pt x="504" y="1681"/>
                    <a:pt x="252" y="2017"/>
                    <a:pt x="252" y="2437"/>
                  </a:cubicBezTo>
                  <a:cubicBezTo>
                    <a:pt x="252" y="2689"/>
                    <a:pt x="420" y="2941"/>
                    <a:pt x="588" y="3109"/>
                  </a:cubicBezTo>
                  <a:cubicBezTo>
                    <a:pt x="252" y="3109"/>
                    <a:pt x="84" y="3277"/>
                    <a:pt x="84" y="3529"/>
                  </a:cubicBezTo>
                  <a:cubicBezTo>
                    <a:pt x="0" y="3781"/>
                    <a:pt x="168" y="4034"/>
                    <a:pt x="504" y="4034"/>
                  </a:cubicBezTo>
                  <a:lnTo>
                    <a:pt x="588" y="4034"/>
                  </a:lnTo>
                  <a:cubicBezTo>
                    <a:pt x="504" y="4118"/>
                    <a:pt x="504" y="4202"/>
                    <a:pt x="504" y="4370"/>
                  </a:cubicBezTo>
                  <a:cubicBezTo>
                    <a:pt x="504" y="4622"/>
                    <a:pt x="756" y="4874"/>
                    <a:pt x="1009" y="4874"/>
                  </a:cubicBezTo>
                  <a:lnTo>
                    <a:pt x="1009" y="5210"/>
                  </a:lnTo>
                  <a:lnTo>
                    <a:pt x="6134" y="5210"/>
                  </a:lnTo>
                  <a:lnTo>
                    <a:pt x="6134" y="5042"/>
                  </a:lnTo>
                  <a:cubicBezTo>
                    <a:pt x="6134" y="4958"/>
                    <a:pt x="6050" y="4874"/>
                    <a:pt x="5966" y="4790"/>
                  </a:cubicBezTo>
                  <a:lnTo>
                    <a:pt x="6134" y="4790"/>
                  </a:lnTo>
                  <a:cubicBezTo>
                    <a:pt x="6386" y="4790"/>
                    <a:pt x="6470" y="4622"/>
                    <a:pt x="6470" y="4454"/>
                  </a:cubicBezTo>
                  <a:cubicBezTo>
                    <a:pt x="6470" y="4370"/>
                    <a:pt x="6470" y="4370"/>
                    <a:pt x="6386" y="4202"/>
                  </a:cubicBezTo>
                  <a:cubicBezTo>
                    <a:pt x="6722" y="4118"/>
                    <a:pt x="6890" y="3781"/>
                    <a:pt x="6890" y="3529"/>
                  </a:cubicBezTo>
                  <a:cubicBezTo>
                    <a:pt x="6890" y="3193"/>
                    <a:pt x="6722" y="2857"/>
                    <a:pt x="6386" y="2773"/>
                  </a:cubicBezTo>
                  <a:cubicBezTo>
                    <a:pt x="6386" y="2689"/>
                    <a:pt x="6470" y="2521"/>
                    <a:pt x="6470" y="2437"/>
                  </a:cubicBezTo>
                  <a:cubicBezTo>
                    <a:pt x="6470" y="2017"/>
                    <a:pt x="6134" y="1681"/>
                    <a:pt x="5882" y="1597"/>
                  </a:cubicBezTo>
                  <a:lnTo>
                    <a:pt x="5882" y="1513"/>
                  </a:lnTo>
                  <a:cubicBezTo>
                    <a:pt x="5882" y="1177"/>
                    <a:pt x="5546" y="841"/>
                    <a:pt x="5209" y="841"/>
                  </a:cubicBezTo>
                  <a:lnTo>
                    <a:pt x="5209" y="589"/>
                  </a:lnTo>
                  <a:cubicBezTo>
                    <a:pt x="5209" y="253"/>
                    <a:pt x="5041" y="1"/>
                    <a:pt x="470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89" name="Google Shape;2289;p47">
              <a:extLst>
                <a:ext uri="{FF2B5EF4-FFF2-40B4-BE49-F238E27FC236}">
                  <a16:creationId xmlns:a16="http://schemas.microsoft.com/office/drawing/2014/main" id="{E1FC0D1D-B37B-CF2B-0A56-C1E822710959}"/>
                </a:ext>
              </a:extLst>
            </p:cNvPr>
            <p:cNvSpPr/>
            <p:nvPr/>
          </p:nvSpPr>
          <p:spPr>
            <a:xfrm>
              <a:off x="582600" y="3483425"/>
              <a:ext cx="111350" cy="52525"/>
            </a:xfrm>
            <a:custGeom>
              <a:avLst/>
              <a:gdLst/>
              <a:ahLst/>
              <a:cxnLst/>
              <a:rect l="l" t="t" r="r" b="b"/>
              <a:pathLst>
                <a:path w="4454" h="2101" extrusionOk="0">
                  <a:moveTo>
                    <a:pt x="504" y="0"/>
                  </a:moveTo>
                  <a:cubicBezTo>
                    <a:pt x="168" y="0"/>
                    <a:pt x="0" y="168"/>
                    <a:pt x="0" y="420"/>
                  </a:cubicBezTo>
                  <a:cubicBezTo>
                    <a:pt x="84" y="672"/>
                    <a:pt x="336" y="925"/>
                    <a:pt x="504" y="925"/>
                  </a:cubicBezTo>
                  <a:lnTo>
                    <a:pt x="588" y="925"/>
                  </a:lnTo>
                  <a:cubicBezTo>
                    <a:pt x="504" y="1009"/>
                    <a:pt x="504" y="1093"/>
                    <a:pt x="504" y="1261"/>
                  </a:cubicBezTo>
                  <a:cubicBezTo>
                    <a:pt x="504" y="1513"/>
                    <a:pt x="756" y="1765"/>
                    <a:pt x="1008" y="1765"/>
                  </a:cubicBezTo>
                  <a:lnTo>
                    <a:pt x="1008" y="2101"/>
                  </a:lnTo>
                  <a:lnTo>
                    <a:pt x="3361" y="2101"/>
                  </a:lnTo>
                  <a:cubicBezTo>
                    <a:pt x="3277" y="1933"/>
                    <a:pt x="3277" y="1849"/>
                    <a:pt x="3025" y="1849"/>
                  </a:cubicBezTo>
                  <a:cubicBezTo>
                    <a:pt x="3109" y="1849"/>
                    <a:pt x="3277" y="1765"/>
                    <a:pt x="3277" y="1681"/>
                  </a:cubicBezTo>
                  <a:lnTo>
                    <a:pt x="3949" y="1681"/>
                  </a:lnTo>
                  <a:cubicBezTo>
                    <a:pt x="4285" y="1681"/>
                    <a:pt x="4453" y="1429"/>
                    <a:pt x="4453" y="1093"/>
                  </a:cubicBezTo>
                  <a:cubicBezTo>
                    <a:pt x="4453" y="840"/>
                    <a:pt x="4285" y="588"/>
                    <a:pt x="3949" y="588"/>
                  </a:cubicBezTo>
                  <a:lnTo>
                    <a:pt x="3109" y="588"/>
                  </a:lnTo>
                  <a:lnTo>
                    <a:pt x="3109" y="504"/>
                  </a:lnTo>
                  <a:cubicBezTo>
                    <a:pt x="3109" y="168"/>
                    <a:pt x="2941" y="0"/>
                    <a:pt x="260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90" name="Google Shape;2290;p47">
              <a:extLst>
                <a:ext uri="{FF2B5EF4-FFF2-40B4-BE49-F238E27FC236}">
                  <a16:creationId xmlns:a16="http://schemas.microsoft.com/office/drawing/2014/main" id="{C0F9B61F-D547-2450-FEAA-E8C22B46F85A}"/>
                </a:ext>
              </a:extLst>
            </p:cNvPr>
            <p:cNvSpPr/>
            <p:nvPr/>
          </p:nvSpPr>
          <p:spPr>
            <a:xfrm>
              <a:off x="635100" y="3409900"/>
              <a:ext cx="81950" cy="52550"/>
            </a:xfrm>
            <a:custGeom>
              <a:avLst/>
              <a:gdLst/>
              <a:ahLst/>
              <a:cxnLst/>
              <a:rect l="l" t="t" r="r" b="b"/>
              <a:pathLst>
                <a:path w="3278" h="2102" extrusionOk="0">
                  <a:moveTo>
                    <a:pt x="925" y="1"/>
                  </a:moveTo>
                  <a:lnTo>
                    <a:pt x="925" y="85"/>
                  </a:lnTo>
                  <a:cubicBezTo>
                    <a:pt x="925" y="253"/>
                    <a:pt x="1009" y="421"/>
                    <a:pt x="1261" y="505"/>
                  </a:cubicBezTo>
                  <a:cubicBezTo>
                    <a:pt x="1177" y="505"/>
                    <a:pt x="1009" y="589"/>
                    <a:pt x="1009" y="673"/>
                  </a:cubicBezTo>
                  <a:lnTo>
                    <a:pt x="421" y="673"/>
                  </a:lnTo>
                  <a:cubicBezTo>
                    <a:pt x="169" y="673"/>
                    <a:pt x="1" y="925"/>
                    <a:pt x="1" y="1093"/>
                  </a:cubicBezTo>
                  <a:cubicBezTo>
                    <a:pt x="1" y="1345"/>
                    <a:pt x="169" y="1513"/>
                    <a:pt x="421" y="1513"/>
                  </a:cubicBezTo>
                  <a:lnTo>
                    <a:pt x="1177" y="1513"/>
                  </a:lnTo>
                  <a:lnTo>
                    <a:pt x="1177" y="1681"/>
                  </a:lnTo>
                  <a:cubicBezTo>
                    <a:pt x="1177" y="1849"/>
                    <a:pt x="1345" y="2101"/>
                    <a:pt x="1597" y="2101"/>
                  </a:cubicBezTo>
                  <a:lnTo>
                    <a:pt x="3277" y="2101"/>
                  </a:lnTo>
                  <a:cubicBezTo>
                    <a:pt x="3109" y="1765"/>
                    <a:pt x="2941" y="1513"/>
                    <a:pt x="2605" y="1429"/>
                  </a:cubicBezTo>
                  <a:cubicBezTo>
                    <a:pt x="2605" y="1009"/>
                    <a:pt x="2269" y="841"/>
                    <a:pt x="2017" y="841"/>
                  </a:cubicBezTo>
                  <a:lnTo>
                    <a:pt x="2017" y="505"/>
                  </a:lnTo>
                  <a:cubicBezTo>
                    <a:pt x="2017" y="169"/>
                    <a:pt x="1765" y="1"/>
                    <a:pt x="142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91" name="Google Shape;2291;p47">
              <a:extLst>
                <a:ext uri="{FF2B5EF4-FFF2-40B4-BE49-F238E27FC236}">
                  <a16:creationId xmlns:a16="http://schemas.microsoft.com/office/drawing/2014/main" id="{6CE21A4C-EB3E-D9E5-F8E6-754EBDDAABAC}"/>
                </a:ext>
              </a:extLst>
            </p:cNvPr>
            <p:cNvSpPr/>
            <p:nvPr/>
          </p:nvSpPr>
          <p:spPr>
            <a:xfrm>
              <a:off x="744325" y="3374200"/>
              <a:ext cx="239475" cy="163850"/>
            </a:xfrm>
            <a:custGeom>
              <a:avLst/>
              <a:gdLst/>
              <a:ahLst/>
              <a:cxnLst/>
              <a:rect l="l" t="t" r="r" b="b"/>
              <a:pathLst>
                <a:path w="9579" h="6554" extrusionOk="0">
                  <a:moveTo>
                    <a:pt x="3361" y="0"/>
                  </a:moveTo>
                  <a:cubicBezTo>
                    <a:pt x="2941" y="0"/>
                    <a:pt x="2689" y="336"/>
                    <a:pt x="2689" y="672"/>
                  </a:cubicBezTo>
                  <a:cubicBezTo>
                    <a:pt x="2689" y="756"/>
                    <a:pt x="2689" y="840"/>
                    <a:pt x="2773" y="924"/>
                  </a:cubicBezTo>
                  <a:lnTo>
                    <a:pt x="2017" y="924"/>
                  </a:lnTo>
                  <a:cubicBezTo>
                    <a:pt x="1597" y="924"/>
                    <a:pt x="1177" y="1261"/>
                    <a:pt x="1177" y="1681"/>
                  </a:cubicBezTo>
                  <a:lnTo>
                    <a:pt x="1177" y="1933"/>
                  </a:lnTo>
                  <a:cubicBezTo>
                    <a:pt x="757" y="2101"/>
                    <a:pt x="421" y="2521"/>
                    <a:pt x="421" y="3025"/>
                  </a:cubicBezTo>
                  <a:cubicBezTo>
                    <a:pt x="421" y="3361"/>
                    <a:pt x="589" y="3697"/>
                    <a:pt x="757" y="3865"/>
                  </a:cubicBezTo>
                  <a:lnTo>
                    <a:pt x="673" y="3865"/>
                  </a:lnTo>
                  <a:cubicBezTo>
                    <a:pt x="337" y="3865"/>
                    <a:pt x="1" y="4117"/>
                    <a:pt x="1" y="4537"/>
                  </a:cubicBezTo>
                  <a:cubicBezTo>
                    <a:pt x="337" y="4789"/>
                    <a:pt x="673" y="4957"/>
                    <a:pt x="1009" y="4957"/>
                  </a:cubicBezTo>
                  <a:lnTo>
                    <a:pt x="1177" y="4957"/>
                  </a:lnTo>
                  <a:cubicBezTo>
                    <a:pt x="1093" y="5041"/>
                    <a:pt x="1093" y="5209"/>
                    <a:pt x="1093" y="5378"/>
                  </a:cubicBezTo>
                  <a:cubicBezTo>
                    <a:pt x="1093" y="5714"/>
                    <a:pt x="1429" y="6050"/>
                    <a:pt x="1681" y="6134"/>
                  </a:cubicBezTo>
                  <a:lnTo>
                    <a:pt x="1681" y="6218"/>
                  </a:lnTo>
                  <a:cubicBezTo>
                    <a:pt x="1681" y="6302"/>
                    <a:pt x="1681" y="6470"/>
                    <a:pt x="1849" y="6554"/>
                  </a:cubicBezTo>
                  <a:lnTo>
                    <a:pt x="8571" y="6554"/>
                  </a:lnTo>
                  <a:lnTo>
                    <a:pt x="8571" y="6302"/>
                  </a:lnTo>
                  <a:cubicBezTo>
                    <a:pt x="8571" y="6134"/>
                    <a:pt x="8403" y="6050"/>
                    <a:pt x="8319" y="5882"/>
                  </a:cubicBezTo>
                  <a:lnTo>
                    <a:pt x="8571" y="5882"/>
                  </a:lnTo>
                  <a:cubicBezTo>
                    <a:pt x="8739" y="5882"/>
                    <a:pt x="8907" y="5714"/>
                    <a:pt x="8907" y="5462"/>
                  </a:cubicBezTo>
                  <a:cubicBezTo>
                    <a:pt x="8907" y="5378"/>
                    <a:pt x="8907" y="5378"/>
                    <a:pt x="8823" y="5294"/>
                  </a:cubicBezTo>
                  <a:cubicBezTo>
                    <a:pt x="9243" y="5209"/>
                    <a:pt x="9579" y="4705"/>
                    <a:pt x="9579" y="4285"/>
                  </a:cubicBezTo>
                  <a:cubicBezTo>
                    <a:pt x="9579" y="3865"/>
                    <a:pt x="9243" y="3445"/>
                    <a:pt x="8823" y="3361"/>
                  </a:cubicBezTo>
                  <a:cubicBezTo>
                    <a:pt x="8823" y="3277"/>
                    <a:pt x="8907" y="3025"/>
                    <a:pt x="8907" y="2941"/>
                  </a:cubicBezTo>
                  <a:cubicBezTo>
                    <a:pt x="8907" y="2437"/>
                    <a:pt x="8655" y="1933"/>
                    <a:pt x="8067" y="1765"/>
                  </a:cubicBezTo>
                  <a:lnTo>
                    <a:pt x="8067" y="1681"/>
                  </a:lnTo>
                  <a:cubicBezTo>
                    <a:pt x="8067" y="1261"/>
                    <a:pt x="7814" y="924"/>
                    <a:pt x="7226" y="924"/>
                  </a:cubicBezTo>
                  <a:lnTo>
                    <a:pt x="7058" y="924"/>
                  </a:lnTo>
                  <a:cubicBezTo>
                    <a:pt x="7142" y="840"/>
                    <a:pt x="7142" y="756"/>
                    <a:pt x="7142" y="672"/>
                  </a:cubicBezTo>
                  <a:cubicBezTo>
                    <a:pt x="7142" y="252"/>
                    <a:pt x="6890" y="0"/>
                    <a:pt x="647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92" name="Google Shape;2292;p47">
              <a:extLst>
                <a:ext uri="{FF2B5EF4-FFF2-40B4-BE49-F238E27FC236}">
                  <a16:creationId xmlns:a16="http://schemas.microsoft.com/office/drawing/2014/main" id="{BFD913C6-8237-E71D-0319-799B7B9B1ADD}"/>
                </a:ext>
              </a:extLst>
            </p:cNvPr>
            <p:cNvSpPr/>
            <p:nvPr/>
          </p:nvSpPr>
          <p:spPr>
            <a:xfrm>
              <a:off x="738025" y="3374200"/>
              <a:ext cx="195375" cy="163850"/>
            </a:xfrm>
            <a:custGeom>
              <a:avLst/>
              <a:gdLst/>
              <a:ahLst/>
              <a:cxnLst/>
              <a:rect l="l" t="t" r="r" b="b"/>
              <a:pathLst>
                <a:path w="7815" h="6554" extrusionOk="0">
                  <a:moveTo>
                    <a:pt x="3361" y="0"/>
                  </a:moveTo>
                  <a:cubicBezTo>
                    <a:pt x="2941" y="0"/>
                    <a:pt x="2605" y="336"/>
                    <a:pt x="2605" y="672"/>
                  </a:cubicBezTo>
                  <a:cubicBezTo>
                    <a:pt x="2605" y="756"/>
                    <a:pt x="2605" y="840"/>
                    <a:pt x="2689" y="924"/>
                  </a:cubicBezTo>
                  <a:lnTo>
                    <a:pt x="1933" y="924"/>
                  </a:lnTo>
                  <a:cubicBezTo>
                    <a:pt x="1513" y="924"/>
                    <a:pt x="1093" y="1261"/>
                    <a:pt x="1093" y="1681"/>
                  </a:cubicBezTo>
                  <a:lnTo>
                    <a:pt x="1093" y="1933"/>
                  </a:lnTo>
                  <a:cubicBezTo>
                    <a:pt x="673" y="2101"/>
                    <a:pt x="421" y="2521"/>
                    <a:pt x="421" y="3025"/>
                  </a:cubicBezTo>
                  <a:cubicBezTo>
                    <a:pt x="421" y="3361"/>
                    <a:pt x="505" y="3697"/>
                    <a:pt x="673" y="3865"/>
                  </a:cubicBezTo>
                  <a:lnTo>
                    <a:pt x="589" y="3865"/>
                  </a:lnTo>
                  <a:cubicBezTo>
                    <a:pt x="253" y="3865"/>
                    <a:pt x="1" y="4117"/>
                    <a:pt x="1" y="4537"/>
                  </a:cubicBezTo>
                  <a:cubicBezTo>
                    <a:pt x="85" y="4789"/>
                    <a:pt x="337" y="4957"/>
                    <a:pt x="673" y="4957"/>
                  </a:cubicBezTo>
                  <a:lnTo>
                    <a:pt x="925" y="4957"/>
                  </a:lnTo>
                  <a:cubicBezTo>
                    <a:pt x="757" y="5041"/>
                    <a:pt x="757" y="5209"/>
                    <a:pt x="757" y="5378"/>
                  </a:cubicBezTo>
                  <a:cubicBezTo>
                    <a:pt x="757" y="5714"/>
                    <a:pt x="1093" y="6050"/>
                    <a:pt x="1429" y="6134"/>
                  </a:cubicBezTo>
                  <a:lnTo>
                    <a:pt x="1429" y="6218"/>
                  </a:lnTo>
                  <a:cubicBezTo>
                    <a:pt x="1429" y="6302"/>
                    <a:pt x="1429" y="6470"/>
                    <a:pt x="1513" y="6554"/>
                  </a:cubicBezTo>
                  <a:lnTo>
                    <a:pt x="6806" y="6554"/>
                  </a:lnTo>
                  <a:lnTo>
                    <a:pt x="6806" y="6302"/>
                  </a:lnTo>
                  <a:cubicBezTo>
                    <a:pt x="6806" y="6134"/>
                    <a:pt x="6722" y="6050"/>
                    <a:pt x="6554" y="5882"/>
                  </a:cubicBezTo>
                  <a:lnTo>
                    <a:pt x="6806" y="5882"/>
                  </a:lnTo>
                  <a:cubicBezTo>
                    <a:pt x="6974" y="5882"/>
                    <a:pt x="7226" y="5714"/>
                    <a:pt x="7226" y="5462"/>
                  </a:cubicBezTo>
                  <a:cubicBezTo>
                    <a:pt x="7226" y="5378"/>
                    <a:pt x="7226" y="5378"/>
                    <a:pt x="7058" y="5294"/>
                  </a:cubicBezTo>
                  <a:cubicBezTo>
                    <a:pt x="7478" y="5209"/>
                    <a:pt x="7814" y="4705"/>
                    <a:pt x="7814" y="4285"/>
                  </a:cubicBezTo>
                  <a:cubicBezTo>
                    <a:pt x="7814" y="3865"/>
                    <a:pt x="7478" y="3445"/>
                    <a:pt x="7058" y="3361"/>
                  </a:cubicBezTo>
                  <a:cubicBezTo>
                    <a:pt x="7058" y="3277"/>
                    <a:pt x="7226" y="3025"/>
                    <a:pt x="7226" y="2941"/>
                  </a:cubicBezTo>
                  <a:cubicBezTo>
                    <a:pt x="7226" y="2437"/>
                    <a:pt x="6890" y="1933"/>
                    <a:pt x="6386" y="1765"/>
                  </a:cubicBezTo>
                  <a:lnTo>
                    <a:pt x="6386" y="1681"/>
                  </a:lnTo>
                  <a:cubicBezTo>
                    <a:pt x="6386" y="1261"/>
                    <a:pt x="6050" y="924"/>
                    <a:pt x="5546" y="924"/>
                  </a:cubicBezTo>
                  <a:lnTo>
                    <a:pt x="5378" y="924"/>
                  </a:lnTo>
                  <a:cubicBezTo>
                    <a:pt x="5546" y="840"/>
                    <a:pt x="5546" y="756"/>
                    <a:pt x="5546" y="672"/>
                  </a:cubicBezTo>
                  <a:cubicBezTo>
                    <a:pt x="5546" y="252"/>
                    <a:pt x="5210" y="0"/>
                    <a:pt x="479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93" name="Google Shape;2293;p47">
              <a:extLst>
                <a:ext uri="{FF2B5EF4-FFF2-40B4-BE49-F238E27FC236}">
                  <a16:creationId xmlns:a16="http://schemas.microsoft.com/office/drawing/2014/main" id="{E256A164-BF97-E25E-A46A-235A155D714A}"/>
                </a:ext>
              </a:extLst>
            </p:cNvPr>
            <p:cNvSpPr/>
            <p:nvPr/>
          </p:nvSpPr>
          <p:spPr>
            <a:xfrm>
              <a:off x="735925" y="3468725"/>
              <a:ext cx="149150" cy="69325"/>
            </a:xfrm>
            <a:custGeom>
              <a:avLst/>
              <a:gdLst/>
              <a:ahLst/>
              <a:cxnLst/>
              <a:rect l="l" t="t" r="r" b="b"/>
              <a:pathLst>
                <a:path w="5966" h="2773" extrusionOk="0">
                  <a:moveTo>
                    <a:pt x="673" y="0"/>
                  </a:moveTo>
                  <a:cubicBezTo>
                    <a:pt x="337" y="0"/>
                    <a:pt x="1" y="252"/>
                    <a:pt x="1" y="672"/>
                  </a:cubicBezTo>
                  <a:cubicBezTo>
                    <a:pt x="169" y="1008"/>
                    <a:pt x="421" y="1176"/>
                    <a:pt x="757" y="1176"/>
                  </a:cubicBezTo>
                  <a:lnTo>
                    <a:pt x="1009" y="1176"/>
                  </a:lnTo>
                  <a:cubicBezTo>
                    <a:pt x="841" y="1260"/>
                    <a:pt x="841" y="1428"/>
                    <a:pt x="841" y="1597"/>
                  </a:cubicBezTo>
                  <a:cubicBezTo>
                    <a:pt x="841" y="1933"/>
                    <a:pt x="1177" y="2269"/>
                    <a:pt x="1513" y="2353"/>
                  </a:cubicBezTo>
                  <a:lnTo>
                    <a:pt x="1513" y="2437"/>
                  </a:lnTo>
                  <a:cubicBezTo>
                    <a:pt x="1513" y="2521"/>
                    <a:pt x="1513" y="2689"/>
                    <a:pt x="1597" y="2773"/>
                  </a:cubicBezTo>
                  <a:lnTo>
                    <a:pt x="4538" y="2773"/>
                  </a:lnTo>
                  <a:lnTo>
                    <a:pt x="4286" y="2437"/>
                  </a:lnTo>
                  <a:cubicBezTo>
                    <a:pt x="4454" y="2437"/>
                    <a:pt x="4538" y="2269"/>
                    <a:pt x="4538" y="2101"/>
                  </a:cubicBezTo>
                  <a:lnTo>
                    <a:pt x="5294" y="2101"/>
                  </a:lnTo>
                  <a:cubicBezTo>
                    <a:pt x="5630" y="2101"/>
                    <a:pt x="5966" y="1849"/>
                    <a:pt x="5966" y="1513"/>
                  </a:cubicBezTo>
                  <a:cubicBezTo>
                    <a:pt x="5966" y="1176"/>
                    <a:pt x="5714" y="756"/>
                    <a:pt x="5294" y="756"/>
                  </a:cubicBezTo>
                  <a:lnTo>
                    <a:pt x="4118" y="756"/>
                  </a:lnTo>
                  <a:lnTo>
                    <a:pt x="4118" y="672"/>
                  </a:lnTo>
                  <a:cubicBezTo>
                    <a:pt x="4118" y="336"/>
                    <a:pt x="3865" y="0"/>
                    <a:pt x="352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94" name="Google Shape;2294;p47">
              <a:extLst>
                <a:ext uri="{FF2B5EF4-FFF2-40B4-BE49-F238E27FC236}">
                  <a16:creationId xmlns:a16="http://schemas.microsoft.com/office/drawing/2014/main" id="{219A8B81-9478-2F62-60C6-ECB0870C9F56}"/>
                </a:ext>
              </a:extLst>
            </p:cNvPr>
            <p:cNvSpPr/>
            <p:nvPr/>
          </p:nvSpPr>
          <p:spPr>
            <a:xfrm>
              <a:off x="807350" y="3374200"/>
              <a:ext cx="105050" cy="69325"/>
            </a:xfrm>
            <a:custGeom>
              <a:avLst/>
              <a:gdLst/>
              <a:ahLst/>
              <a:cxnLst/>
              <a:rect l="l" t="t" r="r" b="b"/>
              <a:pathLst>
                <a:path w="4202" h="2773" extrusionOk="0">
                  <a:moveTo>
                    <a:pt x="1093" y="0"/>
                  </a:moveTo>
                  <a:lnTo>
                    <a:pt x="1093" y="252"/>
                  </a:lnTo>
                  <a:cubicBezTo>
                    <a:pt x="1093" y="420"/>
                    <a:pt x="1261" y="672"/>
                    <a:pt x="1513" y="756"/>
                  </a:cubicBezTo>
                  <a:cubicBezTo>
                    <a:pt x="1345" y="756"/>
                    <a:pt x="1261" y="840"/>
                    <a:pt x="1261" y="1093"/>
                  </a:cubicBezTo>
                  <a:lnTo>
                    <a:pt x="588" y="1093"/>
                  </a:lnTo>
                  <a:cubicBezTo>
                    <a:pt x="252" y="1093"/>
                    <a:pt x="0" y="1261"/>
                    <a:pt x="0" y="1597"/>
                  </a:cubicBezTo>
                  <a:cubicBezTo>
                    <a:pt x="0" y="1933"/>
                    <a:pt x="252" y="2101"/>
                    <a:pt x="588" y="2101"/>
                  </a:cubicBezTo>
                  <a:lnTo>
                    <a:pt x="1513" y="2101"/>
                  </a:lnTo>
                  <a:lnTo>
                    <a:pt x="1513" y="2269"/>
                  </a:lnTo>
                  <a:cubicBezTo>
                    <a:pt x="1513" y="2521"/>
                    <a:pt x="1681" y="2773"/>
                    <a:pt x="2017" y="2773"/>
                  </a:cubicBezTo>
                  <a:lnTo>
                    <a:pt x="4201" y="2773"/>
                  </a:lnTo>
                  <a:cubicBezTo>
                    <a:pt x="4117" y="2269"/>
                    <a:pt x="3781" y="1933"/>
                    <a:pt x="3361" y="1849"/>
                  </a:cubicBezTo>
                  <a:lnTo>
                    <a:pt x="3361" y="1681"/>
                  </a:lnTo>
                  <a:cubicBezTo>
                    <a:pt x="3361" y="1261"/>
                    <a:pt x="3109" y="1009"/>
                    <a:pt x="2521" y="1009"/>
                  </a:cubicBezTo>
                  <a:lnTo>
                    <a:pt x="2437" y="1009"/>
                  </a:lnTo>
                  <a:cubicBezTo>
                    <a:pt x="2521" y="840"/>
                    <a:pt x="2521" y="756"/>
                    <a:pt x="2521" y="672"/>
                  </a:cubicBezTo>
                  <a:cubicBezTo>
                    <a:pt x="2521" y="252"/>
                    <a:pt x="2185" y="0"/>
                    <a:pt x="18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95" name="Google Shape;2295;p47">
              <a:extLst>
                <a:ext uri="{FF2B5EF4-FFF2-40B4-BE49-F238E27FC236}">
                  <a16:creationId xmlns:a16="http://schemas.microsoft.com/office/drawing/2014/main" id="{6357F698-9D29-6834-1E41-A9F45A8B31A0}"/>
                </a:ext>
              </a:extLst>
            </p:cNvPr>
            <p:cNvSpPr/>
            <p:nvPr/>
          </p:nvSpPr>
          <p:spPr>
            <a:xfrm>
              <a:off x="1502250" y="3330075"/>
              <a:ext cx="277300" cy="203775"/>
            </a:xfrm>
            <a:custGeom>
              <a:avLst/>
              <a:gdLst/>
              <a:ahLst/>
              <a:cxnLst/>
              <a:rect l="l" t="t" r="r" b="b"/>
              <a:pathLst>
                <a:path w="11092" h="8151" extrusionOk="0">
                  <a:moveTo>
                    <a:pt x="3865" y="1"/>
                  </a:moveTo>
                  <a:cubicBezTo>
                    <a:pt x="3445" y="1"/>
                    <a:pt x="3025" y="337"/>
                    <a:pt x="3025" y="841"/>
                  </a:cubicBezTo>
                  <a:cubicBezTo>
                    <a:pt x="3025" y="925"/>
                    <a:pt x="3025" y="1177"/>
                    <a:pt x="3109" y="1261"/>
                  </a:cubicBezTo>
                  <a:lnTo>
                    <a:pt x="2269" y="1261"/>
                  </a:lnTo>
                  <a:cubicBezTo>
                    <a:pt x="1765" y="1261"/>
                    <a:pt x="1345" y="1681"/>
                    <a:pt x="1345" y="2185"/>
                  </a:cubicBezTo>
                  <a:lnTo>
                    <a:pt x="1345" y="2437"/>
                  </a:lnTo>
                  <a:cubicBezTo>
                    <a:pt x="841" y="2605"/>
                    <a:pt x="505" y="3194"/>
                    <a:pt x="505" y="3782"/>
                  </a:cubicBezTo>
                  <a:cubicBezTo>
                    <a:pt x="505" y="4202"/>
                    <a:pt x="673" y="4538"/>
                    <a:pt x="925" y="4874"/>
                  </a:cubicBezTo>
                  <a:lnTo>
                    <a:pt x="841" y="4874"/>
                  </a:lnTo>
                  <a:cubicBezTo>
                    <a:pt x="421" y="4874"/>
                    <a:pt x="85" y="5126"/>
                    <a:pt x="85" y="5546"/>
                  </a:cubicBezTo>
                  <a:cubicBezTo>
                    <a:pt x="1" y="6134"/>
                    <a:pt x="337" y="6386"/>
                    <a:pt x="673" y="6386"/>
                  </a:cubicBezTo>
                  <a:lnTo>
                    <a:pt x="925" y="6386"/>
                  </a:lnTo>
                  <a:cubicBezTo>
                    <a:pt x="841" y="6470"/>
                    <a:pt x="673" y="6722"/>
                    <a:pt x="673" y="6974"/>
                  </a:cubicBezTo>
                  <a:cubicBezTo>
                    <a:pt x="673" y="7395"/>
                    <a:pt x="1009" y="7815"/>
                    <a:pt x="1429" y="7815"/>
                  </a:cubicBezTo>
                  <a:lnTo>
                    <a:pt x="1429" y="7899"/>
                  </a:lnTo>
                  <a:cubicBezTo>
                    <a:pt x="1429" y="7983"/>
                    <a:pt x="1429" y="8067"/>
                    <a:pt x="1513" y="8151"/>
                  </a:cubicBezTo>
                  <a:lnTo>
                    <a:pt x="9831" y="8151"/>
                  </a:lnTo>
                  <a:lnTo>
                    <a:pt x="9831" y="7983"/>
                  </a:lnTo>
                  <a:cubicBezTo>
                    <a:pt x="9831" y="7731"/>
                    <a:pt x="9747" y="7563"/>
                    <a:pt x="9495" y="7479"/>
                  </a:cubicBezTo>
                  <a:lnTo>
                    <a:pt x="9831" y="7479"/>
                  </a:lnTo>
                  <a:cubicBezTo>
                    <a:pt x="10167" y="7479"/>
                    <a:pt x="10335" y="7227"/>
                    <a:pt x="10335" y="6890"/>
                  </a:cubicBezTo>
                  <a:cubicBezTo>
                    <a:pt x="10335" y="6806"/>
                    <a:pt x="10335" y="6722"/>
                    <a:pt x="10251" y="6638"/>
                  </a:cubicBezTo>
                  <a:cubicBezTo>
                    <a:pt x="10755" y="6386"/>
                    <a:pt x="11091" y="5966"/>
                    <a:pt x="11091" y="5462"/>
                  </a:cubicBezTo>
                  <a:cubicBezTo>
                    <a:pt x="11091" y="4958"/>
                    <a:pt x="10755" y="4370"/>
                    <a:pt x="10251" y="4286"/>
                  </a:cubicBezTo>
                  <a:cubicBezTo>
                    <a:pt x="10335" y="4202"/>
                    <a:pt x="10335" y="4034"/>
                    <a:pt x="10335" y="3782"/>
                  </a:cubicBezTo>
                  <a:cubicBezTo>
                    <a:pt x="10335" y="3194"/>
                    <a:pt x="9915" y="2521"/>
                    <a:pt x="9327" y="2269"/>
                  </a:cubicBezTo>
                  <a:lnTo>
                    <a:pt x="9327" y="2185"/>
                  </a:lnTo>
                  <a:cubicBezTo>
                    <a:pt x="9327" y="1681"/>
                    <a:pt x="8907" y="1261"/>
                    <a:pt x="8403" y="1261"/>
                  </a:cubicBezTo>
                  <a:lnTo>
                    <a:pt x="8234" y="1261"/>
                  </a:lnTo>
                  <a:cubicBezTo>
                    <a:pt x="8403" y="1177"/>
                    <a:pt x="8403" y="925"/>
                    <a:pt x="8403" y="841"/>
                  </a:cubicBezTo>
                  <a:cubicBezTo>
                    <a:pt x="8403" y="421"/>
                    <a:pt x="7982" y="1"/>
                    <a:pt x="756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96" name="Google Shape;2296;p47">
              <a:extLst>
                <a:ext uri="{FF2B5EF4-FFF2-40B4-BE49-F238E27FC236}">
                  <a16:creationId xmlns:a16="http://schemas.microsoft.com/office/drawing/2014/main" id="{E40F6368-46B0-FA33-3EA6-98F48EE7F93C}"/>
                </a:ext>
              </a:extLst>
            </p:cNvPr>
            <p:cNvSpPr/>
            <p:nvPr/>
          </p:nvSpPr>
          <p:spPr>
            <a:xfrm>
              <a:off x="1487550" y="3330075"/>
              <a:ext cx="231075" cy="203775"/>
            </a:xfrm>
            <a:custGeom>
              <a:avLst/>
              <a:gdLst/>
              <a:ahLst/>
              <a:cxnLst/>
              <a:rect l="l" t="t" r="r" b="b"/>
              <a:pathLst>
                <a:path w="9243" h="8151" extrusionOk="0">
                  <a:moveTo>
                    <a:pt x="3949" y="1"/>
                  </a:moveTo>
                  <a:cubicBezTo>
                    <a:pt x="3529" y="1"/>
                    <a:pt x="3109" y="337"/>
                    <a:pt x="3109" y="841"/>
                  </a:cubicBezTo>
                  <a:cubicBezTo>
                    <a:pt x="3109" y="925"/>
                    <a:pt x="3109" y="1177"/>
                    <a:pt x="3193" y="1261"/>
                  </a:cubicBezTo>
                  <a:lnTo>
                    <a:pt x="2269" y="1261"/>
                  </a:lnTo>
                  <a:cubicBezTo>
                    <a:pt x="1681" y="1261"/>
                    <a:pt x="1261" y="1681"/>
                    <a:pt x="1261" y="2185"/>
                  </a:cubicBezTo>
                  <a:lnTo>
                    <a:pt x="1261" y="2437"/>
                  </a:lnTo>
                  <a:cubicBezTo>
                    <a:pt x="757" y="2605"/>
                    <a:pt x="421" y="3194"/>
                    <a:pt x="421" y="3782"/>
                  </a:cubicBezTo>
                  <a:cubicBezTo>
                    <a:pt x="421" y="4202"/>
                    <a:pt x="673" y="4538"/>
                    <a:pt x="841" y="4874"/>
                  </a:cubicBezTo>
                  <a:lnTo>
                    <a:pt x="757" y="4874"/>
                  </a:lnTo>
                  <a:cubicBezTo>
                    <a:pt x="337" y="4874"/>
                    <a:pt x="0" y="5126"/>
                    <a:pt x="0" y="5546"/>
                  </a:cubicBezTo>
                  <a:cubicBezTo>
                    <a:pt x="0" y="6134"/>
                    <a:pt x="337" y="6386"/>
                    <a:pt x="757" y="6386"/>
                  </a:cubicBezTo>
                  <a:lnTo>
                    <a:pt x="1009" y="6386"/>
                  </a:lnTo>
                  <a:cubicBezTo>
                    <a:pt x="841" y="6470"/>
                    <a:pt x="757" y="6722"/>
                    <a:pt x="757" y="6974"/>
                  </a:cubicBezTo>
                  <a:cubicBezTo>
                    <a:pt x="757" y="7395"/>
                    <a:pt x="1093" y="7815"/>
                    <a:pt x="1513" y="7815"/>
                  </a:cubicBezTo>
                  <a:lnTo>
                    <a:pt x="1513" y="7899"/>
                  </a:lnTo>
                  <a:cubicBezTo>
                    <a:pt x="1513" y="7983"/>
                    <a:pt x="1513" y="8067"/>
                    <a:pt x="1597" y="8151"/>
                  </a:cubicBezTo>
                  <a:lnTo>
                    <a:pt x="7982" y="8151"/>
                  </a:lnTo>
                  <a:lnTo>
                    <a:pt x="7982" y="7983"/>
                  </a:lnTo>
                  <a:cubicBezTo>
                    <a:pt x="7982" y="7731"/>
                    <a:pt x="7898" y="7563"/>
                    <a:pt x="7730" y="7479"/>
                  </a:cubicBezTo>
                  <a:lnTo>
                    <a:pt x="7982" y="7479"/>
                  </a:lnTo>
                  <a:cubicBezTo>
                    <a:pt x="8318" y="7479"/>
                    <a:pt x="8570" y="7227"/>
                    <a:pt x="8570" y="6890"/>
                  </a:cubicBezTo>
                  <a:cubicBezTo>
                    <a:pt x="8570" y="6806"/>
                    <a:pt x="8570" y="6722"/>
                    <a:pt x="8402" y="6638"/>
                  </a:cubicBezTo>
                  <a:cubicBezTo>
                    <a:pt x="8991" y="6386"/>
                    <a:pt x="9243" y="5966"/>
                    <a:pt x="9243" y="5462"/>
                  </a:cubicBezTo>
                  <a:cubicBezTo>
                    <a:pt x="9243" y="4958"/>
                    <a:pt x="8991" y="4370"/>
                    <a:pt x="8402" y="4286"/>
                  </a:cubicBezTo>
                  <a:cubicBezTo>
                    <a:pt x="8570" y="4202"/>
                    <a:pt x="8570" y="4034"/>
                    <a:pt x="8570" y="3782"/>
                  </a:cubicBezTo>
                  <a:cubicBezTo>
                    <a:pt x="8570" y="3194"/>
                    <a:pt x="8150" y="2521"/>
                    <a:pt x="7478" y="2269"/>
                  </a:cubicBezTo>
                  <a:lnTo>
                    <a:pt x="7478" y="2185"/>
                  </a:lnTo>
                  <a:cubicBezTo>
                    <a:pt x="7478" y="1681"/>
                    <a:pt x="7058" y="1261"/>
                    <a:pt x="6554" y="1261"/>
                  </a:cubicBezTo>
                  <a:lnTo>
                    <a:pt x="6470" y="1261"/>
                  </a:lnTo>
                  <a:cubicBezTo>
                    <a:pt x="6554" y="1177"/>
                    <a:pt x="6554" y="925"/>
                    <a:pt x="6554" y="841"/>
                  </a:cubicBezTo>
                  <a:cubicBezTo>
                    <a:pt x="6554" y="421"/>
                    <a:pt x="6134" y="1"/>
                    <a:pt x="57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97" name="Google Shape;2297;p47">
              <a:extLst>
                <a:ext uri="{FF2B5EF4-FFF2-40B4-BE49-F238E27FC236}">
                  <a16:creationId xmlns:a16="http://schemas.microsoft.com/office/drawing/2014/main" id="{204F022D-B178-31ED-06F0-28A7FB08CD61}"/>
                </a:ext>
              </a:extLst>
            </p:cNvPr>
            <p:cNvSpPr/>
            <p:nvPr/>
          </p:nvSpPr>
          <p:spPr>
            <a:xfrm>
              <a:off x="1487550" y="3456125"/>
              <a:ext cx="182775" cy="77725"/>
            </a:xfrm>
            <a:custGeom>
              <a:avLst/>
              <a:gdLst/>
              <a:ahLst/>
              <a:cxnLst/>
              <a:rect l="l" t="t" r="r" b="b"/>
              <a:pathLst>
                <a:path w="7311" h="3109" extrusionOk="0">
                  <a:moveTo>
                    <a:pt x="841" y="0"/>
                  </a:moveTo>
                  <a:cubicBezTo>
                    <a:pt x="421" y="0"/>
                    <a:pt x="168" y="336"/>
                    <a:pt x="168" y="756"/>
                  </a:cubicBezTo>
                  <a:cubicBezTo>
                    <a:pt x="0" y="1092"/>
                    <a:pt x="337" y="1344"/>
                    <a:pt x="757" y="1344"/>
                  </a:cubicBezTo>
                  <a:lnTo>
                    <a:pt x="1009" y="1344"/>
                  </a:lnTo>
                  <a:cubicBezTo>
                    <a:pt x="841" y="1428"/>
                    <a:pt x="757" y="1680"/>
                    <a:pt x="757" y="1932"/>
                  </a:cubicBezTo>
                  <a:cubicBezTo>
                    <a:pt x="757" y="2353"/>
                    <a:pt x="1093" y="2773"/>
                    <a:pt x="1513" y="2773"/>
                  </a:cubicBezTo>
                  <a:lnTo>
                    <a:pt x="1513" y="2857"/>
                  </a:lnTo>
                  <a:cubicBezTo>
                    <a:pt x="1513" y="2941"/>
                    <a:pt x="1513" y="3025"/>
                    <a:pt x="1597" y="3109"/>
                  </a:cubicBezTo>
                  <a:lnTo>
                    <a:pt x="5294" y="3109"/>
                  </a:lnTo>
                  <a:cubicBezTo>
                    <a:pt x="5210" y="2941"/>
                    <a:pt x="5042" y="2857"/>
                    <a:pt x="4874" y="2857"/>
                  </a:cubicBezTo>
                  <a:cubicBezTo>
                    <a:pt x="5042" y="2773"/>
                    <a:pt x="5210" y="2605"/>
                    <a:pt x="5294" y="2437"/>
                  </a:cubicBezTo>
                  <a:lnTo>
                    <a:pt x="6470" y="2437"/>
                  </a:lnTo>
                  <a:cubicBezTo>
                    <a:pt x="6890" y="2437"/>
                    <a:pt x="7310" y="2101"/>
                    <a:pt x="7310" y="1680"/>
                  </a:cubicBezTo>
                  <a:cubicBezTo>
                    <a:pt x="7310" y="1260"/>
                    <a:pt x="6974" y="924"/>
                    <a:pt x="6470" y="924"/>
                  </a:cubicBezTo>
                  <a:lnTo>
                    <a:pt x="5042" y="924"/>
                  </a:lnTo>
                  <a:lnTo>
                    <a:pt x="5042" y="756"/>
                  </a:lnTo>
                  <a:cubicBezTo>
                    <a:pt x="5042" y="336"/>
                    <a:pt x="4790" y="0"/>
                    <a:pt x="420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98" name="Google Shape;2298;p47">
              <a:extLst>
                <a:ext uri="{FF2B5EF4-FFF2-40B4-BE49-F238E27FC236}">
                  <a16:creationId xmlns:a16="http://schemas.microsoft.com/office/drawing/2014/main" id="{150DC6EE-BA62-1959-7906-02157C268A4C}"/>
                </a:ext>
              </a:extLst>
            </p:cNvPr>
            <p:cNvSpPr/>
            <p:nvPr/>
          </p:nvSpPr>
          <p:spPr>
            <a:xfrm>
              <a:off x="1575775" y="3336375"/>
              <a:ext cx="126050" cy="77750"/>
            </a:xfrm>
            <a:custGeom>
              <a:avLst/>
              <a:gdLst/>
              <a:ahLst/>
              <a:cxnLst/>
              <a:rect l="l" t="t" r="r" b="b"/>
              <a:pathLst>
                <a:path w="5042" h="3110" extrusionOk="0">
                  <a:moveTo>
                    <a:pt x="1345" y="1"/>
                  </a:moveTo>
                  <a:lnTo>
                    <a:pt x="1345" y="169"/>
                  </a:lnTo>
                  <a:cubicBezTo>
                    <a:pt x="1345" y="505"/>
                    <a:pt x="1513" y="673"/>
                    <a:pt x="1849" y="841"/>
                  </a:cubicBezTo>
                  <a:cubicBezTo>
                    <a:pt x="1681" y="841"/>
                    <a:pt x="1513" y="1009"/>
                    <a:pt x="1513" y="1093"/>
                  </a:cubicBezTo>
                  <a:lnTo>
                    <a:pt x="588" y="1093"/>
                  </a:lnTo>
                  <a:cubicBezTo>
                    <a:pt x="168" y="1093"/>
                    <a:pt x="0" y="1429"/>
                    <a:pt x="0" y="1765"/>
                  </a:cubicBezTo>
                  <a:cubicBezTo>
                    <a:pt x="0" y="2017"/>
                    <a:pt x="252" y="2353"/>
                    <a:pt x="588" y="2353"/>
                  </a:cubicBezTo>
                  <a:lnTo>
                    <a:pt x="1765" y="2353"/>
                  </a:lnTo>
                  <a:lnTo>
                    <a:pt x="1765" y="2437"/>
                  </a:lnTo>
                  <a:cubicBezTo>
                    <a:pt x="1765" y="2774"/>
                    <a:pt x="2101" y="3110"/>
                    <a:pt x="2353" y="3110"/>
                  </a:cubicBezTo>
                  <a:lnTo>
                    <a:pt x="5041" y="3110"/>
                  </a:lnTo>
                  <a:cubicBezTo>
                    <a:pt x="4705" y="2774"/>
                    <a:pt x="4369" y="2353"/>
                    <a:pt x="3949" y="2269"/>
                  </a:cubicBezTo>
                  <a:lnTo>
                    <a:pt x="3949" y="2185"/>
                  </a:lnTo>
                  <a:cubicBezTo>
                    <a:pt x="3949" y="1681"/>
                    <a:pt x="3529" y="1261"/>
                    <a:pt x="3025" y="1261"/>
                  </a:cubicBezTo>
                  <a:lnTo>
                    <a:pt x="2941" y="1261"/>
                  </a:lnTo>
                  <a:cubicBezTo>
                    <a:pt x="3025" y="1093"/>
                    <a:pt x="3025" y="925"/>
                    <a:pt x="3025" y="841"/>
                  </a:cubicBezTo>
                  <a:cubicBezTo>
                    <a:pt x="3025" y="421"/>
                    <a:pt x="2605" y="1"/>
                    <a:pt x="218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2299" name="Google Shape;2299;p47">
            <a:extLst>
              <a:ext uri="{FF2B5EF4-FFF2-40B4-BE49-F238E27FC236}">
                <a16:creationId xmlns:a16="http://schemas.microsoft.com/office/drawing/2014/main" id="{31DA9786-59DC-4B6D-E84E-FB4A881560D3}"/>
              </a:ext>
            </a:extLst>
          </p:cNvPr>
          <p:cNvGrpSpPr/>
          <p:nvPr/>
        </p:nvGrpSpPr>
        <p:grpSpPr>
          <a:xfrm>
            <a:off x="798280" y="4397985"/>
            <a:ext cx="331741" cy="231509"/>
            <a:chOff x="1487550" y="3330075"/>
            <a:chExt cx="292000" cy="203775"/>
          </a:xfrm>
        </p:grpSpPr>
        <p:sp>
          <p:nvSpPr>
            <p:cNvPr id="2300" name="Google Shape;2300;p47">
              <a:extLst>
                <a:ext uri="{FF2B5EF4-FFF2-40B4-BE49-F238E27FC236}">
                  <a16:creationId xmlns:a16="http://schemas.microsoft.com/office/drawing/2014/main" id="{26AF6AF3-3D3D-613D-8CE8-99F3003BF81C}"/>
                </a:ext>
              </a:extLst>
            </p:cNvPr>
            <p:cNvSpPr/>
            <p:nvPr/>
          </p:nvSpPr>
          <p:spPr>
            <a:xfrm>
              <a:off x="1502250" y="3330075"/>
              <a:ext cx="277300" cy="203775"/>
            </a:xfrm>
            <a:custGeom>
              <a:avLst/>
              <a:gdLst/>
              <a:ahLst/>
              <a:cxnLst/>
              <a:rect l="l" t="t" r="r" b="b"/>
              <a:pathLst>
                <a:path w="11092" h="8151" extrusionOk="0">
                  <a:moveTo>
                    <a:pt x="3865" y="1"/>
                  </a:moveTo>
                  <a:cubicBezTo>
                    <a:pt x="3445" y="1"/>
                    <a:pt x="3025" y="337"/>
                    <a:pt x="3025" y="841"/>
                  </a:cubicBezTo>
                  <a:cubicBezTo>
                    <a:pt x="3025" y="925"/>
                    <a:pt x="3025" y="1177"/>
                    <a:pt x="3109" y="1261"/>
                  </a:cubicBezTo>
                  <a:lnTo>
                    <a:pt x="2269" y="1261"/>
                  </a:lnTo>
                  <a:cubicBezTo>
                    <a:pt x="1765" y="1261"/>
                    <a:pt x="1345" y="1681"/>
                    <a:pt x="1345" y="2185"/>
                  </a:cubicBezTo>
                  <a:lnTo>
                    <a:pt x="1345" y="2437"/>
                  </a:lnTo>
                  <a:cubicBezTo>
                    <a:pt x="841" y="2605"/>
                    <a:pt x="505" y="3194"/>
                    <a:pt x="505" y="3782"/>
                  </a:cubicBezTo>
                  <a:cubicBezTo>
                    <a:pt x="505" y="4202"/>
                    <a:pt x="673" y="4538"/>
                    <a:pt x="925" y="4874"/>
                  </a:cubicBezTo>
                  <a:lnTo>
                    <a:pt x="841" y="4874"/>
                  </a:lnTo>
                  <a:cubicBezTo>
                    <a:pt x="421" y="4874"/>
                    <a:pt x="85" y="5126"/>
                    <a:pt x="85" y="5546"/>
                  </a:cubicBezTo>
                  <a:cubicBezTo>
                    <a:pt x="1" y="6134"/>
                    <a:pt x="337" y="6386"/>
                    <a:pt x="673" y="6386"/>
                  </a:cubicBezTo>
                  <a:lnTo>
                    <a:pt x="925" y="6386"/>
                  </a:lnTo>
                  <a:cubicBezTo>
                    <a:pt x="841" y="6470"/>
                    <a:pt x="673" y="6722"/>
                    <a:pt x="673" y="6974"/>
                  </a:cubicBezTo>
                  <a:cubicBezTo>
                    <a:pt x="673" y="7395"/>
                    <a:pt x="1009" y="7815"/>
                    <a:pt x="1429" y="7815"/>
                  </a:cubicBezTo>
                  <a:lnTo>
                    <a:pt x="1429" y="7899"/>
                  </a:lnTo>
                  <a:cubicBezTo>
                    <a:pt x="1429" y="7983"/>
                    <a:pt x="1429" y="8067"/>
                    <a:pt x="1513" y="8151"/>
                  </a:cubicBezTo>
                  <a:lnTo>
                    <a:pt x="9831" y="8151"/>
                  </a:lnTo>
                  <a:lnTo>
                    <a:pt x="9831" y="7983"/>
                  </a:lnTo>
                  <a:cubicBezTo>
                    <a:pt x="9831" y="7731"/>
                    <a:pt x="9747" y="7563"/>
                    <a:pt x="9495" y="7479"/>
                  </a:cubicBezTo>
                  <a:lnTo>
                    <a:pt x="9831" y="7479"/>
                  </a:lnTo>
                  <a:cubicBezTo>
                    <a:pt x="10167" y="7479"/>
                    <a:pt x="10335" y="7227"/>
                    <a:pt x="10335" y="6890"/>
                  </a:cubicBezTo>
                  <a:cubicBezTo>
                    <a:pt x="10335" y="6806"/>
                    <a:pt x="10335" y="6722"/>
                    <a:pt x="10251" y="6638"/>
                  </a:cubicBezTo>
                  <a:cubicBezTo>
                    <a:pt x="10755" y="6386"/>
                    <a:pt x="11091" y="5966"/>
                    <a:pt x="11091" y="5462"/>
                  </a:cubicBezTo>
                  <a:cubicBezTo>
                    <a:pt x="11091" y="4958"/>
                    <a:pt x="10755" y="4370"/>
                    <a:pt x="10251" y="4286"/>
                  </a:cubicBezTo>
                  <a:cubicBezTo>
                    <a:pt x="10335" y="4202"/>
                    <a:pt x="10335" y="4034"/>
                    <a:pt x="10335" y="3782"/>
                  </a:cubicBezTo>
                  <a:cubicBezTo>
                    <a:pt x="10335" y="3194"/>
                    <a:pt x="9915" y="2521"/>
                    <a:pt x="9327" y="2269"/>
                  </a:cubicBezTo>
                  <a:lnTo>
                    <a:pt x="9327" y="2185"/>
                  </a:lnTo>
                  <a:cubicBezTo>
                    <a:pt x="9327" y="1681"/>
                    <a:pt x="8907" y="1261"/>
                    <a:pt x="8403" y="1261"/>
                  </a:cubicBezTo>
                  <a:lnTo>
                    <a:pt x="8234" y="1261"/>
                  </a:lnTo>
                  <a:cubicBezTo>
                    <a:pt x="8403" y="1177"/>
                    <a:pt x="8403" y="925"/>
                    <a:pt x="8403" y="841"/>
                  </a:cubicBezTo>
                  <a:cubicBezTo>
                    <a:pt x="8403" y="421"/>
                    <a:pt x="7982" y="1"/>
                    <a:pt x="756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01" name="Google Shape;2301;p47">
              <a:extLst>
                <a:ext uri="{FF2B5EF4-FFF2-40B4-BE49-F238E27FC236}">
                  <a16:creationId xmlns:a16="http://schemas.microsoft.com/office/drawing/2014/main" id="{B9A7C42D-A372-F2E2-520E-5033632CA35A}"/>
                </a:ext>
              </a:extLst>
            </p:cNvPr>
            <p:cNvSpPr/>
            <p:nvPr/>
          </p:nvSpPr>
          <p:spPr>
            <a:xfrm>
              <a:off x="1487550" y="3330075"/>
              <a:ext cx="231075" cy="203775"/>
            </a:xfrm>
            <a:custGeom>
              <a:avLst/>
              <a:gdLst/>
              <a:ahLst/>
              <a:cxnLst/>
              <a:rect l="l" t="t" r="r" b="b"/>
              <a:pathLst>
                <a:path w="9243" h="8151" extrusionOk="0">
                  <a:moveTo>
                    <a:pt x="3949" y="1"/>
                  </a:moveTo>
                  <a:cubicBezTo>
                    <a:pt x="3529" y="1"/>
                    <a:pt x="3109" y="337"/>
                    <a:pt x="3109" y="841"/>
                  </a:cubicBezTo>
                  <a:cubicBezTo>
                    <a:pt x="3109" y="925"/>
                    <a:pt x="3109" y="1177"/>
                    <a:pt x="3193" y="1261"/>
                  </a:cubicBezTo>
                  <a:lnTo>
                    <a:pt x="2269" y="1261"/>
                  </a:lnTo>
                  <a:cubicBezTo>
                    <a:pt x="1681" y="1261"/>
                    <a:pt x="1261" y="1681"/>
                    <a:pt x="1261" y="2185"/>
                  </a:cubicBezTo>
                  <a:lnTo>
                    <a:pt x="1261" y="2437"/>
                  </a:lnTo>
                  <a:cubicBezTo>
                    <a:pt x="757" y="2605"/>
                    <a:pt x="421" y="3194"/>
                    <a:pt x="421" y="3782"/>
                  </a:cubicBezTo>
                  <a:cubicBezTo>
                    <a:pt x="421" y="4202"/>
                    <a:pt x="673" y="4538"/>
                    <a:pt x="841" y="4874"/>
                  </a:cubicBezTo>
                  <a:lnTo>
                    <a:pt x="757" y="4874"/>
                  </a:lnTo>
                  <a:cubicBezTo>
                    <a:pt x="337" y="4874"/>
                    <a:pt x="0" y="5126"/>
                    <a:pt x="0" y="5546"/>
                  </a:cubicBezTo>
                  <a:cubicBezTo>
                    <a:pt x="0" y="6134"/>
                    <a:pt x="337" y="6386"/>
                    <a:pt x="757" y="6386"/>
                  </a:cubicBezTo>
                  <a:lnTo>
                    <a:pt x="1009" y="6386"/>
                  </a:lnTo>
                  <a:cubicBezTo>
                    <a:pt x="841" y="6470"/>
                    <a:pt x="757" y="6722"/>
                    <a:pt x="757" y="6974"/>
                  </a:cubicBezTo>
                  <a:cubicBezTo>
                    <a:pt x="757" y="7395"/>
                    <a:pt x="1093" y="7815"/>
                    <a:pt x="1513" y="7815"/>
                  </a:cubicBezTo>
                  <a:lnTo>
                    <a:pt x="1513" y="7899"/>
                  </a:lnTo>
                  <a:cubicBezTo>
                    <a:pt x="1513" y="7983"/>
                    <a:pt x="1513" y="8067"/>
                    <a:pt x="1597" y="8151"/>
                  </a:cubicBezTo>
                  <a:lnTo>
                    <a:pt x="7982" y="8151"/>
                  </a:lnTo>
                  <a:lnTo>
                    <a:pt x="7982" y="7983"/>
                  </a:lnTo>
                  <a:cubicBezTo>
                    <a:pt x="7982" y="7731"/>
                    <a:pt x="7898" y="7563"/>
                    <a:pt x="7730" y="7479"/>
                  </a:cubicBezTo>
                  <a:lnTo>
                    <a:pt x="7982" y="7479"/>
                  </a:lnTo>
                  <a:cubicBezTo>
                    <a:pt x="8318" y="7479"/>
                    <a:pt x="8570" y="7227"/>
                    <a:pt x="8570" y="6890"/>
                  </a:cubicBezTo>
                  <a:cubicBezTo>
                    <a:pt x="8570" y="6806"/>
                    <a:pt x="8570" y="6722"/>
                    <a:pt x="8402" y="6638"/>
                  </a:cubicBezTo>
                  <a:cubicBezTo>
                    <a:pt x="8991" y="6386"/>
                    <a:pt x="9243" y="5966"/>
                    <a:pt x="9243" y="5462"/>
                  </a:cubicBezTo>
                  <a:cubicBezTo>
                    <a:pt x="9243" y="4958"/>
                    <a:pt x="8991" y="4370"/>
                    <a:pt x="8402" y="4286"/>
                  </a:cubicBezTo>
                  <a:cubicBezTo>
                    <a:pt x="8570" y="4202"/>
                    <a:pt x="8570" y="4034"/>
                    <a:pt x="8570" y="3782"/>
                  </a:cubicBezTo>
                  <a:cubicBezTo>
                    <a:pt x="8570" y="3194"/>
                    <a:pt x="8150" y="2521"/>
                    <a:pt x="7478" y="2269"/>
                  </a:cubicBezTo>
                  <a:lnTo>
                    <a:pt x="7478" y="2185"/>
                  </a:lnTo>
                  <a:cubicBezTo>
                    <a:pt x="7478" y="1681"/>
                    <a:pt x="7058" y="1261"/>
                    <a:pt x="6554" y="1261"/>
                  </a:cubicBezTo>
                  <a:lnTo>
                    <a:pt x="6470" y="1261"/>
                  </a:lnTo>
                  <a:cubicBezTo>
                    <a:pt x="6554" y="1177"/>
                    <a:pt x="6554" y="925"/>
                    <a:pt x="6554" y="841"/>
                  </a:cubicBezTo>
                  <a:cubicBezTo>
                    <a:pt x="6554" y="421"/>
                    <a:pt x="6134" y="1"/>
                    <a:pt x="57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02" name="Google Shape;2302;p47">
              <a:extLst>
                <a:ext uri="{FF2B5EF4-FFF2-40B4-BE49-F238E27FC236}">
                  <a16:creationId xmlns:a16="http://schemas.microsoft.com/office/drawing/2014/main" id="{9BA41955-A07E-2BD4-1625-A6345708FE08}"/>
                </a:ext>
              </a:extLst>
            </p:cNvPr>
            <p:cNvSpPr/>
            <p:nvPr/>
          </p:nvSpPr>
          <p:spPr>
            <a:xfrm>
              <a:off x="1487550" y="3456125"/>
              <a:ext cx="182775" cy="77725"/>
            </a:xfrm>
            <a:custGeom>
              <a:avLst/>
              <a:gdLst/>
              <a:ahLst/>
              <a:cxnLst/>
              <a:rect l="l" t="t" r="r" b="b"/>
              <a:pathLst>
                <a:path w="7311" h="3109" extrusionOk="0">
                  <a:moveTo>
                    <a:pt x="841" y="0"/>
                  </a:moveTo>
                  <a:cubicBezTo>
                    <a:pt x="421" y="0"/>
                    <a:pt x="168" y="336"/>
                    <a:pt x="168" y="756"/>
                  </a:cubicBezTo>
                  <a:cubicBezTo>
                    <a:pt x="0" y="1092"/>
                    <a:pt x="337" y="1344"/>
                    <a:pt x="757" y="1344"/>
                  </a:cubicBezTo>
                  <a:lnTo>
                    <a:pt x="1009" y="1344"/>
                  </a:lnTo>
                  <a:cubicBezTo>
                    <a:pt x="841" y="1428"/>
                    <a:pt x="757" y="1680"/>
                    <a:pt x="757" y="1932"/>
                  </a:cubicBezTo>
                  <a:cubicBezTo>
                    <a:pt x="757" y="2353"/>
                    <a:pt x="1093" y="2773"/>
                    <a:pt x="1513" y="2773"/>
                  </a:cubicBezTo>
                  <a:lnTo>
                    <a:pt x="1513" y="2857"/>
                  </a:lnTo>
                  <a:cubicBezTo>
                    <a:pt x="1513" y="2941"/>
                    <a:pt x="1513" y="3025"/>
                    <a:pt x="1597" y="3109"/>
                  </a:cubicBezTo>
                  <a:lnTo>
                    <a:pt x="5294" y="3109"/>
                  </a:lnTo>
                  <a:cubicBezTo>
                    <a:pt x="5210" y="2941"/>
                    <a:pt x="5042" y="2857"/>
                    <a:pt x="4874" y="2857"/>
                  </a:cubicBezTo>
                  <a:cubicBezTo>
                    <a:pt x="5042" y="2773"/>
                    <a:pt x="5210" y="2605"/>
                    <a:pt x="5294" y="2437"/>
                  </a:cubicBezTo>
                  <a:lnTo>
                    <a:pt x="6470" y="2437"/>
                  </a:lnTo>
                  <a:cubicBezTo>
                    <a:pt x="6890" y="2437"/>
                    <a:pt x="7310" y="2101"/>
                    <a:pt x="7310" y="1680"/>
                  </a:cubicBezTo>
                  <a:cubicBezTo>
                    <a:pt x="7310" y="1260"/>
                    <a:pt x="6974" y="924"/>
                    <a:pt x="6470" y="924"/>
                  </a:cubicBezTo>
                  <a:lnTo>
                    <a:pt x="5042" y="924"/>
                  </a:lnTo>
                  <a:lnTo>
                    <a:pt x="5042" y="756"/>
                  </a:lnTo>
                  <a:cubicBezTo>
                    <a:pt x="5042" y="336"/>
                    <a:pt x="4790" y="0"/>
                    <a:pt x="420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03" name="Google Shape;2303;p47">
              <a:extLst>
                <a:ext uri="{FF2B5EF4-FFF2-40B4-BE49-F238E27FC236}">
                  <a16:creationId xmlns:a16="http://schemas.microsoft.com/office/drawing/2014/main" id="{C7EAADC8-D156-196F-2F15-502228939403}"/>
                </a:ext>
              </a:extLst>
            </p:cNvPr>
            <p:cNvSpPr/>
            <p:nvPr/>
          </p:nvSpPr>
          <p:spPr>
            <a:xfrm>
              <a:off x="1575775" y="3336375"/>
              <a:ext cx="126050" cy="77750"/>
            </a:xfrm>
            <a:custGeom>
              <a:avLst/>
              <a:gdLst/>
              <a:ahLst/>
              <a:cxnLst/>
              <a:rect l="l" t="t" r="r" b="b"/>
              <a:pathLst>
                <a:path w="5042" h="3110" extrusionOk="0">
                  <a:moveTo>
                    <a:pt x="1345" y="1"/>
                  </a:moveTo>
                  <a:lnTo>
                    <a:pt x="1345" y="169"/>
                  </a:lnTo>
                  <a:cubicBezTo>
                    <a:pt x="1345" y="505"/>
                    <a:pt x="1513" y="673"/>
                    <a:pt x="1849" y="841"/>
                  </a:cubicBezTo>
                  <a:cubicBezTo>
                    <a:pt x="1681" y="841"/>
                    <a:pt x="1513" y="1009"/>
                    <a:pt x="1513" y="1093"/>
                  </a:cubicBezTo>
                  <a:lnTo>
                    <a:pt x="588" y="1093"/>
                  </a:lnTo>
                  <a:cubicBezTo>
                    <a:pt x="168" y="1093"/>
                    <a:pt x="0" y="1429"/>
                    <a:pt x="0" y="1765"/>
                  </a:cubicBezTo>
                  <a:cubicBezTo>
                    <a:pt x="0" y="2017"/>
                    <a:pt x="252" y="2353"/>
                    <a:pt x="588" y="2353"/>
                  </a:cubicBezTo>
                  <a:lnTo>
                    <a:pt x="1765" y="2353"/>
                  </a:lnTo>
                  <a:lnTo>
                    <a:pt x="1765" y="2437"/>
                  </a:lnTo>
                  <a:cubicBezTo>
                    <a:pt x="1765" y="2774"/>
                    <a:pt x="2101" y="3110"/>
                    <a:pt x="2353" y="3110"/>
                  </a:cubicBezTo>
                  <a:lnTo>
                    <a:pt x="5041" y="3110"/>
                  </a:lnTo>
                  <a:cubicBezTo>
                    <a:pt x="4705" y="2774"/>
                    <a:pt x="4369" y="2353"/>
                    <a:pt x="3949" y="2269"/>
                  </a:cubicBezTo>
                  <a:lnTo>
                    <a:pt x="3949" y="2185"/>
                  </a:lnTo>
                  <a:cubicBezTo>
                    <a:pt x="3949" y="1681"/>
                    <a:pt x="3529" y="1261"/>
                    <a:pt x="3025" y="1261"/>
                  </a:cubicBezTo>
                  <a:lnTo>
                    <a:pt x="2941" y="1261"/>
                  </a:lnTo>
                  <a:cubicBezTo>
                    <a:pt x="3025" y="1093"/>
                    <a:pt x="3025" y="925"/>
                    <a:pt x="3025" y="841"/>
                  </a:cubicBezTo>
                  <a:cubicBezTo>
                    <a:pt x="3025" y="421"/>
                    <a:pt x="2605" y="1"/>
                    <a:pt x="218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5" name="Google Shape;2249;p47">
            <a:extLst>
              <a:ext uri="{FF2B5EF4-FFF2-40B4-BE49-F238E27FC236}">
                <a16:creationId xmlns:a16="http://schemas.microsoft.com/office/drawing/2014/main" id="{DC8A578F-B193-45A3-54F3-6EDD47636C77}"/>
              </a:ext>
            </a:extLst>
          </p:cNvPr>
          <p:cNvSpPr txBox="1">
            <a:spLocks/>
          </p:cNvSpPr>
          <p:nvPr/>
        </p:nvSpPr>
        <p:spPr>
          <a:xfrm>
            <a:off x="1167562" y="3398353"/>
            <a:ext cx="1715401" cy="36416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accent4"/>
              </a:buClr>
              <a:buSzPts val="2400"/>
              <a:buFont typeface="Bebas Neue"/>
              <a:buNone/>
              <a:defRPr sz="1600" b="1" i="0" u="none" strike="noStrike" cap="none">
                <a:solidFill>
                  <a:schemeClr val="dk1"/>
                </a:solidFill>
                <a:latin typeface="Syncopate"/>
                <a:ea typeface="Syncopate"/>
                <a:cs typeface="Syncopate"/>
                <a:sym typeface="Syncopate"/>
              </a:defRPr>
            </a:lvl1pPr>
            <a:lvl2pPr marL="914400" marR="0" lvl="1" indent="-317500" algn="ctr" rtl="0">
              <a:lnSpc>
                <a:spcPct val="100000"/>
              </a:lnSpc>
              <a:spcBef>
                <a:spcPts val="0"/>
              </a:spcBef>
              <a:spcAft>
                <a:spcPts val="0"/>
              </a:spcAft>
              <a:buClr>
                <a:schemeClr val="accent4"/>
              </a:buClr>
              <a:buSzPts val="2400"/>
              <a:buFont typeface="Bebas Neue"/>
              <a:buNone/>
              <a:defRPr sz="2400" b="0" i="0" u="none" strike="noStrike" cap="none">
                <a:solidFill>
                  <a:schemeClr val="accent4"/>
                </a:solidFill>
                <a:latin typeface="Bebas Neue"/>
                <a:ea typeface="Bebas Neue"/>
                <a:cs typeface="Bebas Neue"/>
                <a:sym typeface="Bebas Neue"/>
              </a:defRPr>
            </a:lvl2pPr>
            <a:lvl3pPr marL="1371600" marR="0" lvl="2" indent="-317500" algn="ctr" rtl="0">
              <a:lnSpc>
                <a:spcPct val="100000"/>
              </a:lnSpc>
              <a:spcBef>
                <a:spcPts val="0"/>
              </a:spcBef>
              <a:spcAft>
                <a:spcPts val="0"/>
              </a:spcAft>
              <a:buClr>
                <a:schemeClr val="accent4"/>
              </a:buClr>
              <a:buSzPts val="2400"/>
              <a:buFont typeface="Bebas Neue"/>
              <a:buNone/>
              <a:defRPr sz="2400" b="0" i="0" u="none" strike="noStrike" cap="none">
                <a:solidFill>
                  <a:schemeClr val="accent4"/>
                </a:solidFill>
                <a:latin typeface="Bebas Neue"/>
                <a:ea typeface="Bebas Neue"/>
                <a:cs typeface="Bebas Neue"/>
                <a:sym typeface="Bebas Neue"/>
              </a:defRPr>
            </a:lvl3pPr>
            <a:lvl4pPr marL="1828800" marR="0" lvl="3" indent="-317500" algn="ctr" rtl="0">
              <a:lnSpc>
                <a:spcPct val="100000"/>
              </a:lnSpc>
              <a:spcBef>
                <a:spcPts val="0"/>
              </a:spcBef>
              <a:spcAft>
                <a:spcPts val="0"/>
              </a:spcAft>
              <a:buClr>
                <a:schemeClr val="accent4"/>
              </a:buClr>
              <a:buSzPts val="2400"/>
              <a:buFont typeface="Bebas Neue"/>
              <a:buNone/>
              <a:defRPr sz="2400" b="0" i="0" u="none" strike="noStrike" cap="none">
                <a:solidFill>
                  <a:schemeClr val="accent4"/>
                </a:solidFill>
                <a:latin typeface="Bebas Neue"/>
                <a:ea typeface="Bebas Neue"/>
                <a:cs typeface="Bebas Neue"/>
                <a:sym typeface="Bebas Neue"/>
              </a:defRPr>
            </a:lvl4pPr>
            <a:lvl5pPr marL="2286000" marR="0" lvl="4" indent="-317500" algn="ctr" rtl="0">
              <a:lnSpc>
                <a:spcPct val="100000"/>
              </a:lnSpc>
              <a:spcBef>
                <a:spcPts val="0"/>
              </a:spcBef>
              <a:spcAft>
                <a:spcPts val="0"/>
              </a:spcAft>
              <a:buClr>
                <a:schemeClr val="accent4"/>
              </a:buClr>
              <a:buSzPts val="2400"/>
              <a:buFont typeface="Bebas Neue"/>
              <a:buNone/>
              <a:defRPr sz="2400" b="0" i="0" u="none" strike="noStrike" cap="none">
                <a:solidFill>
                  <a:schemeClr val="accent4"/>
                </a:solidFill>
                <a:latin typeface="Bebas Neue"/>
                <a:ea typeface="Bebas Neue"/>
                <a:cs typeface="Bebas Neue"/>
                <a:sym typeface="Bebas Neue"/>
              </a:defRPr>
            </a:lvl5pPr>
            <a:lvl6pPr marL="2743200" marR="0" lvl="5" indent="-317500" algn="ctr" rtl="0">
              <a:lnSpc>
                <a:spcPct val="100000"/>
              </a:lnSpc>
              <a:spcBef>
                <a:spcPts val="0"/>
              </a:spcBef>
              <a:spcAft>
                <a:spcPts val="0"/>
              </a:spcAft>
              <a:buClr>
                <a:schemeClr val="accent4"/>
              </a:buClr>
              <a:buSzPts val="2400"/>
              <a:buFont typeface="Bebas Neue"/>
              <a:buNone/>
              <a:defRPr sz="2400" b="0" i="0" u="none" strike="noStrike" cap="none">
                <a:solidFill>
                  <a:schemeClr val="accent4"/>
                </a:solidFill>
                <a:latin typeface="Bebas Neue"/>
                <a:ea typeface="Bebas Neue"/>
                <a:cs typeface="Bebas Neue"/>
                <a:sym typeface="Bebas Neue"/>
              </a:defRPr>
            </a:lvl6pPr>
            <a:lvl7pPr marL="3200400" marR="0" lvl="6" indent="-317500" algn="ctr" rtl="0">
              <a:lnSpc>
                <a:spcPct val="100000"/>
              </a:lnSpc>
              <a:spcBef>
                <a:spcPts val="0"/>
              </a:spcBef>
              <a:spcAft>
                <a:spcPts val="0"/>
              </a:spcAft>
              <a:buClr>
                <a:schemeClr val="accent4"/>
              </a:buClr>
              <a:buSzPts val="2400"/>
              <a:buFont typeface="Bebas Neue"/>
              <a:buNone/>
              <a:defRPr sz="2400" b="0" i="0" u="none" strike="noStrike" cap="none">
                <a:solidFill>
                  <a:schemeClr val="accent4"/>
                </a:solidFill>
                <a:latin typeface="Bebas Neue"/>
                <a:ea typeface="Bebas Neue"/>
                <a:cs typeface="Bebas Neue"/>
                <a:sym typeface="Bebas Neue"/>
              </a:defRPr>
            </a:lvl7pPr>
            <a:lvl8pPr marL="3657600" marR="0" lvl="7" indent="-317500" algn="ctr" rtl="0">
              <a:lnSpc>
                <a:spcPct val="100000"/>
              </a:lnSpc>
              <a:spcBef>
                <a:spcPts val="0"/>
              </a:spcBef>
              <a:spcAft>
                <a:spcPts val="0"/>
              </a:spcAft>
              <a:buClr>
                <a:schemeClr val="accent4"/>
              </a:buClr>
              <a:buSzPts val="2400"/>
              <a:buFont typeface="Bebas Neue"/>
              <a:buNone/>
              <a:defRPr sz="2400" b="0" i="0" u="none" strike="noStrike" cap="none">
                <a:solidFill>
                  <a:schemeClr val="accent4"/>
                </a:solidFill>
                <a:latin typeface="Bebas Neue"/>
                <a:ea typeface="Bebas Neue"/>
                <a:cs typeface="Bebas Neue"/>
                <a:sym typeface="Bebas Neue"/>
              </a:defRPr>
            </a:lvl8pPr>
            <a:lvl9pPr marL="4114800" marR="0" lvl="8" indent="-317500" algn="ctr" rtl="0">
              <a:lnSpc>
                <a:spcPct val="100000"/>
              </a:lnSpc>
              <a:spcBef>
                <a:spcPts val="0"/>
              </a:spcBef>
              <a:spcAft>
                <a:spcPts val="0"/>
              </a:spcAft>
              <a:buClr>
                <a:schemeClr val="accent4"/>
              </a:buClr>
              <a:buSzPts val="2400"/>
              <a:buFont typeface="Bebas Neue"/>
              <a:buNone/>
              <a:defRPr sz="2400" b="0" i="0" u="none" strike="noStrike" cap="none">
                <a:solidFill>
                  <a:schemeClr val="accent4"/>
                </a:solidFill>
                <a:latin typeface="Bebas Neue"/>
                <a:ea typeface="Bebas Neue"/>
                <a:cs typeface="Bebas Neue"/>
                <a:sym typeface="Bebas Neue"/>
              </a:defRPr>
            </a:lvl9pPr>
          </a:lstStyle>
          <a:p>
            <a:pPr marL="0" indent="0"/>
            <a:r>
              <a:rPr lang="en-US" sz="1200" dirty="0"/>
              <a:t>19.9% coverage</a:t>
            </a:r>
          </a:p>
        </p:txBody>
      </p:sp>
      <p:sp>
        <p:nvSpPr>
          <p:cNvPr id="6" name="Google Shape;2249;p47">
            <a:extLst>
              <a:ext uri="{FF2B5EF4-FFF2-40B4-BE49-F238E27FC236}">
                <a16:creationId xmlns:a16="http://schemas.microsoft.com/office/drawing/2014/main" id="{B009A12C-7E57-BAF4-319B-B985BEBF13C8}"/>
              </a:ext>
            </a:extLst>
          </p:cNvPr>
          <p:cNvSpPr txBox="1">
            <a:spLocks/>
          </p:cNvSpPr>
          <p:nvPr/>
        </p:nvSpPr>
        <p:spPr>
          <a:xfrm>
            <a:off x="3714299" y="3398353"/>
            <a:ext cx="1715401" cy="36416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accent4"/>
              </a:buClr>
              <a:buSzPts val="2400"/>
              <a:buFont typeface="Bebas Neue"/>
              <a:buNone/>
              <a:defRPr sz="1600" b="1" i="0" u="none" strike="noStrike" cap="none">
                <a:solidFill>
                  <a:schemeClr val="dk1"/>
                </a:solidFill>
                <a:latin typeface="Syncopate"/>
                <a:ea typeface="Syncopate"/>
                <a:cs typeface="Syncopate"/>
                <a:sym typeface="Syncopate"/>
              </a:defRPr>
            </a:lvl1pPr>
            <a:lvl2pPr marL="914400" marR="0" lvl="1" indent="-317500" algn="ctr" rtl="0">
              <a:lnSpc>
                <a:spcPct val="100000"/>
              </a:lnSpc>
              <a:spcBef>
                <a:spcPts val="0"/>
              </a:spcBef>
              <a:spcAft>
                <a:spcPts val="0"/>
              </a:spcAft>
              <a:buClr>
                <a:schemeClr val="accent4"/>
              </a:buClr>
              <a:buSzPts val="2400"/>
              <a:buFont typeface="Bebas Neue"/>
              <a:buNone/>
              <a:defRPr sz="2400" b="0" i="0" u="none" strike="noStrike" cap="none">
                <a:solidFill>
                  <a:schemeClr val="accent4"/>
                </a:solidFill>
                <a:latin typeface="Bebas Neue"/>
                <a:ea typeface="Bebas Neue"/>
                <a:cs typeface="Bebas Neue"/>
                <a:sym typeface="Bebas Neue"/>
              </a:defRPr>
            </a:lvl2pPr>
            <a:lvl3pPr marL="1371600" marR="0" lvl="2" indent="-317500" algn="ctr" rtl="0">
              <a:lnSpc>
                <a:spcPct val="100000"/>
              </a:lnSpc>
              <a:spcBef>
                <a:spcPts val="0"/>
              </a:spcBef>
              <a:spcAft>
                <a:spcPts val="0"/>
              </a:spcAft>
              <a:buClr>
                <a:schemeClr val="accent4"/>
              </a:buClr>
              <a:buSzPts val="2400"/>
              <a:buFont typeface="Bebas Neue"/>
              <a:buNone/>
              <a:defRPr sz="2400" b="0" i="0" u="none" strike="noStrike" cap="none">
                <a:solidFill>
                  <a:schemeClr val="accent4"/>
                </a:solidFill>
                <a:latin typeface="Bebas Neue"/>
                <a:ea typeface="Bebas Neue"/>
                <a:cs typeface="Bebas Neue"/>
                <a:sym typeface="Bebas Neue"/>
              </a:defRPr>
            </a:lvl3pPr>
            <a:lvl4pPr marL="1828800" marR="0" lvl="3" indent="-317500" algn="ctr" rtl="0">
              <a:lnSpc>
                <a:spcPct val="100000"/>
              </a:lnSpc>
              <a:spcBef>
                <a:spcPts val="0"/>
              </a:spcBef>
              <a:spcAft>
                <a:spcPts val="0"/>
              </a:spcAft>
              <a:buClr>
                <a:schemeClr val="accent4"/>
              </a:buClr>
              <a:buSzPts val="2400"/>
              <a:buFont typeface="Bebas Neue"/>
              <a:buNone/>
              <a:defRPr sz="2400" b="0" i="0" u="none" strike="noStrike" cap="none">
                <a:solidFill>
                  <a:schemeClr val="accent4"/>
                </a:solidFill>
                <a:latin typeface="Bebas Neue"/>
                <a:ea typeface="Bebas Neue"/>
                <a:cs typeface="Bebas Neue"/>
                <a:sym typeface="Bebas Neue"/>
              </a:defRPr>
            </a:lvl4pPr>
            <a:lvl5pPr marL="2286000" marR="0" lvl="4" indent="-317500" algn="ctr" rtl="0">
              <a:lnSpc>
                <a:spcPct val="100000"/>
              </a:lnSpc>
              <a:spcBef>
                <a:spcPts val="0"/>
              </a:spcBef>
              <a:spcAft>
                <a:spcPts val="0"/>
              </a:spcAft>
              <a:buClr>
                <a:schemeClr val="accent4"/>
              </a:buClr>
              <a:buSzPts val="2400"/>
              <a:buFont typeface="Bebas Neue"/>
              <a:buNone/>
              <a:defRPr sz="2400" b="0" i="0" u="none" strike="noStrike" cap="none">
                <a:solidFill>
                  <a:schemeClr val="accent4"/>
                </a:solidFill>
                <a:latin typeface="Bebas Neue"/>
                <a:ea typeface="Bebas Neue"/>
                <a:cs typeface="Bebas Neue"/>
                <a:sym typeface="Bebas Neue"/>
              </a:defRPr>
            </a:lvl5pPr>
            <a:lvl6pPr marL="2743200" marR="0" lvl="5" indent="-317500" algn="ctr" rtl="0">
              <a:lnSpc>
                <a:spcPct val="100000"/>
              </a:lnSpc>
              <a:spcBef>
                <a:spcPts val="0"/>
              </a:spcBef>
              <a:spcAft>
                <a:spcPts val="0"/>
              </a:spcAft>
              <a:buClr>
                <a:schemeClr val="accent4"/>
              </a:buClr>
              <a:buSzPts val="2400"/>
              <a:buFont typeface="Bebas Neue"/>
              <a:buNone/>
              <a:defRPr sz="2400" b="0" i="0" u="none" strike="noStrike" cap="none">
                <a:solidFill>
                  <a:schemeClr val="accent4"/>
                </a:solidFill>
                <a:latin typeface="Bebas Neue"/>
                <a:ea typeface="Bebas Neue"/>
                <a:cs typeface="Bebas Neue"/>
                <a:sym typeface="Bebas Neue"/>
              </a:defRPr>
            </a:lvl6pPr>
            <a:lvl7pPr marL="3200400" marR="0" lvl="6" indent="-317500" algn="ctr" rtl="0">
              <a:lnSpc>
                <a:spcPct val="100000"/>
              </a:lnSpc>
              <a:spcBef>
                <a:spcPts val="0"/>
              </a:spcBef>
              <a:spcAft>
                <a:spcPts val="0"/>
              </a:spcAft>
              <a:buClr>
                <a:schemeClr val="accent4"/>
              </a:buClr>
              <a:buSzPts val="2400"/>
              <a:buFont typeface="Bebas Neue"/>
              <a:buNone/>
              <a:defRPr sz="2400" b="0" i="0" u="none" strike="noStrike" cap="none">
                <a:solidFill>
                  <a:schemeClr val="accent4"/>
                </a:solidFill>
                <a:latin typeface="Bebas Neue"/>
                <a:ea typeface="Bebas Neue"/>
                <a:cs typeface="Bebas Neue"/>
                <a:sym typeface="Bebas Neue"/>
              </a:defRPr>
            </a:lvl7pPr>
            <a:lvl8pPr marL="3657600" marR="0" lvl="7" indent="-317500" algn="ctr" rtl="0">
              <a:lnSpc>
                <a:spcPct val="100000"/>
              </a:lnSpc>
              <a:spcBef>
                <a:spcPts val="0"/>
              </a:spcBef>
              <a:spcAft>
                <a:spcPts val="0"/>
              </a:spcAft>
              <a:buClr>
                <a:schemeClr val="accent4"/>
              </a:buClr>
              <a:buSzPts val="2400"/>
              <a:buFont typeface="Bebas Neue"/>
              <a:buNone/>
              <a:defRPr sz="2400" b="0" i="0" u="none" strike="noStrike" cap="none">
                <a:solidFill>
                  <a:schemeClr val="accent4"/>
                </a:solidFill>
                <a:latin typeface="Bebas Neue"/>
                <a:ea typeface="Bebas Neue"/>
                <a:cs typeface="Bebas Neue"/>
                <a:sym typeface="Bebas Neue"/>
              </a:defRPr>
            </a:lvl8pPr>
            <a:lvl9pPr marL="4114800" marR="0" lvl="8" indent="-317500" algn="ctr" rtl="0">
              <a:lnSpc>
                <a:spcPct val="100000"/>
              </a:lnSpc>
              <a:spcBef>
                <a:spcPts val="0"/>
              </a:spcBef>
              <a:spcAft>
                <a:spcPts val="0"/>
              </a:spcAft>
              <a:buClr>
                <a:schemeClr val="accent4"/>
              </a:buClr>
              <a:buSzPts val="2400"/>
              <a:buFont typeface="Bebas Neue"/>
              <a:buNone/>
              <a:defRPr sz="2400" b="0" i="0" u="none" strike="noStrike" cap="none">
                <a:solidFill>
                  <a:schemeClr val="accent4"/>
                </a:solidFill>
                <a:latin typeface="Bebas Neue"/>
                <a:ea typeface="Bebas Neue"/>
                <a:cs typeface="Bebas Neue"/>
                <a:sym typeface="Bebas Neue"/>
              </a:defRPr>
            </a:lvl9pPr>
          </a:lstStyle>
          <a:p>
            <a:pPr marL="0" indent="0"/>
            <a:r>
              <a:rPr lang="en-US" sz="1200" dirty="0"/>
              <a:t>29.0% coverage</a:t>
            </a:r>
          </a:p>
        </p:txBody>
      </p:sp>
      <p:sp>
        <p:nvSpPr>
          <p:cNvPr id="7" name="Google Shape;2249;p47">
            <a:extLst>
              <a:ext uri="{FF2B5EF4-FFF2-40B4-BE49-F238E27FC236}">
                <a16:creationId xmlns:a16="http://schemas.microsoft.com/office/drawing/2014/main" id="{F24E0092-3697-79D3-D0C7-9A1406D578F0}"/>
              </a:ext>
            </a:extLst>
          </p:cNvPr>
          <p:cNvSpPr txBox="1">
            <a:spLocks/>
          </p:cNvSpPr>
          <p:nvPr/>
        </p:nvSpPr>
        <p:spPr>
          <a:xfrm>
            <a:off x="6242599" y="3411096"/>
            <a:ext cx="1715401" cy="36416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accent4"/>
              </a:buClr>
              <a:buSzPts val="2400"/>
              <a:buFont typeface="Bebas Neue"/>
              <a:buNone/>
              <a:defRPr sz="1600" b="1" i="0" u="none" strike="noStrike" cap="none">
                <a:solidFill>
                  <a:schemeClr val="dk1"/>
                </a:solidFill>
                <a:latin typeface="Syncopate"/>
                <a:ea typeface="Syncopate"/>
                <a:cs typeface="Syncopate"/>
                <a:sym typeface="Syncopate"/>
              </a:defRPr>
            </a:lvl1pPr>
            <a:lvl2pPr marL="914400" marR="0" lvl="1" indent="-317500" algn="ctr" rtl="0">
              <a:lnSpc>
                <a:spcPct val="100000"/>
              </a:lnSpc>
              <a:spcBef>
                <a:spcPts val="0"/>
              </a:spcBef>
              <a:spcAft>
                <a:spcPts val="0"/>
              </a:spcAft>
              <a:buClr>
                <a:schemeClr val="accent4"/>
              </a:buClr>
              <a:buSzPts val="2400"/>
              <a:buFont typeface="Bebas Neue"/>
              <a:buNone/>
              <a:defRPr sz="2400" b="0" i="0" u="none" strike="noStrike" cap="none">
                <a:solidFill>
                  <a:schemeClr val="accent4"/>
                </a:solidFill>
                <a:latin typeface="Bebas Neue"/>
                <a:ea typeface="Bebas Neue"/>
                <a:cs typeface="Bebas Neue"/>
                <a:sym typeface="Bebas Neue"/>
              </a:defRPr>
            </a:lvl2pPr>
            <a:lvl3pPr marL="1371600" marR="0" lvl="2" indent="-317500" algn="ctr" rtl="0">
              <a:lnSpc>
                <a:spcPct val="100000"/>
              </a:lnSpc>
              <a:spcBef>
                <a:spcPts val="0"/>
              </a:spcBef>
              <a:spcAft>
                <a:spcPts val="0"/>
              </a:spcAft>
              <a:buClr>
                <a:schemeClr val="accent4"/>
              </a:buClr>
              <a:buSzPts val="2400"/>
              <a:buFont typeface="Bebas Neue"/>
              <a:buNone/>
              <a:defRPr sz="2400" b="0" i="0" u="none" strike="noStrike" cap="none">
                <a:solidFill>
                  <a:schemeClr val="accent4"/>
                </a:solidFill>
                <a:latin typeface="Bebas Neue"/>
                <a:ea typeface="Bebas Neue"/>
                <a:cs typeface="Bebas Neue"/>
                <a:sym typeface="Bebas Neue"/>
              </a:defRPr>
            </a:lvl3pPr>
            <a:lvl4pPr marL="1828800" marR="0" lvl="3" indent="-317500" algn="ctr" rtl="0">
              <a:lnSpc>
                <a:spcPct val="100000"/>
              </a:lnSpc>
              <a:spcBef>
                <a:spcPts val="0"/>
              </a:spcBef>
              <a:spcAft>
                <a:spcPts val="0"/>
              </a:spcAft>
              <a:buClr>
                <a:schemeClr val="accent4"/>
              </a:buClr>
              <a:buSzPts val="2400"/>
              <a:buFont typeface="Bebas Neue"/>
              <a:buNone/>
              <a:defRPr sz="2400" b="0" i="0" u="none" strike="noStrike" cap="none">
                <a:solidFill>
                  <a:schemeClr val="accent4"/>
                </a:solidFill>
                <a:latin typeface="Bebas Neue"/>
                <a:ea typeface="Bebas Neue"/>
                <a:cs typeface="Bebas Neue"/>
                <a:sym typeface="Bebas Neue"/>
              </a:defRPr>
            </a:lvl4pPr>
            <a:lvl5pPr marL="2286000" marR="0" lvl="4" indent="-317500" algn="ctr" rtl="0">
              <a:lnSpc>
                <a:spcPct val="100000"/>
              </a:lnSpc>
              <a:spcBef>
                <a:spcPts val="0"/>
              </a:spcBef>
              <a:spcAft>
                <a:spcPts val="0"/>
              </a:spcAft>
              <a:buClr>
                <a:schemeClr val="accent4"/>
              </a:buClr>
              <a:buSzPts val="2400"/>
              <a:buFont typeface="Bebas Neue"/>
              <a:buNone/>
              <a:defRPr sz="2400" b="0" i="0" u="none" strike="noStrike" cap="none">
                <a:solidFill>
                  <a:schemeClr val="accent4"/>
                </a:solidFill>
                <a:latin typeface="Bebas Neue"/>
                <a:ea typeface="Bebas Neue"/>
                <a:cs typeface="Bebas Neue"/>
                <a:sym typeface="Bebas Neue"/>
              </a:defRPr>
            </a:lvl5pPr>
            <a:lvl6pPr marL="2743200" marR="0" lvl="5" indent="-317500" algn="ctr" rtl="0">
              <a:lnSpc>
                <a:spcPct val="100000"/>
              </a:lnSpc>
              <a:spcBef>
                <a:spcPts val="0"/>
              </a:spcBef>
              <a:spcAft>
                <a:spcPts val="0"/>
              </a:spcAft>
              <a:buClr>
                <a:schemeClr val="accent4"/>
              </a:buClr>
              <a:buSzPts val="2400"/>
              <a:buFont typeface="Bebas Neue"/>
              <a:buNone/>
              <a:defRPr sz="2400" b="0" i="0" u="none" strike="noStrike" cap="none">
                <a:solidFill>
                  <a:schemeClr val="accent4"/>
                </a:solidFill>
                <a:latin typeface="Bebas Neue"/>
                <a:ea typeface="Bebas Neue"/>
                <a:cs typeface="Bebas Neue"/>
                <a:sym typeface="Bebas Neue"/>
              </a:defRPr>
            </a:lvl6pPr>
            <a:lvl7pPr marL="3200400" marR="0" lvl="6" indent="-317500" algn="ctr" rtl="0">
              <a:lnSpc>
                <a:spcPct val="100000"/>
              </a:lnSpc>
              <a:spcBef>
                <a:spcPts val="0"/>
              </a:spcBef>
              <a:spcAft>
                <a:spcPts val="0"/>
              </a:spcAft>
              <a:buClr>
                <a:schemeClr val="accent4"/>
              </a:buClr>
              <a:buSzPts val="2400"/>
              <a:buFont typeface="Bebas Neue"/>
              <a:buNone/>
              <a:defRPr sz="2400" b="0" i="0" u="none" strike="noStrike" cap="none">
                <a:solidFill>
                  <a:schemeClr val="accent4"/>
                </a:solidFill>
                <a:latin typeface="Bebas Neue"/>
                <a:ea typeface="Bebas Neue"/>
                <a:cs typeface="Bebas Neue"/>
                <a:sym typeface="Bebas Neue"/>
              </a:defRPr>
            </a:lvl7pPr>
            <a:lvl8pPr marL="3657600" marR="0" lvl="7" indent="-317500" algn="ctr" rtl="0">
              <a:lnSpc>
                <a:spcPct val="100000"/>
              </a:lnSpc>
              <a:spcBef>
                <a:spcPts val="0"/>
              </a:spcBef>
              <a:spcAft>
                <a:spcPts val="0"/>
              </a:spcAft>
              <a:buClr>
                <a:schemeClr val="accent4"/>
              </a:buClr>
              <a:buSzPts val="2400"/>
              <a:buFont typeface="Bebas Neue"/>
              <a:buNone/>
              <a:defRPr sz="2400" b="0" i="0" u="none" strike="noStrike" cap="none">
                <a:solidFill>
                  <a:schemeClr val="accent4"/>
                </a:solidFill>
                <a:latin typeface="Bebas Neue"/>
                <a:ea typeface="Bebas Neue"/>
                <a:cs typeface="Bebas Neue"/>
                <a:sym typeface="Bebas Neue"/>
              </a:defRPr>
            </a:lvl8pPr>
            <a:lvl9pPr marL="4114800" marR="0" lvl="8" indent="-317500" algn="ctr" rtl="0">
              <a:lnSpc>
                <a:spcPct val="100000"/>
              </a:lnSpc>
              <a:spcBef>
                <a:spcPts val="0"/>
              </a:spcBef>
              <a:spcAft>
                <a:spcPts val="0"/>
              </a:spcAft>
              <a:buClr>
                <a:schemeClr val="accent4"/>
              </a:buClr>
              <a:buSzPts val="2400"/>
              <a:buFont typeface="Bebas Neue"/>
              <a:buNone/>
              <a:defRPr sz="2400" b="0" i="0" u="none" strike="noStrike" cap="none">
                <a:solidFill>
                  <a:schemeClr val="accent4"/>
                </a:solidFill>
                <a:latin typeface="Bebas Neue"/>
                <a:ea typeface="Bebas Neue"/>
                <a:cs typeface="Bebas Neue"/>
                <a:sym typeface="Bebas Neue"/>
              </a:defRPr>
            </a:lvl9pPr>
          </a:lstStyle>
          <a:p>
            <a:pPr marL="0" indent="0"/>
            <a:r>
              <a:rPr lang="en-US" sz="1200" dirty="0"/>
              <a:t>38.1% coverage</a:t>
            </a:r>
          </a:p>
        </p:txBody>
      </p:sp>
      <p:sp>
        <p:nvSpPr>
          <p:cNvPr id="8" name="Google Shape;2246;p47">
            <a:extLst>
              <a:ext uri="{FF2B5EF4-FFF2-40B4-BE49-F238E27FC236}">
                <a16:creationId xmlns:a16="http://schemas.microsoft.com/office/drawing/2014/main" id="{584B673B-05F9-4265-03A2-A548E8ACAFED}"/>
              </a:ext>
            </a:extLst>
          </p:cNvPr>
          <p:cNvSpPr txBox="1">
            <a:spLocks/>
          </p:cNvSpPr>
          <p:nvPr/>
        </p:nvSpPr>
        <p:spPr>
          <a:xfrm>
            <a:off x="1256079" y="4089890"/>
            <a:ext cx="5859283" cy="8754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accent4"/>
              </a:buClr>
              <a:buSzPts val="1400"/>
              <a:buFont typeface="Albert Sans Medium"/>
              <a:buNone/>
              <a:defRPr sz="1400" b="0" i="0" u="none" strike="noStrike" cap="none">
                <a:solidFill>
                  <a:schemeClr val="accent4"/>
                </a:solidFill>
                <a:latin typeface="Albert Sans Medium"/>
                <a:ea typeface="Albert Sans Medium"/>
                <a:cs typeface="Albert Sans Medium"/>
                <a:sym typeface="Albert Sans Medium"/>
              </a:defRPr>
            </a:lvl1pPr>
            <a:lvl2pPr marL="914400" marR="0" lvl="1" indent="-317500" algn="ctr" rtl="0">
              <a:lnSpc>
                <a:spcPct val="100000"/>
              </a:lnSpc>
              <a:spcBef>
                <a:spcPts val="0"/>
              </a:spcBef>
              <a:spcAft>
                <a:spcPts val="0"/>
              </a:spcAft>
              <a:buClr>
                <a:schemeClr val="accent4"/>
              </a:buClr>
              <a:buSzPts val="1400"/>
              <a:buFont typeface="Albert Sans Medium"/>
              <a:buNone/>
              <a:defRPr sz="1400" b="0" i="0" u="none" strike="noStrike" cap="none">
                <a:solidFill>
                  <a:schemeClr val="accent4"/>
                </a:solidFill>
                <a:latin typeface="Albert Sans Medium"/>
                <a:ea typeface="Albert Sans Medium"/>
                <a:cs typeface="Albert Sans Medium"/>
                <a:sym typeface="Albert Sans Medium"/>
              </a:defRPr>
            </a:lvl2pPr>
            <a:lvl3pPr marL="1371600" marR="0" lvl="2" indent="-317500" algn="ctr" rtl="0">
              <a:lnSpc>
                <a:spcPct val="100000"/>
              </a:lnSpc>
              <a:spcBef>
                <a:spcPts val="1600"/>
              </a:spcBef>
              <a:spcAft>
                <a:spcPts val="0"/>
              </a:spcAft>
              <a:buClr>
                <a:schemeClr val="accent4"/>
              </a:buClr>
              <a:buSzPts val="1400"/>
              <a:buFont typeface="Albert Sans Medium"/>
              <a:buNone/>
              <a:defRPr sz="1400" b="0" i="0" u="none" strike="noStrike" cap="none">
                <a:solidFill>
                  <a:schemeClr val="accent4"/>
                </a:solidFill>
                <a:latin typeface="Albert Sans Medium"/>
                <a:ea typeface="Albert Sans Medium"/>
                <a:cs typeface="Albert Sans Medium"/>
                <a:sym typeface="Albert Sans Medium"/>
              </a:defRPr>
            </a:lvl3pPr>
            <a:lvl4pPr marL="1828800" marR="0" lvl="3" indent="-317500" algn="ctr" rtl="0">
              <a:lnSpc>
                <a:spcPct val="100000"/>
              </a:lnSpc>
              <a:spcBef>
                <a:spcPts val="1600"/>
              </a:spcBef>
              <a:spcAft>
                <a:spcPts val="0"/>
              </a:spcAft>
              <a:buClr>
                <a:schemeClr val="accent4"/>
              </a:buClr>
              <a:buSzPts val="1400"/>
              <a:buFont typeface="Albert Sans Medium"/>
              <a:buNone/>
              <a:defRPr sz="1400" b="0" i="0" u="none" strike="noStrike" cap="none">
                <a:solidFill>
                  <a:schemeClr val="accent4"/>
                </a:solidFill>
                <a:latin typeface="Albert Sans Medium"/>
                <a:ea typeface="Albert Sans Medium"/>
                <a:cs typeface="Albert Sans Medium"/>
                <a:sym typeface="Albert Sans Medium"/>
              </a:defRPr>
            </a:lvl4pPr>
            <a:lvl5pPr marL="2286000" marR="0" lvl="4" indent="-317500" algn="ctr" rtl="0">
              <a:lnSpc>
                <a:spcPct val="100000"/>
              </a:lnSpc>
              <a:spcBef>
                <a:spcPts val="1600"/>
              </a:spcBef>
              <a:spcAft>
                <a:spcPts val="0"/>
              </a:spcAft>
              <a:buClr>
                <a:schemeClr val="accent4"/>
              </a:buClr>
              <a:buSzPts val="1400"/>
              <a:buFont typeface="Albert Sans Medium"/>
              <a:buNone/>
              <a:defRPr sz="1400" b="0" i="0" u="none" strike="noStrike" cap="none">
                <a:solidFill>
                  <a:schemeClr val="accent4"/>
                </a:solidFill>
                <a:latin typeface="Albert Sans Medium"/>
                <a:ea typeface="Albert Sans Medium"/>
                <a:cs typeface="Albert Sans Medium"/>
                <a:sym typeface="Albert Sans Medium"/>
              </a:defRPr>
            </a:lvl5pPr>
            <a:lvl6pPr marL="2743200" marR="0" lvl="5" indent="-317500" algn="ctr" rtl="0">
              <a:lnSpc>
                <a:spcPct val="100000"/>
              </a:lnSpc>
              <a:spcBef>
                <a:spcPts val="1600"/>
              </a:spcBef>
              <a:spcAft>
                <a:spcPts val="0"/>
              </a:spcAft>
              <a:buClr>
                <a:schemeClr val="accent4"/>
              </a:buClr>
              <a:buSzPts val="1400"/>
              <a:buFont typeface="Albert Sans Medium"/>
              <a:buNone/>
              <a:defRPr sz="1400" b="0" i="0" u="none" strike="noStrike" cap="none">
                <a:solidFill>
                  <a:schemeClr val="accent4"/>
                </a:solidFill>
                <a:latin typeface="Albert Sans Medium"/>
                <a:ea typeface="Albert Sans Medium"/>
                <a:cs typeface="Albert Sans Medium"/>
                <a:sym typeface="Albert Sans Medium"/>
              </a:defRPr>
            </a:lvl6pPr>
            <a:lvl7pPr marL="3200400" marR="0" lvl="6" indent="-317500" algn="ctr" rtl="0">
              <a:lnSpc>
                <a:spcPct val="100000"/>
              </a:lnSpc>
              <a:spcBef>
                <a:spcPts val="1600"/>
              </a:spcBef>
              <a:spcAft>
                <a:spcPts val="0"/>
              </a:spcAft>
              <a:buClr>
                <a:schemeClr val="accent4"/>
              </a:buClr>
              <a:buSzPts val="1400"/>
              <a:buFont typeface="Albert Sans Medium"/>
              <a:buNone/>
              <a:defRPr sz="1400" b="0" i="0" u="none" strike="noStrike" cap="none">
                <a:solidFill>
                  <a:schemeClr val="accent4"/>
                </a:solidFill>
                <a:latin typeface="Albert Sans Medium"/>
                <a:ea typeface="Albert Sans Medium"/>
                <a:cs typeface="Albert Sans Medium"/>
                <a:sym typeface="Albert Sans Medium"/>
              </a:defRPr>
            </a:lvl7pPr>
            <a:lvl8pPr marL="3657600" marR="0" lvl="7" indent="-317500" algn="ctr" rtl="0">
              <a:lnSpc>
                <a:spcPct val="100000"/>
              </a:lnSpc>
              <a:spcBef>
                <a:spcPts val="1600"/>
              </a:spcBef>
              <a:spcAft>
                <a:spcPts val="0"/>
              </a:spcAft>
              <a:buClr>
                <a:schemeClr val="accent4"/>
              </a:buClr>
              <a:buSzPts val="1400"/>
              <a:buFont typeface="Albert Sans Medium"/>
              <a:buNone/>
              <a:defRPr sz="1400" b="0" i="0" u="none" strike="noStrike" cap="none">
                <a:solidFill>
                  <a:schemeClr val="accent4"/>
                </a:solidFill>
                <a:latin typeface="Albert Sans Medium"/>
                <a:ea typeface="Albert Sans Medium"/>
                <a:cs typeface="Albert Sans Medium"/>
                <a:sym typeface="Albert Sans Medium"/>
              </a:defRPr>
            </a:lvl8pPr>
            <a:lvl9pPr marL="4114800" marR="0" lvl="8" indent="-317500" algn="ctr" rtl="0">
              <a:lnSpc>
                <a:spcPct val="100000"/>
              </a:lnSpc>
              <a:spcBef>
                <a:spcPts val="1600"/>
              </a:spcBef>
              <a:spcAft>
                <a:spcPts val="1600"/>
              </a:spcAft>
              <a:buClr>
                <a:schemeClr val="accent4"/>
              </a:buClr>
              <a:buSzPts val="1400"/>
              <a:buFont typeface="Albert Sans Medium"/>
              <a:buNone/>
              <a:defRPr sz="1400" b="0" i="0" u="none" strike="noStrike" cap="none">
                <a:solidFill>
                  <a:schemeClr val="accent4"/>
                </a:solidFill>
                <a:latin typeface="Albert Sans Medium"/>
                <a:ea typeface="Albert Sans Medium"/>
                <a:cs typeface="Albert Sans Medium"/>
                <a:sym typeface="Albert Sans Medium"/>
              </a:defRPr>
            </a:lvl9pPr>
          </a:lstStyle>
          <a:p>
            <a:pPr marL="0" indent="0"/>
            <a:r>
              <a:rPr lang="en-US" b="1" dirty="0"/>
              <a:t>Renewable output improves across scenarios, but demand remains much larger than wind and solar generation</a:t>
            </a:r>
          </a:p>
        </p:txBody>
      </p:sp>
      <p:sp>
        <p:nvSpPr>
          <p:cNvPr id="9" name="Google Shape;2246;p47">
            <a:extLst>
              <a:ext uri="{FF2B5EF4-FFF2-40B4-BE49-F238E27FC236}">
                <a16:creationId xmlns:a16="http://schemas.microsoft.com/office/drawing/2014/main" id="{FEE6BE00-A6C7-9B11-F063-9A4461C0F492}"/>
              </a:ext>
            </a:extLst>
          </p:cNvPr>
          <p:cNvSpPr txBox="1">
            <a:spLocks/>
          </p:cNvSpPr>
          <p:nvPr/>
        </p:nvSpPr>
        <p:spPr>
          <a:xfrm>
            <a:off x="1263056" y="891021"/>
            <a:ext cx="5859283" cy="8754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accent4"/>
              </a:buClr>
              <a:buSzPts val="1400"/>
              <a:buFont typeface="Albert Sans Medium"/>
              <a:buNone/>
              <a:defRPr sz="1400" b="0" i="0" u="none" strike="noStrike" cap="none">
                <a:solidFill>
                  <a:schemeClr val="accent4"/>
                </a:solidFill>
                <a:latin typeface="Albert Sans Medium"/>
                <a:ea typeface="Albert Sans Medium"/>
                <a:cs typeface="Albert Sans Medium"/>
                <a:sym typeface="Albert Sans Medium"/>
              </a:defRPr>
            </a:lvl1pPr>
            <a:lvl2pPr marL="914400" marR="0" lvl="1" indent="-317500" algn="ctr" rtl="0">
              <a:lnSpc>
                <a:spcPct val="100000"/>
              </a:lnSpc>
              <a:spcBef>
                <a:spcPts val="0"/>
              </a:spcBef>
              <a:spcAft>
                <a:spcPts val="0"/>
              </a:spcAft>
              <a:buClr>
                <a:schemeClr val="accent4"/>
              </a:buClr>
              <a:buSzPts val="1400"/>
              <a:buFont typeface="Albert Sans Medium"/>
              <a:buNone/>
              <a:defRPr sz="1400" b="0" i="0" u="none" strike="noStrike" cap="none">
                <a:solidFill>
                  <a:schemeClr val="accent4"/>
                </a:solidFill>
                <a:latin typeface="Albert Sans Medium"/>
                <a:ea typeface="Albert Sans Medium"/>
                <a:cs typeface="Albert Sans Medium"/>
                <a:sym typeface="Albert Sans Medium"/>
              </a:defRPr>
            </a:lvl2pPr>
            <a:lvl3pPr marL="1371600" marR="0" lvl="2" indent="-317500" algn="ctr" rtl="0">
              <a:lnSpc>
                <a:spcPct val="100000"/>
              </a:lnSpc>
              <a:spcBef>
                <a:spcPts val="1600"/>
              </a:spcBef>
              <a:spcAft>
                <a:spcPts val="0"/>
              </a:spcAft>
              <a:buClr>
                <a:schemeClr val="accent4"/>
              </a:buClr>
              <a:buSzPts val="1400"/>
              <a:buFont typeface="Albert Sans Medium"/>
              <a:buNone/>
              <a:defRPr sz="1400" b="0" i="0" u="none" strike="noStrike" cap="none">
                <a:solidFill>
                  <a:schemeClr val="accent4"/>
                </a:solidFill>
                <a:latin typeface="Albert Sans Medium"/>
                <a:ea typeface="Albert Sans Medium"/>
                <a:cs typeface="Albert Sans Medium"/>
                <a:sym typeface="Albert Sans Medium"/>
              </a:defRPr>
            </a:lvl3pPr>
            <a:lvl4pPr marL="1828800" marR="0" lvl="3" indent="-317500" algn="ctr" rtl="0">
              <a:lnSpc>
                <a:spcPct val="100000"/>
              </a:lnSpc>
              <a:spcBef>
                <a:spcPts val="1600"/>
              </a:spcBef>
              <a:spcAft>
                <a:spcPts val="0"/>
              </a:spcAft>
              <a:buClr>
                <a:schemeClr val="accent4"/>
              </a:buClr>
              <a:buSzPts val="1400"/>
              <a:buFont typeface="Albert Sans Medium"/>
              <a:buNone/>
              <a:defRPr sz="1400" b="0" i="0" u="none" strike="noStrike" cap="none">
                <a:solidFill>
                  <a:schemeClr val="accent4"/>
                </a:solidFill>
                <a:latin typeface="Albert Sans Medium"/>
                <a:ea typeface="Albert Sans Medium"/>
                <a:cs typeface="Albert Sans Medium"/>
                <a:sym typeface="Albert Sans Medium"/>
              </a:defRPr>
            </a:lvl4pPr>
            <a:lvl5pPr marL="2286000" marR="0" lvl="4" indent="-317500" algn="ctr" rtl="0">
              <a:lnSpc>
                <a:spcPct val="100000"/>
              </a:lnSpc>
              <a:spcBef>
                <a:spcPts val="1600"/>
              </a:spcBef>
              <a:spcAft>
                <a:spcPts val="0"/>
              </a:spcAft>
              <a:buClr>
                <a:schemeClr val="accent4"/>
              </a:buClr>
              <a:buSzPts val="1400"/>
              <a:buFont typeface="Albert Sans Medium"/>
              <a:buNone/>
              <a:defRPr sz="1400" b="0" i="0" u="none" strike="noStrike" cap="none">
                <a:solidFill>
                  <a:schemeClr val="accent4"/>
                </a:solidFill>
                <a:latin typeface="Albert Sans Medium"/>
                <a:ea typeface="Albert Sans Medium"/>
                <a:cs typeface="Albert Sans Medium"/>
                <a:sym typeface="Albert Sans Medium"/>
              </a:defRPr>
            </a:lvl5pPr>
            <a:lvl6pPr marL="2743200" marR="0" lvl="5" indent="-317500" algn="ctr" rtl="0">
              <a:lnSpc>
                <a:spcPct val="100000"/>
              </a:lnSpc>
              <a:spcBef>
                <a:spcPts val="1600"/>
              </a:spcBef>
              <a:spcAft>
                <a:spcPts val="0"/>
              </a:spcAft>
              <a:buClr>
                <a:schemeClr val="accent4"/>
              </a:buClr>
              <a:buSzPts val="1400"/>
              <a:buFont typeface="Albert Sans Medium"/>
              <a:buNone/>
              <a:defRPr sz="1400" b="0" i="0" u="none" strike="noStrike" cap="none">
                <a:solidFill>
                  <a:schemeClr val="accent4"/>
                </a:solidFill>
                <a:latin typeface="Albert Sans Medium"/>
                <a:ea typeface="Albert Sans Medium"/>
                <a:cs typeface="Albert Sans Medium"/>
                <a:sym typeface="Albert Sans Medium"/>
              </a:defRPr>
            </a:lvl6pPr>
            <a:lvl7pPr marL="3200400" marR="0" lvl="6" indent="-317500" algn="ctr" rtl="0">
              <a:lnSpc>
                <a:spcPct val="100000"/>
              </a:lnSpc>
              <a:spcBef>
                <a:spcPts val="1600"/>
              </a:spcBef>
              <a:spcAft>
                <a:spcPts val="0"/>
              </a:spcAft>
              <a:buClr>
                <a:schemeClr val="accent4"/>
              </a:buClr>
              <a:buSzPts val="1400"/>
              <a:buFont typeface="Albert Sans Medium"/>
              <a:buNone/>
              <a:defRPr sz="1400" b="0" i="0" u="none" strike="noStrike" cap="none">
                <a:solidFill>
                  <a:schemeClr val="accent4"/>
                </a:solidFill>
                <a:latin typeface="Albert Sans Medium"/>
                <a:ea typeface="Albert Sans Medium"/>
                <a:cs typeface="Albert Sans Medium"/>
                <a:sym typeface="Albert Sans Medium"/>
              </a:defRPr>
            </a:lvl7pPr>
            <a:lvl8pPr marL="3657600" marR="0" lvl="7" indent="-317500" algn="ctr" rtl="0">
              <a:lnSpc>
                <a:spcPct val="100000"/>
              </a:lnSpc>
              <a:spcBef>
                <a:spcPts val="1600"/>
              </a:spcBef>
              <a:spcAft>
                <a:spcPts val="0"/>
              </a:spcAft>
              <a:buClr>
                <a:schemeClr val="accent4"/>
              </a:buClr>
              <a:buSzPts val="1400"/>
              <a:buFont typeface="Albert Sans Medium"/>
              <a:buNone/>
              <a:defRPr sz="1400" b="0" i="0" u="none" strike="noStrike" cap="none">
                <a:solidFill>
                  <a:schemeClr val="accent4"/>
                </a:solidFill>
                <a:latin typeface="Albert Sans Medium"/>
                <a:ea typeface="Albert Sans Medium"/>
                <a:cs typeface="Albert Sans Medium"/>
                <a:sym typeface="Albert Sans Medium"/>
              </a:defRPr>
            </a:lvl8pPr>
            <a:lvl9pPr marL="4114800" marR="0" lvl="8" indent="-317500" algn="ctr" rtl="0">
              <a:lnSpc>
                <a:spcPct val="100000"/>
              </a:lnSpc>
              <a:spcBef>
                <a:spcPts val="1600"/>
              </a:spcBef>
              <a:spcAft>
                <a:spcPts val="1600"/>
              </a:spcAft>
              <a:buClr>
                <a:schemeClr val="accent4"/>
              </a:buClr>
              <a:buSzPts val="1400"/>
              <a:buFont typeface="Albert Sans Medium"/>
              <a:buNone/>
              <a:defRPr sz="1400" b="0" i="0" u="none" strike="noStrike" cap="none">
                <a:solidFill>
                  <a:schemeClr val="accent4"/>
                </a:solidFill>
                <a:latin typeface="Albert Sans Medium"/>
                <a:ea typeface="Albert Sans Medium"/>
                <a:cs typeface="Albert Sans Medium"/>
                <a:sym typeface="Albert Sans Medium"/>
              </a:defRPr>
            </a:lvl9pPr>
          </a:lstStyle>
          <a:p>
            <a:pPr marL="0" indent="0"/>
            <a:r>
              <a:rPr lang="en-US" b="1" dirty="0"/>
              <a:t>Demand was held constant so the change in shortfall came from renewable generation.</a:t>
            </a:r>
          </a:p>
        </p:txBody>
      </p:sp>
    </p:spTree>
    <p:extLst>
      <p:ext uri="{BB962C8B-B14F-4D97-AF65-F5344CB8AC3E}">
        <p14:creationId xmlns:p14="http://schemas.microsoft.com/office/powerpoint/2010/main" val="16647412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042">
          <a:extLst>
            <a:ext uri="{FF2B5EF4-FFF2-40B4-BE49-F238E27FC236}">
              <a16:creationId xmlns:a16="http://schemas.microsoft.com/office/drawing/2014/main" id="{63E42E0E-082E-417C-AAA3-D210913D2C24}"/>
            </a:ext>
          </a:extLst>
        </p:cNvPr>
        <p:cNvGrpSpPr/>
        <p:nvPr/>
      </p:nvGrpSpPr>
      <p:grpSpPr>
        <a:xfrm>
          <a:off x="0" y="0"/>
          <a:ext cx="0" cy="0"/>
          <a:chOff x="0" y="0"/>
          <a:chExt cx="0" cy="0"/>
        </a:xfrm>
      </p:grpSpPr>
      <p:sp>
        <p:nvSpPr>
          <p:cNvPr id="2044" name="Google Shape;2044;p45">
            <a:extLst>
              <a:ext uri="{FF2B5EF4-FFF2-40B4-BE49-F238E27FC236}">
                <a16:creationId xmlns:a16="http://schemas.microsoft.com/office/drawing/2014/main" id="{0A97D513-2E5E-68CA-0BBD-4A06E9F76ADC}"/>
              </a:ext>
            </a:extLst>
          </p:cNvPr>
          <p:cNvSpPr txBox="1">
            <a:spLocks noGrp="1"/>
          </p:cNvSpPr>
          <p:nvPr>
            <p:ph type="title"/>
          </p:nvPr>
        </p:nvSpPr>
        <p:spPr>
          <a:xfrm>
            <a:off x="720000" y="445025"/>
            <a:ext cx="77109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Shortfall heatmap</a:t>
            </a:r>
            <a:endParaRPr dirty="0"/>
          </a:p>
        </p:txBody>
      </p:sp>
      <p:grpSp>
        <p:nvGrpSpPr>
          <p:cNvPr id="2045" name="Google Shape;2045;p45">
            <a:extLst>
              <a:ext uri="{FF2B5EF4-FFF2-40B4-BE49-F238E27FC236}">
                <a16:creationId xmlns:a16="http://schemas.microsoft.com/office/drawing/2014/main" id="{0D3D4000-D765-126A-E0DB-7EA6961D69B4}"/>
              </a:ext>
            </a:extLst>
          </p:cNvPr>
          <p:cNvGrpSpPr/>
          <p:nvPr/>
        </p:nvGrpSpPr>
        <p:grpSpPr>
          <a:xfrm>
            <a:off x="5934625" y="2545592"/>
            <a:ext cx="2984135" cy="2147847"/>
            <a:chOff x="5253750" y="2501150"/>
            <a:chExt cx="1851775" cy="1332825"/>
          </a:xfrm>
        </p:grpSpPr>
        <p:sp>
          <p:nvSpPr>
            <p:cNvPr id="2046" name="Google Shape;2046;p45">
              <a:extLst>
                <a:ext uri="{FF2B5EF4-FFF2-40B4-BE49-F238E27FC236}">
                  <a16:creationId xmlns:a16="http://schemas.microsoft.com/office/drawing/2014/main" id="{15C8D41D-7549-12C8-6B1E-FD48DE8373B9}"/>
                </a:ext>
              </a:extLst>
            </p:cNvPr>
            <p:cNvSpPr/>
            <p:nvPr/>
          </p:nvSpPr>
          <p:spPr>
            <a:xfrm>
              <a:off x="6476650" y="2669800"/>
              <a:ext cx="299225" cy="96850"/>
            </a:xfrm>
            <a:custGeom>
              <a:avLst/>
              <a:gdLst/>
              <a:ahLst/>
              <a:cxnLst/>
              <a:rect l="l" t="t" r="r" b="b"/>
              <a:pathLst>
                <a:path w="11969" h="3874" extrusionOk="0">
                  <a:moveTo>
                    <a:pt x="5963" y="0"/>
                  </a:moveTo>
                  <a:cubicBezTo>
                    <a:pt x="3308" y="0"/>
                    <a:pt x="1045" y="1567"/>
                    <a:pt x="1" y="3874"/>
                  </a:cubicBezTo>
                  <a:lnTo>
                    <a:pt x="11969" y="3874"/>
                  </a:lnTo>
                  <a:cubicBezTo>
                    <a:pt x="10924" y="1567"/>
                    <a:pt x="8661" y="0"/>
                    <a:pt x="5963" y="0"/>
                  </a:cubicBezTo>
                  <a:close/>
                </a:path>
              </a:pathLst>
            </a:custGeom>
            <a:solidFill>
              <a:srgbClr val="D9B8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47" name="Google Shape;2047;p45">
              <a:extLst>
                <a:ext uri="{FF2B5EF4-FFF2-40B4-BE49-F238E27FC236}">
                  <a16:creationId xmlns:a16="http://schemas.microsoft.com/office/drawing/2014/main" id="{CAF7886E-9FD4-2112-9BA3-1B8DF8700B0E}"/>
                </a:ext>
              </a:extLst>
            </p:cNvPr>
            <p:cNvSpPr/>
            <p:nvPr/>
          </p:nvSpPr>
          <p:spPr>
            <a:xfrm>
              <a:off x="6644200" y="2670875"/>
              <a:ext cx="130600" cy="95775"/>
            </a:xfrm>
            <a:custGeom>
              <a:avLst/>
              <a:gdLst/>
              <a:ahLst/>
              <a:cxnLst/>
              <a:rect l="l" t="t" r="r" b="b"/>
              <a:pathLst>
                <a:path w="5224" h="3831" extrusionOk="0">
                  <a:moveTo>
                    <a:pt x="1" y="1"/>
                  </a:moveTo>
                  <a:lnTo>
                    <a:pt x="1" y="1"/>
                  </a:lnTo>
                  <a:cubicBezTo>
                    <a:pt x="871" y="567"/>
                    <a:pt x="1567" y="1959"/>
                    <a:pt x="1959" y="3831"/>
                  </a:cubicBezTo>
                  <a:lnTo>
                    <a:pt x="5223" y="3831"/>
                  </a:lnTo>
                  <a:cubicBezTo>
                    <a:pt x="4266" y="1742"/>
                    <a:pt x="2307" y="262"/>
                    <a:pt x="1" y="1"/>
                  </a:cubicBezTo>
                  <a:close/>
                </a:path>
              </a:pathLst>
            </a:custGeom>
            <a:solidFill>
              <a:srgbClr val="C293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48" name="Google Shape;2048;p45">
              <a:extLst>
                <a:ext uri="{FF2B5EF4-FFF2-40B4-BE49-F238E27FC236}">
                  <a16:creationId xmlns:a16="http://schemas.microsoft.com/office/drawing/2014/main" id="{EF42E864-9627-9755-BD3B-1C9CA820F113}"/>
                </a:ext>
              </a:extLst>
            </p:cNvPr>
            <p:cNvSpPr/>
            <p:nvPr/>
          </p:nvSpPr>
          <p:spPr>
            <a:xfrm>
              <a:off x="6695350" y="2781850"/>
              <a:ext cx="93575" cy="1004250"/>
            </a:xfrm>
            <a:custGeom>
              <a:avLst/>
              <a:gdLst/>
              <a:ahLst/>
              <a:cxnLst/>
              <a:rect l="l" t="t" r="r" b="b"/>
              <a:pathLst>
                <a:path w="3743" h="40170" extrusionOk="0">
                  <a:moveTo>
                    <a:pt x="0" y="1"/>
                  </a:moveTo>
                  <a:lnTo>
                    <a:pt x="0" y="40169"/>
                  </a:lnTo>
                  <a:lnTo>
                    <a:pt x="3743" y="40169"/>
                  </a:lnTo>
                  <a:lnTo>
                    <a:pt x="3743" y="1"/>
                  </a:lnTo>
                  <a:close/>
                </a:path>
              </a:pathLst>
            </a:custGeom>
            <a:solidFill>
              <a:srgbClr val="C293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49" name="Google Shape;2049;p45">
              <a:extLst>
                <a:ext uri="{FF2B5EF4-FFF2-40B4-BE49-F238E27FC236}">
                  <a16:creationId xmlns:a16="http://schemas.microsoft.com/office/drawing/2014/main" id="{C4C53F21-B954-7B19-BDFA-015A6ABC1B6A}"/>
                </a:ext>
              </a:extLst>
            </p:cNvPr>
            <p:cNvSpPr/>
            <p:nvPr/>
          </p:nvSpPr>
          <p:spPr>
            <a:xfrm>
              <a:off x="6462500" y="2781850"/>
              <a:ext cx="232875" cy="1004250"/>
            </a:xfrm>
            <a:custGeom>
              <a:avLst/>
              <a:gdLst/>
              <a:ahLst/>
              <a:cxnLst/>
              <a:rect l="l" t="t" r="r" b="b"/>
              <a:pathLst>
                <a:path w="9315" h="40170" extrusionOk="0">
                  <a:moveTo>
                    <a:pt x="1" y="1"/>
                  </a:moveTo>
                  <a:lnTo>
                    <a:pt x="1" y="40169"/>
                  </a:lnTo>
                  <a:lnTo>
                    <a:pt x="9314" y="40169"/>
                  </a:lnTo>
                  <a:lnTo>
                    <a:pt x="9314" y="1"/>
                  </a:lnTo>
                  <a:close/>
                </a:path>
              </a:pathLst>
            </a:custGeom>
            <a:solidFill>
              <a:srgbClr val="D9B8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50" name="Google Shape;2050;p45">
              <a:extLst>
                <a:ext uri="{FF2B5EF4-FFF2-40B4-BE49-F238E27FC236}">
                  <a16:creationId xmlns:a16="http://schemas.microsoft.com/office/drawing/2014/main" id="{8CDF71C6-A2DB-F24F-4D7A-A8134BFC1214}"/>
                </a:ext>
              </a:extLst>
            </p:cNvPr>
            <p:cNvSpPr/>
            <p:nvPr/>
          </p:nvSpPr>
          <p:spPr>
            <a:xfrm>
              <a:off x="6695350" y="2759000"/>
              <a:ext cx="102275" cy="30500"/>
            </a:xfrm>
            <a:custGeom>
              <a:avLst/>
              <a:gdLst/>
              <a:ahLst/>
              <a:cxnLst/>
              <a:rect l="l" t="t" r="r" b="b"/>
              <a:pathLst>
                <a:path w="4091" h="1220" extrusionOk="0">
                  <a:moveTo>
                    <a:pt x="0" y="1"/>
                  </a:moveTo>
                  <a:lnTo>
                    <a:pt x="0" y="1220"/>
                  </a:lnTo>
                  <a:lnTo>
                    <a:pt x="4091" y="1220"/>
                  </a:lnTo>
                  <a:lnTo>
                    <a:pt x="4091" y="1"/>
                  </a:lnTo>
                  <a:close/>
                </a:path>
              </a:pathLst>
            </a:custGeom>
            <a:solidFill>
              <a:srgbClr val="C2DA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51" name="Google Shape;2051;p45">
              <a:extLst>
                <a:ext uri="{FF2B5EF4-FFF2-40B4-BE49-F238E27FC236}">
                  <a16:creationId xmlns:a16="http://schemas.microsoft.com/office/drawing/2014/main" id="{F5B0F4A5-B3DC-F67A-A860-5B1A53B2AE1A}"/>
                </a:ext>
              </a:extLst>
            </p:cNvPr>
            <p:cNvSpPr/>
            <p:nvPr/>
          </p:nvSpPr>
          <p:spPr>
            <a:xfrm>
              <a:off x="6450550" y="2759000"/>
              <a:ext cx="245900" cy="30500"/>
            </a:xfrm>
            <a:custGeom>
              <a:avLst/>
              <a:gdLst/>
              <a:ahLst/>
              <a:cxnLst/>
              <a:rect l="l" t="t" r="r" b="b"/>
              <a:pathLst>
                <a:path w="9836" h="1220" extrusionOk="0">
                  <a:moveTo>
                    <a:pt x="0" y="1"/>
                  </a:moveTo>
                  <a:lnTo>
                    <a:pt x="0" y="1220"/>
                  </a:lnTo>
                  <a:lnTo>
                    <a:pt x="9836" y="1220"/>
                  </a:lnTo>
                  <a:lnTo>
                    <a:pt x="9836" y="1"/>
                  </a:lnTo>
                  <a:close/>
                </a:path>
              </a:pathLst>
            </a:custGeom>
            <a:solidFill>
              <a:srgbClr val="F4F8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52" name="Google Shape;2052;p45">
              <a:extLst>
                <a:ext uri="{FF2B5EF4-FFF2-40B4-BE49-F238E27FC236}">
                  <a16:creationId xmlns:a16="http://schemas.microsoft.com/office/drawing/2014/main" id="{EFAFDB79-7E0C-1CD8-AE03-871B551D3A4F}"/>
                </a:ext>
              </a:extLst>
            </p:cNvPr>
            <p:cNvSpPr/>
            <p:nvPr/>
          </p:nvSpPr>
          <p:spPr>
            <a:xfrm>
              <a:off x="6710575" y="2804700"/>
              <a:ext cx="71825" cy="468950"/>
            </a:xfrm>
            <a:custGeom>
              <a:avLst/>
              <a:gdLst/>
              <a:ahLst/>
              <a:cxnLst/>
              <a:rect l="l" t="t" r="r" b="b"/>
              <a:pathLst>
                <a:path w="2873" h="18758" extrusionOk="0">
                  <a:moveTo>
                    <a:pt x="827" y="1"/>
                  </a:moveTo>
                  <a:lnTo>
                    <a:pt x="827" y="1655"/>
                  </a:lnTo>
                  <a:lnTo>
                    <a:pt x="1262" y="1655"/>
                  </a:lnTo>
                  <a:lnTo>
                    <a:pt x="1262" y="1"/>
                  </a:lnTo>
                  <a:close/>
                  <a:moveTo>
                    <a:pt x="1611" y="1"/>
                  </a:moveTo>
                  <a:lnTo>
                    <a:pt x="1611" y="1655"/>
                  </a:lnTo>
                  <a:lnTo>
                    <a:pt x="2046" y="1655"/>
                  </a:lnTo>
                  <a:lnTo>
                    <a:pt x="2046" y="1"/>
                  </a:lnTo>
                  <a:close/>
                  <a:moveTo>
                    <a:pt x="2437" y="1"/>
                  </a:moveTo>
                  <a:lnTo>
                    <a:pt x="2437" y="1655"/>
                  </a:lnTo>
                  <a:lnTo>
                    <a:pt x="2873" y="1655"/>
                  </a:lnTo>
                  <a:lnTo>
                    <a:pt x="2873" y="1"/>
                  </a:lnTo>
                  <a:close/>
                  <a:moveTo>
                    <a:pt x="0" y="44"/>
                  </a:moveTo>
                  <a:lnTo>
                    <a:pt x="0" y="1742"/>
                  </a:lnTo>
                  <a:lnTo>
                    <a:pt x="436" y="1742"/>
                  </a:lnTo>
                  <a:lnTo>
                    <a:pt x="436" y="44"/>
                  </a:lnTo>
                  <a:close/>
                  <a:moveTo>
                    <a:pt x="0" y="2438"/>
                  </a:moveTo>
                  <a:lnTo>
                    <a:pt x="0" y="4135"/>
                  </a:lnTo>
                  <a:lnTo>
                    <a:pt x="436" y="4135"/>
                  </a:lnTo>
                  <a:lnTo>
                    <a:pt x="436" y="2438"/>
                  </a:lnTo>
                  <a:close/>
                  <a:moveTo>
                    <a:pt x="827" y="2438"/>
                  </a:moveTo>
                  <a:lnTo>
                    <a:pt x="827" y="4135"/>
                  </a:lnTo>
                  <a:lnTo>
                    <a:pt x="1262" y="4135"/>
                  </a:lnTo>
                  <a:lnTo>
                    <a:pt x="1262" y="2438"/>
                  </a:lnTo>
                  <a:close/>
                  <a:moveTo>
                    <a:pt x="1611" y="2438"/>
                  </a:moveTo>
                  <a:lnTo>
                    <a:pt x="1611" y="4135"/>
                  </a:lnTo>
                  <a:lnTo>
                    <a:pt x="2046" y="4135"/>
                  </a:lnTo>
                  <a:lnTo>
                    <a:pt x="2046" y="2438"/>
                  </a:lnTo>
                  <a:close/>
                  <a:moveTo>
                    <a:pt x="2437" y="2438"/>
                  </a:moveTo>
                  <a:lnTo>
                    <a:pt x="2437" y="4135"/>
                  </a:lnTo>
                  <a:lnTo>
                    <a:pt x="2873" y="4135"/>
                  </a:lnTo>
                  <a:lnTo>
                    <a:pt x="2873" y="2438"/>
                  </a:lnTo>
                  <a:close/>
                  <a:moveTo>
                    <a:pt x="0" y="4875"/>
                  </a:moveTo>
                  <a:lnTo>
                    <a:pt x="0" y="6572"/>
                  </a:lnTo>
                  <a:lnTo>
                    <a:pt x="436" y="6572"/>
                  </a:lnTo>
                  <a:lnTo>
                    <a:pt x="436" y="4875"/>
                  </a:lnTo>
                  <a:close/>
                  <a:moveTo>
                    <a:pt x="827" y="4875"/>
                  </a:moveTo>
                  <a:lnTo>
                    <a:pt x="827" y="6572"/>
                  </a:lnTo>
                  <a:lnTo>
                    <a:pt x="1262" y="6572"/>
                  </a:lnTo>
                  <a:lnTo>
                    <a:pt x="1262" y="4875"/>
                  </a:lnTo>
                  <a:close/>
                  <a:moveTo>
                    <a:pt x="1611" y="4875"/>
                  </a:moveTo>
                  <a:lnTo>
                    <a:pt x="1611" y="6572"/>
                  </a:lnTo>
                  <a:lnTo>
                    <a:pt x="2046" y="6572"/>
                  </a:lnTo>
                  <a:lnTo>
                    <a:pt x="2046" y="4875"/>
                  </a:lnTo>
                  <a:close/>
                  <a:moveTo>
                    <a:pt x="2437" y="4875"/>
                  </a:moveTo>
                  <a:lnTo>
                    <a:pt x="2437" y="6572"/>
                  </a:lnTo>
                  <a:lnTo>
                    <a:pt x="2873" y="6572"/>
                  </a:lnTo>
                  <a:lnTo>
                    <a:pt x="2873" y="4875"/>
                  </a:lnTo>
                  <a:close/>
                  <a:moveTo>
                    <a:pt x="0" y="7312"/>
                  </a:moveTo>
                  <a:lnTo>
                    <a:pt x="0" y="9009"/>
                  </a:lnTo>
                  <a:lnTo>
                    <a:pt x="436" y="9009"/>
                  </a:lnTo>
                  <a:lnTo>
                    <a:pt x="436" y="7312"/>
                  </a:lnTo>
                  <a:close/>
                  <a:moveTo>
                    <a:pt x="827" y="7312"/>
                  </a:moveTo>
                  <a:lnTo>
                    <a:pt x="827" y="9009"/>
                  </a:lnTo>
                  <a:lnTo>
                    <a:pt x="1262" y="9009"/>
                  </a:lnTo>
                  <a:lnTo>
                    <a:pt x="1262" y="7312"/>
                  </a:lnTo>
                  <a:close/>
                  <a:moveTo>
                    <a:pt x="1611" y="7312"/>
                  </a:moveTo>
                  <a:lnTo>
                    <a:pt x="1611" y="9009"/>
                  </a:lnTo>
                  <a:lnTo>
                    <a:pt x="2046" y="9009"/>
                  </a:lnTo>
                  <a:lnTo>
                    <a:pt x="2046" y="7312"/>
                  </a:lnTo>
                  <a:close/>
                  <a:moveTo>
                    <a:pt x="2437" y="7312"/>
                  </a:moveTo>
                  <a:lnTo>
                    <a:pt x="2437" y="9009"/>
                  </a:lnTo>
                  <a:lnTo>
                    <a:pt x="2873" y="9009"/>
                  </a:lnTo>
                  <a:lnTo>
                    <a:pt x="2873" y="7312"/>
                  </a:lnTo>
                  <a:close/>
                  <a:moveTo>
                    <a:pt x="0" y="9706"/>
                  </a:moveTo>
                  <a:lnTo>
                    <a:pt x="0" y="11403"/>
                  </a:lnTo>
                  <a:lnTo>
                    <a:pt x="436" y="11403"/>
                  </a:lnTo>
                  <a:lnTo>
                    <a:pt x="436" y="9706"/>
                  </a:lnTo>
                  <a:close/>
                  <a:moveTo>
                    <a:pt x="827" y="9706"/>
                  </a:moveTo>
                  <a:lnTo>
                    <a:pt x="827" y="11403"/>
                  </a:lnTo>
                  <a:lnTo>
                    <a:pt x="1262" y="11403"/>
                  </a:lnTo>
                  <a:lnTo>
                    <a:pt x="1262" y="9706"/>
                  </a:lnTo>
                  <a:close/>
                  <a:moveTo>
                    <a:pt x="1611" y="9706"/>
                  </a:moveTo>
                  <a:lnTo>
                    <a:pt x="1611" y="11403"/>
                  </a:lnTo>
                  <a:lnTo>
                    <a:pt x="2046" y="11403"/>
                  </a:lnTo>
                  <a:lnTo>
                    <a:pt x="2046" y="9706"/>
                  </a:lnTo>
                  <a:close/>
                  <a:moveTo>
                    <a:pt x="2437" y="9706"/>
                  </a:moveTo>
                  <a:lnTo>
                    <a:pt x="2437" y="11403"/>
                  </a:lnTo>
                  <a:lnTo>
                    <a:pt x="2873" y="11403"/>
                  </a:lnTo>
                  <a:lnTo>
                    <a:pt x="2873" y="9706"/>
                  </a:lnTo>
                  <a:close/>
                  <a:moveTo>
                    <a:pt x="0" y="12186"/>
                  </a:moveTo>
                  <a:lnTo>
                    <a:pt x="0" y="13840"/>
                  </a:lnTo>
                  <a:lnTo>
                    <a:pt x="436" y="13840"/>
                  </a:lnTo>
                  <a:lnTo>
                    <a:pt x="436" y="12186"/>
                  </a:lnTo>
                  <a:close/>
                  <a:moveTo>
                    <a:pt x="827" y="12186"/>
                  </a:moveTo>
                  <a:lnTo>
                    <a:pt x="827" y="13840"/>
                  </a:lnTo>
                  <a:lnTo>
                    <a:pt x="1262" y="13840"/>
                  </a:lnTo>
                  <a:lnTo>
                    <a:pt x="1262" y="12186"/>
                  </a:lnTo>
                  <a:close/>
                  <a:moveTo>
                    <a:pt x="1611" y="12186"/>
                  </a:moveTo>
                  <a:lnTo>
                    <a:pt x="1611" y="13840"/>
                  </a:lnTo>
                  <a:lnTo>
                    <a:pt x="2046" y="13840"/>
                  </a:lnTo>
                  <a:lnTo>
                    <a:pt x="2046" y="12186"/>
                  </a:lnTo>
                  <a:close/>
                  <a:moveTo>
                    <a:pt x="2437" y="12186"/>
                  </a:moveTo>
                  <a:lnTo>
                    <a:pt x="2437" y="13840"/>
                  </a:lnTo>
                  <a:lnTo>
                    <a:pt x="2873" y="13840"/>
                  </a:lnTo>
                  <a:lnTo>
                    <a:pt x="2873" y="12186"/>
                  </a:lnTo>
                  <a:close/>
                  <a:moveTo>
                    <a:pt x="0" y="14623"/>
                  </a:moveTo>
                  <a:lnTo>
                    <a:pt x="0" y="16321"/>
                  </a:lnTo>
                  <a:lnTo>
                    <a:pt x="436" y="16321"/>
                  </a:lnTo>
                  <a:lnTo>
                    <a:pt x="436" y="14623"/>
                  </a:lnTo>
                  <a:close/>
                  <a:moveTo>
                    <a:pt x="827" y="14623"/>
                  </a:moveTo>
                  <a:lnTo>
                    <a:pt x="827" y="16321"/>
                  </a:lnTo>
                  <a:lnTo>
                    <a:pt x="1262" y="16321"/>
                  </a:lnTo>
                  <a:lnTo>
                    <a:pt x="1262" y="14623"/>
                  </a:lnTo>
                  <a:close/>
                  <a:moveTo>
                    <a:pt x="1611" y="14623"/>
                  </a:moveTo>
                  <a:lnTo>
                    <a:pt x="1611" y="16321"/>
                  </a:lnTo>
                  <a:lnTo>
                    <a:pt x="2046" y="16321"/>
                  </a:lnTo>
                  <a:lnTo>
                    <a:pt x="2046" y="14623"/>
                  </a:lnTo>
                  <a:close/>
                  <a:moveTo>
                    <a:pt x="2437" y="14623"/>
                  </a:moveTo>
                  <a:lnTo>
                    <a:pt x="2437" y="16321"/>
                  </a:lnTo>
                  <a:lnTo>
                    <a:pt x="2873" y="16321"/>
                  </a:lnTo>
                  <a:lnTo>
                    <a:pt x="2873" y="14623"/>
                  </a:lnTo>
                  <a:close/>
                  <a:moveTo>
                    <a:pt x="0" y="17060"/>
                  </a:moveTo>
                  <a:lnTo>
                    <a:pt x="0" y="18758"/>
                  </a:lnTo>
                  <a:lnTo>
                    <a:pt x="436" y="18758"/>
                  </a:lnTo>
                  <a:lnTo>
                    <a:pt x="436" y="17060"/>
                  </a:lnTo>
                  <a:close/>
                  <a:moveTo>
                    <a:pt x="827" y="17060"/>
                  </a:moveTo>
                  <a:lnTo>
                    <a:pt x="827" y="18758"/>
                  </a:lnTo>
                  <a:lnTo>
                    <a:pt x="1262" y="18758"/>
                  </a:lnTo>
                  <a:lnTo>
                    <a:pt x="1262" y="17060"/>
                  </a:lnTo>
                  <a:close/>
                  <a:moveTo>
                    <a:pt x="1611" y="17060"/>
                  </a:moveTo>
                  <a:lnTo>
                    <a:pt x="1611" y="18758"/>
                  </a:lnTo>
                  <a:lnTo>
                    <a:pt x="2046" y="18758"/>
                  </a:lnTo>
                  <a:lnTo>
                    <a:pt x="2046" y="17060"/>
                  </a:lnTo>
                  <a:close/>
                  <a:moveTo>
                    <a:pt x="2437" y="17060"/>
                  </a:moveTo>
                  <a:lnTo>
                    <a:pt x="2437" y="18758"/>
                  </a:lnTo>
                  <a:lnTo>
                    <a:pt x="2873" y="18758"/>
                  </a:lnTo>
                  <a:lnTo>
                    <a:pt x="2873" y="17060"/>
                  </a:lnTo>
                  <a:close/>
                </a:path>
              </a:pathLst>
            </a:custGeom>
            <a:solidFill>
              <a:srgbClr val="0087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53" name="Google Shape;2053;p45">
              <a:extLst>
                <a:ext uri="{FF2B5EF4-FFF2-40B4-BE49-F238E27FC236}">
                  <a16:creationId xmlns:a16="http://schemas.microsoft.com/office/drawing/2014/main" id="{9E7D2F50-47A1-7362-876E-D0DF73388945}"/>
                </a:ext>
              </a:extLst>
            </p:cNvPr>
            <p:cNvSpPr/>
            <p:nvPr/>
          </p:nvSpPr>
          <p:spPr>
            <a:xfrm>
              <a:off x="6476650" y="2804700"/>
              <a:ext cx="195875" cy="957450"/>
            </a:xfrm>
            <a:custGeom>
              <a:avLst/>
              <a:gdLst/>
              <a:ahLst/>
              <a:cxnLst/>
              <a:rect l="l" t="t" r="r" b="b"/>
              <a:pathLst>
                <a:path w="7835" h="38298" extrusionOk="0">
                  <a:moveTo>
                    <a:pt x="2612" y="1742"/>
                  </a:moveTo>
                  <a:lnTo>
                    <a:pt x="1698" y="1742"/>
                  </a:lnTo>
                  <a:lnTo>
                    <a:pt x="1698" y="44"/>
                  </a:lnTo>
                  <a:lnTo>
                    <a:pt x="2612" y="44"/>
                  </a:lnTo>
                  <a:close/>
                  <a:moveTo>
                    <a:pt x="4353" y="1"/>
                  </a:moveTo>
                  <a:lnTo>
                    <a:pt x="3439" y="1"/>
                  </a:lnTo>
                  <a:lnTo>
                    <a:pt x="3439" y="1655"/>
                  </a:lnTo>
                  <a:lnTo>
                    <a:pt x="4353" y="1655"/>
                  </a:lnTo>
                  <a:close/>
                  <a:moveTo>
                    <a:pt x="6093" y="1"/>
                  </a:moveTo>
                  <a:lnTo>
                    <a:pt x="5180" y="1"/>
                  </a:lnTo>
                  <a:lnTo>
                    <a:pt x="5180" y="1655"/>
                  </a:lnTo>
                  <a:lnTo>
                    <a:pt x="6093" y="1655"/>
                  </a:lnTo>
                  <a:close/>
                  <a:moveTo>
                    <a:pt x="7834" y="1"/>
                  </a:moveTo>
                  <a:lnTo>
                    <a:pt x="6920" y="1"/>
                  </a:lnTo>
                  <a:lnTo>
                    <a:pt x="6920" y="1655"/>
                  </a:lnTo>
                  <a:lnTo>
                    <a:pt x="7834" y="1655"/>
                  </a:lnTo>
                  <a:close/>
                  <a:moveTo>
                    <a:pt x="2612" y="2438"/>
                  </a:moveTo>
                  <a:lnTo>
                    <a:pt x="1698" y="2438"/>
                  </a:lnTo>
                  <a:lnTo>
                    <a:pt x="1698" y="4135"/>
                  </a:lnTo>
                  <a:lnTo>
                    <a:pt x="2612" y="4135"/>
                  </a:lnTo>
                  <a:close/>
                  <a:moveTo>
                    <a:pt x="4353" y="2438"/>
                  </a:moveTo>
                  <a:lnTo>
                    <a:pt x="3439" y="2438"/>
                  </a:lnTo>
                  <a:lnTo>
                    <a:pt x="3439" y="4135"/>
                  </a:lnTo>
                  <a:lnTo>
                    <a:pt x="4353" y="4135"/>
                  </a:lnTo>
                  <a:close/>
                  <a:moveTo>
                    <a:pt x="6093" y="2438"/>
                  </a:moveTo>
                  <a:lnTo>
                    <a:pt x="5180" y="2438"/>
                  </a:lnTo>
                  <a:lnTo>
                    <a:pt x="5180" y="4135"/>
                  </a:lnTo>
                  <a:lnTo>
                    <a:pt x="6093" y="4135"/>
                  </a:lnTo>
                  <a:close/>
                  <a:moveTo>
                    <a:pt x="7834" y="2438"/>
                  </a:moveTo>
                  <a:lnTo>
                    <a:pt x="6920" y="2438"/>
                  </a:lnTo>
                  <a:lnTo>
                    <a:pt x="6920" y="4135"/>
                  </a:lnTo>
                  <a:lnTo>
                    <a:pt x="7834" y="4135"/>
                  </a:lnTo>
                  <a:close/>
                  <a:moveTo>
                    <a:pt x="2612" y="4875"/>
                  </a:moveTo>
                  <a:lnTo>
                    <a:pt x="1698" y="4875"/>
                  </a:lnTo>
                  <a:lnTo>
                    <a:pt x="1698" y="6572"/>
                  </a:lnTo>
                  <a:lnTo>
                    <a:pt x="2612" y="6572"/>
                  </a:lnTo>
                  <a:close/>
                  <a:moveTo>
                    <a:pt x="4353" y="4875"/>
                  </a:moveTo>
                  <a:lnTo>
                    <a:pt x="3439" y="4875"/>
                  </a:lnTo>
                  <a:lnTo>
                    <a:pt x="3439" y="6572"/>
                  </a:lnTo>
                  <a:lnTo>
                    <a:pt x="4353" y="6572"/>
                  </a:lnTo>
                  <a:close/>
                  <a:moveTo>
                    <a:pt x="6093" y="4875"/>
                  </a:moveTo>
                  <a:lnTo>
                    <a:pt x="5180" y="4875"/>
                  </a:lnTo>
                  <a:lnTo>
                    <a:pt x="5180" y="6572"/>
                  </a:lnTo>
                  <a:lnTo>
                    <a:pt x="6093" y="6572"/>
                  </a:lnTo>
                  <a:close/>
                  <a:moveTo>
                    <a:pt x="7834" y="4875"/>
                  </a:moveTo>
                  <a:lnTo>
                    <a:pt x="6920" y="4875"/>
                  </a:lnTo>
                  <a:lnTo>
                    <a:pt x="6920" y="6572"/>
                  </a:lnTo>
                  <a:lnTo>
                    <a:pt x="7834" y="6572"/>
                  </a:lnTo>
                  <a:close/>
                  <a:moveTo>
                    <a:pt x="2612" y="7312"/>
                  </a:moveTo>
                  <a:lnTo>
                    <a:pt x="1698" y="7312"/>
                  </a:lnTo>
                  <a:lnTo>
                    <a:pt x="1698" y="9009"/>
                  </a:lnTo>
                  <a:lnTo>
                    <a:pt x="2612" y="9009"/>
                  </a:lnTo>
                  <a:close/>
                  <a:moveTo>
                    <a:pt x="4353" y="7312"/>
                  </a:moveTo>
                  <a:lnTo>
                    <a:pt x="3439" y="7312"/>
                  </a:lnTo>
                  <a:lnTo>
                    <a:pt x="3439" y="9009"/>
                  </a:lnTo>
                  <a:lnTo>
                    <a:pt x="4353" y="9009"/>
                  </a:lnTo>
                  <a:close/>
                  <a:moveTo>
                    <a:pt x="6093" y="7312"/>
                  </a:moveTo>
                  <a:lnTo>
                    <a:pt x="5180" y="7312"/>
                  </a:lnTo>
                  <a:lnTo>
                    <a:pt x="5180" y="9009"/>
                  </a:lnTo>
                  <a:lnTo>
                    <a:pt x="6093" y="9009"/>
                  </a:lnTo>
                  <a:close/>
                  <a:moveTo>
                    <a:pt x="7834" y="7312"/>
                  </a:moveTo>
                  <a:lnTo>
                    <a:pt x="6920" y="7312"/>
                  </a:lnTo>
                  <a:lnTo>
                    <a:pt x="6920" y="9009"/>
                  </a:lnTo>
                  <a:lnTo>
                    <a:pt x="7834" y="9009"/>
                  </a:lnTo>
                  <a:close/>
                  <a:moveTo>
                    <a:pt x="2612" y="9706"/>
                  </a:moveTo>
                  <a:lnTo>
                    <a:pt x="1698" y="9706"/>
                  </a:lnTo>
                  <a:lnTo>
                    <a:pt x="1698" y="11403"/>
                  </a:lnTo>
                  <a:lnTo>
                    <a:pt x="2612" y="11403"/>
                  </a:lnTo>
                  <a:close/>
                  <a:moveTo>
                    <a:pt x="4353" y="9706"/>
                  </a:moveTo>
                  <a:lnTo>
                    <a:pt x="3439" y="9706"/>
                  </a:lnTo>
                  <a:lnTo>
                    <a:pt x="3439" y="11403"/>
                  </a:lnTo>
                  <a:lnTo>
                    <a:pt x="4353" y="11403"/>
                  </a:lnTo>
                  <a:close/>
                  <a:moveTo>
                    <a:pt x="6093" y="9706"/>
                  </a:moveTo>
                  <a:lnTo>
                    <a:pt x="5180" y="9706"/>
                  </a:lnTo>
                  <a:lnTo>
                    <a:pt x="5180" y="11403"/>
                  </a:lnTo>
                  <a:lnTo>
                    <a:pt x="6093" y="11403"/>
                  </a:lnTo>
                  <a:close/>
                  <a:moveTo>
                    <a:pt x="7834" y="9706"/>
                  </a:moveTo>
                  <a:lnTo>
                    <a:pt x="6920" y="9706"/>
                  </a:lnTo>
                  <a:lnTo>
                    <a:pt x="6920" y="11403"/>
                  </a:lnTo>
                  <a:lnTo>
                    <a:pt x="7834" y="11403"/>
                  </a:lnTo>
                  <a:close/>
                  <a:moveTo>
                    <a:pt x="2612" y="12186"/>
                  </a:moveTo>
                  <a:lnTo>
                    <a:pt x="1698" y="12186"/>
                  </a:lnTo>
                  <a:lnTo>
                    <a:pt x="1698" y="13840"/>
                  </a:lnTo>
                  <a:lnTo>
                    <a:pt x="2612" y="13840"/>
                  </a:lnTo>
                  <a:close/>
                  <a:moveTo>
                    <a:pt x="4353" y="12186"/>
                  </a:moveTo>
                  <a:lnTo>
                    <a:pt x="3439" y="12186"/>
                  </a:lnTo>
                  <a:lnTo>
                    <a:pt x="3439" y="13840"/>
                  </a:lnTo>
                  <a:lnTo>
                    <a:pt x="4353" y="13840"/>
                  </a:lnTo>
                  <a:close/>
                  <a:moveTo>
                    <a:pt x="6093" y="12186"/>
                  </a:moveTo>
                  <a:lnTo>
                    <a:pt x="5180" y="12186"/>
                  </a:lnTo>
                  <a:lnTo>
                    <a:pt x="5180" y="13840"/>
                  </a:lnTo>
                  <a:lnTo>
                    <a:pt x="6093" y="13840"/>
                  </a:lnTo>
                  <a:close/>
                  <a:moveTo>
                    <a:pt x="7834" y="12186"/>
                  </a:moveTo>
                  <a:lnTo>
                    <a:pt x="6920" y="12186"/>
                  </a:lnTo>
                  <a:lnTo>
                    <a:pt x="6920" y="13840"/>
                  </a:lnTo>
                  <a:lnTo>
                    <a:pt x="7834" y="13840"/>
                  </a:lnTo>
                  <a:close/>
                  <a:moveTo>
                    <a:pt x="2612" y="14623"/>
                  </a:moveTo>
                  <a:lnTo>
                    <a:pt x="1698" y="14623"/>
                  </a:lnTo>
                  <a:lnTo>
                    <a:pt x="1698" y="16321"/>
                  </a:lnTo>
                  <a:lnTo>
                    <a:pt x="2612" y="16321"/>
                  </a:lnTo>
                  <a:close/>
                  <a:moveTo>
                    <a:pt x="4353" y="14623"/>
                  </a:moveTo>
                  <a:lnTo>
                    <a:pt x="3439" y="14623"/>
                  </a:lnTo>
                  <a:lnTo>
                    <a:pt x="3439" y="16321"/>
                  </a:lnTo>
                  <a:lnTo>
                    <a:pt x="4353" y="16321"/>
                  </a:lnTo>
                  <a:close/>
                  <a:moveTo>
                    <a:pt x="6093" y="14623"/>
                  </a:moveTo>
                  <a:lnTo>
                    <a:pt x="5180" y="14623"/>
                  </a:lnTo>
                  <a:lnTo>
                    <a:pt x="5180" y="16321"/>
                  </a:lnTo>
                  <a:lnTo>
                    <a:pt x="6093" y="16321"/>
                  </a:lnTo>
                  <a:close/>
                  <a:moveTo>
                    <a:pt x="7834" y="14623"/>
                  </a:moveTo>
                  <a:lnTo>
                    <a:pt x="6920" y="14623"/>
                  </a:lnTo>
                  <a:lnTo>
                    <a:pt x="6920" y="16321"/>
                  </a:lnTo>
                  <a:lnTo>
                    <a:pt x="7834" y="16321"/>
                  </a:lnTo>
                  <a:close/>
                  <a:moveTo>
                    <a:pt x="2612" y="17060"/>
                  </a:moveTo>
                  <a:lnTo>
                    <a:pt x="1698" y="17060"/>
                  </a:lnTo>
                  <a:lnTo>
                    <a:pt x="1698" y="18758"/>
                  </a:lnTo>
                  <a:lnTo>
                    <a:pt x="2612" y="18758"/>
                  </a:lnTo>
                  <a:close/>
                  <a:moveTo>
                    <a:pt x="4353" y="17060"/>
                  </a:moveTo>
                  <a:lnTo>
                    <a:pt x="3439" y="17060"/>
                  </a:lnTo>
                  <a:lnTo>
                    <a:pt x="3439" y="18758"/>
                  </a:lnTo>
                  <a:lnTo>
                    <a:pt x="4353" y="18758"/>
                  </a:lnTo>
                  <a:close/>
                  <a:moveTo>
                    <a:pt x="6093" y="17060"/>
                  </a:moveTo>
                  <a:lnTo>
                    <a:pt x="5180" y="17060"/>
                  </a:lnTo>
                  <a:lnTo>
                    <a:pt x="5180" y="18758"/>
                  </a:lnTo>
                  <a:lnTo>
                    <a:pt x="6093" y="18758"/>
                  </a:lnTo>
                  <a:close/>
                  <a:moveTo>
                    <a:pt x="7834" y="17060"/>
                  </a:moveTo>
                  <a:lnTo>
                    <a:pt x="6920" y="17060"/>
                  </a:lnTo>
                  <a:lnTo>
                    <a:pt x="6920" y="18758"/>
                  </a:lnTo>
                  <a:lnTo>
                    <a:pt x="7834" y="18758"/>
                  </a:lnTo>
                  <a:close/>
                  <a:moveTo>
                    <a:pt x="2612" y="21238"/>
                  </a:moveTo>
                  <a:lnTo>
                    <a:pt x="1698" y="21238"/>
                  </a:lnTo>
                  <a:lnTo>
                    <a:pt x="1698" y="19585"/>
                  </a:lnTo>
                  <a:lnTo>
                    <a:pt x="2612" y="19585"/>
                  </a:lnTo>
                  <a:close/>
                  <a:moveTo>
                    <a:pt x="4353" y="19585"/>
                  </a:moveTo>
                  <a:lnTo>
                    <a:pt x="3439" y="19585"/>
                  </a:lnTo>
                  <a:lnTo>
                    <a:pt x="3439" y="21238"/>
                  </a:lnTo>
                  <a:lnTo>
                    <a:pt x="4353" y="21238"/>
                  </a:lnTo>
                  <a:close/>
                  <a:moveTo>
                    <a:pt x="6093" y="19585"/>
                  </a:moveTo>
                  <a:lnTo>
                    <a:pt x="5180" y="19585"/>
                  </a:lnTo>
                  <a:lnTo>
                    <a:pt x="5180" y="21238"/>
                  </a:lnTo>
                  <a:lnTo>
                    <a:pt x="6093" y="21238"/>
                  </a:lnTo>
                  <a:close/>
                  <a:moveTo>
                    <a:pt x="7834" y="19585"/>
                  </a:moveTo>
                  <a:lnTo>
                    <a:pt x="6920" y="19585"/>
                  </a:lnTo>
                  <a:lnTo>
                    <a:pt x="6920" y="21238"/>
                  </a:lnTo>
                  <a:lnTo>
                    <a:pt x="7834" y="21238"/>
                  </a:lnTo>
                  <a:close/>
                  <a:moveTo>
                    <a:pt x="2612" y="21978"/>
                  </a:moveTo>
                  <a:lnTo>
                    <a:pt x="1698" y="21978"/>
                  </a:lnTo>
                  <a:lnTo>
                    <a:pt x="1698" y="23632"/>
                  </a:lnTo>
                  <a:lnTo>
                    <a:pt x="2612" y="23632"/>
                  </a:lnTo>
                  <a:close/>
                  <a:moveTo>
                    <a:pt x="4353" y="21978"/>
                  </a:moveTo>
                  <a:lnTo>
                    <a:pt x="3439" y="21978"/>
                  </a:lnTo>
                  <a:lnTo>
                    <a:pt x="3439" y="23632"/>
                  </a:lnTo>
                  <a:lnTo>
                    <a:pt x="4353" y="23632"/>
                  </a:lnTo>
                  <a:close/>
                  <a:moveTo>
                    <a:pt x="6093" y="21978"/>
                  </a:moveTo>
                  <a:lnTo>
                    <a:pt x="5180" y="21978"/>
                  </a:lnTo>
                  <a:lnTo>
                    <a:pt x="5180" y="23632"/>
                  </a:lnTo>
                  <a:lnTo>
                    <a:pt x="6093" y="23632"/>
                  </a:lnTo>
                  <a:close/>
                  <a:moveTo>
                    <a:pt x="7834" y="21978"/>
                  </a:moveTo>
                  <a:lnTo>
                    <a:pt x="6920" y="21978"/>
                  </a:lnTo>
                  <a:lnTo>
                    <a:pt x="6920" y="23632"/>
                  </a:lnTo>
                  <a:lnTo>
                    <a:pt x="7834" y="23632"/>
                  </a:lnTo>
                  <a:close/>
                  <a:moveTo>
                    <a:pt x="2612" y="24415"/>
                  </a:moveTo>
                  <a:lnTo>
                    <a:pt x="1698" y="24415"/>
                  </a:lnTo>
                  <a:lnTo>
                    <a:pt x="1698" y="26112"/>
                  </a:lnTo>
                  <a:lnTo>
                    <a:pt x="2612" y="26112"/>
                  </a:lnTo>
                  <a:close/>
                  <a:moveTo>
                    <a:pt x="4353" y="24415"/>
                  </a:moveTo>
                  <a:lnTo>
                    <a:pt x="3439" y="24415"/>
                  </a:lnTo>
                  <a:lnTo>
                    <a:pt x="3439" y="26112"/>
                  </a:lnTo>
                  <a:lnTo>
                    <a:pt x="4353" y="26112"/>
                  </a:lnTo>
                  <a:close/>
                  <a:moveTo>
                    <a:pt x="6093" y="24415"/>
                  </a:moveTo>
                  <a:lnTo>
                    <a:pt x="5180" y="24415"/>
                  </a:lnTo>
                  <a:lnTo>
                    <a:pt x="5180" y="26112"/>
                  </a:lnTo>
                  <a:lnTo>
                    <a:pt x="6093" y="26112"/>
                  </a:lnTo>
                  <a:close/>
                  <a:moveTo>
                    <a:pt x="7834" y="24415"/>
                  </a:moveTo>
                  <a:lnTo>
                    <a:pt x="6920" y="24415"/>
                  </a:lnTo>
                  <a:lnTo>
                    <a:pt x="6920" y="26112"/>
                  </a:lnTo>
                  <a:lnTo>
                    <a:pt x="7834" y="26112"/>
                  </a:lnTo>
                  <a:close/>
                  <a:moveTo>
                    <a:pt x="2612" y="26852"/>
                  </a:moveTo>
                  <a:lnTo>
                    <a:pt x="1698" y="26852"/>
                  </a:lnTo>
                  <a:lnTo>
                    <a:pt x="1698" y="28550"/>
                  </a:lnTo>
                  <a:lnTo>
                    <a:pt x="2612" y="28550"/>
                  </a:lnTo>
                  <a:close/>
                  <a:moveTo>
                    <a:pt x="4353" y="26852"/>
                  </a:moveTo>
                  <a:lnTo>
                    <a:pt x="3439" y="26852"/>
                  </a:lnTo>
                  <a:lnTo>
                    <a:pt x="3439" y="28550"/>
                  </a:lnTo>
                  <a:lnTo>
                    <a:pt x="4353" y="28550"/>
                  </a:lnTo>
                  <a:close/>
                  <a:moveTo>
                    <a:pt x="6093" y="26852"/>
                  </a:moveTo>
                  <a:lnTo>
                    <a:pt x="5180" y="26852"/>
                  </a:lnTo>
                  <a:lnTo>
                    <a:pt x="5180" y="28550"/>
                  </a:lnTo>
                  <a:lnTo>
                    <a:pt x="6093" y="28550"/>
                  </a:lnTo>
                  <a:close/>
                  <a:moveTo>
                    <a:pt x="7834" y="26852"/>
                  </a:moveTo>
                  <a:lnTo>
                    <a:pt x="6920" y="26852"/>
                  </a:lnTo>
                  <a:lnTo>
                    <a:pt x="6920" y="28550"/>
                  </a:lnTo>
                  <a:lnTo>
                    <a:pt x="7834" y="28550"/>
                  </a:lnTo>
                  <a:close/>
                  <a:moveTo>
                    <a:pt x="2612" y="29289"/>
                  </a:moveTo>
                  <a:lnTo>
                    <a:pt x="1698" y="29289"/>
                  </a:lnTo>
                  <a:lnTo>
                    <a:pt x="1698" y="30987"/>
                  </a:lnTo>
                  <a:lnTo>
                    <a:pt x="2612" y="30987"/>
                  </a:lnTo>
                  <a:close/>
                  <a:moveTo>
                    <a:pt x="4353" y="29289"/>
                  </a:moveTo>
                  <a:lnTo>
                    <a:pt x="3439" y="29289"/>
                  </a:lnTo>
                  <a:lnTo>
                    <a:pt x="3439" y="30987"/>
                  </a:lnTo>
                  <a:lnTo>
                    <a:pt x="4353" y="30987"/>
                  </a:lnTo>
                  <a:close/>
                  <a:moveTo>
                    <a:pt x="6093" y="29289"/>
                  </a:moveTo>
                  <a:lnTo>
                    <a:pt x="5180" y="29289"/>
                  </a:lnTo>
                  <a:lnTo>
                    <a:pt x="5180" y="30987"/>
                  </a:lnTo>
                  <a:lnTo>
                    <a:pt x="6093" y="30987"/>
                  </a:lnTo>
                  <a:close/>
                  <a:moveTo>
                    <a:pt x="7834" y="29289"/>
                  </a:moveTo>
                  <a:lnTo>
                    <a:pt x="6920" y="29289"/>
                  </a:lnTo>
                  <a:lnTo>
                    <a:pt x="6920" y="30987"/>
                  </a:lnTo>
                  <a:lnTo>
                    <a:pt x="7834" y="30987"/>
                  </a:lnTo>
                  <a:close/>
                  <a:moveTo>
                    <a:pt x="2612" y="31683"/>
                  </a:moveTo>
                  <a:lnTo>
                    <a:pt x="1698" y="31683"/>
                  </a:lnTo>
                  <a:lnTo>
                    <a:pt x="1698" y="33380"/>
                  </a:lnTo>
                  <a:lnTo>
                    <a:pt x="2612" y="33380"/>
                  </a:lnTo>
                  <a:close/>
                  <a:moveTo>
                    <a:pt x="4353" y="31683"/>
                  </a:moveTo>
                  <a:lnTo>
                    <a:pt x="3439" y="31683"/>
                  </a:lnTo>
                  <a:lnTo>
                    <a:pt x="3439" y="33380"/>
                  </a:lnTo>
                  <a:lnTo>
                    <a:pt x="4353" y="33380"/>
                  </a:lnTo>
                  <a:close/>
                  <a:moveTo>
                    <a:pt x="6093" y="31683"/>
                  </a:moveTo>
                  <a:lnTo>
                    <a:pt x="5180" y="31683"/>
                  </a:lnTo>
                  <a:lnTo>
                    <a:pt x="5180" y="33380"/>
                  </a:lnTo>
                  <a:lnTo>
                    <a:pt x="6093" y="33380"/>
                  </a:lnTo>
                  <a:close/>
                  <a:moveTo>
                    <a:pt x="7834" y="31683"/>
                  </a:moveTo>
                  <a:lnTo>
                    <a:pt x="6920" y="31683"/>
                  </a:lnTo>
                  <a:lnTo>
                    <a:pt x="6920" y="33380"/>
                  </a:lnTo>
                  <a:lnTo>
                    <a:pt x="7834" y="33380"/>
                  </a:lnTo>
                  <a:close/>
                  <a:moveTo>
                    <a:pt x="2612" y="34164"/>
                  </a:moveTo>
                  <a:lnTo>
                    <a:pt x="1698" y="34164"/>
                  </a:lnTo>
                  <a:lnTo>
                    <a:pt x="1698" y="35817"/>
                  </a:lnTo>
                  <a:lnTo>
                    <a:pt x="2612" y="35817"/>
                  </a:lnTo>
                  <a:close/>
                  <a:moveTo>
                    <a:pt x="4353" y="34164"/>
                  </a:moveTo>
                  <a:lnTo>
                    <a:pt x="3439" y="34164"/>
                  </a:lnTo>
                  <a:lnTo>
                    <a:pt x="3439" y="35817"/>
                  </a:lnTo>
                  <a:lnTo>
                    <a:pt x="4353" y="35817"/>
                  </a:lnTo>
                  <a:close/>
                  <a:moveTo>
                    <a:pt x="6093" y="34164"/>
                  </a:moveTo>
                  <a:lnTo>
                    <a:pt x="5180" y="34164"/>
                  </a:lnTo>
                  <a:lnTo>
                    <a:pt x="5180" y="35817"/>
                  </a:lnTo>
                  <a:lnTo>
                    <a:pt x="6093" y="35817"/>
                  </a:lnTo>
                  <a:close/>
                  <a:moveTo>
                    <a:pt x="7834" y="34164"/>
                  </a:moveTo>
                  <a:lnTo>
                    <a:pt x="6920" y="34164"/>
                  </a:lnTo>
                  <a:lnTo>
                    <a:pt x="6920" y="35817"/>
                  </a:lnTo>
                  <a:lnTo>
                    <a:pt x="7834" y="35817"/>
                  </a:lnTo>
                  <a:close/>
                  <a:moveTo>
                    <a:pt x="2612" y="36601"/>
                  </a:moveTo>
                  <a:lnTo>
                    <a:pt x="1698" y="36601"/>
                  </a:lnTo>
                  <a:lnTo>
                    <a:pt x="1698" y="38298"/>
                  </a:lnTo>
                  <a:lnTo>
                    <a:pt x="2612" y="38298"/>
                  </a:lnTo>
                  <a:close/>
                  <a:moveTo>
                    <a:pt x="4353" y="36601"/>
                  </a:moveTo>
                  <a:lnTo>
                    <a:pt x="3439" y="36601"/>
                  </a:lnTo>
                  <a:lnTo>
                    <a:pt x="3439" y="38298"/>
                  </a:lnTo>
                  <a:lnTo>
                    <a:pt x="4353" y="38298"/>
                  </a:lnTo>
                  <a:close/>
                  <a:moveTo>
                    <a:pt x="6093" y="36601"/>
                  </a:moveTo>
                  <a:lnTo>
                    <a:pt x="5180" y="36601"/>
                  </a:lnTo>
                  <a:lnTo>
                    <a:pt x="5180" y="38298"/>
                  </a:lnTo>
                  <a:lnTo>
                    <a:pt x="6093" y="38298"/>
                  </a:lnTo>
                  <a:close/>
                  <a:moveTo>
                    <a:pt x="7834" y="36601"/>
                  </a:moveTo>
                  <a:lnTo>
                    <a:pt x="6920" y="36601"/>
                  </a:lnTo>
                  <a:lnTo>
                    <a:pt x="6920" y="38298"/>
                  </a:lnTo>
                  <a:lnTo>
                    <a:pt x="7834" y="38298"/>
                  </a:lnTo>
                  <a:close/>
                  <a:moveTo>
                    <a:pt x="1" y="18758"/>
                  </a:moveTo>
                  <a:lnTo>
                    <a:pt x="915" y="18758"/>
                  </a:lnTo>
                  <a:lnTo>
                    <a:pt x="915" y="17060"/>
                  </a:lnTo>
                  <a:lnTo>
                    <a:pt x="1" y="17060"/>
                  </a:lnTo>
                  <a:close/>
                  <a:moveTo>
                    <a:pt x="1" y="13840"/>
                  </a:moveTo>
                  <a:lnTo>
                    <a:pt x="915" y="13840"/>
                  </a:lnTo>
                  <a:lnTo>
                    <a:pt x="915" y="12186"/>
                  </a:lnTo>
                  <a:lnTo>
                    <a:pt x="1" y="12186"/>
                  </a:lnTo>
                  <a:close/>
                  <a:moveTo>
                    <a:pt x="1" y="16321"/>
                  </a:moveTo>
                  <a:lnTo>
                    <a:pt x="915" y="16321"/>
                  </a:lnTo>
                  <a:lnTo>
                    <a:pt x="915" y="14623"/>
                  </a:lnTo>
                  <a:lnTo>
                    <a:pt x="1" y="14623"/>
                  </a:lnTo>
                  <a:close/>
                  <a:moveTo>
                    <a:pt x="1" y="11446"/>
                  </a:moveTo>
                  <a:lnTo>
                    <a:pt x="915" y="11446"/>
                  </a:lnTo>
                  <a:lnTo>
                    <a:pt x="915" y="9793"/>
                  </a:lnTo>
                  <a:lnTo>
                    <a:pt x="1" y="9793"/>
                  </a:lnTo>
                  <a:close/>
                  <a:moveTo>
                    <a:pt x="1" y="4135"/>
                  </a:moveTo>
                  <a:lnTo>
                    <a:pt x="915" y="4135"/>
                  </a:lnTo>
                  <a:lnTo>
                    <a:pt x="915" y="2438"/>
                  </a:lnTo>
                  <a:lnTo>
                    <a:pt x="1" y="2438"/>
                  </a:lnTo>
                  <a:close/>
                  <a:moveTo>
                    <a:pt x="1" y="9009"/>
                  </a:moveTo>
                  <a:lnTo>
                    <a:pt x="915" y="9009"/>
                  </a:lnTo>
                  <a:lnTo>
                    <a:pt x="915" y="7312"/>
                  </a:lnTo>
                  <a:lnTo>
                    <a:pt x="1" y="7312"/>
                  </a:lnTo>
                  <a:close/>
                  <a:moveTo>
                    <a:pt x="1" y="6572"/>
                  </a:moveTo>
                  <a:lnTo>
                    <a:pt x="915" y="6572"/>
                  </a:lnTo>
                  <a:lnTo>
                    <a:pt x="915" y="4875"/>
                  </a:lnTo>
                  <a:lnTo>
                    <a:pt x="1" y="4875"/>
                  </a:lnTo>
                  <a:close/>
                  <a:moveTo>
                    <a:pt x="1" y="35817"/>
                  </a:moveTo>
                  <a:lnTo>
                    <a:pt x="915" y="35817"/>
                  </a:lnTo>
                  <a:lnTo>
                    <a:pt x="915" y="34164"/>
                  </a:lnTo>
                  <a:lnTo>
                    <a:pt x="1" y="34164"/>
                  </a:lnTo>
                  <a:close/>
                  <a:moveTo>
                    <a:pt x="1" y="33424"/>
                  </a:moveTo>
                  <a:lnTo>
                    <a:pt x="915" y="33424"/>
                  </a:lnTo>
                  <a:lnTo>
                    <a:pt x="915" y="31770"/>
                  </a:lnTo>
                  <a:lnTo>
                    <a:pt x="1" y="31770"/>
                  </a:lnTo>
                  <a:close/>
                  <a:moveTo>
                    <a:pt x="1" y="1742"/>
                  </a:moveTo>
                  <a:lnTo>
                    <a:pt x="915" y="1742"/>
                  </a:lnTo>
                  <a:lnTo>
                    <a:pt x="915" y="44"/>
                  </a:lnTo>
                  <a:lnTo>
                    <a:pt x="1" y="44"/>
                  </a:lnTo>
                  <a:close/>
                  <a:moveTo>
                    <a:pt x="1" y="30987"/>
                  </a:moveTo>
                  <a:lnTo>
                    <a:pt x="915" y="30987"/>
                  </a:lnTo>
                  <a:lnTo>
                    <a:pt x="915" y="29289"/>
                  </a:lnTo>
                  <a:lnTo>
                    <a:pt x="1" y="29289"/>
                  </a:lnTo>
                  <a:close/>
                  <a:moveTo>
                    <a:pt x="1" y="21238"/>
                  </a:moveTo>
                  <a:lnTo>
                    <a:pt x="915" y="21238"/>
                  </a:lnTo>
                  <a:lnTo>
                    <a:pt x="915" y="19585"/>
                  </a:lnTo>
                  <a:lnTo>
                    <a:pt x="1" y="19585"/>
                  </a:lnTo>
                  <a:close/>
                  <a:moveTo>
                    <a:pt x="1" y="23719"/>
                  </a:moveTo>
                  <a:lnTo>
                    <a:pt x="915" y="23719"/>
                  </a:lnTo>
                  <a:lnTo>
                    <a:pt x="915" y="22022"/>
                  </a:lnTo>
                  <a:lnTo>
                    <a:pt x="1" y="22022"/>
                  </a:lnTo>
                  <a:close/>
                  <a:moveTo>
                    <a:pt x="1" y="26112"/>
                  </a:moveTo>
                  <a:lnTo>
                    <a:pt x="915" y="26112"/>
                  </a:lnTo>
                  <a:lnTo>
                    <a:pt x="915" y="24415"/>
                  </a:lnTo>
                  <a:lnTo>
                    <a:pt x="1" y="24415"/>
                  </a:lnTo>
                  <a:close/>
                  <a:moveTo>
                    <a:pt x="1" y="28550"/>
                  </a:moveTo>
                  <a:lnTo>
                    <a:pt x="915" y="28550"/>
                  </a:lnTo>
                  <a:lnTo>
                    <a:pt x="915" y="26852"/>
                  </a:lnTo>
                  <a:lnTo>
                    <a:pt x="1" y="26852"/>
                  </a:lnTo>
                  <a:close/>
                  <a:moveTo>
                    <a:pt x="1" y="38298"/>
                  </a:moveTo>
                  <a:lnTo>
                    <a:pt x="915" y="38298"/>
                  </a:lnTo>
                  <a:lnTo>
                    <a:pt x="915" y="36601"/>
                  </a:lnTo>
                  <a:lnTo>
                    <a:pt x="1" y="36601"/>
                  </a:lnTo>
                  <a:close/>
                </a:path>
              </a:pathLst>
            </a:custGeom>
            <a:solidFill>
              <a:srgbClr val="38A6D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54" name="Google Shape;2054;p45">
              <a:extLst>
                <a:ext uri="{FF2B5EF4-FFF2-40B4-BE49-F238E27FC236}">
                  <a16:creationId xmlns:a16="http://schemas.microsoft.com/office/drawing/2014/main" id="{5805F3B5-9CAF-1C6A-3F1C-8712828925F0}"/>
                </a:ext>
              </a:extLst>
            </p:cNvPr>
            <p:cNvSpPr/>
            <p:nvPr/>
          </p:nvSpPr>
          <p:spPr>
            <a:xfrm>
              <a:off x="6710575" y="3294300"/>
              <a:ext cx="71825" cy="467850"/>
            </a:xfrm>
            <a:custGeom>
              <a:avLst/>
              <a:gdLst/>
              <a:ahLst/>
              <a:cxnLst/>
              <a:rect l="l" t="t" r="r" b="b"/>
              <a:pathLst>
                <a:path w="2873" h="18714" extrusionOk="0">
                  <a:moveTo>
                    <a:pt x="0" y="1"/>
                  </a:moveTo>
                  <a:lnTo>
                    <a:pt x="0" y="1654"/>
                  </a:lnTo>
                  <a:lnTo>
                    <a:pt x="436" y="1654"/>
                  </a:lnTo>
                  <a:lnTo>
                    <a:pt x="436" y="1"/>
                  </a:lnTo>
                  <a:close/>
                  <a:moveTo>
                    <a:pt x="827" y="1"/>
                  </a:moveTo>
                  <a:lnTo>
                    <a:pt x="827" y="1654"/>
                  </a:lnTo>
                  <a:lnTo>
                    <a:pt x="1262" y="1654"/>
                  </a:lnTo>
                  <a:lnTo>
                    <a:pt x="1262" y="1"/>
                  </a:lnTo>
                  <a:close/>
                  <a:moveTo>
                    <a:pt x="1611" y="1"/>
                  </a:moveTo>
                  <a:lnTo>
                    <a:pt x="1611" y="1654"/>
                  </a:lnTo>
                  <a:lnTo>
                    <a:pt x="2046" y="1654"/>
                  </a:lnTo>
                  <a:lnTo>
                    <a:pt x="2046" y="1"/>
                  </a:lnTo>
                  <a:close/>
                  <a:moveTo>
                    <a:pt x="2437" y="1"/>
                  </a:moveTo>
                  <a:lnTo>
                    <a:pt x="2437" y="1654"/>
                  </a:lnTo>
                  <a:lnTo>
                    <a:pt x="2873" y="1654"/>
                  </a:lnTo>
                  <a:lnTo>
                    <a:pt x="2873" y="1"/>
                  </a:lnTo>
                  <a:close/>
                  <a:moveTo>
                    <a:pt x="0" y="2394"/>
                  </a:moveTo>
                  <a:lnTo>
                    <a:pt x="0" y="4048"/>
                  </a:lnTo>
                  <a:lnTo>
                    <a:pt x="436" y="4048"/>
                  </a:lnTo>
                  <a:lnTo>
                    <a:pt x="436" y="2394"/>
                  </a:lnTo>
                  <a:close/>
                  <a:moveTo>
                    <a:pt x="827" y="2394"/>
                  </a:moveTo>
                  <a:lnTo>
                    <a:pt x="827" y="4048"/>
                  </a:lnTo>
                  <a:lnTo>
                    <a:pt x="1262" y="4048"/>
                  </a:lnTo>
                  <a:lnTo>
                    <a:pt x="1262" y="2394"/>
                  </a:lnTo>
                  <a:close/>
                  <a:moveTo>
                    <a:pt x="1611" y="2394"/>
                  </a:moveTo>
                  <a:lnTo>
                    <a:pt x="1611" y="4048"/>
                  </a:lnTo>
                  <a:lnTo>
                    <a:pt x="2046" y="4048"/>
                  </a:lnTo>
                  <a:lnTo>
                    <a:pt x="2046" y="2394"/>
                  </a:lnTo>
                  <a:close/>
                  <a:moveTo>
                    <a:pt x="2437" y="2394"/>
                  </a:moveTo>
                  <a:lnTo>
                    <a:pt x="2437" y="4048"/>
                  </a:lnTo>
                  <a:lnTo>
                    <a:pt x="2873" y="4048"/>
                  </a:lnTo>
                  <a:lnTo>
                    <a:pt x="2873" y="2394"/>
                  </a:lnTo>
                  <a:close/>
                  <a:moveTo>
                    <a:pt x="0" y="4831"/>
                  </a:moveTo>
                  <a:lnTo>
                    <a:pt x="0" y="6528"/>
                  </a:lnTo>
                  <a:lnTo>
                    <a:pt x="436" y="6528"/>
                  </a:lnTo>
                  <a:lnTo>
                    <a:pt x="436" y="4831"/>
                  </a:lnTo>
                  <a:close/>
                  <a:moveTo>
                    <a:pt x="827" y="4831"/>
                  </a:moveTo>
                  <a:lnTo>
                    <a:pt x="827" y="6528"/>
                  </a:lnTo>
                  <a:lnTo>
                    <a:pt x="1262" y="6528"/>
                  </a:lnTo>
                  <a:lnTo>
                    <a:pt x="1262" y="4831"/>
                  </a:lnTo>
                  <a:close/>
                  <a:moveTo>
                    <a:pt x="1611" y="4831"/>
                  </a:moveTo>
                  <a:lnTo>
                    <a:pt x="1611" y="6528"/>
                  </a:lnTo>
                  <a:lnTo>
                    <a:pt x="2046" y="6528"/>
                  </a:lnTo>
                  <a:lnTo>
                    <a:pt x="2046" y="4831"/>
                  </a:lnTo>
                  <a:close/>
                  <a:moveTo>
                    <a:pt x="2437" y="4831"/>
                  </a:moveTo>
                  <a:lnTo>
                    <a:pt x="2437" y="6528"/>
                  </a:lnTo>
                  <a:lnTo>
                    <a:pt x="2873" y="6528"/>
                  </a:lnTo>
                  <a:lnTo>
                    <a:pt x="2873" y="4831"/>
                  </a:lnTo>
                  <a:close/>
                  <a:moveTo>
                    <a:pt x="0" y="7268"/>
                  </a:moveTo>
                  <a:lnTo>
                    <a:pt x="0" y="8966"/>
                  </a:lnTo>
                  <a:lnTo>
                    <a:pt x="436" y="8966"/>
                  </a:lnTo>
                  <a:lnTo>
                    <a:pt x="436" y="7268"/>
                  </a:lnTo>
                  <a:close/>
                  <a:moveTo>
                    <a:pt x="827" y="7268"/>
                  </a:moveTo>
                  <a:lnTo>
                    <a:pt x="827" y="8966"/>
                  </a:lnTo>
                  <a:lnTo>
                    <a:pt x="1262" y="8966"/>
                  </a:lnTo>
                  <a:lnTo>
                    <a:pt x="1262" y="7268"/>
                  </a:lnTo>
                  <a:close/>
                  <a:moveTo>
                    <a:pt x="1611" y="7268"/>
                  </a:moveTo>
                  <a:lnTo>
                    <a:pt x="1611" y="8966"/>
                  </a:lnTo>
                  <a:lnTo>
                    <a:pt x="2046" y="8966"/>
                  </a:lnTo>
                  <a:lnTo>
                    <a:pt x="2046" y="7268"/>
                  </a:lnTo>
                  <a:close/>
                  <a:moveTo>
                    <a:pt x="2437" y="7268"/>
                  </a:moveTo>
                  <a:lnTo>
                    <a:pt x="2437" y="8966"/>
                  </a:lnTo>
                  <a:lnTo>
                    <a:pt x="2873" y="8966"/>
                  </a:lnTo>
                  <a:lnTo>
                    <a:pt x="2873" y="7268"/>
                  </a:lnTo>
                  <a:close/>
                  <a:moveTo>
                    <a:pt x="0" y="9705"/>
                  </a:moveTo>
                  <a:lnTo>
                    <a:pt x="0" y="11403"/>
                  </a:lnTo>
                  <a:lnTo>
                    <a:pt x="436" y="11403"/>
                  </a:lnTo>
                  <a:lnTo>
                    <a:pt x="436" y="9705"/>
                  </a:lnTo>
                  <a:close/>
                  <a:moveTo>
                    <a:pt x="827" y="9705"/>
                  </a:moveTo>
                  <a:lnTo>
                    <a:pt x="827" y="11403"/>
                  </a:lnTo>
                  <a:lnTo>
                    <a:pt x="1262" y="11403"/>
                  </a:lnTo>
                  <a:lnTo>
                    <a:pt x="1262" y="9705"/>
                  </a:lnTo>
                  <a:close/>
                  <a:moveTo>
                    <a:pt x="1611" y="9705"/>
                  </a:moveTo>
                  <a:lnTo>
                    <a:pt x="1611" y="11403"/>
                  </a:lnTo>
                  <a:lnTo>
                    <a:pt x="2046" y="11403"/>
                  </a:lnTo>
                  <a:lnTo>
                    <a:pt x="2046" y="9705"/>
                  </a:lnTo>
                  <a:close/>
                  <a:moveTo>
                    <a:pt x="2437" y="9705"/>
                  </a:moveTo>
                  <a:lnTo>
                    <a:pt x="2437" y="11403"/>
                  </a:lnTo>
                  <a:lnTo>
                    <a:pt x="2873" y="11403"/>
                  </a:lnTo>
                  <a:lnTo>
                    <a:pt x="2873" y="9705"/>
                  </a:lnTo>
                  <a:close/>
                  <a:moveTo>
                    <a:pt x="0" y="12099"/>
                  </a:moveTo>
                  <a:lnTo>
                    <a:pt x="0" y="13796"/>
                  </a:lnTo>
                  <a:lnTo>
                    <a:pt x="436" y="13796"/>
                  </a:lnTo>
                  <a:lnTo>
                    <a:pt x="436" y="12099"/>
                  </a:lnTo>
                  <a:close/>
                  <a:moveTo>
                    <a:pt x="827" y="12099"/>
                  </a:moveTo>
                  <a:lnTo>
                    <a:pt x="827" y="13796"/>
                  </a:lnTo>
                  <a:lnTo>
                    <a:pt x="1262" y="13796"/>
                  </a:lnTo>
                  <a:lnTo>
                    <a:pt x="1262" y="12099"/>
                  </a:lnTo>
                  <a:close/>
                  <a:moveTo>
                    <a:pt x="1611" y="12099"/>
                  </a:moveTo>
                  <a:lnTo>
                    <a:pt x="1611" y="13796"/>
                  </a:lnTo>
                  <a:lnTo>
                    <a:pt x="2046" y="13796"/>
                  </a:lnTo>
                  <a:lnTo>
                    <a:pt x="2046" y="12099"/>
                  </a:lnTo>
                  <a:close/>
                  <a:moveTo>
                    <a:pt x="2437" y="12099"/>
                  </a:moveTo>
                  <a:lnTo>
                    <a:pt x="2437" y="13796"/>
                  </a:lnTo>
                  <a:lnTo>
                    <a:pt x="2873" y="13796"/>
                  </a:lnTo>
                  <a:lnTo>
                    <a:pt x="2873" y="12099"/>
                  </a:lnTo>
                  <a:close/>
                  <a:moveTo>
                    <a:pt x="0" y="14580"/>
                  </a:moveTo>
                  <a:lnTo>
                    <a:pt x="0" y="16233"/>
                  </a:lnTo>
                  <a:lnTo>
                    <a:pt x="436" y="16233"/>
                  </a:lnTo>
                  <a:lnTo>
                    <a:pt x="436" y="14580"/>
                  </a:lnTo>
                  <a:close/>
                  <a:moveTo>
                    <a:pt x="827" y="14580"/>
                  </a:moveTo>
                  <a:lnTo>
                    <a:pt x="827" y="16233"/>
                  </a:lnTo>
                  <a:lnTo>
                    <a:pt x="1262" y="16233"/>
                  </a:lnTo>
                  <a:lnTo>
                    <a:pt x="1262" y="14580"/>
                  </a:lnTo>
                  <a:close/>
                  <a:moveTo>
                    <a:pt x="1611" y="14580"/>
                  </a:moveTo>
                  <a:lnTo>
                    <a:pt x="1611" y="16233"/>
                  </a:lnTo>
                  <a:lnTo>
                    <a:pt x="2046" y="16233"/>
                  </a:lnTo>
                  <a:lnTo>
                    <a:pt x="2046" y="14580"/>
                  </a:lnTo>
                  <a:close/>
                  <a:moveTo>
                    <a:pt x="2437" y="14580"/>
                  </a:moveTo>
                  <a:lnTo>
                    <a:pt x="2437" y="16233"/>
                  </a:lnTo>
                  <a:lnTo>
                    <a:pt x="2873" y="16233"/>
                  </a:lnTo>
                  <a:lnTo>
                    <a:pt x="2873" y="14580"/>
                  </a:lnTo>
                  <a:close/>
                  <a:moveTo>
                    <a:pt x="0" y="17017"/>
                  </a:moveTo>
                  <a:lnTo>
                    <a:pt x="0" y="18714"/>
                  </a:lnTo>
                  <a:lnTo>
                    <a:pt x="436" y="18714"/>
                  </a:lnTo>
                  <a:lnTo>
                    <a:pt x="436" y="17017"/>
                  </a:lnTo>
                  <a:close/>
                  <a:moveTo>
                    <a:pt x="827" y="17017"/>
                  </a:moveTo>
                  <a:lnTo>
                    <a:pt x="827" y="18714"/>
                  </a:lnTo>
                  <a:lnTo>
                    <a:pt x="1262" y="18714"/>
                  </a:lnTo>
                  <a:lnTo>
                    <a:pt x="1262" y="17017"/>
                  </a:lnTo>
                  <a:close/>
                  <a:moveTo>
                    <a:pt x="1611" y="17017"/>
                  </a:moveTo>
                  <a:lnTo>
                    <a:pt x="1611" y="18714"/>
                  </a:lnTo>
                  <a:lnTo>
                    <a:pt x="2046" y="18714"/>
                  </a:lnTo>
                  <a:lnTo>
                    <a:pt x="2046" y="17017"/>
                  </a:lnTo>
                  <a:close/>
                  <a:moveTo>
                    <a:pt x="2437" y="17017"/>
                  </a:moveTo>
                  <a:lnTo>
                    <a:pt x="2437" y="18714"/>
                  </a:lnTo>
                  <a:lnTo>
                    <a:pt x="2873" y="18714"/>
                  </a:lnTo>
                  <a:lnTo>
                    <a:pt x="2873" y="17017"/>
                  </a:lnTo>
                  <a:close/>
                </a:path>
              </a:pathLst>
            </a:custGeom>
            <a:solidFill>
              <a:srgbClr val="0087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55" name="Google Shape;2055;p45">
              <a:extLst>
                <a:ext uri="{FF2B5EF4-FFF2-40B4-BE49-F238E27FC236}">
                  <a16:creationId xmlns:a16="http://schemas.microsoft.com/office/drawing/2014/main" id="{B0A67FB7-9A88-7FC1-2DEA-36A3A28F5E98}"/>
                </a:ext>
              </a:extLst>
            </p:cNvPr>
            <p:cNvSpPr/>
            <p:nvPr/>
          </p:nvSpPr>
          <p:spPr>
            <a:xfrm>
              <a:off x="6935775" y="2534875"/>
              <a:ext cx="156700" cy="101225"/>
            </a:xfrm>
            <a:custGeom>
              <a:avLst/>
              <a:gdLst/>
              <a:ahLst/>
              <a:cxnLst/>
              <a:rect l="l" t="t" r="r" b="b"/>
              <a:pathLst>
                <a:path w="6268" h="4049" extrusionOk="0">
                  <a:moveTo>
                    <a:pt x="1" y="1"/>
                  </a:moveTo>
                  <a:lnTo>
                    <a:pt x="1" y="4048"/>
                  </a:lnTo>
                  <a:lnTo>
                    <a:pt x="6268" y="4048"/>
                  </a:lnTo>
                  <a:lnTo>
                    <a:pt x="4571" y="1"/>
                  </a:lnTo>
                  <a:close/>
                </a:path>
              </a:pathLst>
            </a:custGeom>
            <a:solidFill>
              <a:srgbClr val="C293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56" name="Google Shape;2056;p45">
              <a:extLst>
                <a:ext uri="{FF2B5EF4-FFF2-40B4-BE49-F238E27FC236}">
                  <a16:creationId xmlns:a16="http://schemas.microsoft.com/office/drawing/2014/main" id="{370EE56B-FC99-5CE0-C222-CCDC8B569400}"/>
                </a:ext>
              </a:extLst>
            </p:cNvPr>
            <p:cNvSpPr/>
            <p:nvPr/>
          </p:nvSpPr>
          <p:spPr>
            <a:xfrm>
              <a:off x="6852000" y="2534875"/>
              <a:ext cx="168675" cy="101225"/>
            </a:xfrm>
            <a:custGeom>
              <a:avLst/>
              <a:gdLst/>
              <a:ahLst/>
              <a:cxnLst/>
              <a:rect l="l" t="t" r="r" b="b"/>
              <a:pathLst>
                <a:path w="6747" h="4049" extrusionOk="0">
                  <a:moveTo>
                    <a:pt x="1" y="1"/>
                  </a:moveTo>
                  <a:lnTo>
                    <a:pt x="1" y="4048"/>
                  </a:lnTo>
                  <a:lnTo>
                    <a:pt x="6746" y="4048"/>
                  </a:lnTo>
                  <a:lnTo>
                    <a:pt x="5006" y="1"/>
                  </a:lnTo>
                  <a:close/>
                </a:path>
              </a:pathLst>
            </a:custGeom>
            <a:solidFill>
              <a:srgbClr val="D9B8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57" name="Google Shape;2057;p45">
              <a:extLst>
                <a:ext uri="{FF2B5EF4-FFF2-40B4-BE49-F238E27FC236}">
                  <a16:creationId xmlns:a16="http://schemas.microsoft.com/office/drawing/2014/main" id="{7C34088A-D863-A3AC-D8CF-74DD97DD9686}"/>
                </a:ext>
              </a:extLst>
            </p:cNvPr>
            <p:cNvSpPr/>
            <p:nvPr/>
          </p:nvSpPr>
          <p:spPr>
            <a:xfrm>
              <a:off x="7028275" y="2661100"/>
              <a:ext cx="70725" cy="1125000"/>
            </a:xfrm>
            <a:custGeom>
              <a:avLst/>
              <a:gdLst/>
              <a:ahLst/>
              <a:cxnLst/>
              <a:rect l="l" t="t" r="r" b="b"/>
              <a:pathLst>
                <a:path w="2829" h="45000" extrusionOk="0">
                  <a:moveTo>
                    <a:pt x="0" y="0"/>
                  </a:moveTo>
                  <a:lnTo>
                    <a:pt x="0" y="44999"/>
                  </a:lnTo>
                  <a:lnTo>
                    <a:pt x="2829" y="44999"/>
                  </a:lnTo>
                  <a:lnTo>
                    <a:pt x="2829" y="0"/>
                  </a:lnTo>
                  <a:close/>
                </a:path>
              </a:pathLst>
            </a:custGeom>
            <a:solidFill>
              <a:srgbClr val="C293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58" name="Google Shape;2058;p45">
              <a:extLst>
                <a:ext uri="{FF2B5EF4-FFF2-40B4-BE49-F238E27FC236}">
                  <a16:creationId xmlns:a16="http://schemas.microsoft.com/office/drawing/2014/main" id="{275BF37A-BEBF-6478-4332-A59BA0DAECA6}"/>
                </a:ext>
              </a:extLst>
            </p:cNvPr>
            <p:cNvSpPr/>
            <p:nvPr/>
          </p:nvSpPr>
          <p:spPr>
            <a:xfrm>
              <a:off x="6852000" y="2661100"/>
              <a:ext cx="176300" cy="1125000"/>
            </a:xfrm>
            <a:custGeom>
              <a:avLst/>
              <a:gdLst/>
              <a:ahLst/>
              <a:cxnLst/>
              <a:rect l="l" t="t" r="r" b="b"/>
              <a:pathLst>
                <a:path w="7052" h="45000" extrusionOk="0">
                  <a:moveTo>
                    <a:pt x="1" y="0"/>
                  </a:moveTo>
                  <a:lnTo>
                    <a:pt x="1" y="44999"/>
                  </a:lnTo>
                  <a:lnTo>
                    <a:pt x="7051" y="44999"/>
                  </a:lnTo>
                  <a:lnTo>
                    <a:pt x="7051" y="0"/>
                  </a:lnTo>
                  <a:close/>
                </a:path>
              </a:pathLst>
            </a:custGeom>
            <a:solidFill>
              <a:srgbClr val="D9B8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59" name="Google Shape;2059;p45">
              <a:extLst>
                <a:ext uri="{FF2B5EF4-FFF2-40B4-BE49-F238E27FC236}">
                  <a16:creationId xmlns:a16="http://schemas.microsoft.com/office/drawing/2014/main" id="{BFEF285B-D7B2-4F56-220A-FB485FE9F346}"/>
                </a:ext>
              </a:extLst>
            </p:cNvPr>
            <p:cNvSpPr/>
            <p:nvPr/>
          </p:nvSpPr>
          <p:spPr>
            <a:xfrm>
              <a:off x="7028275" y="2634975"/>
              <a:ext cx="77250" cy="34850"/>
            </a:xfrm>
            <a:custGeom>
              <a:avLst/>
              <a:gdLst/>
              <a:ahLst/>
              <a:cxnLst/>
              <a:rect l="l" t="t" r="r" b="b"/>
              <a:pathLst>
                <a:path w="3090" h="1394" extrusionOk="0">
                  <a:moveTo>
                    <a:pt x="0" y="1"/>
                  </a:moveTo>
                  <a:lnTo>
                    <a:pt x="0" y="1393"/>
                  </a:lnTo>
                  <a:lnTo>
                    <a:pt x="3090" y="1393"/>
                  </a:lnTo>
                  <a:lnTo>
                    <a:pt x="3090" y="1"/>
                  </a:lnTo>
                  <a:close/>
                </a:path>
              </a:pathLst>
            </a:custGeom>
            <a:solidFill>
              <a:srgbClr val="C2DA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60" name="Google Shape;2060;p45">
              <a:extLst>
                <a:ext uri="{FF2B5EF4-FFF2-40B4-BE49-F238E27FC236}">
                  <a16:creationId xmlns:a16="http://schemas.microsoft.com/office/drawing/2014/main" id="{26D93DA7-269C-668D-7848-BC10A6212D9C}"/>
                </a:ext>
              </a:extLst>
            </p:cNvPr>
            <p:cNvSpPr/>
            <p:nvPr/>
          </p:nvSpPr>
          <p:spPr>
            <a:xfrm>
              <a:off x="6841125" y="2634975"/>
              <a:ext cx="187175" cy="34850"/>
            </a:xfrm>
            <a:custGeom>
              <a:avLst/>
              <a:gdLst/>
              <a:ahLst/>
              <a:cxnLst/>
              <a:rect l="l" t="t" r="r" b="b"/>
              <a:pathLst>
                <a:path w="7487" h="1394" extrusionOk="0">
                  <a:moveTo>
                    <a:pt x="1" y="1"/>
                  </a:moveTo>
                  <a:lnTo>
                    <a:pt x="1" y="1393"/>
                  </a:lnTo>
                  <a:lnTo>
                    <a:pt x="7486" y="1393"/>
                  </a:lnTo>
                  <a:lnTo>
                    <a:pt x="7486" y="1"/>
                  </a:lnTo>
                  <a:close/>
                </a:path>
              </a:pathLst>
            </a:custGeom>
            <a:solidFill>
              <a:srgbClr val="F4F8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61" name="Google Shape;2061;p45">
              <a:extLst>
                <a:ext uri="{FF2B5EF4-FFF2-40B4-BE49-F238E27FC236}">
                  <a16:creationId xmlns:a16="http://schemas.microsoft.com/office/drawing/2014/main" id="{2F9DCAC8-353D-2296-8E4E-687048A3B968}"/>
                </a:ext>
              </a:extLst>
            </p:cNvPr>
            <p:cNvSpPr/>
            <p:nvPr/>
          </p:nvSpPr>
          <p:spPr>
            <a:xfrm>
              <a:off x="6977125" y="2501150"/>
              <a:ext cx="47900" cy="33750"/>
            </a:xfrm>
            <a:custGeom>
              <a:avLst/>
              <a:gdLst/>
              <a:ahLst/>
              <a:cxnLst/>
              <a:rect l="l" t="t" r="r" b="b"/>
              <a:pathLst>
                <a:path w="1916" h="1350" extrusionOk="0">
                  <a:moveTo>
                    <a:pt x="1" y="1"/>
                  </a:moveTo>
                  <a:lnTo>
                    <a:pt x="1" y="1350"/>
                  </a:lnTo>
                  <a:lnTo>
                    <a:pt x="1916" y="1350"/>
                  </a:lnTo>
                  <a:lnTo>
                    <a:pt x="1916" y="1"/>
                  </a:lnTo>
                  <a:close/>
                </a:path>
              </a:pathLst>
            </a:custGeom>
            <a:solidFill>
              <a:srgbClr val="C2DA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62" name="Google Shape;2062;p45">
              <a:extLst>
                <a:ext uri="{FF2B5EF4-FFF2-40B4-BE49-F238E27FC236}">
                  <a16:creationId xmlns:a16="http://schemas.microsoft.com/office/drawing/2014/main" id="{03E7639C-E797-2021-4F98-0EDD91C6FD7C}"/>
                </a:ext>
              </a:extLst>
            </p:cNvPr>
            <p:cNvSpPr/>
            <p:nvPr/>
          </p:nvSpPr>
          <p:spPr>
            <a:xfrm>
              <a:off x="6892275" y="2501150"/>
              <a:ext cx="84875" cy="33750"/>
            </a:xfrm>
            <a:custGeom>
              <a:avLst/>
              <a:gdLst/>
              <a:ahLst/>
              <a:cxnLst/>
              <a:rect l="l" t="t" r="r" b="b"/>
              <a:pathLst>
                <a:path w="3395" h="1350" extrusionOk="0">
                  <a:moveTo>
                    <a:pt x="0" y="1"/>
                  </a:moveTo>
                  <a:lnTo>
                    <a:pt x="0" y="1350"/>
                  </a:lnTo>
                  <a:lnTo>
                    <a:pt x="3395" y="1350"/>
                  </a:lnTo>
                  <a:lnTo>
                    <a:pt x="3395" y="1"/>
                  </a:lnTo>
                  <a:close/>
                </a:path>
              </a:pathLst>
            </a:custGeom>
            <a:solidFill>
              <a:srgbClr val="F4F8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63" name="Google Shape;2063;p45">
              <a:extLst>
                <a:ext uri="{FF2B5EF4-FFF2-40B4-BE49-F238E27FC236}">
                  <a16:creationId xmlns:a16="http://schemas.microsoft.com/office/drawing/2014/main" id="{694AFC3E-3AA5-5DE7-1E07-663F60B6244A}"/>
                </a:ext>
              </a:extLst>
            </p:cNvPr>
            <p:cNvSpPr/>
            <p:nvPr/>
          </p:nvSpPr>
          <p:spPr>
            <a:xfrm>
              <a:off x="7028275" y="2681775"/>
              <a:ext cx="72900" cy="1081475"/>
            </a:xfrm>
            <a:custGeom>
              <a:avLst/>
              <a:gdLst/>
              <a:ahLst/>
              <a:cxnLst/>
              <a:rect l="l" t="t" r="r" b="b"/>
              <a:pathLst>
                <a:path w="2916" h="43259" extrusionOk="0">
                  <a:moveTo>
                    <a:pt x="0" y="0"/>
                  </a:moveTo>
                  <a:lnTo>
                    <a:pt x="0" y="1915"/>
                  </a:lnTo>
                  <a:lnTo>
                    <a:pt x="2916" y="1915"/>
                  </a:lnTo>
                  <a:lnTo>
                    <a:pt x="2916" y="0"/>
                  </a:lnTo>
                  <a:close/>
                  <a:moveTo>
                    <a:pt x="0" y="2568"/>
                  </a:moveTo>
                  <a:lnTo>
                    <a:pt x="0" y="4483"/>
                  </a:lnTo>
                  <a:lnTo>
                    <a:pt x="2916" y="4483"/>
                  </a:lnTo>
                  <a:lnTo>
                    <a:pt x="2916" y="2568"/>
                  </a:lnTo>
                  <a:close/>
                  <a:moveTo>
                    <a:pt x="0" y="5179"/>
                  </a:moveTo>
                  <a:lnTo>
                    <a:pt x="0" y="7094"/>
                  </a:lnTo>
                  <a:lnTo>
                    <a:pt x="2916" y="7094"/>
                  </a:lnTo>
                  <a:lnTo>
                    <a:pt x="2916" y="5179"/>
                  </a:lnTo>
                  <a:close/>
                  <a:moveTo>
                    <a:pt x="0" y="7747"/>
                  </a:moveTo>
                  <a:lnTo>
                    <a:pt x="0" y="9618"/>
                  </a:lnTo>
                  <a:lnTo>
                    <a:pt x="2916" y="9618"/>
                  </a:lnTo>
                  <a:lnTo>
                    <a:pt x="2916" y="7747"/>
                  </a:lnTo>
                  <a:close/>
                  <a:moveTo>
                    <a:pt x="0" y="10358"/>
                  </a:moveTo>
                  <a:lnTo>
                    <a:pt x="0" y="12229"/>
                  </a:lnTo>
                  <a:lnTo>
                    <a:pt x="2916" y="12229"/>
                  </a:lnTo>
                  <a:lnTo>
                    <a:pt x="2916" y="10358"/>
                  </a:lnTo>
                  <a:close/>
                  <a:moveTo>
                    <a:pt x="0" y="12882"/>
                  </a:moveTo>
                  <a:lnTo>
                    <a:pt x="0" y="14797"/>
                  </a:lnTo>
                  <a:lnTo>
                    <a:pt x="2916" y="14797"/>
                  </a:lnTo>
                  <a:lnTo>
                    <a:pt x="2916" y="12882"/>
                  </a:lnTo>
                  <a:close/>
                  <a:moveTo>
                    <a:pt x="0" y="15493"/>
                  </a:moveTo>
                  <a:lnTo>
                    <a:pt x="0" y="17408"/>
                  </a:lnTo>
                  <a:lnTo>
                    <a:pt x="2916" y="17408"/>
                  </a:lnTo>
                  <a:lnTo>
                    <a:pt x="2916" y="15493"/>
                  </a:lnTo>
                  <a:close/>
                  <a:moveTo>
                    <a:pt x="0" y="18061"/>
                  </a:moveTo>
                  <a:lnTo>
                    <a:pt x="0" y="19976"/>
                  </a:lnTo>
                  <a:lnTo>
                    <a:pt x="2916" y="19976"/>
                  </a:lnTo>
                  <a:lnTo>
                    <a:pt x="2916" y="18061"/>
                  </a:lnTo>
                  <a:close/>
                  <a:moveTo>
                    <a:pt x="0" y="20672"/>
                  </a:moveTo>
                  <a:lnTo>
                    <a:pt x="0" y="22587"/>
                  </a:lnTo>
                  <a:lnTo>
                    <a:pt x="2916" y="22587"/>
                  </a:lnTo>
                  <a:lnTo>
                    <a:pt x="2916" y="20672"/>
                  </a:lnTo>
                  <a:close/>
                  <a:moveTo>
                    <a:pt x="0" y="23240"/>
                  </a:moveTo>
                  <a:lnTo>
                    <a:pt x="0" y="25154"/>
                  </a:lnTo>
                  <a:lnTo>
                    <a:pt x="2916" y="25154"/>
                  </a:lnTo>
                  <a:lnTo>
                    <a:pt x="2916" y="23240"/>
                  </a:lnTo>
                  <a:close/>
                  <a:moveTo>
                    <a:pt x="0" y="25851"/>
                  </a:moveTo>
                  <a:lnTo>
                    <a:pt x="0" y="27766"/>
                  </a:lnTo>
                  <a:lnTo>
                    <a:pt x="2916" y="27766"/>
                  </a:lnTo>
                  <a:lnTo>
                    <a:pt x="2916" y="25851"/>
                  </a:lnTo>
                  <a:close/>
                  <a:moveTo>
                    <a:pt x="0" y="28418"/>
                  </a:moveTo>
                  <a:lnTo>
                    <a:pt x="0" y="30290"/>
                  </a:lnTo>
                  <a:lnTo>
                    <a:pt x="2916" y="30290"/>
                  </a:lnTo>
                  <a:lnTo>
                    <a:pt x="2916" y="28418"/>
                  </a:lnTo>
                  <a:close/>
                  <a:moveTo>
                    <a:pt x="0" y="31029"/>
                  </a:moveTo>
                  <a:lnTo>
                    <a:pt x="0" y="32901"/>
                  </a:lnTo>
                  <a:lnTo>
                    <a:pt x="2916" y="32901"/>
                  </a:lnTo>
                  <a:lnTo>
                    <a:pt x="2916" y="31029"/>
                  </a:lnTo>
                  <a:close/>
                  <a:moveTo>
                    <a:pt x="0" y="33554"/>
                  </a:moveTo>
                  <a:lnTo>
                    <a:pt x="0" y="35468"/>
                  </a:lnTo>
                  <a:lnTo>
                    <a:pt x="2916" y="35468"/>
                  </a:lnTo>
                  <a:lnTo>
                    <a:pt x="2916" y="33554"/>
                  </a:lnTo>
                  <a:close/>
                  <a:moveTo>
                    <a:pt x="0" y="36165"/>
                  </a:moveTo>
                  <a:lnTo>
                    <a:pt x="0" y="38080"/>
                  </a:lnTo>
                  <a:lnTo>
                    <a:pt x="2916" y="38080"/>
                  </a:lnTo>
                  <a:lnTo>
                    <a:pt x="2916" y="36165"/>
                  </a:lnTo>
                  <a:close/>
                  <a:moveTo>
                    <a:pt x="0" y="38732"/>
                  </a:moveTo>
                  <a:lnTo>
                    <a:pt x="0" y="40647"/>
                  </a:lnTo>
                  <a:lnTo>
                    <a:pt x="2916" y="40647"/>
                  </a:lnTo>
                  <a:lnTo>
                    <a:pt x="2916" y="38732"/>
                  </a:lnTo>
                  <a:close/>
                  <a:moveTo>
                    <a:pt x="0" y="41344"/>
                  </a:moveTo>
                  <a:lnTo>
                    <a:pt x="0" y="43258"/>
                  </a:lnTo>
                  <a:lnTo>
                    <a:pt x="2916" y="43258"/>
                  </a:lnTo>
                  <a:lnTo>
                    <a:pt x="2916" y="41344"/>
                  </a:lnTo>
                  <a:close/>
                </a:path>
              </a:pathLst>
            </a:custGeom>
            <a:solidFill>
              <a:srgbClr val="0087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64" name="Google Shape;2064;p45">
              <a:extLst>
                <a:ext uri="{FF2B5EF4-FFF2-40B4-BE49-F238E27FC236}">
                  <a16:creationId xmlns:a16="http://schemas.microsoft.com/office/drawing/2014/main" id="{ECEFAF39-2382-D01D-47F4-8288A502271F}"/>
                </a:ext>
              </a:extLst>
            </p:cNvPr>
            <p:cNvSpPr/>
            <p:nvPr/>
          </p:nvSpPr>
          <p:spPr>
            <a:xfrm>
              <a:off x="6850925" y="2559900"/>
              <a:ext cx="177375" cy="1203350"/>
            </a:xfrm>
            <a:custGeom>
              <a:avLst/>
              <a:gdLst/>
              <a:ahLst/>
              <a:cxnLst/>
              <a:rect l="l" t="t" r="r" b="b"/>
              <a:pathLst>
                <a:path w="7095" h="48134" extrusionOk="0">
                  <a:moveTo>
                    <a:pt x="4048" y="1"/>
                  </a:moveTo>
                  <a:lnTo>
                    <a:pt x="4875" y="1872"/>
                  </a:lnTo>
                  <a:lnTo>
                    <a:pt x="566" y="1872"/>
                  </a:lnTo>
                  <a:lnTo>
                    <a:pt x="566" y="1"/>
                  </a:lnTo>
                  <a:close/>
                  <a:moveTo>
                    <a:pt x="0" y="4875"/>
                  </a:moveTo>
                  <a:lnTo>
                    <a:pt x="0" y="6790"/>
                  </a:lnTo>
                  <a:lnTo>
                    <a:pt x="7051" y="6790"/>
                  </a:lnTo>
                  <a:lnTo>
                    <a:pt x="7051" y="4875"/>
                  </a:lnTo>
                  <a:close/>
                  <a:moveTo>
                    <a:pt x="7094" y="7443"/>
                  </a:moveTo>
                  <a:lnTo>
                    <a:pt x="7094" y="9358"/>
                  </a:lnTo>
                  <a:lnTo>
                    <a:pt x="44" y="9358"/>
                  </a:lnTo>
                  <a:lnTo>
                    <a:pt x="44" y="7443"/>
                  </a:lnTo>
                  <a:close/>
                  <a:moveTo>
                    <a:pt x="7094" y="10054"/>
                  </a:moveTo>
                  <a:lnTo>
                    <a:pt x="7094" y="11969"/>
                  </a:lnTo>
                  <a:lnTo>
                    <a:pt x="44" y="11969"/>
                  </a:lnTo>
                  <a:lnTo>
                    <a:pt x="44" y="10054"/>
                  </a:lnTo>
                  <a:close/>
                  <a:moveTo>
                    <a:pt x="7094" y="12622"/>
                  </a:moveTo>
                  <a:lnTo>
                    <a:pt x="7094" y="14493"/>
                  </a:lnTo>
                  <a:lnTo>
                    <a:pt x="44" y="14493"/>
                  </a:lnTo>
                  <a:lnTo>
                    <a:pt x="44" y="12622"/>
                  </a:lnTo>
                  <a:close/>
                  <a:moveTo>
                    <a:pt x="7094" y="15233"/>
                  </a:moveTo>
                  <a:lnTo>
                    <a:pt x="7094" y="17104"/>
                  </a:lnTo>
                  <a:lnTo>
                    <a:pt x="44" y="17104"/>
                  </a:lnTo>
                  <a:lnTo>
                    <a:pt x="44" y="15233"/>
                  </a:lnTo>
                  <a:close/>
                  <a:moveTo>
                    <a:pt x="7094" y="17757"/>
                  </a:moveTo>
                  <a:lnTo>
                    <a:pt x="7094" y="19672"/>
                  </a:lnTo>
                  <a:lnTo>
                    <a:pt x="44" y="19672"/>
                  </a:lnTo>
                  <a:lnTo>
                    <a:pt x="44" y="17757"/>
                  </a:lnTo>
                  <a:close/>
                  <a:moveTo>
                    <a:pt x="7094" y="20368"/>
                  </a:moveTo>
                  <a:lnTo>
                    <a:pt x="7094" y="22283"/>
                  </a:lnTo>
                  <a:lnTo>
                    <a:pt x="44" y="22283"/>
                  </a:lnTo>
                  <a:lnTo>
                    <a:pt x="44" y="20368"/>
                  </a:lnTo>
                  <a:close/>
                  <a:moveTo>
                    <a:pt x="7094" y="22936"/>
                  </a:moveTo>
                  <a:lnTo>
                    <a:pt x="7094" y="24851"/>
                  </a:lnTo>
                  <a:lnTo>
                    <a:pt x="44" y="24851"/>
                  </a:lnTo>
                  <a:lnTo>
                    <a:pt x="44" y="22936"/>
                  </a:lnTo>
                  <a:close/>
                  <a:moveTo>
                    <a:pt x="7094" y="25547"/>
                  </a:moveTo>
                  <a:lnTo>
                    <a:pt x="7094" y="27462"/>
                  </a:lnTo>
                  <a:lnTo>
                    <a:pt x="44" y="27462"/>
                  </a:lnTo>
                  <a:lnTo>
                    <a:pt x="44" y="25547"/>
                  </a:lnTo>
                  <a:close/>
                  <a:moveTo>
                    <a:pt x="7094" y="28115"/>
                  </a:moveTo>
                  <a:lnTo>
                    <a:pt x="7094" y="30029"/>
                  </a:lnTo>
                  <a:lnTo>
                    <a:pt x="44" y="30029"/>
                  </a:lnTo>
                  <a:lnTo>
                    <a:pt x="44" y="28115"/>
                  </a:lnTo>
                  <a:close/>
                  <a:moveTo>
                    <a:pt x="7094" y="30726"/>
                  </a:moveTo>
                  <a:lnTo>
                    <a:pt x="7094" y="32641"/>
                  </a:lnTo>
                  <a:lnTo>
                    <a:pt x="44" y="32641"/>
                  </a:lnTo>
                  <a:lnTo>
                    <a:pt x="44" y="30726"/>
                  </a:lnTo>
                  <a:close/>
                  <a:moveTo>
                    <a:pt x="7094" y="33293"/>
                  </a:moveTo>
                  <a:lnTo>
                    <a:pt x="7094" y="35165"/>
                  </a:lnTo>
                  <a:lnTo>
                    <a:pt x="44" y="35165"/>
                  </a:lnTo>
                  <a:lnTo>
                    <a:pt x="44" y="33293"/>
                  </a:lnTo>
                  <a:close/>
                  <a:moveTo>
                    <a:pt x="7094" y="35904"/>
                  </a:moveTo>
                  <a:lnTo>
                    <a:pt x="7094" y="37776"/>
                  </a:lnTo>
                  <a:lnTo>
                    <a:pt x="44" y="37776"/>
                  </a:lnTo>
                  <a:lnTo>
                    <a:pt x="44" y="35904"/>
                  </a:lnTo>
                  <a:close/>
                  <a:moveTo>
                    <a:pt x="7094" y="38429"/>
                  </a:moveTo>
                  <a:lnTo>
                    <a:pt x="7094" y="40343"/>
                  </a:lnTo>
                  <a:lnTo>
                    <a:pt x="44" y="40343"/>
                  </a:lnTo>
                  <a:lnTo>
                    <a:pt x="44" y="38429"/>
                  </a:lnTo>
                  <a:close/>
                  <a:moveTo>
                    <a:pt x="7094" y="41040"/>
                  </a:moveTo>
                  <a:lnTo>
                    <a:pt x="7094" y="42955"/>
                  </a:lnTo>
                  <a:lnTo>
                    <a:pt x="44" y="42955"/>
                  </a:lnTo>
                  <a:lnTo>
                    <a:pt x="44" y="41040"/>
                  </a:lnTo>
                  <a:close/>
                  <a:moveTo>
                    <a:pt x="7094" y="43607"/>
                  </a:moveTo>
                  <a:lnTo>
                    <a:pt x="7094" y="45522"/>
                  </a:lnTo>
                  <a:lnTo>
                    <a:pt x="44" y="45522"/>
                  </a:lnTo>
                  <a:lnTo>
                    <a:pt x="44" y="43607"/>
                  </a:lnTo>
                  <a:close/>
                  <a:moveTo>
                    <a:pt x="7094" y="46219"/>
                  </a:moveTo>
                  <a:lnTo>
                    <a:pt x="7094" y="48133"/>
                  </a:lnTo>
                  <a:lnTo>
                    <a:pt x="44" y="48133"/>
                  </a:lnTo>
                  <a:lnTo>
                    <a:pt x="44" y="46219"/>
                  </a:lnTo>
                  <a:close/>
                </a:path>
              </a:pathLst>
            </a:custGeom>
            <a:solidFill>
              <a:srgbClr val="38A6D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65" name="Google Shape;2065;p45">
              <a:extLst>
                <a:ext uri="{FF2B5EF4-FFF2-40B4-BE49-F238E27FC236}">
                  <a16:creationId xmlns:a16="http://schemas.microsoft.com/office/drawing/2014/main" id="{27684EB9-0827-E6AE-02E7-CE9354F91619}"/>
                </a:ext>
              </a:extLst>
            </p:cNvPr>
            <p:cNvSpPr/>
            <p:nvPr/>
          </p:nvSpPr>
          <p:spPr>
            <a:xfrm>
              <a:off x="6265575" y="2552300"/>
              <a:ext cx="228500" cy="101200"/>
            </a:xfrm>
            <a:custGeom>
              <a:avLst/>
              <a:gdLst/>
              <a:ahLst/>
              <a:cxnLst/>
              <a:rect l="l" t="t" r="r" b="b"/>
              <a:pathLst>
                <a:path w="9140" h="4048" extrusionOk="0">
                  <a:moveTo>
                    <a:pt x="1" y="0"/>
                  </a:moveTo>
                  <a:lnTo>
                    <a:pt x="1" y="4048"/>
                  </a:lnTo>
                  <a:lnTo>
                    <a:pt x="9140" y="4048"/>
                  </a:lnTo>
                  <a:lnTo>
                    <a:pt x="6703" y="0"/>
                  </a:lnTo>
                  <a:close/>
                </a:path>
              </a:pathLst>
            </a:custGeom>
            <a:solidFill>
              <a:srgbClr val="D6A55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66" name="Google Shape;2066;p45">
              <a:extLst>
                <a:ext uri="{FF2B5EF4-FFF2-40B4-BE49-F238E27FC236}">
                  <a16:creationId xmlns:a16="http://schemas.microsoft.com/office/drawing/2014/main" id="{314D8D8E-4D3F-D5A5-DCAD-A6EF252DB29D}"/>
                </a:ext>
              </a:extLst>
            </p:cNvPr>
            <p:cNvSpPr/>
            <p:nvPr/>
          </p:nvSpPr>
          <p:spPr>
            <a:xfrm>
              <a:off x="6144825" y="2552300"/>
              <a:ext cx="243725" cy="101200"/>
            </a:xfrm>
            <a:custGeom>
              <a:avLst/>
              <a:gdLst/>
              <a:ahLst/>
              <a:cxnLst/>
              <a:rect l="l" t="t" r="r" b="b"/>
              <a:pathLst>
                <a:path w="9749" h="4048" extrusionOk="0">
                  <a:moveTo>
                    <a:pt x="0" y="0"/>
                  </a:moveTo>
                  <a:lnTo>
                    <a:pt x="0" y="4048"/>
                  </a:lnTo>
                  <a:lnTo>
                    <a:pt x="9749" y="4048"/>
                  </a:lnTo>
                  <a:lnTo>
                    <a:pt x="7268" y="0"/>
                  </a:lnTo>
                  <a:close/>
                </a:path>
              </a:pathLst>
            </a:custGeom>
            <a:solidFill>
              <a:srgbClr val="EDCC9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67" name="Google Shape;2067;p45">
              <a:extLst>
                <a:ext uri="{FF2B5EF4-FFF2-40B4-BE49-F238E27FC236}">
                  <a16:creationId xmlns:a16="http://schemas.microsoft.com/office/drawing/2014/main" id="{BF398526-9EF2-416F-AEAF-007948EECDFB}"/>
                </a:ext>
              </a:extLst>
            </p:cNvPr>
            <p:cNvSpPr/>
            <p:nvPr/>
          </p:nvSpPr>
          <p:spPr>
            <a:xfrm>
              <a:off x="6400500" y="2677425"/>
              <a:ext cx="103375" cy="1108675"/>
            </a:xfrm>
            <a:custGeom>
              <a:avLst/>
              <a:gdLst/>
              <a:ahLst/>
              <a:cxnLst/>
              <a:rect l="l" t="t" r="r" b="b"/>
              <a:pathLst>
                <a:path w="4135" h="44347" extrusionOk="0">
                  <a:moveTo>
                    <a:pt x="0" y="0"/>
                  </a:moveTo>
                  <a:lnTo>
                    <a:pt x="0" y="44346"/>
                  </a:lnTo>
                  <a:lnTo>
                    <a:pt x="4135" y="44346"/>
                  </a:lnTo>
                  <a:lnTo>
                    <a:pt x="4135" y="0"/>
                  </a:lnTo>
                  <a:close/>
                </a:path>
              </a:pathLst>
            </a:custGeom>
            <a:solidFill>
              <a:srgbClr val="D6A55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68" name="Google Shape;2068;p45">
              <a:extLst>
                <a:ext uri="{FF2B5EF4-FFF2-40B4-BE49-F238E27FC236}">
                  <a16:creationId xmlns:a16="http://schemas.microsoft.com/office/drawing/2014/main" id="{145764FD-CEA3-FF14-C2D1-39B793F34EEC}"/>
                </a:ext>
              </a:extLst>
            </p:cNvPr>
            <p:cNvSpPr/>
            <p:nvPr/>
          </p:nvSpPr>
          <p:spPr>
            <a:xfrm>
              <a:off x="6143725" y="2677425"/>
              <a:ext cx="256800" cy="1108675"/>
            </a:xfrm>
            <a:custGeom>
              <a:avLst/>
              <a:gdLst/>
              <a:ahLst/>
              <a:cxnLst/>
              <a:rect l="l" t="t" r="r" b="b"/>
              <a:pathLst>
                <a:path w="10272" h="44347" extrusionOk="0">
                  <a:moveTo>
                    <a:pt x="1" y="0"/>
                  </a:moveTo>
                  <a:lnTo>
                    <a:pt x="1" y="44346"/>
                  </a:lnTo>
                  <a:lnTo>
                    <a:pt x="10271" y="44346"/>
                  </a:lnTo>
                  <a:lnTo>
                    <a:pt x="10271" y="0"/>
                  </a:lnTo>
                  <a:close/>
                </a:path>
              </a:pathLst>
            </a:custGeom>
            <a:solidFill>
              <a:srgbClr val="EDCC9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69" name="Google Shape;2069;p45">
              <a:extLst>
                <a:ext uri="{FF2B5EF4-FFF2-40B4-BE49-F238E27FC236}">
                  <a16:creationId xmlns:a16="http://schemas.microsoft.com/office/drawing/2014/main" id="{31CE0A12-5802-2016-DB1F-71743898769A}"/>
                </a:ext>
              </a:extLst>
            </p:cNvPr>
            <p:cNvSpPr/>
            <p:nvPr/>
          </p:nvSpPr>
          <p:spPr>
            <a:xfrm>
              <a:off x="6400500" y="2652400"/>
              <a:ext cx="113175" cy="33750"/>
            </a:xfrm>
            <a:custGeom>
              <a:avLst/>
              <a:gdLst/>
              <a:ahLst/>
              <a:cxnLst/>
              <a:rect l="l" t="t" r="r" b="b"/>
              <a:pathLst>
                <a:path w="4527" h="1350" extrusionOk="0">
                  <a:moveTo>
                    <a:pt x="0" y="0"/>
                  </a:moveTo>
                  <a:lnTo>
                    <a:pt x="0" y="1349"/>
                  </a:lnTo>
                  <a:lnTo>
                    <a:pt x="4526" y="1349"/>
                  </a:lnTo>
                  <a:lnTo>
                    <a:pt x="4526" y="0"/>
                  </a:lnTo>
                  <a:close/>
                </a:path>
              </a:pathLst>
            </a:custGeom>
            <a:solidFill>
              <a:srgbClr val="DCEF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70" name="Google Shape;2070;p45">
              <a:extLst>
                <a:ext uri="{FF2B5EF4-FFF2-40B4-BE49-F238E27FC236}">
                  <a16:creationId xmlns:a16="http://schemas.microsoft.com/office/drawing/2014/main" id="{E6478611-2287-EEC5-976D-D6FA4408252F}"/>
                </a:ext>
              </a:extLst>
            </p:cNvPr>
            <p:cNvSpPr/>
            <p:nvPr/>
          </p:nvSpPr>
          <p:spPr>
            <a:xfrm>
              <a:off x="6129575" y="2652400"/>
              <a:ext cx="272025" cy="33750"/>
            </a:xfrm>
            <a:custGeom>
              <a:avLst/>
              <a:gdLst/>
              <a:ahLst/>
              <a:cxnLst/>
              <a:rect l="l" t="t" r="r" b="b"/>
              <a:pathLst>
                <a:path w="10881" h="1350" extrusionOk="0">
                  <a:moveTo>
                    <a:pt x="1" y="0"/>
                  </a:moveTo>
                  <a:lnTo>
                    <a:pt x="1" y="1349"/>
                  </a:lnTo>
                  <a:lnTo>
                    <a:pt x="10881" y="1349"/>
                  </a:lnTo>
                  <a:lnTo>
                    <a:pt x="10881" y="0"/>
                  </a:lnTo>
                  <a:close/>
                </a:path>
              </a:pathLst>
            </a:custGeom>
            <a:solidFill>
              <a:srgbClr val="F4F8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71" name="Google Shape;2071;p45">
              <a:extLst>
                <a:ext uri="{FF2B5EF4-FFF2-40B4-BE49-F238E27FC236}">
                  <a16:creationId xmlns:a16="http://schemas.microsoft.com/office/drawing/2014/main" id="{8DEB25E0-67B8-0D31-5C45-E749E88BEEAA}"/>
                </a:ext>
              </a:extLst>
            </p:cNvPr>
            <p:cNvSpPr/>
            <p:nvPr/>
          </p:nvSpPr>
          <p:spPr>
            <a:xfrm>
              <a:off x="6326500" y="2519650"/>
              <a:ext cx="68575" cy="33750"/>
            </a:xfrm>
            <a:custGeom>
              <a:avLst/>
              <a:gdLst/>
              <a:ahLst/>
              <a:cxnLst/>
              <a:rect l="l" t="t" r="r" b="b"/>
              <a:pathLst>
                <a:path w="2743" h="1350" extrusionOk="0">
                  <a:moveTo>
                    <a:pt x="1" y="1"/>
                  </a:moveTo>
                  <a:lnTo>
                    <a:pt x="1" y="1350"/>
                  </a:lnTo>
                  <a:lnTo>
                    <a:pt x="2743" y="1350"/>
                  </a:lnTo>
                  <a:lnTo>
                    <a:pt x="2743" y="1"/>
                  </a:lnTo>
                  <a:close/>
                </a:path>
              </a:pathLst>
            </a:custGeom>
            <a:solidFill>
              <a:srgbClr val="DCEF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72" name="Google Shape;2072;p45">
              <a:extLst>
                <a:ext uri="{FF2B5EF4-FFF2-40B4-BE49-F238E27FC236}">
                  <a16:creationId xmlns:a16="http://schemas.microsoft.com/office/drawing/2014/main" id="{D22FAC9F-39E3-8A16-9BC5-55D6A214EA92}"/>
                </a:ext>
              </a:extLst>
            </p:cNvPr>
            <p:cNvSpPr/>
            <p:nvPr/>
          </p:nvSpPr>
          <p:spPr>
            <a:xfrm>
              <a:off x="6204650" y="2519650"/>
              <a:ext cx="121875" cy="33750"/>
            </a:xfrm>
            <a:custGeom>
              <a:avLst/>
              <a:gdLst/>
              <a:ahLst/>
              <a:cxnLst/>
              <a:rect l="l" t="t" r="r" b="b"/>
              <a:pathLst>
                <a:path w="4875" h="1350" extrusionOk="0">
                  <a:moveTo>
                    <a:pt x="1" y="1"/>
                  </a:moveTo>
                  <a:lnTo>
                    <a:pt x="1" y="1350"/>
                  </a:lnTo>
                  <a:lnTo>
                    <a:pt x="4875" y="1350"/>
                  </a:lnTo>
                  <a:lnTo>
                    <a:pt x="4875" y="1"/>
                  </a:lnTo>
                  <a:close/>
                </a:path>
              </a:pathLst>
            </a:custGeom>
            <a:solidFill>
              <a:srgbClr val="F4F8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73" name="Google Shape;2073;p45">
              <a:extLst>
                <a:ext uri="{FF2B5EF4-FFF2-40B4-BE49-F238E27FC236}">
                  <a16:creationId xmlns:a16="http://schemas.microsoft.com/office/drawing/2014/main" id="{6E815041-99CE-00C5-94FF-4B001BB12D20}"/>
                </a:ext>
              </a:extLst>
            </p:cNvPr>
            <p:cNvSpPr/>
            <p:nvPr/>
          </p:nvSpPr>
          <p:spPr>
            <a:xfrm>
              <a:off x="6400500" y="2698075"/>
              <a:ext cx="104475" cy="1065175"/>
            </a:xfrm>
            <a:custGeom>
              <a:avLst/>
              <a:gdLst/>
              <a:ahLst/>
              <a:cxnLst/>
              <a:rect l="l" t="t" r="r" b="b"/>
              <a:pathLst>
                <a:path w="4179" h="42607" extrusionOk="0">
                  <a:moveTo>
                    <a:pt x="0" y="1"/>
                  </a:moveTo>
                  <a:lnTo>
                    <a:pt x="0" y="1916"/>
                  </a:lnTo>
                  <a:lnTo>
                    <a:pt x="4178" y="1916"/>
                  </a:lnTo>
                  <a:lnTo>
                    <a:pt x="4178" y="1"/>
                  </a:lnTo>
                  <a:close/>
                  <a:moveTo>
                    <a:pt x="0" y="2525"/>
                  </a:moveTo>
                  <a:lnTo>
                    <a:pt x="0" y="4396"/>
                  </a:lnTo>
                  <a:lnTo>
                    <a:pt x="4178" y="4396"/>
                  </a:lnTo>
                  <a:lnTo>
                    <a:pt x="4178" y="2525"/>
                  </a:lnTo>
                  <a:close/>
                  <a:moveTo>
                    <a:pt x="0" y="5049"/>
                  </a:moveTo>
                  <a:lnTo>
                    <a:pt x="0" y="6964"/>
                  </a:lnTo>
                  <a:lnTo>
                    <a:pt x="4178" y="6964"/>
                  </a:lnTo>
                  <a:lnTo>
                    <a:pt x="4178" y="5049"/>
                  </a:lnTo>
                  <a:close/>
                  <a:moveTo>
                    <a:pt x="0" y="7617"/>
                  </a:moveTo>
                  <a:lnTo>
                    <a:pt x="0" y="9532"/>
                  </a:lnTo>
                  <a:lnTo>
                    <a:pt x="4178" y="9532"/>
                  </a:lnTo>
                  <a:lnTo>
                    <a:pt x="4178" y="7617"/>
                  </a:lnTo>
                  <a:close/>
                  <a:moveTo>
                    <a:pt x="0" y="10184"/>
                  </a:moveTo>
                  <a:lnTo>
                    <a:pt x="0" y="12099"/>
                  </a:lnTo>
                  <a:lnTo>
                    <a:pt x="4178" y="12099"/>
                  </a:lnTo>
                  <a:lnTo>
                    <a:pt x="4178" y="10184"/>
                  </a:lnTo>
                  <a:close/>
                  <a:moveTo>
                    <a:pt x="0" y="12752"/>
                  </a:moveTo>
                  <a:lnTo>
                    <a:pt x="0" y="14623"/>
                  </a:lnTo>
                  <a:lnTo>
                    <a:pt x="4178" y="14623"/>
                  </a:lnTo>
                  <a:lnTo>
                    <a:pt x="4178" y="12752"/>
                  </a:lnTo>
                  <a:close/>
                  <a:moveTo>
                    <a:pt x="0" y="15233"/>
                  </a:moveTo>
                  <a:lnTo>
                    <a:pt x="0" y="17148"/>
                  </a:lnTo>
                  <a:lnTo>
                    <a:pt x="4178" y="17148"/>
                  </a:lnTo>
                  <a:lnTo>
                    <a:pt x="4178" y="15233"/>
                  </a:lnTo>
                  <a:close/>
                  <a:moveTo>
                    <a:pt x="0" y="17800"/>
                  </a:moveTo>
                  <a:lnTo>
                    <a:pt x="0" y="19715"/>
                  </a:lnTo>
                  <a:lnTo>
                    <a:pt x="4178" y="19715"/>
                  </a:lnTo>
                  <a:lnTo>
                    <a:pt x="4178" y="17800"/>
                  </a:lnTo>
                  <a:close/>
                  <a:moveTo>
                    <a:pt x="0" y="20368"/>
                  </a:moveTo>
                  <a:lnTo>
                    <a:pt x="0" y="22239"/>
                  </a:lnTo>
                  <a:lnTo>
                    <a:pt x="4178" y="22239"/>
                  </a:lnTo>
                  <a:lnTo>
                    <a:pt x="4178" y="20368"/>
                  </a:lnTo>
                  <a:close/>
                  <a:moveTo>
                    <a:pt x="0" y="22892"/>
                  </a:moveTo>
                  <a:lnTo>
                    <a:pt x="0" y="24807"/>
                  </a:lnTo>
                  <a:lnTo>
                    <a:pt x="4178" y="24807"/>
                  </a:lnTo>
                  <a:lnTo>
                    <a:pt x="4178" y="22892"/>
                  </a:lnTo>
                  <a:close/>
                  <a:moveTo>
                    <a:pt x="0" y="25460"/>
                  </a:moveTo>
                  <a:lnTo>
                    <a:pt x="0" y="27375"/>
                  </a:lnTo>
                  <a:lnTo>
                    <a:pt x="4178" y="27375"/>
                  </a:lnTo>
                  <a:lnTo>
                    <a:pt x="4178" y="25460"/>
                  </a:lnTo>
                  <a:close/>
                  <a:moveTo>
                    <a:pt x="0" y="27984"/>
                  </a:moveTo>
                  <a:lnTo>
                    <a:pt x="0" y="29855"/>
                  </a:lnTo>
                  <a:lnTo>
                    <a:pt x="4178" y="29855"/>
                  </a:lnTo>
                  <a:lnTo>
                    <a:pt x="4178" y="27984"/>
                  </a:lnTo>
                  <a:close/>
                  <a:moveTo>
                    <a:pt x="0" y="30508"/>
                  </a:moveTo>
                  <a:lnTo>
                    <a:pt x="0" y="32423"/>
                  </a:lnTo>
                  <a:lnTo>
                    <a:pt x="4178" y="32423"/>
                  </a:lnTo>
                  <a:lnTo>
                    <a:pt x="4178" y="30508"/>
                  </a:lnTo>
                  <a:close/>
                  <a:moveTo>
                    <a:pt x="0" y="33076"/>
                  </a:moveTo>
                  <a:lnTo>
                    <a:pt x="0" y="34991"/>
                  </a:lnTo>
                  <a:lnTo>
                    <a:pt x="4178" y="34991"/>
                  </a:lnTo>
                  <a:lnTo>
                    <a:pt x="4178" y="33076"/>
                  </a:lnTo>
                  <a:close/>
                  <a:moveTo>
                    <a:pt x="0" y="35643"/>
                  </a:moveTo>
                  <a:lnTo>
                    <a:pt x="0" y="37558"/>
                  </a:lnTo>
                  <a:lnTo>
                    <a:pt x="4178" y="37558"/>
                  </a:lnTo>
                  <a:lnTo>
                    <a:pt x="4178" y="35643"/>
                  </a:lnTo>
                  <a:close/>
                  <a:moveTo>
                    <a:pt x="0" y="38211"/>
                  </a:moveTo>
                  <a:lnTo>
                    <a:pt x="0" y="40082"/>
                  </a:lnTo>
                  <a:lnTo>
                    <a:pt x="4178" y="40082"/>
                  </a:lnTo>
                  <a:lnTo>
                    <a:pt x="4178" y="38211"/>
                  </a:lnTo>
                  <a:close/>
                  <a:moveTo>
                    <a:pt x="0" y="40692"/>
                  </a:moveTo>
                  <a:lnTo>
                    <a:pt x="0" y="42606"/>
                  </a:lnTo>
                  <a:lnTo>
                    <a:pt x="4178" y="42606"/>
                  </a:lnTo>
                  <a:lnTo>
                    <a:pt x="4178" y="40692"/>
                  </a:lnTo>
                  <a:close/>
                </a:path>
              </a:pathLst>
            </a:custGeom>
            <a:solidFill>
              <a:srgbClr val="0495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74" name="Google Shape;2074;p45">
              <a:extLst>
                <a:ext uri="{FF2B5EF4-FFF2-40B4-BE49-F238E27FC236}">
                  <a16:creationId xmlns:a16="http://schemas.microsoft.com/office/drawing/2014/main" id="{BFF593AF-86A9-D15C-C22C-3866B1B890EB}"/>
                </a:ext>
              </a:extLst>
            </p:cNvPr>
            <p:cNvSpPr/>
            <p:nvPr/>
          </p:nvSpPr>
          <p:spPr>
            <a:xfrm>
              <a:off x="6143725" y="2578400"/>
              <a:ext cx="256800" cy="1184850"/>
            </a:xfrm>
            <a:custGeom>
              <a:avLst/>
              <a:gdLst/>
              <a:ahLst/>
              <a:cxnLst/>
              <a:rect l="l" t="t" r="r" b="b"/>
              <a:pathLst>
                <a:path w="10272" h="47394" extrusionOk="0">
                  <a:moveTo>
                    <a:pt x="5876" y="1"/>
                  </a:moveTo>
                  <a:lnTo>
                    <a:pt x="7007" y="1916"/>
                  </a:lnTo>
                  <a:lnTo>
                    <a:pt x="740" y="1916"/>
                  </a:lnTo>
                  <a:lnTo>
                    <a:pt x="740" y="1"/>
                  </a:lnTo>
                  <a:close/>
                  <a:moveTo>
                    <a:pt x="1" y="4788"/>
                  </a:moveTo>
                  <a:lnTo>
                    <a:pt x="1" y="6703"/>
                  </a:lnTo>
                  <a:lnTo>
                    <a:pt x="10271" y="6703"/>
                  </a:lnTo>
                  <a:lnTo>
                    <a:pt x="10271" y="4788"/>
                  </a:lnTo>
                  <a:close/>
                  <a:moveTo>
                    <a:pt x="10271" y="7312"/>
                  </a:moveTo>
                  <a:lnTo>
                    <a:pt x="10271" y="9183"/>
                  </a:lnTo>
                  <a:lnTo>
                    <a:pt x="1" y="9183"/>
                  </a:lnTo>
                  <a:lnTo>
                    <a:pt x="1" y="7312"/>
                  </a:lnTo>
                  <a:close/>
                  <a:moveTo>
                    <a:pt x="10271" y="9836"/>
                  </a:moveTo>
                  <a:lnTo>
                    <a:pt x="10271" y="11751"/>
                  </a:lnTo>
                  <a:lnTo>
                    <a:pt x="1" y="11751"/>
                  </a:lnTo>
                  <a:lnTo>
                    <a:pt x="1" y="9836"/>
                  </a:lnTo>
                  <a:close/>
                  <a:moveTo>
                    <a:pt x="10271" y="12404"/>
                  </a:moveTo>
                  <a:lnTo>
                    <a:pt x="10271" y="14319"/>
                  </a:lnTo>
                  <a:lnTo>
                    <a:pt x="1" y="14319"/>
                  </a:lnTo>
                  <a:lnTo>
                    <a:pt x="1" y="12404"/>
                  </a:lnTo>
                  <a:close/>
                  <a:moveTo>
                    <a:pt x="10271" y="14971"/>
                  </a:moveTo>
                  <a:lnTo>
                    <a:pt x="10271" y="16886"/>
                  </a:lnTo>
                  <a:lnTo>
                    <a:pt x="1" y="16886"/>
                  </a:lnTo>
                  <a:lnTo>
                    <a:pt x="1" y="14971"/>
                  </a:lnTo>
                  <a:close/>
                  <a:moveTo>
                    <a:pt x="10271" y="17539"/>
                  </a:moveTo>
                  <a:lnTo>
                    <a:pt x="10271" y="19410"/>
                  </a:lnTo>
                  <a:lnTo>
                    <a:pt x="1" y="19410"/>
                  </a:lnTo>
                  <a:lnTo>
                    <a:pt x="1" y="17539"/>
                  </a:lnTo>
                  <a:close/>
                  <a:moveTo>
                    <a:pt x="10271" y="20020"/>
                  </a:moveTo>
                  <a:lnTo>
                    <a:pt x="10271" y="21935"/>
                  </a:lnTo>
                  <a:lnTo>
                    <a:pt x="1" y="21935"/>
                  </a:lnTo>
                  <a:lnTo>
                    <a:pt x="1" y="20020"/>
                  </a:lnTo>
                  <a:close/>
                  <a:moveTo>
                    <a:pt x="10271" y="22587"/>
                  </a:moveTo>
                  <a:lnTo>
                    <a:pt x="10271" y="24502"/>
                  </a:lnTo>
                  <a:lnTo>
                    <a:pt x="1" y="24502"/>
                  </a:lnTo>
                  <a:lnTo>
                    <a:pt x="1" y="22587"/>
                  </a:lnTo>
                  <a:close/>
                  <a:moveTo>
                    <a:pt x="10271" y="25155"/>
                  </a:moveTo>
                  <a:lnTo>
                    <a:pt x="10271" y="27026"/>
                  </a:lnTo>
                  <a:lnTo>
                    <a:pt x="1" y="27026"/>
                  </a:lnTo>
                  <a:lnTo>
                    <a:pt x="1" y="25155"/>
                  </a:lnTo>
                  <a:close/>
                  <a:moveTo>
                    <a:pt x="10271" y="27679"/>
                  </a:moveTo>
                  <a:lnTo>
                    <a:pt x="10271" y="29594"/>
                  </a:lnTo>
                  <a:lnTo>
                    <a:pt x="1" y="29594"/>
                  </a:lnTo>
                  <a:lnTo>
                    <a:pt x="1" y="27679"/>
                  </a:lnTo>
                  <a:close/>
                  <a:moveTo>
                    <a:pt x="10271" y="30247"/>
                  </a:moveTo>
                  <a:lnTo>
                    <a:pt x="10271" y="32162"/>
                  </a:lnTo>
                  <a:lnTo>
                    <a:pt x="1" y="32162"/>
                  </a:lnTo>
                  <a:lnTo>
                    <a:pt x="1" y="30247"/>
                  </a:lnTo>
                  <a:close/>
                  <a:moveTo>
                    <a:pt x="10271" y="32771"/>
                  </a:moveTo>
                  <a:lnTo>
                    <a:pt x="10271" y="34642"/>
                  </a:lnTo>
                  <a:lnTo>
                    <a:pt x="1" y="34642"/>
                  </a:lnTo>
                  <a:lnTo>
                    <a:pt x="1" y="32771"/>
                  </a:lnTo>
                  <a:close/>
                  <a:moveTo>
                    <a:pt x="10271" y="35295"/>
                  </a:moveTo>
                  <a:lnTo>
                    <a:pt x="10271" y="37210"/>
                  </a:lnTo>
                  <a:lnTo>
                    <a:pt x="1" y="37210"/>
                  </a:lnTo>
                  <a:lnTo>
                    <a:pt x="1" y="35295"/>
                  </a:lnTo>
                  <a:close/>
                  <a:moveTo>
                    <a:pt x="10271" y="37863"/>
                  </a:moveTo>
                  <a:lnTo>
                    <a:pt x="10271" y="39778"/>
                  </a:lnTo>
                  <a:lnTo>
                    <a:pt x="1" y="39778"/>
                  </a:lnTo>
                  <a:lnTo>
                    <a:pt x="1" y="37863"/>
                  </a:lnTo>
                  <a:close/>
                  <a:moveTo>
                    <a:pt x="10271" y="40430"/>
                  </a:moveTo>
                  <a:lnTo>
                    <a:pt x="10271" y="42345"/>
                  </a:lnTo>
                  <a:lnTo>
                    <a:pt x="1" y="42345"/>
                  </a:lnTo>
                  <a:lnTo>
                    <a:pt x="1" y="40430"/>
                  </a:lnTo>
                  <a:close/>
                  <a:moveTo>
                    <a:pt x="10271" y="42998"/>
                  </a:moveTo>
                  <a:lnTo>
                    <a:pt x="10271" y="44869"/>
                  </a:lnTo>
                  <a:lnTo>
                    <a:pt x="1" y="44869"/>
                  </a:lnTo>
                  <a:lnTo>
                    <a:pt x="1" y="42998"/>
                  </a:lnTo>
                  <a:close/>
                  <a:moveTo>
                    <a:pt x="10271" y="45479"/>
                  </a:moveTo>
                  <a:lnTo>
                    <a:pt x="10271" y="47393"/>
                  </a:lnTo>
                  <a:lnTo>
                    <a:pt x="1" y="47393"/>
                  </a:lnTo>
                  <a:lnTo>
                    <a:pt x="1" y="45479"/>
                  </a:lnTo>
                  <a:close/>
                </a:path>
              </a:pathLst>
            </a:custGeom>
            <a:solidFill>
              <a:srgbClr val="44B7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75" name="Google Shape;2075;p45">
              <a:extLst>
                <a:ext uri="{FF2B5EF4-FFF2-40B4-BE49-F238E27FC236}">
                  <a16:creationId xmlns:a16="http://schemas.microsoft.com/office/drawing/2014/main" id="{BE0A640B-1A56-6468-5F83-DD4DDAF69260}"/>
                </a:ext>
              </a:extLst>
            </p:cNvPr>
            <p:cNvSpPr/>
            <p:nvPr/>
          </p:nvSpPr>
          <p:spPr>
            <a:xfrm>
              <a:off x="5884775" y="3215975"/>
              <a:ext cx="107750" cy="546175"/>
            </a:xfrm>
            <a:custGeom>
              <a:avLst/>
              <a:gdLst/>
              <a:ahLst/>
              <a:cxnLst/>
              <a:rect l="l" t="t" r="r" b="b"/>
              <a:pathLst>
                <a:path w="4310" h="21847" extrusionOk="0">
                  <a:moveTo>
                    <a:pt x="132" y="0"/>
                  </a:moveTo>
                  <a:cubicBezTo>
                    <a:pt x="44" y="6006"/>
                    <a:pt x="44" y="20237"/>
                    <a:pt x="1" y="21847"/>
                  </a:cubicBezTo>
                  <a:lnTo>
                    <a:pt x="4309" y="21847"/>
                  </a:lnTo>
                  <a:cubicBezTo>
                    <a:pt x="4309" y="20237"/>
                    <a:pt x="4222" y="6006"/>
                    <a:pt x="4179" y="0"/>
                  </a:cubicBezTo>
                  <a:close/>
                </a:path>
              </a:pathLst>
            </a:custGeom>
            <a:solidFill>
              <a:srgbClr val="4053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76" name="Google Shape;2076;p45">
              <a:extLst>
                <a:ext uri="{FF2B5EF4-FFF2-40B4-BE49-F238E27FC236}">
                  <a16:creationId xmlns:a16="http://schemas.microsoft.com/office/drawing/2014/main" id="{5F4F5667-D986-BDE6-FF5A-76A1B29FDDDF}"/>
                </a:ext>
              </a:extLst>
            </p:cNvPr>
            <p:cNvSpPr/>
            <p:nvPr/>
          </p:nvSpPr>
          <p:spPr>
            <a:xfrm>
              <a:off x="5948975" y="3215975"/>
              <a:ext cx="44625" cy="546175"/>
            </a:xfrm>
            <a:custGeom>
              <a:avLst/>
              <a:gdLst/>
              <a:ahLst/>
              <a:cxnLst/>
              <a:rect l="l" t="t" r="r" b="b"/>
              <a:pathLst>
                <a:path w="1785" h="21847" extrusionOk="0">
                  <a:moveTo>
                    <a:pt x="1" y="0"/>
                  </a:moveTo>
                  <a:lnTo>
                    <a:pt x="1" y="21847"/>
                  </a:lnTo>
                  <a:lnTo>
                    <a:pt x="1785" y="21847"/>
                  </a:lnTo>
                  <a:cubicBezTo>
                    <a:pt x="1785" y="20237"/>
                    <a:pt x="1741" y="6006"/>
                    <a:pt x="1698" y="0"/>
                  </a:cubicBezTo>
                  <a:close/>
                </a:path>
              </a:pathLst>
            </a:custGeom>
            <a:solidFill>
              <a:srgbClr val="6C8C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77" name="Google Shape;2077;p45">
              <a:extLst>
                <a:ext uri="{FF2B5EF4-FFF2-40B4-BE49-F238E27FC236}">
                  <a16:creationId xmlns:a16="http://schemas.microsoft.com/office/drawing/2014/main" id="{7D676DA1-0D90-B5AA-F864-394DED898B5D}"/>
                </a:ext>
              </a:extLst>
            </p:cNvPr>
            <p:cNvSpPr/>
            <p:nvPr/>
          </p:nvSpPr>
          <p:spPr>
            <a:xfrm>
              <a:off x="5348400" y="3014700"/>
              <a:ext cx="832350" cy="790975"/>
            </a:xfrm>
            <a:custGeom>
              <a:avLst/>
              <a:gdLst/>
              <a:ahLst/>
              <a:cxnLst/>
              <a:rect l="l" t="t" r="r" b="b"/>
              <a:pathLst>
                <a:path w="33294" h="31639" extrusionOk="0">
                  <a:moveTo>
                    <a:pt x="1" y="0"/>
                  </a:moveTo>
                  <a:lnTo>
                    <a:pt x="1" y="31639"/>
                  </a:lnTo>
                  <a:lnTo>
                    <a:pt x="33293" y="31639"/>
                  </a:lnTo>
                  <a:lnTo>
                    <a:pt x="3329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78" name="Google Shape;2078;p45">
              <a:extLst>
                <a:ext uri="{FF2B5EF4-FFF2-40B4-BE49-F238E27FC236}">
                  <a16:creationId xmlns:a16="http://schemas.microsoft.com/office/drawing/2014/main" id="{DB52E437-8559-8420-0A94-E0EF665195FF}"/>
                </a:ext>
              </a:extLst>
            </p:cNvPr>
            <p:cNvSpPr/>
            <p:nvPr/>
          </p:nvSpPr>
          <p:spPr>
            <a:xfrm>
              <a:off x="5315775" y="3783900"/>
              <a:ext cx="864975" cy="23950"/>
            </a:xfrm>
            <a:custGeom>
              <a:avLst/>
              <a:gdLst/>
              <a:ahLst/>
              <a:cxnLst/>
              <a:rect l="l" t="t" r="r" b="b"/>
              <a:pathLst>
                <a:path w="34599" h="958" extrusionOk="0">
                  <a:moveTo>
                    <a:pt x="0" y="0"/>
                  </a:moveTo>
                  <a:lnTo>
                    <a:pt x="0" y="958"/>
                  </a:lnTo>
                  <a:lnTo>
                    <a:pt x="34598" y="958"/>
                  </a:lnTo>
                  <a:lnTo>
                    <a:pt x="3459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79" name="Google Shape;2079;p45">
              <a:extLst>
                <a:ext uri="{FF2B5EF4-FFF2-40B4-BE49-F238E27FC236}">
                  <a16:creationId xmlns:a16="http://schemas.microsoft.com/office/drawing/2014/main" id="{F20435CD-F6AF-4D61-E299-447D35A7B11F}"/>
                </a:ext>
              </a:extLst>
            </p:cNvPr>
            <p:cNvSpPr/>
            <p:nvPr/>
          </p:nvSpPr>
          <p:spPr>
            <a:xfrm>
              <a:off x="5303800" y="2821025"/>
              <a:ext cx="832325" cy="214350"/>
            </a:xfrm>
            <a:custGeom>
              <a:avLst/>
              <a:gdLst/>
              <a:ahLst/>
              <a:cxnLst/>
              <a:rect l="l" t="t" r="r" b="b"/>
              <a:pathLst>
                <a:path w="33293" h="8574" extrusionOk="0">
                  <a:moveTo>
                    <a:pt x="11533" y="1"/>
                  </a:moveTo>
                  <a:lnTo>
                    <a:pt x="0" y="8574"/>
                  </a:lnTo>
                  <a:lnTo>
                    <a:pt x="33293" y="8574"/>
                  </a:lnTo>
                  <a:lnTo>
                    <a:pt x="3329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80" name="Google Shape;2080;p45">
              <a:extLst>
                <a:ext uri="{FF2B5EF4-FFF2-40B4-BE49-F238E27FC236}">
                  <a16:creationId xmlns:a16="http://schemas.microsoft.com/office/drawing/2014/main" id="{6F1216D8-FDE3-D6A5-54BB-EB6F80D80646}"/>
                </a:ext>
              </a:extLst>
            </p:cNvPr>
            <p:cNvSpPr/>
            <p:nvPr/>
          </p:nvSpPr>
          <p:spPr>
            <a:xfrm>
              <a:off x="5819500" y="3105000"/>
              <a:ext cx="224150" cy="220875"/>
            </a:xfrm>
            <a:custGeom>
              <a:avLst/>
              <a:gdLst/>
              <a:ahLst/>
              <a:cxnLst/>
              <a:rect l="l" t="t" r="r" b="b"/>
              <a:pathLst>
                <a:path w="8966" h="8835" extrusionOk="0">
                  <a:moveTo>
                    <a:pt x="1" y="0"/>
                  </a:moveTo>
                  <a:lnTo>
                    <a:pt x="1" y="8835"/>
                  </a:lnTo>
                  <a:lnTo>
                    <a:pt x="8966" y="8835"/>
                  </a:lnTo>
                  <a:lnTo>
                    <a:pt x="896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81" name="Google Shape;2081;p45">
              <a:extLst>
                <a:ext uri="{FF2B5EF4-FFF2-40B4-BE49-F238E27FC236}">
                  <a16:creationId xmlns:a16="http://schemas.microsoft.com/office/drawing/2014/main" id="{A1F0568A-F3E1-85B1-FF1F-EE5CE42BEDD0}"/>
                </a:ext>
              </a:extLst>
            </p:cNvPr>
            <p:cNvSpPr/>
            <p:nvPr/>
          </p:nvSpPr>
          <p:spPr>
            <a:xfrm>
              <a:off x="5399550" y="3105000"/>
              <a:ext cx="224150" cy="220875"/>
            </a:xfrm>
            <a:custGeom>
              <a:avLst/>
              <a:gdLst/>
              <a:ahLst/>
              <a:cxnLst/>
              <a:rect l="l" t="t" r="r" b="b"/>
              <a:pathLst>
                <a:path w="8966" h="8835" extrusionOk="0">
                  <a:moveTo>
                    <a:pt x="0" y="0"/>
                  </a:moveTo>
                  <a:lnTo>
                    <a:pt x="0" y="8835"/>
                  </a:lnTo>
                  <a:lnTo>
                    <a:pt x="8965" y="8835"/>
                  </a:lnTo>
                  <a:lnTo>
                    <a:pt x="896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82" name="Google Shape;2082;p45">
              <a:extLst>
                <a:ext uri="{FF2B5EF4-FFF2-40B4-BE49-F238E27FC236}">
                  <a16:creationId xmlns:a16="http://schemas.microsoft.com/office/drawing/2014/main" id="{C71192A9-CFAA-6083-B3BF-970B1BF0A315}"/>
                </a:ext>
              </a:extLst>
            </p:cNvPr>
            <p:cNvSpPr/>
            <p:nvPr/>
          </p:nvSpPr>
          <p:spPr>
            <a:xfrm>
              <a:off x="5407150" y="3112600"/>
              <a:ext cx="206750" cy="204575"/>
            </a:xfrm>
            <a:custGeom>
              <a:avLst/>
              <a:gdLst/>
              <a:ahLst/>
              <a:cxnLst/>
              <a:rect l="l" t="t" r="r" b="b"/>
              <a:pathLst>
                <a:path w="8270" h="8183" extrusionOk="0">
                  <a:moveTo>
                    <a:pt x="1" y="1"/>
                  </a:moveTo>
                  <a:lnTo>
                    <a:pt x="1" y="8182"/>
                  </a:lnTo>
                  <a:lnTo>
                    <a:pt x="8270" y="8182"/>
                  </a:lnTo>
                  <a:lnTo>
                    <a:pt x="827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83" name="Google Shape;2083;p45">
              <a:extLst>
                <a:ext uri="{FF2B5EF4-FFF2-40B4-BE49-F238E27FC236}">
                  <a16:creationId xmlns:a16="http://schemas.microsoft.com/office/drawing/2014/main" id="{17DC5825-C3C6-32F4-4AFD-ED1B2F20D21F}"/>
                </a:ext>
              </a:extLst>
            </p:cNvPr>
            <p:cNvSpPr/>
            <p:nvPr/>
          </p:nvSpPr>
          <p:spPr>
            <a:xfrm>
              <a:off x="5407150" y="3112600"/>
              <a:ext cx="208925" cy="204575"/>
            </a:xfrm>
            <a:custGeom>
              <a:avLst/>
              <a:gdLst/>
              <a:ahLst/>
              <a:cxnLst/>
              <a:rect l="l" t="t" r="r" b="b"/>
              <a:pathLst>
                <a:path w="8357" h="8183" extrusionOk="0">
                  <a:moveTo>
                    <a:pt x="1" y="1"/>
                  </a:moveTo>
                  <a:lnTo>
                    <a:pt x="1" y="8182"/>
                  </a:lnTo>
                  <a:lnTo>
                    <a:pt x="393" y="8182"/>
                  </a:lnTo>
                  <a:lnTo>
                    <a:pt x="393" y="436"/>
                  </a:lnTo>
                  <a:lnTo>
                    <a:pt x="8357" y="436"/>
                  </a:lnTo>
                  <a:lnTo>
                    <a:pt x="8357" y="1"/>
                  </a:lnTo>
                  <a:close/>
                </a:path>
              </a:pathLst>
            </a:custGeom>
            <a:solidFill>
              <a:srgbClr val="258E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84" name="Google Shape;2084;p45">
              <a:extLst>
                <a:ext uri="{FF2B5EF4-FFF2-40B4-BE49-F238E27FC236}">
                  <a16:creationId xmlns:a16="http://schemas.microsoft.com/office/drawing/2014/main" id="{A4B7349C-576A-A107-39DB-7B576B52A3D2}"/>
                </a:ext>
              </a:extLst>
            </p:cNvPr>
            <p:cNvSpPr/>
            <p:nvPr/>
          </p:nvSpPr>
          <p:spPr>
            <a:xfrm>
              <a:off x="5505075" y="3107175"/>
              <a:ext cx="9825" cy="214350"/>
            </a:xfrm>
            <a:custGeom>
              <a:avLst/>
              <a:gdLst/>
              <a:ahLst/>
              <a:cxnLst/>
              <a:rect l="l" t="t" r="r" b="b"/>
              <a:pathLst>
                <a:path w="393" h="8574" extrusionOk="0">
                  <a:moveTo>
                    <a:pt x="1" y="0"/>
                  </a:moveTo>
                  <a:lnTo>
                    <a:pt x="1" y="8574"/>
                  </a:lnTo>
                  <a:lnTo>
                    <a:pt x="392" y="8574"/>
                  </a:lnTo>
                  <a:lnTo>
                    <a:pt x="39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85" name="Google Shape;2085;p45">
              <a:extLst>
                <a:ext uri="{FF2B5EF4-FFF2-40B4-BE49-F238E27FC236}">
                  <a16:creationId xmlns:a16="http://schemas.microsoft.com/office/drawing/2014/main" id="{1BBC9D86-FA47-B4C0-F561-99978AFD9774}"/>
                </a:ext>
              </a:extLst>
            </p:cNvPr>
            <p:cNvSpPr/>
            <p:nvPr/>
          </p:nvSpPr>
          <p:spPr>
            <a:xfrm>
              <a:off x="5402800" y="3160475"/>
              <a:ext cx="220900" cy="9825"/>
            </a:xfrm>
            <a:custGeom>
              <a:avLst/>
              <a:gdLst/>
              <a:ahLst/>
              <a:cxnLst/>
              <a:rect l="l" t="t" r="r" b="b"/>
              <a:pathLst>
                <a:path w="8836" h="393" extrusionOk="0">
                  <a:moveTo>
                    <a:pt x="1" y="1"/>
                  </a:moveTo>
                  <a:lnTo>
                    <a:pt x="1" y="392"/>
                  </a:lnTo>
                  <a:lnTo>
                    <a:pt x="8835" y="392"/>
                  </a:lnTo>
                  <a:lnTo>
                    <a:pt x="883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86" name="Google Shape;2086;p45">
              <a:extLst>
                <a:ext uri="{FF2B5EF4-FFF2-40B4-BE49-F238E27FC236}">
                  <a16:creationId xmlns:a16="http://schemas.microsoft.com/office/drawing/2014/main" id="{8843138F-FA13-C5D5-6336-7C874592FF31}"/>
                </a:ext>
              </a:extLst>
            </p:cNvPr>
            <p:cNvSpPr/>
            <p:nvPr/>
          </p:nvSpPr>
          <p:spPr>
            <a:xfrm>
              <a:off x="6003375" y="2823200"/>
              <a:ext cx="138200" cy="149075"/>
            </a:xfrm>
            <a:custGeom>
              <a:avLst/>
              <a:gdLst/>
              <a:ahLst/>
              <a:cxnLst/>
              <a:rect l="l" t="t" r="r" b="b"/>
              <a:pathLst>
                <a:path w="5528" h="5963" extrusionOk="0">
                  <a:moveTo>
                    <a:pt x="1" y="1"/>
                  </a:moveTo>
                  <a:lnTo>
                    <a:pt x="1" y="5963"/>
                  </a:lnTo>
                  <a:lnTo>
                    <a:pt x="5528" y="5963"/>
                  </a:lnTo>
                  <a:lnTo>
                    <a:pt x="552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87" name="Google Shape;2087;p45">
              <a:extLst>
                <a:ext uri="{FF2B5EF4-FFF2-40B4-BE49-F238E27FC236}">
                  <a16:creationId xmlns:a16="http://schemas.microsoft.com/office/drawing/2014/main" id="{8B47F8EE-964F-D457-D81D-0B43349CC6C3}"/>
                </a:ext>
              </a:extLst>
            </p:cNvPr>
            <p:cNvSpPr/>
            <p:nvPr/>
          </p:nvSpPr>
          <p:spPr>
            <a:xfrm>
              <a:off x="5410425" y="3459675"/>
              <a:ext cx="66400" cy="255700"/>
            </a:xfrm>
            <a:custGeom>
              <a:avLst/>
              <a:gdLst/>
              <a:ahLst/>
              <a:cxnLst/>
              <a:rect l="l" t="t" r="r" b="b"/>
              <a:pathLst>
                <a:path w="2656" h="10228" extrusionOk="0">
                  <a:moveTo>
                    <a:pt x="0" y="1"/>
                  </a:moveTo>
                  <a:lnTo>
                    <a:pt x="0" y="10228"/>
                  </a:lnTo>
                  <a:lnTo>
                    <a:pt x="2655" y="10228"/>
                  </a:lnTo>
                  <a:lnTo>
                    <a:pt x="265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88" name="Google Shape;2088;p45">
              <a:extLst>
                <a:ext uri="{FF2B5EF4-FFF2-40B4-BE49-F238E27FC236}">
                  <a16:creationId xmlns:a16="http://schemas.microsoft.com/office/drawing/2014/main" id="{B84B4A1A-D22B-E65C-AD38-E4BD7E61FF39}"/>
                </a:ext>
              </a:extLst>
            </p:cNvPr>
            <p:cNvSpPr/>
            <p:nvPr/>
          </p:nvSpPr>
          <p:spPr>
            <a:xfrm>
              <a:off x="5418050" y="3468375"/>
              <a:ext cx="52225" cy="240475"/>
            </a:xfrm>
            <a:custGeom>
              <a:avLst/>
              <a:gdLst/>
              <a:ahLst/>
              <a:cxnLst/>
              <a:rect l="l" t="t" r="r" b="b"/>
              <a:pathLst>
                <a:path w="2089" h="9619" extrusionOk="0">
                  <a:moveTo>
                    <a:pt x="0" y="1"/>
                  </a:moveTo>
                  <a:lnTo>
                    <a:pt x="0" y="9618"/>
                  </a:lnTo>
                  <a:lnTo>
                    <a:pt x="2089" y="9618"/>
                  </a:lnTo>
                  <a:lnTo>
                    <a:pt x="208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89" name="Google Shape;2089;p45">
              <a:extLst>
                <a:ext uri="{FF2B5EF4-FFF2-40B4-BE49-F238E27FC236}">
                  <a16:creationId xmlns:a16="http://schemas.microsoft.com/office/drawing/2014/main" id="{B8D8F31E-7823-166C-86BA-4682398A0827}"/>
                </a:ext>
              </a:extLst>
            </p:cNvPr>
            <p:cNvSpPr/>
            <p:nvPr/>
          </p:nvSpPr>
          <p:spPr>
            <a:xfrm>
              <a:off x="5418050" y="3468375"/>
              <a:ext cx="52225" cy="239375"/>
            </a:xfrm>
            <a:custGeom>
              <a:avLst/>
              <a:gdLst/>
              <a:ahLst/>
              <a:cxnLst/>
              <a:rect l="l" t="t" r="r" b="b"/>
              <a:pathLst>
                <a:path w="2089" h="9575" extrusionOk="0">
                  <a:moveTo>
                    <a:pt x="0" y="1"/>
                  </a:moveTo>
                  <a:lnTo>
                    <a:pt x="0" y="9575"/>
                  </a:lnTo>
                  <a:lnTo>
                    <a:pt x="348" y="9575"/>
                  </a:lnTo>
                  <a:lnTo>
                    <a:pt x="348" y="305"/>
                  </a:lnTo>
                  <a:lnTo>
                    <a:pt x="2089" y="305"/>
                  </a:lnTo>
                  <a:lnTo>
                    <a:pt x="2089"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90" name="Google Shape;2090;p45">
              <a:extLst>
                <a:ext uri="{FF2B5EF4-FFF2-40B4-BE49-F238E27FC236}">
                  <a16:creationId xmlns:a16="http://schemas.microsoft.com/office/drawing/2014/main" id="{42E23A4A-19BC-F600-8775-3F1F93E6FC49}"/>
                </a:ext>
              </a:extLst>
            </p:cNvPr>
            <p:cNvSpPr/>
            <p:nvPr/>
          </p:nvSpPr>
          <p:spPr>
            <a:xfrm>
              <a:off x="5649775" y="3459675"/>
              <a:ext cx="66400" cy="255700"/>
            </a:xfrm>
            <a:custGeom>
              <a:avLst/>
              <a:gdLst/>
              <a:ahLst/>
              <a:cxnLst/>
              <a:rect l="l" t="t" r="r" b="b"/>
              <a:pathLst>
                <a:path w="2656" h="10228" extrusionOk="0">
                  <a:moveTo>
                    <a:pt x="1" y="1"/>
                  </a:moveTo>
                  <a:lnTo>
                    <a:pt x="1" y="10228"/>
                  </a:lnTo>
                  <a:lnTo>
                    <a:pt x="2655" y="10228"/>
                  </a:lnTo>
                  <a:lnTo>
                    <a:pt x="265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91" name="Google Shape;2091;p45">
              <a:extLst>
                <a:ext uri="{FF2B5EF4-FFF2-40B4-BE49-F238E27FC236}">
                  <a16:creationId xmlns:a16="http://schemas.microsoft.com/office/drawing/2014/main" id="{3456A316-57BF-9FAD-B8ED-B1206E41C1A9}"/>
                </a:ext>
              </a:extLst>
            </p:cNvPr>
            <p:cNvSpPr/>
            <p:nvPr/>
          </p:nvSpPr>
          <p:spPr>
            <a:xfrm>
              <a:off x="5657400" y="3468375"/>
              <a:ext cx="52250" cy="240475"/>
            </a:xfrm>
            <a:custGeom>
              <a:avLst/>
              <a:gdLst/>
              <a:ahLst/>
              <a:cxnLst/>
              <a:rect l="l" t="t" r="r" b="b"/>
              <a:pathLst>
                <a:path w="2090" h="9619" extrusionOk="0">
                  <a:moveTo>
                    <a:pt x="0" y="1"/>
                  </a:moveTo>
                  <a:lnTo>
                    <a:pt x="0" y="9618"/>
                  </a:lnTo>
                  <a:lnTo>
                    <a:pt x="2089" y="9618"/>
                  </a:lnTo>
                  <a:lnTo>
                    <a:pt x="208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92" name="Google Shape;2092;p45">
              <a:extLst>
                <a:ext uri="{FF2B5EF4-FFF2-40B4-BE49-F238E27FC236}">
                  <a16:creationId xmlns:a16="http://schemas.microsoft.com/office/drawing/2014/main" id="{5AFEE24C-E0BE-3D9E-A9A3-FFE3CE8C9048}"/>
                </a:ext>
              </a:extLst>
            </p:cNvPr>
            <p:cNvSpPr/>
            <p:nvPr/>
          </p:nvSpPr>
          <p:spPr>
            <a:xfrm>
              <a:off x="5657400" y="3468375"/>
              <a:ext cx="52250" cy="239375"/>
            </a:xfrm>
            <a:custGeom>
              <a:avLst/>
              <a:gdLst/>
              <a:ahLst/>
              <a:cxnLst/>
              <a:rect l="l" t="t" r="r" b="b"/>
              <a:pathLst>
                <a:path w="2090" h="9575" extrusionOk="0">
                  <a:moveTo>
                    <a:pt x="0" y="1"/>
                  </a:moveTo>
                  <a:lnTo>
                    <a:pt x="0" y="9575"/>
                  </a:lnTo>
                  <a:lnTo>
                    <a:pt x="349" y="9575"/>
                  </a:lnTo>
                  <a:lnTo>
                    <a:pt x="349" y="305"/>
                  </a:lnTo>
                  <a:lnTo>
                    <a:pt x="2089" y="305"/>
                  </a:lnTo>
                  <a:lnTo>
                    <a:pt x="2089"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93" name="Google Shape;2093;p45">
              <a:extLst>
                <a:ext uri="{FF2B5EF4-FFF2-40B4-BE49-F238E27FC236}">
                  <a16:creationId xmlns:a16="http://schemas.microsoft.com/office/drawing/2014/main" id="{9C3806C1-D759-530E-7758-558944A23A6D}"/>
                </a:ext>
              </a:extLst>
            </p:cNvPr>
            <p:cNvSpPr/>
            <p:nvPr/>
          </p:nvSpPr>
          <p:spPr>
            <a:xfrm>
              <a:off x="6114350" y="3105000"/>
              <a:ext cx="225250" cy="220875"/>
            </a:xfrm>
            <a:custGeom>
              <a:avLst/>
              <a:gdLst/>
              <a:ahLst/>
              <a:cxnLst/>
              <a:rect l="l" t="t" r="r" b="b"/>
              <a:pathLst>
                <a:path w="9010" h="8835" extrusionOk="0">
                  <a:moveTo>
                    <a:pt x="1" y="0"/>
                  </a:moveTo>
                  <a:lnTo>
                    <a:pt x="1" y="8835"/>
                  </a:lnTo>
                  <a:lnTo>
                    <a:pt x="9009" y="8835"/>
                  </a:lnTo>
                  <a:lnTo>
                    <a:pt x="900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94" name="Google Shape;2094;p45">
              <a:extLst>
                <a:ext uri="{FF2B5EF4-FFF2-40B4-BE49-F238E27FC236}">
                  <a16:creationId xmlns:a16="http://schemas.microsoft.com/office/drawing/2014/main" id="{6335FBE3-3EA2-07B4-7322-6C834054711E}"/>
                </a:ext>
              </a:extLst>
            </p:cNvPr>
            <p:cNvSpPr/>
            <p:nvPr/>
          </p:nvSpPr>
          <p:spPr>
            <a:xfrm>
              <a:off x="5819500" y="3454225"/>
              <a:ext cx="224150" cy="221975"/>
            </a:xfrm>
            <a:custGeom>
              <a:avLst/>
              <a:gdLst/>
              <a:ahLst/>
              <a:cxnLst/>
              <a:rect l="l" t="t" r="r" b="b"/>
              <a:pathLst>
                <a:path w="8966" h="8879" extrusionOk="0">
                  <a:moveTo>
                    <a:pt x="1" y="1"/>
                  </a:moveTo>
                  <a:lnTo>
                    <a:pt x="1" y="8879"/>
                  </a:lnTo>
                  <a:lnTo>
                    <a:pt x="8966" y="8879"/>
                  </a:lnTo>
                  <a:lnTo>
                    <a:pt x="896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95" name="Google Shape;2095;p45">
              <a:extLst>
                <a:ext uri="{FF2B5EF4-FFF2-40B4-BE49-F238E27FC236}">
                  <a16:creationId xmlns:a16="http://schemas.microsoft.com/office/drawing/2014/main" id="{5B11B8B7-31B4-71F0-9313-9EF1DAF1B6F6}"/>
                </a:ext>
              </a:extLst>
            </p:cNvPr>
            <p:cNvSpPr/>
            <p:nvPr/>
          </p:nvSpPr>
          <p:spPr>
            <a:xfrm>
              <a:off x="6114350" y="3454225"/>
              <a:ext cx="225250" cy="221975"/>
            </a:xfrm>
            <a:custGeom>
              <a:avLst/>
              <a:gdLst/>
              <a:ahLst/>
              <a:cxnLst/>
              <a:rect l="l" t="t" r="r" b="b"/>
              <a:pathLst>
                <a:path w="9010" h="8879" extrusionOk="0">
                  <a:moveTo>
                    <a:pt x="1" y="1"/>
                  </a:moveTo>
                  <a:lnTo>
                    <a:pt x="1" y="8879"/>
                  </a:lnTo>
                  <a:lnTo>
                    <a:pt x="9009" y="8879"/>
                  </a:lnTo>
                  <a:lnTo>
                    <a:pt x="900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96" name="Google Shape;2096;p45">
              <a:extLst>
                <a:ext uri="{FF2B5EF4-FFF2-40B4-BE49-F238E27FC236}">
                  <a16:creationId xmlns:a16="http://schemas.microsoft.com/office/drawing/2014/main" id="{81403512-6175-92A9-1D26-6B8FFC93C995}"/>
                </a:ext>
              </a:extLst>
            </p:cNvPr>
            <p:cNvSpPr/>
            <p:nvPr/>
          </p:nvSpPr>
          <p:spPr>
            <a:xfrm>
              <a:off x="5302700" y="3035350"/>
              <a:ext cx="439575" cy="15275"/>
            </a:xfrm>
            <a:custGeom>
              <a:avLst/>
              <a:gdLst/>
              <a:ahLst/>
              <a:cxnLst/>
              <a:rect l="l" t="t" r="r" b="b"/>
              <a:pathLst>
                <a:path w="17583" h="611" extrusionOk="0">
                  <a:moveTo>
                    <a:pt x="1" y="1"/>
                  </a:moveTo>
                  <a:lnTo>
                    <a:pt x="1" y="610"/>
                  </a:lnTo>
                  <a:lnTo>
                    <a:pt x="17583" y="610"/>
                  </a:lnTo>
                  <a:lnTo>
                    <a:pt x="1758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97" name="Google Shape;2097;p45">
              <a:extLst>
                <a:ext uri="{FF2B5EF4-FFF2-40B4-BE49-F238E27FC236}">
                  <a16:creationId xmlns:a16="http://schemas.microsoft.com/office/drawing/2014/main" id="{05B529FD-C2DB-AC86-7BCD-5C00CD9FAAB9}"/>
                </a:ext>
              </a:extLst>
            </p:cNvPr>
            <p:cNvSpPr/>
            <p:nvPr/>
          </p:nvSpPr>
          <p:spPr>
            <a:xfrm>
              <a:off x="5254850" y="3329125"/>
              <a:ext cx="487425" cy="87050"/>
            </a:xfrm>
            <a:custGeom>
              <a:avLst/>
              <a:gdLst/>
              <a:ahLst/>
              <a:cxnLst/>
              <a:rect l="l" t="t" r="r" b="b"/>
              <a:pathLst>
                <a:path w="19497" h="3482" extrusionOk="0">
                  <a:moveTo>
                    <a:pt x="3264" y="0"/>
                  </a:moveTo>
                  <a:lnTo>
                    <a:pt x="0" y="3482"/>
                  </a:lnTo>
                  <a:lnTo>
                    <a:pt x="19497" y="3482"/>
                  </a:lnTo>
                  <a:lnTo>
                    <a:pt x="1949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98" name="Google Shape;2098;p45">
              <a:extLst>
                <a:ext uri="{FF2B5EF4-FFF2-40B4-BE49-F238E27FC236}">
                  <a16:creationId xmlns:a16="http://schemas.microsoft.com/office/drawing/2014/main" id="{992ACB95-D738-A9BB-407A-0016E43C1CE6}"/>
                </a:ext>
              </a:extLst>
            </p:cNvPr>
            <p:cNvSpPr/>
            <p:nvPr/>
          </p:nvSpPr>
          <p:spPr>
            <a:xfrm>
              <a:off x="5253750" y="3416150"/>
              <a:ext cx="488525" cy="12000"/>
            </a:xfrm>
            <a:custGeom>
              <a:avLst/>
              <a:gdLst/>
              <a:ahLst/>
              <a:cxnLst/>
              <a:rect l="l" t="t" r="r" b="b"/>
              <a:pathLst>
                <a:path w="19541" h="480" extrusionOk="0">
                  <a:moveTo>
                    <a:pt x="1" y="1"/>
                  </a:moveTo>
                  <a:lnTo>
                    <a:pt x="1" y="479"/>
                  </a:lnTo>
                  <a:lnTo>
                    <a:pt x="19541" y="479"/>
                  </a:lnTo>
                  <a:lnTo>
                    <a:pt x="1954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99" name="Google Shape;2099;p45">
              <a:extLst>
                <a:ext uri="{FF2B5EF4-FFF2-40B4-BE49-F238E27FC236}">
                  <a16:creationId xmlns:a16="http://schemas.microsoft.com/office/drawing/2014/main" id="{AACB16BE-ACB6-CF0C-F79A-BC78D8B179B8}"/>
                </a:ext>
              </a:extLst>
            </p:cNvPr>
            <p:cNvSpPr/>
            <p:nvPr/>
          </p:nvSpPr>
          <p:spPr>
            <a:xfrm>
              <a:off x="5348400" y="3428125"/>
              <a:ext cx="393875" cy="12000"/>
            </a:xfrm>
            <a:custGeom>
              <a:avLst/>
              <a:gdLst/>
              <a:ahLst/>
              <a:cxnLst/>
              <a:rect l="l" t="t" r="r" b="b"/>
              <a:pathLst>
                <a:path w="15755" h="480" extrusionOk="0">
                  <a:moveTo>
                    <a:pt x="1" y="0"/>
                  </a:moveTo>
                  <a:lnTo>
                    <a:pt x="1" y="479"/>
                  </a:lnTo>
                  <a:lnTo>
                    <a:pt x="15755" y="479"/>
                  </a:lnTo>
                  <a:lnTo>
                    <a:pt x="15755" y="0"/>
                  </a:lnTo>
                  <a:close/>
                </a:path>
              </a:pathLst>
            </a:custGeom>
            <a:solidFill>
              <a:srgbClr val="D1D1D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00" name="Google Shape;2100;p45">
              <a:extLst>
                <a:ext uri="{FF2B5EF4-FFF2-40B4-BE49-F238E27FC236}">
                  <a16:creationId xmlns:a16="http://schemas.microsoft.com/office/drawing/2014/main" id="{322BEDE5-2EB5-A8E2-752A-4D371B7D7BF2}"/>
                </a:ext>
              </a:extLst>
            </p:cNvPr>
            <p:cNvSpPr/>
            <p:nvPr/>
          </p:nvSpPr>
          <p:spPr>
            <a:xfrm>
              <a:off x="5348400" y="3050600"/>
              <a:ext cx="393875" cy="11975"/>
            </a:xfrm>
            <a:custGeom>
              <a:avLst/>
              <a:gdLst/>
              <a:ahLst/>
              <a:cxnLst/>
              <a:rect l="l" t="t" r="r" b="b"/>
              <a:pathLst>
                <a:path w="15755" h="479" extrusionOk="0">
                  <a:moveTo>
                    <a:pt x="1" y="0"/>
                  </a:moveTo>
                  <a:lnTo>
                    <a:pt x="1" y="479"/>
                  </a:lnTo>
                  <a:lnTo>
                    <a:pt x="15755" y="479"/>
                  </a:lnTo>
                  <a:lnTo>
                    <a:pt x="1575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01" name="Google Shape;2101;p45">
              <a:extLst>
                <a:ext uri="{FF2B5EF4-FFF2-40B4-BE49-F238E27FC236}">
                  <a16:creationId xmlns:a16="http://schemas.microsoft.com/office/drawing/2014/main" id="{DF8CB742-D17C-B90A-75D6-47728610D6F6}"/>
                </a:ext>
              </a:extLst>
            </p:cNvPr>
            <p:cNvSpPr/>
            <p:nvPr/>
          </p:nvSpPr>
          <p:spPr>
            <a:xfrm>
              <a:off x="5497450" y="3459675"/>
              <a:ext cx="124075" cy="256800"/>
            </a:xfrm>
            <a:custGeom>
              <a:avLst/>
              <a:gdLst/>
              <a:ahLst/>
              <a:cxnLst/>
              <a:rect l="l" t="t" r="r" b="b"/>
              <a:pathLst>
                <a:path w="4963" h="10272" extrusionOk="0">
                  <a:moveTo>
                    <a:pt x="1" y="1"/>
                  </a:moveTo>
                  <a:lnTo>
                    <a:pt x="1" y="10271"/>
                  </a:lnTo>
                  <a:lnTo>
                    <a:pt x="4962" y="10271"/>
                  </a:lnTo>
                  <a:lnTo>
                    <a:pt x="496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02" name="Google Shape;2102;p45">
              <a:extLst>
                <a:ext uri="{FF2B5EF4-FFF2-40B4-BE49-F238E27FC236}">
                  <a16:creationId xmlns:a16="http://schemas.microsoft.com/office/drawing/2014/main" id="{A3AE2E2E-0CCE-6E4E-511D-5504EA1FDA6B}"/>
                </a:ext>
              </a:extLst>
            </p:cNvPr>
            <p:cNvSpPr/>
            <p:nvPr/>
          </p:nvSpPr>
          <p:spPr>
            <a:xfrm>
              <a:off x="5504000" y="3465125"/>
              <a:ext cx="32650" cy="50075"/>
            </a:xfrm>
            <a:custGeom>
              <a:avLst/>
              <a:gdLst/>
              <a:ahLst/>
              <a:cxnLst/>
              <a:rect l="l" t="t" r="r" b="b"/>
              <a:pathLst>
                <a:path w="1306" h="2003" extrusionOk="0">
                  <a:moveTo>
                    <a:pt x="0" y="0"/>
                  </a:moveTo>
                  <a:lnTo>
                    <a:pt x="0" y="2002"/>
                  </a:lnTo>
                  <a:lnTo>
                    <a:pt x="1306" y="2002"/>
                  </a:lnTo>
                  <a:lnTo>
                    <a:pt x="130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03" name="Google Shape;2103;p45">
              <a:extLst>
                <a:ext uri="{FF2B5EF4-FFF2-40B4-BE49-F238E27FC236}">
                  <a16:creationId xmlns:a16="http://schemas.microsoft.com/office/drawing/2014/main" id="{70A7EDE6-028F-59AA-1584-9BE9A4ABB5DB}"/>
                </a:ext>
              </a:extLst>
            </p:cNvPr>
            <p:cNvSpPr/>
            <p:nvPr/>
          </p:nvSpPr>
          <p:spPr>
            <a:xfrm>
              <a:off x="5543150" y="3465125"/>
              <a:ext cx="32675" cy="50075"/>
            </a:xfrm>
            <a:custGeom>
              <a:avLst/>
              <a:gdLst/>
              <a:ahLst/>
              <a:cxnLst/>
              <a:rect l="l" t="t" r="r" b="b"/>
              <a:pathLst>
                <a:path w="1307" h="2003" extrusionOk="0">
                  <a:moveTo>
                    <a:pt x="1" y="0"/>
                  </a:moveTo>
                  <a:lnTo>
                    <a:pt x="1" y="2002"/>
                  </a:lnTo>
                  <a:lnTo>
                    <a:pt x="1306" y="2002"/>
                  </a:lnTo>
                  <a:lnTo>
                    <a:pt x="130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04" name="Google Shape;2104;p45">
              <a:extLst>
                <a:ext uri="{FF2B5EF4-FFF2-40B4-BE49-F238E27FC236}">
                  <a16:creationId xmlns:a16="http://schemas.microsoft.com/office/drawing/2014/main" id="{642B5B72-FB39-633A-5A96-3B8CD0D1866D}"/>
                </a:ext>
              </a:extLst>
            </p:cNvPr>
            <p:cNvSpPr/>
            <p:nvPr/>
          </p:nvSpPr>
          <p:spPr>
            <a:xfrm>
              <a:off x="5583425" y="3465125"/>
              <a:ext cx="32650" cy="50075"/>
            </a:xfrm>
            <a:custGeom>
              <a:avLst/>
              <a:gdLst/>
              <a:ahLst/>
              <a:cxnLst/>
              <a:rect l="l" t="t" r="r" b="b"/>
              <a:pathLst>
                <a:path w="1306" h="2003" extrusionOk="0">
                  <a:moveTo>
                    <a:pt x="0" y="0"/>
                  </a:moveTo>
                  <a:lnTo>
                    <a:pt x="0" y="2002"/>
                  </a:lnTo>
                  <a:lnTo>
                    <a:pt x="1306" y="2002"/>
                  </a:lnTo>
                  <a:lnTo>
                    <a:pt x="130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05" name="Google Shape;2105;p45">
              <a:extLst>
                <a:ext uri="{FF2B5EF4-FFF2-40B4-BE49-F238E27FC236}">
                  <a16:creationId xmlns:a16="http://schemas.microsoft.com/office/drawing/2014/main" id="{323CFBE7-2D43-4F6F-52BA-D63412EFC595}"/>
                </a:ext>
              </a:extLst>
            </p:cNvPr>
            <p:cNvSpPr/>
            <p:nvPr/>
          </p:nvSpPr>
          <p:spPr>
            <a:xfrm>
              <a:off x="5504000" y="3520600"/>
              <a:ext cx="32650" cy="28325"/>
            </a:xfrm>
            <a:custGeom>
              <a:avLst/>
              <a:gdLst/>
              <a:ahLst/>
              <a:cxnLst/>
              <a:rect l="l" t="t" r="r" b="b"/>
              <a:pathLst>
                <a:path w="1306" h="1133" extrusionOk="0">
                  <a:moveTo>
                    <a:pt x="0" y="1"/>
                  </a:moveTo>
                  <a:lnTo>
                    <a:pt x="0" y="1132"/>
                  </a:lnTo>
                  <a:lnTo>
                    <a:pt x="1306" y="1132"/>
                  </a:lnTo>
                  <a:lnTo>
                    <a:pt x="130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06" name="Google Shape;2106;p45">
              <a:extLst>
                <a:ext uri="{FF2B5EF4-FFF2-40B4-BE49-F238E27FC236}">
                  <a16:creationId xmlns:a16="http://schemas.microsoft.com/office/drawing/2014/main" id="{7891864E-FDFD-843D-CAE2-1CC0FB3E7298}"/>
                </a:ext>
              </a:extLst>
            </p:cNvPr>
            <p:cNvSpPr/>
            <p:nvPr/>
          </p:nvSpPr>
          <p:spPr>
            <a:xfrm>
              <a:off x="5543150" y="3520600"/>
              <a:ext cx="32675" cy="28325"/>
            </a:xfrm>
            <a:custGeom>
              <a:avLst/>
              <a:gdLst/>
              <a:ahLst/>
              <a:cxnLst/>
              <a:rect l="l" t="t" r="r" b="b"/>
              <a:pathLst>
                <a:path w="1307" h="1133" extrusionOk="0">
                  <a:moveTo>
                    <a:pt x="1" y="1"/>
                  </a:moveTo>
                  <a:lnTo>
                    <a:pt x="1" y="1132"/>
                  </a:lnTo>
                  <a:lnTo>
                    <a:pt x="1306" y="1132"/>
                  </a:lnTo>
                  <a:lnTo>
                    <a:pt x="130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07" name="Google Shape;2107;p45">
              <a:extLst>
                <a:ext uri="{FF2B5EF4-FFF2-40B4-BE49-F238E27FC236}">
                  <a16:creationId xmlns:a16="http://schemas.microsoft.com/office/drawing/2014/main" id="{EAE450F9-274B-709A-7255-B151470A88E1}"/>
                </a:ext>
              </a:extLst>
            </p:cNvPr>
            <p:cNvSpPr/>
            <p:nvPr/>
          </p:nvSpPr>
          <p:spPr>
            <a:xfrm>
              <a:off x="5583425" y="3520600"/>
              <a:ext cx="32650" cy="28325"/>
            </a:xfrm>
            <a:custGeom>
              <a:avLst/>
              <a:gdLst/>
              <a:ahLst/>
              <a:cxnLst/>
              <a:rect l="l" t="t" r="r" b="b"/>
              <a:pathLst>
                <a:path w="1306" h="1133" extrusionOk="0">
                  <a:moveTo>
                    <a:pt x="0" y="1"/>
                  </a:moveTo>
                  <a:lnTo>
                    <a:pt x="0" y="1132"/>
                  </a:lnTo>
                  <a:lnTo>
                    <a:pt x="1306" y="1132"/>
                  </a:lnTo>
                  <a:lnTo>
                    <a:pt x="130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08" name="Google Shape;2108;p45">
              <a:extLst>
                <a:ext uri="{FF2B5EF4-FFF2-40B4-BE49-F238E27FC236}">
                  <a16:creationId xmlns:a16="http://schemas.microsoft.com/office/drawing/2014/main" id="{7E3364E5-5904-4214-EAE7-6CEABC98FCC1}"/>
                </a:ext>
              </a:extLst>
            </p:cNvPr>
            <p:cNvSpPr/>
            <p:nvPr/>
          </p:nvSpPr>
          <p:spPr>
            <a:xfrm>
              <a:off x="5504000" y="3465125"/>
              <a:ext cx="31575" cy="50075"/>
            </a:xfrm>
            <a:custGeom>
              <a:avLst/>
              <a:gdLst/>
              <a:ahLst/>
              <a:cxnLst/>
              <a:rect l="l" t="t" r="r" b="b"/>
              <a:pathLst>
                <a:path w="1263" h="2003" extrusionOk="0">
                  <a:moveTo>
                    <a:pt x="0" y="0"/>
                  </a:moveTo>
                  <a:lnTo>
                    <a:pt x="0" y="2002"/>
                  </a:lnTo>
                  <a:lnTo>
                    <a:pt x="174" y="2002"/>
                  </a:lnTo>
                  <a:lnTo>
                    <a:pt x="174" y="348"/>
                  </a:lnTo>
                  <a:lnTo>
                    <a:pt x="1262" y="348"/>
                  </a:lnTo>
                  <a:lnTo>
                    <a:pt x="126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09" name="Google Shape;2109;p45">
              <a:extLst>
                <a:ext uri="{FF2B5EF4-FFF2-40B4-BE49-F238E27FC236}">
                  <a16:creationId xmlns:a16="http://schemas.microsoft.com/office/drawing/2014/main" id="{22E79437-13B4-7A89-07C1-3316621DF0AE}"/>
                </a:ext>
              </a:extLst>
            </p:cNvPr>
            <p:cNvSpPr/>
            <p:nvPr/>
          </p:nvSpPr>
          <p:spPr>
            <a:xfrm>
              <a:off x="5543150" y="3465125"/>
              <a:ext cx="32675" cy="50075"/>
            </a:xfrm>
            <a:custGeom>
              <a:avLst/>
              <a:gdLst/>
              <a:ahLst/>
              <a:cxnLst/>
              <a:rect l="l" t="t" r="r" b="b"/>
              <a:pathLst>
                <a:path w="1307" h="2003" extrusionOk="0">
                  <a:moveTo>
                    <a:pt x="1" y="0"/>
                  </a:moveTo>
                  <a:lnTo>
                    <a:pt x="1" y="2002"/>
                  </a:lnTo>
                  <a:lnTo>
                    <a:pt x="175" y="2002"/>
                  </a:lnTo>
                  <a:lnTo>
                    <a:pt x="175" y="348"/>
                  </a:lnTo>
                  <a:lnTo>
                    <a:pt x="1306" y="348"/>
                  </a:lnTo>
                  <a:lnTo>
                    <a:pt x="1306"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10" name="Google Shape;2110;p45">
              <a:extLst>
                <a:ext uri="{FF2B5EF4-FFF2-40B4-BE49-F238E27FC236}">
                  <a16:creationId xmlns:a16="http://schemas.microsoft.com/office/drawing/2014/main" id="{629FAF55-47EB-C8C5-A596-50B1E6B68E6F}"/>
                </a:ext>
              </a:extLst>
            </p:cNvPr>
            <p:cNvSpPr/>
            <p:nvPr/>
          </p:nvSpPr>
          <p:spPr>
            <a:xfrm>
              <a:off x="5583425" y="3465125"/>
              <a:ext cx="33750" cy="50075"/>
            </a:xfrm>
            <a:custGeom>
              <a:avLst/>
              <a:gdLst/>
              <a:ahLst/>
              <a:cxnLst/>
              <a:rect l="l" t="t" r="r" b="b"/>
              <a:pathLst>
                <a:path w="1350" h="2003" extrusionOk="0">
                  <a:moveTo>
                    <a:pt x="0" y="0"/>
                  </a:moveTo>
                  <a:lnTo>
                    <a:pt x="0" y="2002"/>
                  </a:lnTo>
                  <a:lnTo>
                    <a:pt x="218" y="2002"/>
                  </a:lnTo>
                  <a:lnTo>
                    <a:pt x="218" y="348"/>
                  </a:lnTo>
                  <a:lnTo>
                    <a:pt x="1349" y="348"/>
                  </a:lnTo>
                  <a:lnTo>
                    <a:pt x="134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11" name="Google Shape;2111;p45">
              <a:extLst>
                <a:ext uri="{FF2B5EF4-FFF2-40B4-BE49-F238E27FC236}">
                  <a16:creationId xmlns:a16="http://schemas.microsoft.com/office/drawing/2014/main" id="{58C2315C-303B-224A-BA59-158EC918DF31}"/>
                </a:ext>
              </a:extLst>
            </p:cNvPr>
            <p:cNvSpPr/>
            <p:nvPr/>
          </p:nvSpPr>
          <p:spPr>
            <a:xfrm>
              <a:off x="5504000" y="3520600"/>
              <a:ext cx="31575" cy="30500"/>
            </a:xfrm>
            <a:custGeom>
              <a:avLst/>
              <a:gdLst/>
              <a:ahLst/>
              <a:cxnLst/>
              <a:rect l="l" t="t" r="r" b="b"/>
              <a:pathLst>
                <a:path w="1263" h="1220" extrusionOk="0">
                  <a:moveTo>
                    <a:pt x="0" y="1"/>
                  </a:moveTo>
                  <a:lnTo>
                    <a:pt x="0" y="1219"/>
                  </a:lnTo>
                  <a:lnTo>
                    <a:pt x="174" y="1219"/>
                  </a:lnTo>
                  <a:lnTo>
                    <a:pt x="174" y="349"/>
                  </a:lnTo>
                  <a:lnTo>
                    <a:pt x="1262" y="349"/>
                  </a:lnTo>
                  <a:lnTo>
                    <a:pt x="126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12" name="Google Shape;2112;p45">
              <a:extLst>
                <a:ext uri="{FF2B5EF4-FFF2-40B4-BE49-F238E27FC236}">
                  <a16:creationId xmlns:a16="http://schemas.microsoft.com/office/drawing/2014/main" id="{06487467-5B1F-5EE3-DDB0-C961F4B7EAC6}"/>
                </a:ext>
              </a:extLst>
            </p:cNvPr>
            <p:cNvSpPr/>
            <p:nvPr/>
          </p:nvSpPr>
          <p:spPr>
            <a:xfrm>
              <a:off x="5543150" y="3520600"/>
              <a:ext cx="32675" cy="30500"/>
            </a:xfrm>
            <a:custGeom>
              <a:avLst/>
              <a:gdLst/>
              <a:ahLst/>
              <a:cxnLst/>
              <a:rect l="l" t="t" r="r" b="b"/>
              <a:pathLst>
                <a:path w="1307" h="1220" extrusionOk="0">
                  <a:moveTo>
                    <a:pt x="1" y="1"/>
                  </a:moveTo>
                  <a:lnTo>
                    <a:pt x="1" y="1219"/>
                  </a:lnTo>
                  <a:lnTo>
                    <a:pt x="175" y="1219"/>
                  </a:lnTo>
                  <a:lnTo>
                    <a:pt x="175" y="349"/>
                  </a:lnTo>
                  <a:lnTo>
                    <a:pt x="1306" y="349"/>
                  </a:lnTo>
                  <a:lnTo>
                    <a:pt x="130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13" name="Google Shape;2113;p45">
              <a:extLst>
                <a:ext uri="{FF2B5EF4-FFF2-40B4-BE49-F238E27FC236}">
                  <a16:creationId xmlns:a16="http://schemas.microsoft.com/office/drawing/2014/main" id="{44A63AB0-027E-E904-8315-07397743785C}"/>
                </a:ext>
              </a:extLst>
            </p:cNvPr>
            <p:cNvSpPr/>
            <p:nvPr/>
          </p:nvSpPr>
          <p:spPr>
            <a:xfrm>
              <a:off x="5583425" y="3520600"/>
              <a:ext cx="33750" cy="30500"/>
            </a:xfrm>
            <a:custGeom>
              <a:avLst/>
              <a:gdLst/>
              <a:ahLst/>
              <a:cxnLst/>
              <a:rect l="l" t="t" r="r" b="b"/>
              <a:pathLst>
                <a:path w="1350" h="1220" extrusionOk="0">
                  <a:moveTo>
                    <a:pt x="0" y="1"/>
                  </a:moveTo>
                  <a:lnTo>
                    <a:pt x="0" y="1219"/>
                  </a:lnTo>
                  <a:lnTo>
                    <a:pt x="218" y="1219"/>
                  </a:lnTo>
                  <a:lnTo>
                    <a:pt x="218" y="349"/>
                  </a:lnTo>
                  <a:lnTo>
                    <a:pt x="1349" y="349"/>
                  </a:lnTo>
                  <a:lnTo>
                    <a:pt x="1349"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14" name="Google Shape;2114;p45">
              <a:extLst>
                <a:ext uri="{FF2B5EF4-FFF2-40B4-BE49-F238E27FC236}">
                  <a16:creationId xmlns:a16="http://schemas.microsoft.com/office/drawing/2014/main" id="{A649CF04-3AEF-D709-6753-5CA45C0A4659}"/>
                </a:ext>
              </a:extLst>
            </p:cNvPr>
            <p:cNvSpPr/>
            <p:nvPr/>
          </p:nvSpPr>
          <p:spPr>
            <a:xfrm>
              <a:off x="5504000" y="3556500"/>
              <a:ext cx="32650" cy="28325"/>
            </a:xfrm>
            <a:custGeom>
              <a:avLst/>
              <a:gdLst/>
              <a:ahLst/>
              <a:cxnLst/>
              <a:rect l="l" t="t" r="r" b="b"/>
              <a:pathLst>
                <a:path w="1306" h="1133" extrusionOk="0">
                  <a:moveTo>
                    <a:pt x="0" y="1"/>
                  </a:moveTo>
                  <a:lnTo>
                    <a:pt x="0" y="1132"/>
                  </a:lnTo>
                  <a:lnTo>
                    <a:pt x="1306" y="1132"/>
                  </a:lnTo>
                  <a:lnTo>
                    <a:pt x="130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15" name="Google Shape;2115;p45">
              <a:extLst>
                <a:ext uri="{FF2B5EF4-FFF2-40B4-BE49-F238E27FC236}">
                  <a16:creationId xmlns:a16="http://schemas.microsoft.com/office/drawing/2014/main" id="{33A4D2DE-1422-D445-1803-F2AA8CDFE904}"/>
                </a:ext>
              </a:extLst>
            </p:cNvPr>
            <p:cNvSpPr/>
            <p:nvPr/>
          </p:nvSpPr>
          <p:spPr>
            <a:xfrm>
              <a:off x="5543150" y="3556500"/>
              <a:ext cx="32675" cy="28325"/>
            </a:xfrm>
            <a:custGeom>
              <a:avLst/>
              <a:gdLst/>
              <a:ahLst/>
              <a:cxnLst/>
              <a:rect l="l" t="t" r="r" b="b"/>
              <a:pathLst>
                <a:path w="1307" h="1133" extrusionOk="0">
                  <a:moveTo>
                    <a:pt x="1" y="1"/>
                  </a:moveTo>
                  <a:lnTo>
                    <a:pt x="1" y="1132"/>
                  </a:lnTo>
                  <a:lnTo>
                    <a:pt x="1306" y="1132"/>
                  </a:lnTo>
                  <a:lnTo>
                    <a:pt x="130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16" name="Google Shape;2116;p45">
              <a:extLst>
                <a:ext uri="{FF2B5EF4-FFF2-40B4-BE49-F238E27FC236}">
                  <a16:creationId xmlns:a16="http://schemas.microsoft.com/office/drawing/2014/main" id="{D08B4EB1-9EC9-D3BC-701E-7D3CA1EE8AD6}"/>
                </a:ext>
              </a:extLst>
            </p:cNvPr>
            <p:cNvSpPr/>
            <p:nvPr/>
          </p:nvSpPr>
          <p:spPr>
            <a:xfrm>
              <a:off x="5583425" y="3556500"/>
              <a:ext cx="32650" cy="28325"/>
            </a:xfrm>
            <a:custGeom>
              <a:avLst/>
              <a:gdLst/>
              <a:ahLst/>
              <a:cxnLst/>
              <a:rect l="l" t="t" r="r" b="b"/>
              <a:pathLst>
                <a:path w="1306" h="1133" extrusionOk="0">
                  <a:moveTo>
                    <a:pt x="0" y="1"/>
                  </a:moveTo>
                  <a:lnTo>
                    <a:pt x="0" y="1132"/>
                  </a:lnTo>
                  <a:lnTo>
                    <a:pt x="1306" y="1132"/>
                  </a:lnTo>
                  <a:lnTo>
                    <a:pt x="130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17" name="Google Shape;2117;p45">
              <a:extLst>
                <a:ext uri="{FF2B5EF4-FFF2-40B4-BE49-F238E27FC236}">
                  <a16:creationId xmlns:a16="http://schemas.microsoft.com/office/drawing/2014/main" id="{0C0774E0-B0B8-8C2E-70E2-F67ECAB09278}"/>
                </a:ext>
              </a:extLst>
            </p:cNvPr>
            <p:cNvSpPr/>
            <p:nvPr/>
          </p:nvSpPr>
          <p:spPr>
            <a:xfrm>
              <a:off x="5504000" y="3556500"/>
              <a:ext cx="31575" cy="29400"/>
            </a:xfrm>
            <a:custGeom>
              <a:avLst/>
              <a:gdLst/>
              <a:ahLst/>
              <a:cxnLst/>
              <a:rect l="l" t="t" r="r" b="b"/>
              <a:pathLst>
                <a:path w="1263" h="1176" extrusionOk="0">
                  <a:moveTo>
                    <a:pt x="0" y="1"/>
                  </a:moveTo>
                  <a:lnTo>
                    <a:pt x="0" y="1176"/>
                  </a:lnTo>
                  <a:lnTo>
                    <a:pt x="174" y="1176"/>
                  </a:lnTo>
                  <a:lnTo>
                    <a:pt x="174" y="305"/>
                  </a:lnTo>
                  <a:lnTo>
                    <a:pt x="1262" y="305"/>
                  </a:lnTo>
                  <a:lnTo>
                    <a:pt x="126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18" name="Google Shape;2118;p45">
              <a:extLst>
                <a:ext uri="{FF2B5EF4-FFF2-40B4-BE49-F238E27FC236}">
                  <a16:creationId xmlns:a16="http://schemas.microsoft.com/office/drawing/2014/main" id="{BE51BD33-A078-F685-DD16-28B2A0B4011D}"/>
                </a:ext>
              </a:extLst>
            </p:cNvPr>
            <p:cNvSpPr/>
            <p:nvPr/>
          </p:nvSpPr>
          <p:spPr>
            <a:xfrm>
              <a:off x="5543150" y="3556500"/>
              <a:ext cx="32675" cy="29400"/>
            </a:xfrm>
            <a:custGeom>
              <a:avLst/>
              <a:gdLst/>
              <a:ahLst/>
              <a:cxnLst/>
              <a:rect l="l" t="t" r="r" b="b"/>
              <a:pathLst>
                <a:path w="1307" h="1176" extrusionOk="0">
                  <a:moveTo>
                    <a:pt x="1" y="1"/>
                  </a:moveTo>
                  <a:lnTo>
                    <a:pt x="1" y="1176"/>
                  </a:lnTo>
                  <a:lnTo>
                    <a:pt x="175" y="1176"/>
                  </a:lnTo>
                  <a:lnTo>
                    <a:pt x="175" y="305"/>
                  </a:lnTo>
                  <a:lnTo>
                    <a:pt x="1306" y="305"/>
                  </a:lnTo>
                  <a:lnTo>
                    <a:pt x="130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19" name="Google Shape;2119;p45">
              <a:extLst>
                <a:ext uri="{FF2B5EF4-FFF2-40B4-BE49-F238E27FC236}">
                  <a16:creationId xmlns:a16="http://schemas.microsoft.com/office/drawing/2014/main" id="{B0991DA0-4EDC-1D08-E4E1-437041F445FA}"/>
                </a:ext>
              </a:extLst>
            </p:cNvPr>
            <p:cNvSpPr/>
            <p:nvPr/>
          </p:nvSpPr>
          <p:spPr>
            <a:xfrm>
              <a:off x="5583425" y="3556500"/>
              <a:ext cx="33750" cy="29400"/>
            </a:xfrm>
            <a:custGeom>
              <a:avLst/>
              <a:gdLst/>
              <a:ahLst/>
              <a:cxnLst/>
              <a:rect l="l" t="t" r="r" b="b"/>
              <a:pathLst>
                <a:path w="1350" h="1176" extrusionOk="0">
                  <a:moveTo>
                    <a:pt x="0" y="1"/>
                  </a:moveTo>
                  <a:lnTo>
                    <a:pt x="0" y="1176"/>
                  </a:lnTo>
                  <a:lnTo>
                    <a:pt x="218" y="1176"/>
                  </a:lnTo>
                  <a:lnTo>
                    <a:pt x="218" y="305"/>
                  </a:lnTo>
                  <a:lnTo>
                    <a:pt x="1349" y="305"/>
                  </a:lnTo>
                  <a:lnTo>
                    <a:pt x="1349"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20" name="Google Shape;2120;p45">
              <a:extLst>
                <a:ext uri="{FF2B5EF4-FFF2-40B4-BE49-F238E27FC236}">
                  <a16:creationId xmlns:a16="http://schemas.microsoft.com/office/drawing/2014/main" id="{8262DF6A-8DF8-2E35-6646-19163CC09A9F}"/>
                </a:ext>
              </a:extLst>
            </p:cNvPr>
            <p:cNvSpPr/>
            <p:nvPr/>
          </p:nvSpPr>
          <p:spPr>
            <a:xfrm>
              <a:off x="5504000" y="3593500"/>
              <a:ext cx="32650" cy="28300"/>
            </a:xfrm>
            <a:custGeom>
              <a:avLst/>
              <a:gdLst/>
              <a:ahLst/>
              <a:cxnLst/>
              <a:rect l="l" t="t" r="r" b="b"/>
              <a:pathLst>
                <a:path w="1306" h="1132" extrusionOk="0">
                  <a:moveTo>
                    <a:pt x="0" y="0"/>
                  </a:moveTo>
                  <a:lnTo>
                    <a:pt x="0" y="1132"/>
                  </a:lnTo>
                  <a:lnTo>
                    <a:pt x="1306" y="1132"/>
                  </a:lnTo>
                  <a:lnTo>
                    <a:pt x="130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21" name="Google Shape;2121;p45">
              <a:extLst>
                <a:ext uri="{FF2B5EF4-FFF2-40B4-BE49-F238E27FC236}">
                  <a16:creationId xmlns:a16="http://schemas.microsoft.com/office/drawing/2014/main" id="{AF55E213-969F-2057-B98E-374D6D41E550}"/>
                </a:ext>
              </a:extLst>
            </p:cNvPr>
            <p:cNvSpPr/>
            <p:nvPr/>
          </p:nvSpPr>
          <p:spPr>
            <a:xfrm>
              <a:off x="5543150" y="3593500"/>
              <a:ext cx="32675" cy="28300"/>
            </a:xfrm>
            <a:custGeom>
              <a:avLst/>
              <a:gdLst/>
              <a:ahLst/>
              <a:cxnLst/>
              <a:rect l="l" t="t" r="r" b="b"/>
              <a:pathLst>
                <a:path w="1307" h="1132" extrusionOk="0">
                  <a:moveTo>
                    <a:pt x="1" y="0"/>
                  </a:moveTo>
                  <a:lnTo>
                    <a:pt x="1" y="1132"/>
                  </a:lnTo>
                  <a:lnTo>
                    <a:pt x="1306" y="1132"/>
                  </a:lnTo>
                  <a:lnTo>
                    <a:pt x="130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22" name="Google Shape;2122;p45">
              <a:extLst>
                <a:ext uri="{FF2B5EF4-FFF2-40B4-BE49-F238E27FC236}">
                  <a16:creationId xmlns:a16="http://schemas.microsoft.com/office/drawing/2014/main" id="{64AA5916-5E5B-497F-D5E4-BDCFADFA760E}"/>
                </a:ext>
              </a:extLst>
            </p:cNvPr>
            <p:cNvSpPr/>
            <p:nvPr/>
          </p:nvSpPr>
          <p:spPr>
            <a:xfrm>
              <a:off x="5583425" y="3593500"/>
              <a:ext cx="32650" cy="28300"/>
            </a:xfrm>
            <a:custGeom>
              <a:avLst/>
              <a:gdLst/>
              <a:ahLst/>
              <a:cxnLst/>
              <a:rect l="l" t="t" r="r" b="b"/>
              <a:pathLst>
                <a:path w="1306" h="1132" extrusionOk="0">
                  <a:moveTo>
                    <a:pt x="0" y="0"/>
                  </a:moveTo>
                  <a:lnTo>
                    <a:pt x="0" y="1132"/>
                  </a:lnTo>
                  <a:lnTo>
                    <a:pt x="1306" y="1132"/>
                  </a:lnTo>
                  <a:lnTo>
                    <a:pt x="130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23" name="Google Shape;2123;p45">
              <a:extLst>
                <a:ext uri="{FF2B5EF4-FFF2-40B4-BE49-F238E27FC236}">
                  <a16:creationId xmlns:a16="http://schemas.microsoft.com/office/drawing/2014/main" id="{5D039899-8FE9-FDA6-7982-E77E4AFEF8F2}"/>
                </a:ext>
              </a:extLst>
            </p:cNvPr>
            <p:cNvSpPr/>
            <p:nvPr/>
          </p:nvSpPr>
          <p:spPr>
            <a:xfrm>
              <a:off x="5504000" y="3593500"/>
              <a:ext cx="31575" cy="28300"/>
            </a:xfrm>
            <a:custGeom>
              <a:avLst/>
              <a:gdLst/>
              <a:ahLst/>
              <a:cxnLst/>
              <a:rect l="l" t="t" r="r" b="b"/>
              <a:pathLst>
                <a:path w="1263" h="1132" extrusionOk="0">
                  <a:moveTo>
                    <a:pt x="0" y="0"/>
                  </a:moveTo>
                  <a:lnTo>
                    <a:pt x="0" y="1132"/>
                  </a:lnTo>
                  <a:lnTo>
                    <a:pt x="174" y="1132"/>
                  </a:lnTo>
                  <a:lnTo>
                    <a:pt x="174" y="262"/>
                  </a:lnTo>
                  <a:lnTo>
                    <a:pt x="1262" y="262"/>
                  </a:lnTo>
                  <a:lnTo>
                    <a:pt x="126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24" name="Google Shape;2124;p45">
              <a:extLst>
                <a:ext uri="{FF2B5EF4-FFF2-40B4-BE49-F238E27FC236}">
                  <a16:creationId xmlns:a16="http://schemas.microsoft.com/office/drawing/2014/main" id="{492D4EC8-CF5F-9F0E-3FC4-B5A5EC8D4831}"/>
                </a:ext>
              </a:extLst>
            </p:cNvPr>
            <p:cNvSpPr/>
            <p:nvPr/>
          </p:nvSpPr>
          <p:spPr>
            <a:xfrm>
              <a:off x="5543150" y="3593500"/>
              <a:ext cx="32675" cy="28300"/>
            </a:xfrm>
            <a:custGeom>
              <a:avLst/>
              <a:gdLst/>
              <a:ahLst/>
              <a:cxnLst/>
              <a:rect l="l" t="t" r="r" b="b"/>
              <a:pathLst>
                <a:path w="1307" h="1132" extrusionOk="0">
                  <a:moveTo>
                    <a:pt x="1" y="0"/>
                  </a:moveTo>
                  <a:lnTo>
                    <a:pt x="1" y="1132"/>
                  </a:lnTo>
                  <a:lnTo>
                    <a:pt x="175" y="1132"/>
                  </a:lnTo>
                  <a:lnTo>
                    <a:pt x="175" y="262"/>
                  </a:lnTo>
                  <a:lnTo>
                    <a:pt x="1306" y="262"/>
                  </a:lnTo>
                  <a:lnTo>
                    <a:pt x="1306"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25" name="Google Shape;2125;p45">
              <a:extLst>
                <a:ext uri="{FF2B5EF4-FFF2-40B4-BE49-F238E27FC236}">
                  <a16:creationId xmlns:a16="http://schemas.microsoft.com/office/drawing/2014/main" id="{C7BE286F-285A-8D3C-FFBE-82A75D6730C1}"/>
                </a:ext>
              </a:extLst>
            </p:cNvPr>
            <p:cNvSpPr/>
            <p:nvPr/>
          </p:nvSpPr>
          <p:spPr>
            <a:xfrm>
              <a:off x="5583425" y="3593500"/>
              <a:ext cx="33750" cy="28300"/>
            </a:xfrm>
            <a:custGeom>
              <a:avLst/>
              <a:gdLst/>
              <a:ahLst/>
              <a:cxnLst/>
              <a:rect l="l" t="t" r="r" b="b"/>
              <a:pathLst>
                <a:path w="1350" h="1132" extrusionOk="0">
                  <a:moveTo>
                    <a:pt x="0" y="0"/>
                  </a:moveTo>
                  <a:lnTo>
                    <a:pt x="0" y="1132"/>
                  </a:lnTo>
                  <a:lnTo>
                    <a:pt x="218" y="1132"/>
                  </a:lnTo>
                  <a:lnTo>
                    <a:pt x="218" y="262"/>
                  </a:lnTo>
                  <a:lnTo>
                    <a:pt x="1349" y="262"/>
                  </a:lnTo>
                  <a:lnTo>
                    <a:pt x="134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26" name="Google Shape;2126;p45">
              <a:extLst>
                <a:ext uri="{FF2B5EF4-FFF2-40B4-BE49-F238E27FC236}">
                  <a16:creationId xmlns:a16="http://schemas.microsoft.com/office/drawing/2014/main" id="{7A47A3FA-008F-8C01-BE4E-D8C900807B7F}"/>
                </a:ext>
              </a:extLst>
            </p:cNvPr>
            <p:cNvSpPr/>
            <p:nvPr/>
          </p:nvSpPr>
          <p:spPr>
            <a:xfrm>
              <a:off x="5504000" y="3628325"/>
              <a:ext cx="32650" cy="82700"/>
            </a:xfrm>
            <a:custGeom>
              <a:avLst/>
              <a:gdLst/>
              <a:ahLst/>
              <a:cxnLst/>
              <a:rect l="l" t="t" r="r" b="b"/>
              <a:pathLst>
                <a:path w="1306" h="3308" extrusionOk="0">
                  <a:moveTo>
                    <a:pt x="0" y="0"/>
                  </a:moveTo>
                  <a:lnTo>
                    <a:pt x="0" y="3308"/>
                  </a:lnTo>
                  <a:lnTo>
                    <a:pt x="1306" y="3308"/>
                  </a:lnTo>
                  <a:lnTo>
                    <a:pt x="130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27" name="Google Shape;2127;p45">
              <a:extLst>
                <a:ext uri="{FF2B5EF4-FFF2-40B4-BE49-F238E27FC236}">
                  <a16:creationId xmlns:a16="http://schemas.microsoft.com/office/drawing/2014/main" id="{F63BBE12-5E2A-2882-3B52-823CD7B21FE4}"/>
                </a:ext>
              </a:extLst>
            </p:cNvPr>
            <p:cNvSpPr/>
            <p:nvPr/>
          </p:nvSpPr>
          <p:spPr>
            <a:xfrm>
              <a:off x="5543150" y="3628325"/>
              <a:ext cx="32675" cy="82700"/>
            </a:xfrm>
            <a:custGeom>
              <a:avLst/>
              <a:gdLst/>
              <a:ahLst/>
              <a:cxnLst/>
              <a:rect l="l" t="t" r="r" b="b"/>
              <a:pathLst>
                <a:path w="1307" h="3308" extrusionOk="0">
                  <a:moveTo>
                    <a:pt x="1" y="0"/>
                  </a:moveTo>
                  <a:lnTo>
                    <a:pt x="1" y="3308"/>
                  </a:lnTo>
                  <a:lnTo>
                    <a:pt x="1306" y="3308"/>
                  </a:lnTo>
                  <a:lnTo>
                    <a:pt x="130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28" name="Google Shape;2128;p45">
              <a:extLst>
                <a:ext uri="{FF2B5EF4-FFF2-40B4-BE49-F238E27FC236}">
                  <a16:creationId xmlns:a16="http://schemas.microsoft.com/office/drawing/2014/main" id="{7431091A-2CC8-DF28-96E0-56C31356D367}"/>
                </a:ext>
              </a:extLst>
            </p:cNvPr>
            <p:cNvSpPr/>
            <p:nvPr/>
          </p:nvSpPr>
          <p:spPr>
            <a:xfrm>
              <a:off x="5583425" y="3628325"/>
              <a:ext cx="32650" cy="82700"/>
            </a:xfrm>
            <a:custGeom>
              <a:avLst/>
              <a:gdLst/>
              <a:ahLst/>
              <a:cxnLst/>
              <a:rect l="l" t="t" r="r" b="b"/>
              <a:pathLst>
                <a:path w="1306" h="3308" extrusionOk="0">
                  <a:moveTo>
                    <a:pt x="0" y="0"/>
                  </a:moveTo>
                  <a:lnTo>
                    <a:pt x="0" y="3308"/>
                  </a:lnTo>
                  <a:lnTo>
                    <a:pt x="1306" y="3308"/>
                  </a:lnTo>
                  <a:lnTo>
                    <a:pt x="130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29" name="Google Shape;2129;p45">
              <a:extLst>
                <a:ext uri="{FF2B5EF4-FFF2-40B4-BE49-F238E27FC236}">
                  <a16:creationId xmlns:a16="http://schemas.microsoft.com/office/drawing/2014/main" id="{BA879B09-0050-07FE-18D5-9322F4F0F7E1}"/>
                </a:ext>
              </a:extLst>
            </p:cNvPr>
            <p:cNvSpPr/>
            <p:nvPr/>
          </p:nvSpPr>
          <p:spPr>
            <a:xfrm>
              <a:off x="5504000" y="3628325"/>
              <a:ext cx="31575" cy="82700"/>
            </a:xfrm>
            <a:custGeom>
              <a:avLst/>
              <a:gdLst/>
              <a:ahLst/>
              <a:cxnLst/>
              <a:rect l="l" t="t" r="r" b="b"/>
              <a:pathLst>
                <a:path w="1263" h="3308" extrusionOk="0">
                  <a:moveTo>
                    <a:pt x="0" y="0"/>
                  </a:moveTo>
                  <a:lnTo>
                    <a:pt x="0" y="3308"/>
                  </a:lnTo>
                  <a:lnTo>
                    <a:pt x="174" y="3308"/>
                  </a:lnTo>
                  <a:lnTo>
                    <a:pt x="174" y="348"/>
                  </a:lnTo>
                  <a:lnTo>
                    <a:pt x="1262" y="348"/>
                  </a:lnTo>
                  <a:lnTo>
                    <a:pt x="126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30" name="Google Shape;2130;p45">
              <a:extLst>
                <a:ext uri="{FF2B5EF4-FFF2-40B4-BE49-F238E27FC236}">
                  <a16:creationId xmlns:a16="http://schemas.microsoft.com/office/drawing/2014/main" id="{C68CDC3C-02BF-DC82-B6EF-B5FF5ED66298}"/>
                </a:ext>
              </a:extLst>
            </p:cNvPr>
            <p:cNvSpPr/>
            <p:nvPr/>
          </p:nvSpPr>
          <p:spPr>
            <a:xfrm>
              <a:off x="5543150" y="3628325"/>
              <a:ext cx="32675" cy="82700"/>
            </a:xfrm>
            <a:custGeom>
              <a:avLst/>
              <a:gdLst/>
              <a:ahLst/>
              <a:cxnLst/>
              <a:rect l="l" t="t" r="r" b="b"/>
              <a:pathLst>
                <a:path w="1307" h="3308" extrusionOk="0">
                  <a:moveTo>
                    <a:pt x="1" y="0"/>
                  </a:moveTo>
                  <a:lnTo>
                    <a:pt x="1" y="3308"/>
                  </a:lnTo>
                  <a:lnTo>
                    <a:pt x="175" y="3308"/>
                  </a:lnTo>
                  <a:lnTo>
                    <a:pt x="175" y="348"/>
                  </a:lnTo>
                  <a:lnTo>
                    <a:pt x="1306" y="348"/>
                  </a:lnTo>
                  <a:lnTo>
                    <a:pt x="1306"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31" name="Google Shape;2131;p45">
              <a:extLst>
                <a:ext uri="{FF2B5EF4-FFF2-40B4-BE49-F238E27FC236}">
                  <a16:creationId xmlns:a16="http://schemas.microsoft.com/office/drawing/2014/main" id="{46177C65-7DC2-1950-C6B6-453E4037338F}"/>
                </a:ext>
              </a:extLst>
            </p:cNvPr>
            <p:cNvSpPr/>
            <p:nvPr/>
          </p:nvSpPr>
          <p:spPr>
            <a:xfrm>
              <a:off x="5583425" y="3628325"/>
              <a:ext cx="33750" cy="82700"/>
            </a:xfrm>
            <a:custGeom>
              <a:avLst/>
              <a:gdLst/>
              <a:ahLst/>
              <a:cxnLst/>
              <a:rect l="l" t="t" r="r" b="b"/>
              <a:pathLst>
                <a:path w="1350" h="3308" extrusionOk="0">
                  <a:moveTo>
                    <a:pt x="0" y="0"/>
                  </a:moveTo>
                  <a:lnTo>
                    <a:pt x="0" y="3308"/>
                  </a:lnTo>
                  <a:lnTo>
                    <a:pt x="218" y="3308"/>
                  </a:lnTo>
                  <a:lnTo>
                    <a:pt x="218" y="348"/>
                  </a:lnTo>
                  <a:lnTo>
                    <a:pt x="1349" y="348"/>
                  </a:lnTo>
                  <a:lnTo>
                    <a:pt x="134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32" name="Google Shape;2132;p45">
              <a:extLst>
                <a:ext uri="{FF2B5EF4-FFF2-40B4-BE49-F238E27FC236}">
                  <a16:creationId xmlns:a16="http://schemas.microsoft.com/office/drawing/2014/main" id="{B444614F-F6AE-803A-57DD-AE3D942F884D}"/>
                </a:ext>
              </a:extLst>
            </p:cNvPr>
            <p:cNvSpPr/>
            <p:nvPr/>
          </p:nvSpPr>
          <p:spPr>
            <a:xfrm>
              <a:off x="5409325" y="3718625"/>
              <a:ext cx="331875" cy="21775"/>
            </a:xfrm>
            <a:custGeom>
              <a:avLst/>
              <a:gdLst/>
              <a:ahLst/>
              <a:cxnLst/>
              <a:rect l="l" t="t" r="r" b="b"/>
              <a:pathLst>
                <a:path w="13275" h="871" extrusionOk="0">
                  <a:moveTo>
                    <a:pt x="1" y="0"/>
                  </a:moveTo>
                  <a:lnTo>
                    <a:pt x="1" y="871"/>
                  </a:lnTo>
                  <a:lnTo>
                    <a:pt x="13274" y="871"/>
                  </a:lnTo>
                  <a:lnTo>
                    <a:pt x="13274"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33" name="Google Shape;2133;p45">
              <a:extLst>
                <a:ext uri="{FF2B5EF4-FFF2-40B4-BE49-F238E27FC236}">
                  <a16:creationId xmlns:a16="http://schemas.microsoft.com/office/drawing/2014/main" id="{5D46D91E-2770-73FD-8A65-E99B205A021F}"/>
                </a:ext>
              </a:extLst>
            </p:cNvPr>
            <p:cNvSpPr/>
            <p:nvPr/>
          </p:nvSpPr>
          <p:spPr>
            <a:xfrm>
              <a:off x="5372350" y="3740375"/>
              <a:ext cx="368850" cy="21775"/>
            </a:xfrm>
            <a:custGeom>
              <a:avLst/>
              <a:gdLst/>
              <a:ahLst/>
              <a:cxnLst/>
              <a:rect l="l" t="t" r="r" b="b"/>
              <a:pathLst>
                <a:path w="14754" h="871" extrusionOk="0">
                  <a:moveTo>
                    <a:pt x="0" y="1"/>
                  </a:moveTo>
                  <a:lnTo>
                    <a:pt x="0" y="871"/>
                  </a:lnTo>
                  <a:lnTo>
                    <a:pt x="14753" y="871"/>
                  </a:lnTo>
                  <a:lnTo>
                    <a:pt x="1475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34" name="Google Shape;2134;p45">
              <a:extLst>
                <a:ext uri="{FF2B5EF4-FFF2-40B4-BE49-F238E27FC236}">
                  <a16:creationId xmlns:a16="http://schemas.microsoft.com/office/drawing/2014/main" id="{D2F8A717-59B7-F3FB-E39B-184A6CAE972F}"/>
                </a:ext>
              </a:extLst>
            </p:cNvPr>
            <p:cNvSpPr/>
            <p:nvPr/>
          </p:nvSpPr>
          <p:spPr>
            <a:xfrm>
              <a:off x="5338625" y="3761050"/>
              <a:ext cx="402575" cy="21775"/>
            </a:xfrm>
            <a:custGeom>
              <a:avLst/>
              <a:gdLst/>
              <a:ahLst/>
              <a:cxnLst/>
              <a:rect l="l" t="t" r="r" b="b"/>
              <a:pathLst>
                <a:path w="16103" h="871" extrusionOk="0">
                  <a:moveTo>
                    <a:pt x="0" y="0"/>
                  </a:moveTo>
                  <a:lnTo>
                    <a:pt x="0" y="871"/>
                  </a:lnTo>
                  <a:lnTo>
                    <a:pt x="16102" y="871"/>
                  </a:lnTo>
                  <a:lnTo>
                    <a:pt x="1610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35" name="Google Shape;2135;p45">
              <a:extLst>
                <a:ext uri="{FF2B5EF4-FFF2-40B4-BE49-F238E27FC236}">
                  <a16:creationId xmlns:a16="http://schemas.microsoft.com/office/drawing/2014/main" id="{B563591A-797D-B7EC-D63B-A9E1AD3DD76C}"/>
                </a:ext>
              </a:extLst>
            </p:cNvPr>
            <p:cNvSpPr/>
            <p:nvPr/>
          </p:nvSpPr>
          <p:spPr>
            <a:xfrm>
              <a:off x="5387575" y="2856925"/>
              <a:ext cx="669150" cy="144725"/>
            </a:xfrm>
            <a:custGeom>
              <a:avLst/>
              <a:gdLst/>
              <a:ahLst/>
              <a:cxnLst/>
              <a:rect l="l" t="t" r="r" b="b"/>
              <a:pathLst>
                <a:path w="26766" h="5789" extrusionOk="0">
                  <a:moveTo>
                    <a:pt x="8313" y="1"/>
                  </a:moveTo>
                  <a:cubicBezTo>
                    <a:pt x="7921" y="1"/>
                    <a:pt x="7529" y="131"/>
                    <a:pt x="7312" y="305"/>
                  </a:cubicBezTo>
                  <a:lnTo>
                    <a:pt x="131" y="5528"/>
                  </a:lnTo>
                  <a:cubicBezTo>
                    <a:pt x="0" y="5658"/>
                    <a:pt x="88" y="5789"/>
                    <a:pt x="436" y="5789"/>
                  </a:cubicBezTo>
                  <a:lnTo>
                    <a:pt x="18409" y="5789"/>
                  </a:lnTo>
                  <a:cubicBezTo>
                    <a:pt x="18801" y="5789"/>
                    <a:pt x="19193" y="5658"/>
                    <a:pt x="19410" y="5528"/>
                  </a:cubicBezTo>
                  <a:lnTo>
                    <a:pt x="26591" y="305"/>
                  </a:lnTo>
                  <a:cubicBezTo>
                    <a:pt x="26765" y="131"/>
                    <a:pt x="26635" y="1"/>
                    <a:pt x="26330" y="1"/>
                  </a:cubicBezTo>
                  <a:close/>
                </a:path>
              </a:pathLst>
            </a:custGeom>
            <a:solidFill>
              <a:srgbClr val="5969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36" name="Google Shape;2136;p45">
              <a:extLst>
                <a:ext uri="{FF2B5EF4-FFF2-40B4-BE49-F238E27FC236}">
                  <a16:creationId xmlns:a16="http://schemas.microsoft.com/office/drawing/2014/main" id="{253BE1DD-C4E4-8AAE-F82D-E6788E0B0039}"/>
                </a:ext>
              </a:extLst>
            </p:cNvPr>
            <p:cNvSpPr/>
            <p:nvPr/>
          </p:nvSpPr>
          <p:spPr>
            <a:xfrm>
              <a:off x="5407150" y="2862375"/>
              <a:ext cx="627800" cy="132750"/>
            </a:xfrm>
            <a:custGeom>
              <a:avLst/>
              <a:gdLst/>
              <a:ahLst/>
              <a:cxnLst/>
              <a:rect l="l" t="t" r="r" b="b"/>
              <a:pathLst>
                <a:path w="25112" h="5310" extrusionOk="0">
                  <a:moveTo>
                    <a:pt x="7269" y="0"/>
                  </a:moveTo>
                  <a:lnTo>
                    <a:pt x="5528" y="1262"/>
                  </a:lnTo>
                  <a:lnTo>
                    <a:pt x="9575" y="1262"/>
                  </a:lnTo>
                  <a:lnTo>
                    <a:pt x="11316" y="0"/>
                  </a:lnTo>
                  <a:close/>
                  <a:moveTo>
                    <a:pt x="11838" y="0"/>
                  </a:moveTo>
                  <a:lnTo>
                    <a:pt x="10097" y="1262"/>
                  </a:lnTo>
                  <a:lnTo>
                    <a:pt x="14145" y="1262"/>
                  </a:lnTo>
                  <a:lnTo>
                    <a:pt x="15886" y="0"/>
                  </a:lnTo>
                  <a:close/>
                  <a:moveTo>
                    <a:pt x="16408" y="0"/>
                  </a:moveTo>
                  <a:lnTo>
                    <a:pt x="14667" y="1262"/>
                  </a:lnTo>
                  <a:lnTo>
                    <a:pt x="18714" y="1262"/>
                  </a:lnTo>
                  <a:lnTo>
                    <a:pt x="20455" y="0"/>
                  </a:lnTo>
                  <a:close/>
                  <a:moveTo>
                    <a:pt x="21021" y="0"/>
                  </a:moveTo>
                  <a:lnTo>
                    <a:pt x="19280" y="1262"/>
                  </a:lnTo>
                  <a:lnTo>
                    <a:pt x="23371" y="1262"/>
                  </a:lnTo>
                  <a:lnTo>
                    <a:pt x="25112" y="0"/>
                  </a:lnTo>
                  <a:close/>
                  <a:moveTo>
                    <a:pt x="5397" y="1393"/>
                  </a:moveTo>
                  <a:lnTo>
                    <a:pt x="3656" y="2612"/>
                  </a:lnTo>
                  <a:lnTo>
                    <a:pt x="7747" y="2612"/>
                  </a:lnTo>
                  <a:lnTo>
                    <a:pt x="9488" y="1393"/>
                  </a:lnTo>
                  <a:close/>
                  <a:moveTo>
                    <a:pt x="9967" y="1393"/>
                  </a:moveTo>
                  <a:lnTo>
                    <a:pt x="8226" y="2612"/>
                  </a:lnTo>
                  <a:lnTo>
                    <a:pt x="12317" y="2612"/>
                  </a:lnTo>
                  <a:lnTo>
                    <a:pt x="14058" y="1393"/>
                  </a:lnTo>
                  <a:close/>
                  <a:moveTo>
                    <a:pt x="14580" y="1393"/>
                  </a:moveTo>
                  <a:lnTo>
                    <a:pt x="12839" y="2612"/>
                  </a:lnTo>
                  <a:lnTo>
                    <a:pt x="16930" y="2612"/>
                  </a:lnTo>
                  <a:lnTo>
                    <a:pt x="18671" y="1393"/>
                  </a:lnTo>
                  <a:close/>
                  <a:moveTo>
                    <a:pt x="19149" y="1393"/>
                  </a:moveTo>
                  <a:lnTo>
                    <a:pt x="17409" y="2612"/>
                  </a:lnTo>
                  <a:lnTo>
                    <a:pt x="21500" y="2612"/>
                  </a:lnTo>
                  <a:lnTo>
                    <a:pt x="23240" y="1393"/>
                  </a:lnTo>
                  <a:close/>
                  <a:moveTo>
                    <a:pt x="3569" y="2699"/>
                  </a:moveTo>
                  <a:lnTo>
                    <a:pt x="1829" y="3917"/>
                  </a:lnTo>
                  <a:lnTo>
                    <a:pt x="5876" y="3917"/>
                  </a:lnTo>
                  <a:lnTo>
                    <a:pt x="7617" y="2699"/>
                  </a:lnTo>
                  <a:close/>
                  <a:moveTo>
                    <a:pt x="8183" y="2699"/>
                  </a:moveTo>
                  <a:lnTo>
                    <a:pt x="6442" y="3917"/>
                  </a:lnTo>
                  <a:lnTo>
                    <a:pt x="10533" y="3917"/>
                  </a:lnTo>
                  <a:lnTo>
                    <a:pt x="12273" y="2699"/>
                  </a:lnTo>
                  <a:close/>
                  <a:moveTo>
                    <a:pt x="12752" y="2699"/>
                  </a:moveTo>
                  <a:lnTo>
                    <a:pt x="11011" y="3917"/>
                  </a:lnTo>
                  <a:lnTo>
                    <a:pt x="15102" y="3917"/>
                  </a:lnTo>
                  <a:lnTo>
                    <a:pt x="16843" y="2699"/>
                  </a:lnTo>
                  <a:close/>
                  <a:moveTo>
                    <a:pt x="17322" y="2699"/>
                  </a:moveTo>
                  <a:lnTo>
                    <a:pt x="15581" y="3917"/>
                  </a:lnTo>
                  <a:lnTo>
                    <a:pt x="19672" y="3917"/>
                  </a:lnTo>
                  <a:lnTo>
                    <a:pt x="21413" y="2699"/>
                  </a:lnTo>
                  <a:close/>
                  <a:moveTo>
                    <a:pt x="1742" y="4048"/>
                  </a:moveTo>
                  <a:lnTo>
                    <a:pt x="1" y="5310"/>
                  </a:lnTo>
                  <a:lnTo>
                    <a:pt x="4092" y="5310"/>
                  </a:lnTo>
                  <a:lnTo>
                    <a:pt x="5832" y="4048"/>
                  </a:lnTo>
                  <a:close/>
                  <a:moveTo>
                    <a:pt x="6311" y="4048"/>
                  </a:moveTo>
                  <a:lnTo>
                    <a:pt x="4570" y="5310"/>
                  </a:lnTo>
                  <a:lnTo>
                    <a:pt x="8661" y="5310"/>
                  </a:lnTo>
                  <a:lnTo>
                    <a:pt x="10402" y="4048"/>
                  </a:lnTo>
                  <a:close/>
                  <a:moveTo>
                    <a:pt x="10968" y="4048"/>
                  </a:moveTo>
                  <a:lnTo>
                    <a:pt x="9227" y="5310"/>
                  </a:lnTo>
                  <a:lnTo>
                    <a:pt x="13274" y="5310"/>
                  </a:lnTo>
                  <a:lnTo>
                    <a:pt x="15015" y="4048"/>
                  </a:lnTo>
                  <a:close/>
                  <a:moveTo>
                    <a:pt x="15537" y="4048"/>
                  </a:moveTo>
                  <a:lnTo>
                    <a:pt x="13797" y="5310"/>
                  </a:lnTo>
                  <a:lnTo>
                    <a:pt x="17844" y="5310"/>
                  </a:lnTo>
                  <a:lnTo>
                    <a:pt x="19585" y="4048"/>
                  </a:lnTo>
                  <a:close/>
                </a:path>
              </a:pathLst>
            </a:custGeom>
            <a:solidFill>
              <a:srgbClr val="78B2B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37" name="Google Shape;2137;p45">
              <a:extLst>
                <a:ext uri="{FF2B5EF4-FFF2-40B4-BE49-F238E27FC236}">
                  <a16:creationId xmlns:a16="http://schemas.microsoft.com/office/drawing/2014/main" id="{A8B9C796-8046-B5A2-3414-16DAB31EFD58}"/>
                </a:ext>
              </a:extLst>
            </p:cNvPr>
            <p:cNvSpPr/>
            <p:nvPr/>
          </p:nvSpPr>
          <p:spPr>
            <a:xfrm>
              <a:off x="5411500" y="2864550"/>
              <a:ext cx="618025" cy="128400"/>
            </a:xfrm>
            <a:custGeom>
              <a:avLst/>
              <a:gdLst/>
              <a:ahLst/>
              <a:cxnLst/>
              <a:rect l="l" t="t" r="r" b="b"/>
              <a:pathLst>
                <a:path w="24721" h="5136" extrusionOk="0">
                  <a:moveTo>
                    <a:pt x="7095" y="0"/>
                  </a:moveTo>
                  <a:lnTo>
                    <a:pt x="5484" y="1132"/>
                  </a:lnTo>
                  <a:lnTo>
                    <a:pt x="9358" y="1132"/>
                  </a:lnTo>
                  <a:lnTo>
                    <a:pt x="10924" y="0"/>
                  </a:lnTo>
                  <a:close/>
                  <a:moveTo>
                    <a:pt x="11708" y="0"/>
                  </a:moveTo>
                  <a:lnTo>
                    <a:pt x="10141" y="1132"/>
                  </a:lnTo>
                  <a:lnTo>
                    <a:pt x="13971" y="1132"/>
                  </a:lnTo>
                  <a:lnTo>
                    <a:pt x="15581" y="0"/>
                  </a:lnTo>
                  <a:close/>
                  <a:moveTo>
                    <a:pt x="16277" y="0"/>
                  </a:moveTo>
                  <a:lnTo>
                    <a:pt x="14711" y="1132"/>
                  </a:lnTo>
                  <a:lnTo>
                    <a:pt x="18540" y="1132"/>
                  </a:lnTo>
                  <a:lnTo>
                    <a:pt x="20151" y="0"/>
                  </a:lnTo>
                  <a:close/>
                  <a:moveTo>
                    <a:pt x="20847" y="0"/>
                  </a:moveTo>
                  <a:lnTo>
                    <a:pt x="19280" y="1132"/>
                  </a:lnTo>
                  <a:lnTo>
                    <a:pt x="23110" y="1132"/>
                  </a:lnTo>
                  <a:lnTo>
                    <a:pt x="24720" y="0"/>
                  </a:lnTo>
                  <a:close/>
                  <a:moveTo>
                    <a:pt x="5223" y="1349"/>
                  </a:moveTo>
                  <a:lnTo>
                    <a:pt x="3657" y="2481"/>
                  </a:lnTo>
                  <a:lnTo>
                    <a:pt x="7530" y="2481"/>
                  </a:lnTo>
                  <a:lnTo>
                    <a:pt x="9140" y="1349"/>
                  </a:lnTo>
                  <a:close/>
                  <a:moveTo>
                    <a:pt x="9836" y="1349"/>
                  </a:moveTo>
                  <a:lnTo>
                    <a:pt x="8270" y="2481"/>
                  </a:lnTo>
                  <a:lnTo>
                    <a:pt x="12143" y="2481"/>
                  </a:lnTo>
                  <a:lnTo>
                    <a:pt x="13710" y="1349"/>
                  </a:lnTo>
                  <a:close/>
                  <a:moveTo>
                    <a:pt x="14406" y="1349"/>
                  </a:moveTo>
                  <a:lnTo>
                    <a:pt x="12839" y="2481"/>
                  </a:lnTo>
                  <a:lnTo>
                    <a:pt x="16712" y="2481"/>
                  </a:lnTo>
                  <a:lnTo>
                    <a:pt x="18279" y="1349"/>
                  </a:lnTo>
                  <a:close/>
                  <a:moveTo>
                    <a:pt x="19063" y="1349"/>
                  </a:moveTo>
                  <a:lnTo>
                    <a:pt x="17452" y="2481"/>
                  </a:lnTo>
                  <a:lnTo>
                    <a:pt x="21326" y="2481"/>
                  </a:lnTo>
                  <a:lnTo>
                    <a:pt x="22892" y="1349"/>
                  </a:lnTo>
                  <a:close/>
                  <a:moveTo>
                    <a:pt x="3439" y="2655"/>
                  </a:moveTo>
                  <a:lnTo>
                    <a:pt x="1872" y="3787"/>
                  </a:lnTo>
                  <a:lnTo>
                    <a:pt x="5702" y="3787"/>
                  </a:lnTo>
                  <a:lnTo>
                    <a:pt x="7312" y="2655"/>
                  </a:lnTo>
                  <a:close/>
                  <a:moveTo>
                    <a:pt x="8052" y="2655"/>
                  </a:moveTo>
                  <a:lnTo>
                    <a:pt x="6485" y="3787"/>
                  </a:lnTo>
                  <a:lnTo>
                    <a:pt x="10359" y="3787"/>
                  </a:lnTo>
                  <a:lnTo>
                    <a:pt x="11925" y="2655"/>
                  </a:lnTo>
                  <a:close/>
                  <a:moveTo>
                    <a:pt x="12622" y="2655"/>
                  </a:moveTo>
                  <a:lnTo>
                    <a:pt x="11055" y="3787"/>
                  </a:lnTo>
                  <a:lnTo>
                    <a:pt x="14928" y="3787"/>
                  </a:lnTo>
                  <a:lnTo>
                    <a:pt x="16495" y="2655"/>
                  </a:lnTo>
                  <a:close/>
                  <a:moveTo>
                    <a:pt x="17191" y="2655"/>
                  </a:moveTo>
                  <a:lnTo>
                    <a:pt x="15624" y="3787"/>
                  </a:lnTo>
                  <a:lnTo>
                    <a:pt x="19498" y="3787"/>
                  </a:lnTo>
                  <a:lnTo>
                    <a:pt x="21064" y="2655"/>
                  </a:lnTo>
                  <a:close/>
                  <a:moveTo>
                    <a:pt x="6181" y="3961"/>
                  </a:moveTo>
                  <a:lnTo>
                    <a:pt x="4614" y="5092"/>
                  </a:lnTo>
                  <a:lnTo>
                    <a:pt x="8487" y="5092"/>
                  </a:lnTo>
                  <a:lnTo>
                    <a:pt x="10054" y="3961"/>
                  </a:lnTo>
                  <a:close/>
                  <a:moveTo>
                    <a:pt x="10794" y="3961"/>
                  </a:moveTo>
                  <a:lnTo>
                    <a:pt x="9184" y="5092"/>
                  </a:lnTo>
                  <a:lnTo>
                    <a:pt x="13057" y="5092"/>
                  </a:lnTo>
                  <a:lnTo>
                    <a:pt x="14624" y="3961"/>
                  </a:lnTo>
                  <a:close/>
                  <a:moveTo>
                    <a:pt x="15407" y="3961"/>
                  </a:moveTo>
                  <a:lnTo>
                    <a:pt x="13840" y="5092"/>
                  </a:lnTo>
                  <a:lnTo>
                    <a:pt x="17670" y="5092"/>
                  </a:lnTo>
                  <a:lnTo>
                    <a:pt x="19280" y="3961"/>
                  </a:lnTo>
                  <a:close/>
                  <a:moveTo>
                    <a:pt x="1568" y="4004"/>
                  </a:moveTo>
                  <a:lnTo>
                    <a:pt x="1" y="5136"/>
                  </a:lnTo>
                  <a:lnTo>
                    <a:pt x="3874" y="5136"/>
                  </a:lnTo>
                  <a:lnTo>
                    <a:pt x="5441" y="4004"/>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38" name="Google Shape;2138;p45">
              <a:extLst>
                <a:ext uri="{FF2B5EF4-FFF2-40B4-BE49-F238E27FC236}">
                  <a16:creationId xmlns:a16="http://schemas.microsoft.com/office/drawing/2014/main" id="{DFAED3D1-EE07-C550-05A4-9CAC226177D4}"/>
                </a:ext>
              </a:extLst>
            </p:cNvPr>
            <p:cNvSpPr/>
            <p:nvPr/>
          </p:nvSpPr>
          <p:spPr>
            <a:xfrm>
              <a:off x="5406075" y="2862375"/>
              <a:ext cx="628875" cy="132750"/>
            </a:xfrm>
            <a:custGeom>
              <a:avLst/>
              <a:gdLst/>
              <a:ahLst/>
              <a:cxnLst/>
              <a:rect l="l" t="t" r="r" b="b"/>
              <a:pathLst>
                <a:path w="25155" h="5310" extrusionOk="0">
                  <a:moveTo>
                    <a:pt x="21020" y="0"/>
                  </a:moveTo>
                  <a:lnTo>
                    <a:pt x="20368" y="523"/>
                  </a:lnTo>
                  <a:lnTo>
                    <a:pt x="22152" y="0"/>
                  </a:lnTo>
                  <a:close/>
                  <a:moveTo>
                    <a:pt x="10924" y="348"/>
                  </a:moveTo>
                  <a:lnTo>
                    <a:pt x="7355" y="1262"/>
                  </a:lnTo>
                  <a:lnTo>
                    <a:pt x="9618" y="1262"/>
                  </a:lnTo>
                  <a:lnTo>
                    <a:pt x="10924" y="348"/>
                  </a:lnTo>
                  <a:close/>
                  <a:moveTo>
                    <a:pt x="12099" y="0"/>
                  </a:moveTo>
                  <a:lnTo>
                    <a:pt x="11664" y="131"/>
                  </a:lnTo>
                  <a:lnTo>
                    <a:pt x="10053" y="1262"/>
                  </a:lnTo>
                  <a:lnTo>
                    <a:pt x="10184" y="1262"/>
                  </a:lnTo>
                  <a:cubicBezTo>
                    <a:pt x="11794" y="871"/>
                    <a:pt x="13404" y="436"/>
                    <a:pt x="14971" y="0"/>
                  </a:cubicBezTo>
                  <a:close/>
                  <a:moveTo>
                    <a:pt x="25024" y="0"/>
                  </a:moveTo>
                  <a:cubicBezTo>
                    <a:pt x="23457" y="436"/>
                    <a:pt x="21891" y="827"/>
                    <a:pt x="20237" y="1262"/>
                  </a:cubicBezTo>
                  <a:lnTo>
                    <a:pt x="22413" y="1262"/>
                  </a:lnTo>
                  <a:lnTo>
                    <a:pt x="23936" y="871"/>
                  </a:lnTo>
                  <a:lnTo>
                    <a:pt x="25155" y="0"/>
                  </a:lnTo>
                  <a:close/>
                  <a:moveTo>
                    <a:pt x="19715" y="87"/>
                  </a:moveTo>
                  <a:lnTo>
                    <a:pt x="14928" y="1306"/>
                  </a:lnTo>
                  <a:lnTo>
                    <a:pt x="17365" y="1306"/>
                  </a:lnTo>
                  <a:lnTo>
                    <a:pt x="19584" y="740"/>
                  </a:lnTo>
                  <a:lnTo>
                    <a:pt x="20498" y="87"/>
                  </a:lnTo>
                  <a:close/>
                  <a:moveTo>
                    <a:pt x="14536" y="1393"/>
                  </a:moveTo>
                  <a:lnTo>
                    <a:pt x="13187" y="2350"/>
                  </a:lnTo>
                  <a:lnTo>
                    <a:pt x="17104" y="1393"/>
                  </a:lnTo>
                  <a:close/>
                  <a:moveTo>
                    <a:pt x="7007" y="1306"/>
                  </a:moveTo>
                  <a:cubicBezTo>
                    <a:pt x="6137" y="1524"/>
                    <a:pt x="5310" y="1741"/>
                    <a:pt x="4483" y="1959"/>
                  </a:cubicBezTo>
                  <a:lnTo>
                    <a:pt x="3656" y="2568"/>
                  </a:lnTo>
                  <a:lnTo>
                    <a:pt x="5049" y="2568"/>
                  </a:lnTo>
                  <a:lnTo>
                    <a:pt x="9314" y="1480"/>
                  </a:lnTo>
                  <a:lnTo>
                    <a:pt x="9531" y="1306"/>
                  </a:lnTo>
                  <a:close/>
                  <a:moveTo>
                    <a:pt x="19976" y="1393"/>
                  </a:moveTo>
                  <a:lnTo>
                    <a:pt x="18757" y="1698"/>
                  </a:lnTo>
                  <a:lnTo>
                    <a:pt x="17539" y="2612"/>
                  </a:lnTo>
                  <a:lnTo>
                    <a:pt x="17539" y="2612"/>
                  </a:lnTo>
                  <a:lnTo>
                    <a:pt x="22152" y="1393"/>
                  </a:lnTo>
                  <a:close/>
                  <a:moveTo>
                    <a:pt x="13753" y="1611"/>
                  </a:moveTo>
                  <a:lnTo>
                    <a:pt x="9836" y="2612"/>
                  </a:lnTo>
                  <a:lnTo>
                    <a:pt x="12316" y="2612"/>
                  </a:lnTo>
                  <a:lnTo>
                    <a:pt x="12403" y="2568"/>
                  </a:lnTo>
                  <a:lnTo>
                    <a:pt x="13753" y="1611"/>
                  </a:lnTo>
                  <a:close/>
                  <a:moveTo>
                    <a:pt x="18017" y="1872"/>
                  </a:moveTo>
                  <a:lnTo>
                    <a:pt x="18017" y="1872"/>
                  </a:lnTo>
                  <a:cubicBezTo>
                    <a:pt x="17017" y="2133"/>
                    <a:pt x="16103" y="2350"/>
                    <a:pt x="15189" y="2612"/>
                  </a:cubicBezTo>
                  <a:lnTo>
                    <a:pt x="16973" y="2612"/>
                  </a:lnTo>
                  <a:lnTo>
                    <a:pt x="18017" y="1872"/>
                  </a:lnTo>
                  <a:close/>
                  <a:moveTo>
                    <a:pt x="3612" y="2699"/>
                  </a:moveTo>
                  <a:lnTo>
                    <a:pt x="2873" y="3177"/>
                  </a:lnTo>
                  <a:lnTo>
                    <a:pt x="2873" y="3177"/>
                  </a:lnTo>
                  <a:lnTo>
                    <a:pt x="4831" y="2699"/>
                  </a:lnTo>
                  <a:close/>
                  <a:moveTo>
                    <a:pt x="6659" y="3438"/>
                  </a:moveTo>
                  <a:lnTo>
                    <a:pt x="4831" y="3917"/>
                  </a:lnTo>
                  <a:lnTo>
                    <a:pt x="6006" y="3917"/>
                  </a:lnTo>
                  <a:lnTo>
                    <a:pt x="6659" y="3438"/>
                  </a:lnTo>
                  <a:close/>
                  <a:moveTo>
                    <a:pt x="9575" y="2699"/>
                  </a:moveTo>
                  <a:lnTo>
                    <a:pt x="7355" y="3264"/>
                  </a:lnTo>
                  <a:lnTo>
                    <a:pt x="6441" y="3917"/>
                  </a:lnTo>
                  <a:lnTo>
                    <a:pt x="7225" y="3917"/>
                  </a:lnTo>
                  <a:lnTo>
                    <a:pt x="12012" y="2699"/>
                  </a:lnTo>
                  <a:close/>
                  <a:moveTo>
                    <a:pt x="10837" y="3787"/>
                  </a:moveTo>
                  <a:lnTo>
                    <a:pt x="10140" y="3917"/>
                  </a:lnTo>
                  <a:lnTo>
                    <a:pt x="10576" y="3917"/>
                  </a:lnTo>
                  <a:lnTo>
                    <a:pt x="10837" y="3787"/>
                  </a:lnTo>
                  <a:close/>
                  <a:moveTo>
                    <a:pt x="21281" y="2829"/>
                  </a:moveTo>
                  <a:lnTo>
                    <a:pt x="17104" y="3917"/>
                  </a:lnTo>
                  <a:lnTo>
                    <a:pt x="19758" y="3917"/>
                  </a:lnTo>
                  <a:lnTo>
                    <a:pt x="21281" y="2829"/>
                  </a:lnTo>
                  <a:close/>
                  <a:moveTo>
                    <a:pt x="14841" y="2742"/>
                  </a:moveTo>
                  <a:lnTo>
                    <a:pt x="11577" y="3612"/>
                  </a:lnTo>
                  <a:lnTo>
                    <a:pt x="11054" y="3961"/>
                  </a:lnTo>
                  <a:lnTo>
                    <a:pt x="12316" y="3961"/>
                  </a:lnTo>
                  <a:lnTo>
                    <a:pt x="16755" y="2786"/>
                  </a:lnTo>
                  <a:lnTo>
                    <a:pt x="16886" y="2742"/>
                  </a:lnTo>
                  <a:close/>
                  <a:moveTo>
                    <a:pt x="6354" y="4048"/>
                  </a:moveTo>
                  <a:lnTo>
                    <a:pt x="6050" y="4309"/>
                  </a:lnTo>
                  <a:lnTo>
                    <a:pt x="6050" y="4309"/>
                  </a:lnTo>
                  <a:lnTo>
                    <a:pt x="6963" y="4048"/>
                  </a:lnTo>
                  <a:close/>
                  <a:moveTo>
                    <a:pt x="10924" y="4048"/>
                  </a:moveTo>
                  <a:lnTo>
                    <a:pt x="10358" y="4483"/>
                  </a:lnTo>
                  <a:lnTo>
                    <a:pt x="11968" y="4048"/>
                  </a:lnTo>
                  <a:close/>
                  <a:moveTo>
                    <a:pt x="9792" y="4004"/>
                  </a:moveTo>
                  <a:lnTo>
                    <a:pt x="5005" y="5223"/>
                  </a:lnTo>
                  <a:lnTo>
                    <a:pt x="7181" y="5223"/>
                  </a:lnTo>
                  <a:lnTo>
                    <a:pt x="9575" y="4657"/>
                  </a:lnTo>
                  <a:lnTo>
                    <a:pt x="10445" y="4004"/>
                  </a:lnTo>
                  <a:close/>
                  <a:moveTo>
                    <a:pt x="4483" y="4048"/>
                  </a:moveTo>
                  <a:lnTo>
                    <a:pt x="174" y="5179"/>
                  </a:lnTo>
                  <a:lnTo>
                    <a:pt x="0" y="5310"/>
                  </a:lnTo>
                  <a:lnTo>
                    <a:pt x="2176" y="5310"/>
                  </a:lnTo>
                  <a:lnTo>
                    <a:pt x="5223" y="4483"/>
                  </a:lnTo>
                  <a:lnTo>
                    <a:pt x="5832" y="4048"/>
                  </a:lnTo>
                  <a:close/>
                  <a:moveTo>
                    <a:pt x="14101" y="4744"/>
                  </a:moveTo>
                  <a:lnTo>
                    <a:pt x="11968" y="5310"/>
                  </a:lnTo>
                  <a:lnTo>
                    <a:pt x="13317" y="5310"/>
                  </a:lnTo>
                  <a:lnTo>
                    <a:pt x="14101" y="4744"/>
                  </a:lnTo>
                  <a:close/>
                  <a:moveTo>
                    <a:pt x="16755" y="4048"/>
                  </a:moveTo>
                  <a:lnTo>
                    <a:pt x="14841" y="4526"/>
                  </a:lnTo>
                  <a:lnTo>
                    <a:pt x="13840" y="5310"/>
                  </a:lnTo>
                  <a:lnTo>
                    <a:pt x="14928" y="5310"/>
                  </a:lnTo>
                  <a:cubicBezTo>
                    <a:pt x="16494" y="4875"/>
                    <a:pt x="18061" y="4439"/>
                    <a:pt x="19628" y="4048"/>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39" name="Google Shape;2139;p45">
              <a:extLst>
                <a:ext uri="{FF2B5EF4-FFF2-40B4-BE49-F238E27FC236}">
                  <a16:creationId xmlns:a16="http://schemas.microsoft.com/office/drawing/2014/main" id="{54892B42-735F-78EF-D4DC-240B523A8EF9}"/>
                </a:ext>
              </a:extLst>
            </p:cNvPr>
            <p:cNvSpPr/>
            <p:nvPr/>
          </p:nvSpPr>
          <p:spPr>
            <a:xfrm>
              <a:off x="5411500" y="2864550"/>
              <a:ext cx="618025" cy="128400"/>
            </a:xfrm>
            <a:custGeom>
              <a:avLst/>
              <a:gdLst/>
              <a:ahLst/>
              <a:cxnLst/>
              <a:rect l="l" t="t" r="r" b="b"/>
              <a:pathLst>
                <a:path w="24721" h="5136" extrusionOk="0">
                  <a:moveTo>
                    <a:pt x="7095" y="0"/>
                  </a:moveTo>
                  <a:lnTo>
                    <a:pt x="5484" y="1132"/>
                  </a:lnTo>
                  <a:lnTo>
                    <a:pt x="7182" y="44"/>
                  </a:lnTo>
                  <a:lnTo>
                    <a:pt x="10924" y="0"/>
                  </a:lnTo>
                  <a:close/>
                  <a:moveTo>
                    <a:pt x="16277" y="0"/>
                  </a:moveTo>
                  <a:lnTo>
                    <a:pt x="14711" y="1132"/>
                  </a:lnTo>
                  <a:lnTo>
                    <a:pt x="16321" y="87"/>
                  </a:lnTo>
                  <a:lnTo>
                    <a:pt x="20151" y="0"/>
                  </a:lnTo>
                  <a:close/>
                  <a:moveTo>
                    <a:pt x="14711" y="1132"/>
                  </a:moveTo>
                  <a:lnTo>
                    <a:pt x="14711" y="1132"/>
                  </a:lnTo>
                  <a:lnTo>
                    <a:pt x="14711" y="1132"/>
                  </a:lnTo>
                  <a:lnTo>
                    <a:pt x="14711" y="1132"/>
                  </a:lnTo>
                  <a:close/>
                  <a:moveTo>
                    <a:pt x="20847" y="0"/>
                  </a:moveTo>
                  <a:lnTo>
                    <a:pt x="19280" y="1132"/>
                  </a:lnTo>
                  <a:lnTo>
                    <a:pt x="19280" y="1132"/>
                  </a:lnTo>
                  <a:lnTo>
                    <a:pt x="20934" y="87"/>
                  </a:lnTo>
                  <a:lnTo>
                    <a:pt x="24720" y="0"/>
                  </a:lnTo>
                  <a:close/>
                  <a:moveTo>
                    <a:pt x="11708" y="0"/>
                  </a:moveTo>
                  <a:lnTo>
                    <a:pt x="10141" y="1132"/>
                  </a:lnTo>
                  <a:lnTo>
                    <a:pt x="11795" y="87"/>
                  </a:lnTo>
                  <a:lnTo>
                    <a:pt x="15581" y="0"/>
                  </a:lnTo>
                  <a:close/>
                  <a:moveTo>
                    <a:pt x="5223" y="1349"/>
                  </a:moveTo>
                  <a:lnTo>
                    <a:pt x="3657" y="2481"/>
                  </a:lnTo>
                  <a:lnTo>
                    <a:pt x="5267" y="1393"/>
                  </a:lnTo>
                  <a:lnTo>
                    <a:pt x="9140" y="1349"/>
                  </a:lnTo>
                  <a:close/>
                  <a:moveTo>
                    <a:pt x="19063" y="1349"/>
                  </a:moveTo>
                  <a:lnTo>
                    <a:pt x="17452" y="2481"/>
                  </a:lnTo>
                  <a:lnTo>
                    <a:pt x="17452" y="2481"/>
                  </a:lnTo>
                  <a:lnTo>
                    <a:pt x="19106" y="1393"/>
                  </a:lnTo>
                  <a:lnTo>
                    <a:pt x="22892" y="1349"/>
                  </a:lnTo>
                  <a:close/>
                  <a:moveTo>
                    <a:pt x="3657" y="2481"/>
                  </a:moveTo>
                  <a:lnTo>
                    <a:pt x="3657" y="2481"/>
                  </a:lnTo>
                  <a:lnTo>
                    <a:pt x="3657" y="2481"/>
                  </a:lnTo>
                  <a:close/>
                  <a:moveTo>
                    <a:pt x="9836" y="1349"/>
                  </a:moveTo>
                  <a:lnTo>
                    <a:pt x="8270" y="2481"/>
                  </a:lnTo>
                  <a:lnTo>
                    <a:pt x="9967" y="1393"/>
                  </a:lnTo>
                  <a:lnTo>
                    <a:pt x="13710" y="1349"/>
                  </a:lnTo>
                  <a:close/>
                  <a:moveTo>
                    <a:pt x="14406" y="1349"/>
                  </a:moveTo>
                  <a:lnTo>
                    <a:pt x="12839" y="2481"/>
                  </a:lnTo>
                  <a:lnTo>
                    <a:pt x="14493" y="1437"/>
                  </a:lnTo>
                  <a:lnTo>
                    <a:pt x="18236" y="1349"/>
                  </a:lnTo>
                  <a:close/>
                  <a:moveTo>
                    <a:pt x="17191" y="2655"/>
                  </a:moveTo>
                  <a:lnTo>
                    <a:pt x="15624" y="3787"/>
                  </a:lnTo>
                  <a:lnTo>
                    <a:pt x="15624" y="3787"/>
                  </a:lnTo>
                  <a:lnTo>
                    <a:pt x="17235" y="2742"/>
                  </a:lnTo>
                  <a:lnTo>
                    <a:pt x="21064" y="2655"/>
                  </a:lnTo>
                  <a:close/>
                  <a:moveTo>
                    <a:pt x="12622" y="2655"/>
                  </a:moveTo>
                  <a:lnTo>
                    <a:pt x="11055" y="3787"/>
                  </a:lnTo>
                  <a:lnTo>
                    <a:pt x="11055" y="3787"/>
                  </a:lnTo>
                  <a:lnTo>
                    <a:pt x="12752" y="2742"/>
                  </a:lnTo>
                  <a:lnTo>
                    <a:pt x="16495" y="2655"/>
                  </a:lnTo>
                  <a:close/>
                  <a:moveTo>
                    <a:pt x="8052" y="2655"/>
                  </a:moveTo>
                  <a:lnTo>
                    <a:pt x="6485" y="3787"/>
                  </a:lnTo>
                  <a:lnTo>
                    <a:pt x="6485" y="3787"/>
                  </a:lnTo>
                  <a:lnTo>
                    <a:pt x="8183" y="2742"/>
                  </a:lnTo>
                  <a:lnTo>
                    <a:pt x="11925" y="2655"/>
                  </a:lnTo>
                  <a:close/>
                  <a:moveTo>
                    <a:pt x="3439" y="2655"/>
                  </a:moveTo>
                  <a:lnTo>
                    <a:pt x="1872" y="3787"/>
                  </a:lnTo>
                  <a:lnTo>
                    <a:pt x="3526" y="2742"/>
                  </a:lnTo>
                  <a:lnTo>
                    <a:pt x="7312" y="2655"/>
                  </a:lnTo>
                  <a:close/>
                  <a:moveTo>
                    <a:pt x="15407" y="3961"/>
                  </a:moveTo>
                  <a:lnTo>
                    <a:pt x="13840" y="5092"/>
                  </a:lnTo>
                  <a:lnTo>
                    <a:pt x="13840" y="5092"/>
                  </a:lnTo>
                  <a:lnTo>
                    <a:pt x="15450" y="4048"/>
                  </a:lnTo>
                  <a:lnTo>
                    <a:pt x="19280" y="3961"/>
                  </a:lnTo>
                  <a:close/>
                  <a:moveTo>
                    <a:pt x="6181" y="3961"/>
                  </a:moveTo>
                  <a:lnTo>
                    <a:pt x="4614" y="5092"/>
                  </a:lnTo>
                  <a:lnTo>
                    <a:pt x="4614" y="5092"/>
                  </a:lnTo>
                  <a:lnTo>
                    <a:pt x="6311" y="4048"/>
                  </a:lnTo>
                  <a:lnTo>
                    <a:pt x="10054" y="3961"/>
                  </a:lnTo>
                  <a:close/>
                  <a:moveTo>
                    <a:pt x="10794" y="3961"/>
                  </a:moveTo>
                  <a:lnTo>
                    <a:pt x="9184" y="5092"/>
                  </a:lnTo>
                  <a:lnTo>
                    <a:pt x="10837" y="4048"/>
                  </a:lnTo>
                  <a:lnTo>
                    <a:pt x="14624" y="3961"/>
                  </a:lnTo>
                  <a:close/>
                  <a:moveTo>
                    <a:pt x="1568" y="4004"/>
                  </a:moveTo>
                  <a:lnTo>
                    <a:pt x="1" y="5136"/>
                  </a:lnTo>
                  <a:lnTo>
                    <a:pt x="1698" y="4135"/>
                  </a:lnTo>
                  <a:lnTo>
                    <a:pt x="5441" y="4004"/>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40" name="Google Shape;2140;p45">
              <a:extLst>
                <a:ext uri="{FF2B5EF4-FFF2-40B4-BE49-F238E27FC236}">
                  <a16:creationId xmlns:a16="http://schemas.microsoft.com/office/drawing/2014/main" id="{4368BDBA-041F-3457-6D1A-C85215971D90}"/>
                </a:ext>
              </a:extLst>
            </p:cNvPr>
            <p:cNvSpPr/>
            <p:nvPr/>
          </p:nvSpPr>
          <p:spPr>
            <a:xfrm>
              <a:off x="5722675" y="2690475"/>
              <a:ext cx="709400" cy="348175"/>
            </a:xfrm>
            <a:custGeom>
              <a:avLst/>
              <a:gdLst/>
              <a:ahLst/>
              <a:cxnLst/>
              <a:rect l="l" t="t" r="r" b="b"/>
              <a:pathLst>
                <a:path w="28376" h="13927" extrusionOk="0">
                  <a:moveTo>
                    <a:pt x="14231" y="0"/>
                  </a:moveTo>
                  <a:lnTo>
                    <a:pt x="1" y="12664"/>
                  </a:lnTo>
                  <a:lnTo>
                    <a:pt x="1" y="13926"/>
                  </a:lnTo>
                  <a:lnTo>
                    <a:pt x="28375" y="13926"/>
                  </a:lnTo>
                  <a:lnTo>
                    <a:pt x="28375" y="12664"/>
                  </a:lnTo>
                  <a:lnTo>
                    <a:pt x="1423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41" name="Google Shape;2141;p45">
              <a:extLst>
                <a:ext uri="{FF2B5EF4-FFF2-40B4-BE49-F238E27FC236}">
                  <a16:creationId xmlns:a16="http://schemas.microsoft.com/office/drawing/2014/main" id="{70CE0F82-A9BD-5482-A03C-F3A62E85FD8F}"/>
                </a:ext>
              </a:extLst>
            </p:cNvPr>
            <p:cNvSpPr/>
            <p:nvPr/>
          </p:nvSpPr>
          <p:spPr>
            <a:xfrm>
              <a:off x="5742250" y="2714400"/>
              <a:ext cx="670225" cy="1091275"/>
            </a:xfrm>
            <a:custGeom>
              <a:avLst/>
              <a:gdLst/>
              <a:ahLst/>
              <a:cxnLst/>
              <a:rect l="l" t="t" r="r" b="b"/>
              <a:pathLst>
                <a:path w="26809" h="43651" extrusionOk="0">
                  <a:moveTo>
                    <a:pt x="13448" y="1"/>
                  </a:moveTo>
                  <a:lnTo>
                    <a:pt x="1" y="12012"/>
                  </a:lnTo>
                  <a:lnTo>
                    <a:pt x="1" y="43651"/>
                  </a:lnTo>
                  <a:lnTo>
                    <a:pt x="26809" y="43651"/>
                  </a:lnTo>
                  <a:lnTo>
                    <a:pt x="26809" y="12012"/>
                  </a:lnTo>
                  <a:lnTo>
                    <a:pt x="1344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42" name="Google Shape;2142;p45">
              <a:extLst>
                <a:ext uri="{FF2B5EF4-FFF2-40B4-BE49-F238E27FC236}">
                  <a16:creationId xmlns:a16="http://schemas.microsoft.com/office/drawing/2014/main" id="{74999B92-893B-2B90-2169-F1BBAA6273E6}"/>
                </a:ext>
              </a:extLst>
            </p:cNvPr>
            <p:cNvSpPr/>
            <p:nvPr/>
          </p:nvSpPr>
          <p:spPr>
            <a:xfrm>
              <a:off x="5829300" y="3112600"/>
              <a:ext cx="206750" cy="204575"/>
            </a:xfrm>
            <a:custGeom>
              <a:avLst/>
              <a:gdLst/>
              <a:ahLst/>
              <a:cxnLst/>
              <a:rect l="l" t="t" r="r" b="b"/>
              <a:pathLst>
                <a:path w="8270" h="8183" extrusionOk="0">
                  <a:moveTo>
                    <a:pt x="0" y="1"/>
                  </a:moveTo>
                  <a:lnTo>
                    <a:pt x="0" y="8182"/>
                  </a:lnTo>
                  <a:lnTo>
                    <a:pt x="8269" y="8182"/>
                  </a:lnTo>
                  <a:lnTo>
                    <a:pt x="826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43" name="Google Shape;2143;p45">
              <a:extLst>
                <a:ext uri="{FF2B5EF4-FFF2-40B4-BE49-F238E27FC236}">
                  <a16:creationId xmlns:a16="http://schemas.microsoft.com/office/drawing/2014/main" id="{AD2E8D51-6E52-C37E-985D-877D7CBEB183}"/>
                </a:ext>
              </a:extLst>
            </p:cNvPr>
            <p:cNvSpPr/>
            <p:nvPr/>
          </p:nvSpPr>
          <p:spPr>
            <a:xfrm>
              <a:off x="5829300" y="3112600"/>
              <a:ext cx="206750" cy="204575"/>
            </a:xfrm>
            <a:custGeom>
              <a:avLst/>
              <a:gdLst/>
              <a:ahLst/>
              <a:cxnLst/>
              <a:rect l="l" t="t" r="r" b="b"/>
              <a:pathLst>
                <a:path w="8270" h="8183" extrusionOk="0">
                  <a:moveTo>
                    <a:pt x="0" y="1"/>
                  </a:moveTo>
                  <a:lnTo>
                    <a:pt x="0" y="8182"/>
                  </a:lnTo>
                  <a:lnTo>
                    <a:pt x="305" y="8182"/>
                  </a:lnTo>
                  <a:lnTo>
                    <a:pt x="305" y="436"/>
                  </a:lnTo>
                  <a:lnTo>
                    <a:pt x="8269" y="436"/>
                  </a:lnTo>
                  <a:lnTo>
                    <a:pt x="8269"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44" name="Google Shape;2144;p45">
              <a:extLst>
                <a:ext uri="{FF2B5EF4-FFF2-40B4-BE49-F238E27FC236}">
                  <a16:creationId xmlns:a16="http://schemas.microsoft.com/office/drawing/2014/main" id="{320CC5AA-58D6-6110-A18E-79F9D32CDB42}"/>
                </a:ext>
              </a:extLst>
            </p:cNvPr>
            <p:cNvSpPr/>
            <p:nvPr/>
          </p:nvSpPr>
          <p:spPr>
            <a:xfrm>
              <a:off x="5927225" y="3107175"/>
              <a:ext cx="8725" cy="214350"/>
            </a:xfrm>
            <a:custGeom>
              <a:avLst/>
              <a:gdLst/>
              <a:ahLst/>
              <a:cxnLst/>
              <a:rect l="l" t="t" r="r" b="b"/>
              <a:pathLst>
                <a:path w="349" h="8574" extrusionOk="0">
                  <a:moveTo>
                    <a:pt x="0" y="0"/>
                  </a:moveTo>
                  <a:lnTo>
                    <a:pt x="0" y="8574"/>
                  </a:lnTo>
                  <a:lnTo>
                    <a:pt x="348" y="8574"/>
                  </a:lnTo>
                  <a:lnTo>
                    <a:pt x="34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45" name="Google Shape;2145;p45">
              <a:extLst>
                <a:ext uri="{FF2B5EF4-FFF2-40B4-BE49-F238E27FC236}">
                  <a16:creationId xmlns:a16="http://schemas.microsoft.com/office/drawing/2014/main" id="{3D4A69E5-7CB2-C48B-7106-828F771208CA}"/>
                </a:ext>
              </a:extLst>
            </p:cNvPr>
            <p:cNvSpPr/>
            <p:nvPr/>
          </p:nvSpPr>
          <p:spPr>
            <a:xfrm>
              <a:off x="5823850" y="3160475"/>
              <a:ext cx="219800" cy="9825"/>
            </a:xfrm>
            <a:custGeom>
              <a:avLst/>
              <a:gdLst/>
              <a:ahLst/>
              <a:cxnLst/>
              <a:rect l="l" t="t" r="r" b="b"/>
              <a:pathLst>
                <a:path w="8792" h="393" extrusionOk="0">
                  <a:moveTo>
                    <a:pt x="1" y="1"/>
                  </a:moveTo>
                  <a:lnTo>
                    <a:pt x="1" y="392"/>
                  </a:lnTo>
                  <a:lnTo>
                    <a:pt x="8792" y="392"/>
                  </a:lnTo>
                  <a:lnTo>
                    <a:pt x="879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46" name="Google Shape;2146;p45">
              <a:extLst>
                <a:ext uri="{FF2B5EF4-FFF2-40B4-BE49-F238E27FC236}">
                  <a16:creationId xmlns:a16="http://schemas.microsoft.com/office/drawing/2014/main" id="{4C15EF66-0E43-D593-3046-943E1F3929C9}"/>
                </a:ext>
              </a:extLst>
            </p:cNvPr>
            <p:cNvSpPr/>
            <p:nvPr/>
          </p:nvSpPr>
          <p:spPr>
            <a:xfrm>
              <a:off x="6011000" y="2833000"/>
              <a:ext cx="120775" cy="131675"/>
            </a:xfrm>
            <a:custGeom>
              <a:avLst/>
              <a:gdLst/>
              <a:ahLst/>
              <a:cxnLst/>
              <a:rect l="l" t="t" r="r" b="b"/>
              <a:pathLst>
                <a:path w="4831" h="5267" extrusionOk="0">
                  <a:moveTo>
                    <a:pt x="0" y="0"/>
                  </a:moveTo>
                  <a:lnTo>
                    <a:pt x="0" y="5266"/>
                  </a:lnTo>
                  <a:lnTo>
                    <a:pt x="4831" y="5266"/>
                  </a:lnTo>
                  <a:lnTo>
                    <a:pt x="483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47" name="Google Shape;2147;p45">
              <a:extLst>
                <a:ext uri="{FF2B5EF4-FFF2-40B4-BE49-F238E27FC236}">
                  <a16:creationId xmlns:a16="http://schemas.microsoft.com/office/drawing/2014/main" id="{81FD6DF5-7014-573C-9398-D4F2C0FCE5D0}"/>
                </a:ext>
              </a:extLst>
            </p:cNvPr>
            <p:cNvSpPr/>
            <p:nvPr/>
          </p:nvSpPr>
          <p:spPr>
            <a:xfrm>
              <a:off x="6011000" y="2833000"/>
              <a:ext cx="121875" cy="131675"/>
            </a:xfrm>
            <a:custGeom>
              <a:avLst/>
              <a:gdLst/>
              <a:ahLst/>
              <a:cxnLst/>
              <a:rect l="l" t="t" r="r" b="b"/>
              <a:pathLst>
                <a:path w="4875" h="5267" extrusionOk="0">
                  <a:moveTo>
                    <a:pt x="0" y="0"/>
                  </a:moveTo>
                  <a:lnTo>
                    <a:pt x="0" y="5266"/>
                  </a:lnTo>
                  <a:lnTo>
                    <a:pt x="392" y="5266"/>
                  </a:lnTo>
                  <a:lnTo>
                    <a:pt x="392" y="392"/>
                  </a:lnTo>
                  <a:lnTo>
                    <a:pt x="4874" y="392"/>
                  </a:lnTo>
                  <a:lnTo>
                    <a:pt x="4874" y="0"/>
                  </a:lnTo>
                  <a:close/>
                </a:path>
              </a:pathLst>
            </a:custGeom>
            <a:solidFill>
              <a:srgbClr val="258E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48" name="Google Shape;2148;p45">
              <a:extLst>
                <a:ext uri="{FF2B5EF4-FFF2-40B4-BE49-F238E27FC236}">
                  <a16:creationId xmlns:a16="http://schemas.microsoft.com/office/drawing/2014/main" id="{61288258-5C1E-61A4-7559-51FF57B29498}"/>
                </a:ext>
              </a:extLst>
            </p:cNvPr>
            <p:cNvSpPr/>
            <p:nvPr/>
          </p:nvSpPr>
          <p:spPr>
            <a:xfrm>
              <a:off x="6123050" y="3112600"/>
              <a:ext cx="206750" cy="204575"/>
            </a:xfrm>
            <a:custGeom>
              <a:avLst/>
              <a:gdLst/>
              <a:ahLst/>
              <a:cxnLst/>
              <a:rect l="l" t="t" r="r" b="b"/>
              <a:pathLst>
                <a:path w="8270" h="8183" extrusionOk="0">
                  <a:moveTo>
                    <a:pt x="1" y="1"/>
                  </a:moveTo>
                  <a:lnTo>
                    <a:pt x="1" y="8182"/>
                  </a:lnTo>
                  <a:lnTo>
                    <a:pt x="8270" y="8182"/>
                  </a:lnTo>
                  <a:lnTo>
                    <a:pt x="827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49" name="Google Shape;2149;p45">
              <a:extLst>
                <a:ext uri="{FF2B5EF4-FFF2-40B4-BE49-F238E27FC236}">
                  <a16:creationId xmlns:a16="http://schemas.microsoft.com/office/drawing/2014/main" id="{D1C0A7DF-AF47-10E5-64CE-DBADFF9440F4}"/>
                </a:ext>
              </a:extLst>
            </p:cNvPr>
            <p:cNvSpPr/>
            <p:nvPr/>
          </p:nvSpPr>
          <p:spPr>
            <a:xfrm>
              <a:off x="6123050" y="3112600"/>
              <a:ext cx="206750" cy="204575"/>
            </a:xfrm>
            <a:custGeom>
              <a:avLst/>
              <a:gdLst/>
              <a:ahLst/>
              <a:cxnLst/>
              <a:rect l="l" t="t" r="r" b="b"/>
              <a:pathLst>
                <a:path w="8270" h="8183" extrusionOk="0">
                  <a:moveTo>
                    <a:pt x="1" y="1"/>
                  </a:moveTo>
                  <a:lnTo>
                    <a:pt x="1" y="8182"/>
                  </a:lnTo>
                  <a:lnTo>
                    <a:pt x="392" y="8182"/>
                  </a:lnTo>
                  <a:lnTo>
                    <a:pt x="392" y="436"/>
                  </a:lnTo>
                  <a:lnTo>
                    <a:pt x="8270" y="436"/>
                  </a:lnTo>
                  <a:lnTo>
                    <a:pt x="827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50" name="Google Shape;2150;p45">
              <a:extLst>
                <a:ext uri="{FF2B5EF4-FFF2-40B4-BE49-F238E27FC236}">
                  <a16:creationId xmlns:a16="http://schemas.microsoft.com/office/drawing/2014/main" id="{1F941DD3-F64E-4582-8B75-2205FEE48B02}"/>
                </a:ext>
              </a:extLst>
            </p:cNvPr>
            <p:cNvSpPr/>
            <p:nvPr/>
          </p:nvSpPr>
          <p:spPr>
            <a:xfrm>
              <a:off x="6220975" y="3107175"/>
              <a:ext cx="8725" cy="214350"/>
            </a:xfrm>
            <a:custGeom>
              <a:avLst/>
              <a:gdLst/>
              <a:ahLst/>
              <a:cxnLst/>
              <a:rect l="l" t="t" r="r" b="b"/>
              <a:pathLst>
                <a:path w="349" h="8574" extrusionOk="0">
                  <a:moveTo>
                    <a:pt x="1" y="0"/>
                  </a:moveTo>
                  <a:lnTo>
                    <a:pt x="1" y="8574"/>
                  </a:lnTo>
                  <a:lnTo>
                    <a:pt x="349" y="8574"/>
                  </a:lnTo>
                  <a:lnTo>
                    <a:pt x="34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51" name="Google Shape;2151;p45">
              <a:extLst>
                <a:ext uri="{FF2B5EF4-FFF2-40B4-BE49-F238E27FC236}">
                  <a16:creationId xmlns:a16="http://schemas.microsoft.com/office/drawing/2014/main" id="{6FCB34D7-5D33-0ADA-103F-CCA64B1A6C3A}"/>
                </a:ext>
              </a:extLst>
            </p:cNvPr>
            <p:cNvSpPr/>
            <p:nvPr/>
          </p:nvSpPr>
          <p:spPr>
            <a:xfrm>
              <a:off x="6117625" y="3160475"/>
              <a:ext cx="219800" cy="9825"/>
            </a:xfrm>
            <a:custGeom>
              <a:avLst/>
              <a:gdLst/>
              <a:ahLst/>
              <a:cxnLst/>
              <a:rect l="l" t="t" r="r" b="b"/>
              <a:pathLst>
                <a:path w="8792" h="393" extrusionOk="0">
                  <a:moveTo>
                    <a:pt x="0" y="1"/>
                  </a:moveTo>
                  <a:lnTo>
                    <a:pt x="0" y="392"/>
                  </a:lnTo>
                  <a:lnTo>
                    <a:pt x="8791" y="392"/>
                  </a:lnTo>
                  <a:lnTo>
                    <a:pt x="879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52" name="Google Shape;2152;p45">
              <a:extLst>
                <a:ext uri="{FF2B5EF4-FFF2-40B4-BE49-F238E27FC236}">
                  <a16:creationId xmlns:a16="http://schemas.microsoft.com/office/drawing/2014/main" id="{8977C5C6-0667-C08E-90FC-4ED1AAC8E017}"/>
                </a:ext>
              </a:extLst>
            </p:cNvPr>
            <p:cNvSpPr/>
            <p:nvPr/>
          </p:nvSpPr>
          <p:spPr>
            <a:xfrm>
              <a:off x="5829300" y="3464025"/>
              <a:ext cx="206750" cy="203475"/>
            </a:xfrm>
            <a:custGeom>
              <a:avLst/>
              <a:gdLst/>
              <a:ahLst/>
              <a:cxnLst/>
              <a:rect l="l" t="t" r="r" b="b"/>
              <a:pathLst>
                <a:path w="8270" h="8139" extrusionOk="0">
                  <a:moveTo>
                    <a:pt x="0" y="1"/>
                  </a:moveTo>
                  <a:lnTo>
                    <a:pt x="0" y="8139"/>
                  </a:lnTo>
                  <a:lnTo>
                    <a:pt x="8269" y="8139"/>
                  </a:lnTo>
                  <a:lnTo>
                    <a:pt x="826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53" name="Google Shape;2153;p45">
              <a:extLst>
                <a:ext uri="{FF2B5EF4-FFF2-40B4-BE49-F238E27FC236}">
                  <a16:creationId xmlns:a16="http://schemas.microsoft.com/office/drawing/2014/main" id="{F3E638A8-6A39-725F-49A8-4134DC50FD90}"/>
                </a:ext>
              </a:extLst>
            </p:cNvPr>
            <p:cNvSpPr/>
            <p:nvPr/>
          </p:nvSpPr>
          <p:spPr>
            <a:xfrm>
              <a:off x="5829300" y="3464025"/>
              <a:ext cx="206750" cy="203475"/>
            </a:xfrm>
            <a:custGeom>
              <a:avLst/>
              <a:gdLst/>
              <a:ahLst/>
              <a:cxnLst/>
              <a:rect l="l" t="t" r="r" b="b"/>
              <a:pathLst>
                <a:path w="8270" h="8139" extrusionOk="0">
                  <a:moveTo>
                    <a:pt x="0" y="1"/>
                  </a:moveTo>
                  <a:lnTo>
                    <a:pt x="0" y="8139"/>
                  </a:lnTo>
                  <a:lnTo>
                    <a:pt x="305" y="8139"/>
                  </a:lnTo>
                  <a:lnTo>
                    <a:pt x="305" y="392"/>
                  </a:lnTo>
                  <a:lnTo>
                    <a:pt x="8269" y="392"/>
                  </a:lnTo>
                  <a:lnTo>
                    <a:pt x="8269"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54" name="Google Shape;2154;p45">
              <a:extLst>
                <a:ext uri="{FF2B5EF4-FFF2-40B4-BE49-F238E27FC236}">
                  <a16:creationId xmlns:a16="http://schemas.microsoft.com/office/drawing/2014/main" id="{118123A3-9D45-4EA8-028E-EDC1A8FC3364}"/>
                </a:ext>
              </a:extLst>
            </p:cNvPr>
            <p:cNvSpPr/>
            <p:nvPr/>
          </p:nvSpPr>
          <p:spPr>
            <a:xfrm>
              <a:off x="5927225" y="3458600"/>
              <a:ext cx="8725" cy="213250"/>
            </a:xfrm>
            <a:custGeom>
              <a:avLst/>
              <a:gdLst/>
              <a:ahLst/>
              <a:cxnLst/>
              <a:rect l="l" t="t" r="r" b="b"/>
              <a:pathLst>
                <a:path w="349" h="8530" extrusionOk="0">
                  <a:moveTo>
                    <a:pt x="0" y="0"/>
                  </a:moveTo>
                  <a:lnTo>
                    <a:pt x="0" y="8530"/>
                  </a:lnTo>
                  <a:lnTo>
                    <a:pt x="348" y="8530"/>
                  </a:lnTo>
                  <a:lnTo>
                    <a:pt x="34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55" name="Google Shape;2155;p45">
              <a:extLst>
                <a:ext uri="{FF2B5EF4-FFF2-40B4-BE49-F238E27FC236}">
                  <a16:creationId xmlns:a16="http://schemas.microsoft.com/office/drawing/2014/main" id="{122639B8-3833-3FAF-61EA-024DF9D2C718}"/>
                </a:ext>
              </a:extLst>
            </p:cNvPr>
            <p:cNvSpPr/>
            <p:nvPr/>
          </p:nvSpPr>
          <p:spPr>
            <a:xfrm>
              <a:off x="5823850" y="3511900"/>
              <a:ext cx="219800" cy="8725"/>
            </a:xfrm>
            <a:custGeom>
              <a:avLst/>
              <a:gdLst/>
              <a:ahLst/>
              <a:cxnLst/>
              <a:rect l="l" t="t" r="r" b="b"/>
              <a:pathLst>
                <a:path w="8792" h="349" extrusionOk="0">
                  <a:moveTo>
                    <a:pt x="1" y="0"/>
                  </a:moveTo>
                  <a:lnTo>
                    <a:pt x="1" y="349"/>
                  </a:lnTo>
                  <a:lnTo>
                    <a:pt x="8792" y="349"/>
                  </a:lnTo>
                  <a:lnTo>
                    <a:pt x="879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56" name="Google Shape;2156;p45">
              <a:extLst>
                <a:ext uri="{FF2B5EF4-FFF2-40B4-BE49-F238E27FC236}">
                  <a16:creationId xmlns:a16="http://schemas.microsoft.com/office/drawing/2014/main" id="{04517839-3BE4-1A22-B8AD-BBD3ACB911A2}"/>
                </a:ext>
              </a:extLst>
            </p:cNvPr>
            <p:cNvSpPr/>
            <p:nvPr/>
          </p:nvSpPr>
          <p:spPr>
            <a:xfrm>
              <a:off x="6123050" y="3464025"/>
              <a:ext cx="206750" cy="203475"/>
            </a:xfrm>
            <a:custGeom>
              <a:avLst/>
              <a:gdLst/>
              <a:ahLst/>
              <a:cxnLst/>
              <a:rect l="l" t="t" r="r" b="b"/>
              <a:pathLst>
                <a:path w="8270" h="8139" extrusionOk="0">
                  <a:moveTo>
                    <a:pt x="1" y="1"/>
                  </a:moveTo>
                  <a:lnTo>
                    <a:pt x="1" y="8139"/>
                  </a:lnTo>
                  <a:lnTo>
                    <a:pt x="8270" y="8139"/>
                  </a:lnTo>
                  <a:lnTo>
                    <a:pt x="827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57" name="Google Shape;2157;p45">
              <a:extLst>
                <a:ext uri="{FF2B5EF4-FFF2-40B4-BE49-F238E27FC236}">
                  <a16:creationId xmlns:a16="http://schemas.microsoft.com/office/drawing/2014/main" id="{5F3D0844-C510-A2AF-AC0B-1C7362E37355}"/>
                </a:ext>
              </a:extLst>
            </p:cNvPr>
            <p:cNvSpPr/>
            <p:nvPr/>
          </p:nvSpPr>
          <p:spPr>
            <a:xfrm>
              <a:off x="6123050" y="3464025"/>
              <a:ext cx="206750" cy="203475"/>
            </a:xfrm>
            <a:custGeom>
              <a:avLst/>
              <a:gdLst/>
              <a:ahLst/>
              <a:cxnLst/>
              <a:rect l="l" t="t" r="r" b="b"/>
              <a:pathLst>
                <a:path w="8270" h="8139" extrusionOk="0">
                  <a:moveTo>
                    <a:pt x="1" y="1"/>
                  </a:moveTo>
                  <a:lnTo>
                    <a:pt x="1" y="8139"/>
                  </a:lnTo>
                  <a:lnTo>
                    <a:pt x="392" y="8139"/>
                  </a:lnTo>
                  <a:lnTo>
                    <a:pt x="392" y="392"/>
                  </a:lnTo>
                  <a:lnTo>
                    <a:pt x="8270" y="392"/>
                  </a:lnTo>
                  <a:lnTo>
                    <a:pt x="827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58" name="Google Shape;2158;p45">
              <a:extLst>
                <a:ext uri="{FF2B5EF4-FFF2-40B4-BE49-F238E27FC236}">
                  <a16:creationId xmlns:a16="http://schemas.microsoft.com/office/drawing/2014/main" id="{87603880-2979-2BF3-7BFC-549D4926F177}"/>
                </a:ext>
              </a:extLst>
            </p:cNvPr>
            <p:cNvSpPr/>
            <p:nvPr/>
          </p:nvSpPr>
          <p:spPr>
            <a:xfrm>
              <a:off x="6220975" y="3458600"/>
              <a:ext cx="8725" cy="213250"/>
            </a:xfrm>
            <a:custGeom>
              <a:avLst/>
              <a:gdLst/>
              <a:ahLst/>
              <a:cxnLst/>
              <a:rect l="l" t="t" r="r" b="b"/>
              <a:pathLst>
                <a:path w="349" h="8530" extrusionOk="0">
                  <a:moveTo>
                    <a:pt x="1" y="0"/>
                  </a:moveTo>
                  <a:lnTo>
                    <a:pt x="1" y="8530"/>
                  </a:lnTo>
                  <a:lnTo>
                    <a:pt x="349" y="8530"/>
                  </a:lnTo>
                  <a:lnTo>
                    <a:pt x="34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59" name="Google Shape;2159;p45">
              <a:extLst>
                <a:ext uri="{FF2B5EF4-FFF2-40B4-BE49-F238E27FC236}">
                  <a16:creationId xmlns:a16="http://schemas.microsoft.com/office/drawing/2014/main" id="{A33C3F61-0B7B-DFF8-0742-9018F73DCAFD}"/>
                </a:ext>
              </a:extLst>
            </p:cNvPr>
            <p:cNvSpPr/>
            <p:nvPr/>
          </p:nvSpPr>
          <p:spPr>
            <a:xfrm>
              <a:off x="6117625" y="3511900"/>
              <a:ext cx="219800" cy="8725"/>
            </a:xfrm>
            <a:custGeom>
              <a:avLst/>
              <a:gdLst/>
              <a:ahLst/>
              <a:cxnLst/>
              <a:rect l="l" t="t" r="r" b="b"/>
              <a:pathLst>
                <a:path w="8792" h="349" extrusionOk="0">
                  <a:moveTo>
                    <a:pt x="0" y="0"/>
                  </a:moveTo>
                  <a:lnTo>
                    <a:pt x="0" y="349"/>
                  </a:lnTo>
                  <a:lnTo>
                    <a:pt x="8791" y="349"/>
                  </a:lnTo>
                  <a:lnTo>
                    <a:pt x="879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60" name="Google Shape;2160;p45">
              <a:extLst>
                <a:ext uri="{FF2B5EF4-FFF2-40B4-BE49-F238E27FC236}">
                  <a16:creationId xmlns:a16="http://schemas.microsoft.com/office/drawing/2014/main" id="{025681FC-D10C-8EDA-F2CB-478E3CD2E067}"/>
                </a:ext>
              </a:extLst>
            </p:cNvPr>
            <p:cNvSpPr/>
            <p:nvPr/>
          </p:nvSpPr>
          <p:spPr>
            <a:xfrm>
              <a:off x="5739000" y="3775200"/>
              <a:ext cx="685450" cy="32650"/>
            </a:xfrm>
            <a:custGeom>
              <a:avLst/>
              <a:gdLst/>
              <a:ahLst/>
              <a:cxnLst/>
              <a:rect l="l" t="t" r="r" b="b"/>
              <a:pathLst>
                <a:path w="27418" h="1306" extrusionOk="0">
                  <a:moveTo>
                    <a:pt x="0" y="0"/>
                  </a:moveTo>
                  <a:lnTo>
                    <a:pt x="0" y="1306"/>
                  </a:lnTo>
                  <a:lnTo>
                    <a:pt x="27418" y="1306"/>
                  </a:lnTo>
                  <a:lnTo>
                    <a:pt x="2741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61" name="Google Shape;2161;p45">
              <a:extLst>
                <a:ext uri="{FF2B5EF4-FFF2-40B4-BE49-F238E27FC236}">
                  <a16:creationId xmlns:a16="http://schemas.microsoft.com/office/drawing/2014/main" id="{0175508C-2C04-0B87-9396-C9183829D1AF}"/>
                </a:ext>
              </a:extLst>
            </p:cNvPr>
            <p:cNvSpPr/>
            <p:nvPr/>
          </p:nvSpPr>
          <p:spPr>
            <a:xfrm>
              <a:off x="5742250" y="2714400"/>
              <a:ext cx="670225" cy="327525"/>
            </a:xfrm>
            <a:custGeom>
              <a:avLst/>
              <a:gdLst/>
              <a:ahLst/>
              <a:cxnLst/>
              <a:rect l="l" t="t" r="r" b="b"/>
              <a:pathLst>
                <a:path w="26809" h="13101" extrusionOk="0">
                  <a:moveTo>
                    <a:pt x="13448" y="1"/>
                  </a:moveTo>
                  <a:lnTo>
                    <a:pt x="1" y="12012"/>
                  </a:lnTo>
                  <a:lnTo>
                    <a:pt x="1" y="13100"/>
                  </a:lnTo>
                  <a:lnTo>
                    <a:pt x="13448" y="1089"/>
                  </a:lnTo>
                  <a:lnTo>
                    <a:pt x="26809" y="13100"/>
                  </a:lnTo>
                  <a:lnTo>
                    <a:pt x="26809" y="12012"/>
                  </a:lnTo>
                  <a:lnTo>
                    <a:pt x="1344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62" name="Google Shape;2162;p45">
              <a:extLst>
                <a:ext uri="{FF2B5EF4-FFF2-40B4-BE49-F238E27FC236}">
                  <a16:creationId xmlns:a16="http://schemas.microsoft.com/office/drawing/2014/main" id="{A7710101-AD02-B2B4-2159-78349079FAC6}"/>
                </a:ext>
              </a:extLst>
            </p:cNvPr>
            <p:cNvSpPr/>
            <p:nvPr/>
          </p:nvSpPr>
          <p:spPr>
            <a:xfrm>
              <a:off x="5647600" y="3598950"/>
              <a:ext cx="323175" cy="235025"/>
            </a:xfrm>
            <a:custGeom>
              <a:avLst/>
              <a:gdLst/>
              <a:ahLst/>
              <a:cxnLst/>
              <a:rect l="l" t="t" r="r" b="b"/>
              <a:pathLst>
                <a:path w="12927" h="9401" extrusionOk="0">
                  <a:moveTo>
                    <a:pt x="4483" y="0"/>
                  </a:moveTo>
                  <a:cubicBezTo>
                    <a:pt x="3961" y="0"/>
                    <a:pt x="3526" y="435"/>
                    <a:pt x="3526" y="957"/>
                  </a:cubicBezTo>
                  <a:cubicBezTo>
                    <a:pt x="3526" y="1132"/>
                    <a:pt x="3569" y="1306"/>
                    <a:pt x="3656" y="1436"/>
                  </a:cubicBezTo>
                  <a:lnTo>
                    <a:pt x="2699" y="1436"/>
                  </a:lnTo>
                  <a:cubicBezTo>
                    <a:pt x="2090" y="1436"/>
                    <a:pt x="1567" y="1958"/>
                    <a:pt x="1567" y="2611"/>
                  </a:cubicBezTo>
                  <a:lnTo>
                    <a:pt x="1567" y="2829"/>
                  </a:lnTo>
                  <a:cubicBezTo>
                    <a:pt x="958" y="3090"/>
                    <a:pt x="523" y="3699"/>
                    <a:pt x="523" y="4395"/>
                  </a:cubicBezTo>
                  <a:cubicBezTo>
                    <a:pt x="523" y="4874"/>
                    <a:pt x="741" y="5309"/>
                    <a:pt x="1002" y="5658"/>
                  </a:cubicBezTo>
                  <a:lnTo>
                    <a:pt x="828" y="5658"/>
                  </a:lnTo>
                  <a:cubicBezTo>
                    <a:pt x="392" y="5658"/>
                    <a:pt x="1" y="6006"/>
                    <a:pt x="1" y="6441"/>
                  </a:cubicBezTo>
                  <a:cubicBezTo>
                    <a:pt x="175" y="6876"/>
                    <a:pt x="566" y="7268"/>
                    <a:pt x="1045" y="7268"/>
                  </a:cubicBezTo>
                  <a:lnTo>
                    <a:pt x="1263" y="7268"/>
                  </a:lnTo>
                  <a:cubicBezTo>
                    <a:pt x="1176" y="7442"/>
                    <a:pt x="1045" y="7659"/>
                    <a:pt x="1045" y="7877"/>
                  </a:cubicBezTo>
                  <a:cubicBezTo>
                    <a:pt x="1045" y="8356"/>
                    <a:pt x="1437" y="8791"/>
                    <a:pt x="1916" y="8834"/>
                  </a:cubicBezTo>
                  <a:lnTo>
                    <a:pt x="1916" y="9009"/>
                  </a:lnTo>
                  <a:cubicBezTo>
                    <a:pt x="1916" y="9183"/>
                    <a:pt x="2003" y="9270"/>
                    <a:pt x="2003" y="9400"/>
                  </a:cubicBezTo>
                  <a:lnTo>
                    <a:pt x="11446" y="9400"/>
                  </a:lnTo>
                  <a:cubicBezTo>
                    <a:pt x="11446" y="9357"/>
                    <a:pt x="11490" y="9226"/>
                    <a:pt x="11490" y="9183"/>
                  </a:cubicBezTo>
                  <a:cubicBezTo>
                    <a:pt x="11490" y="8965"/>
                    <a:pt x="11403" y="8747"/>
                    <a:pt x="11185" y="8617"/>
                  </a:cubicBezTo>
                  <a:lnTo>
                    <a:pt x="11490" y="8617"/>
                  </a:lnTo>
                  <a:cubicBezTo>
                    <a:pt x="11838" y="8617"/>
                    <a:pt x="12056" y="8356"/>
                    <a:pt x="12056" y="8095"/>
                  </a:cubicBezTo>
                  <a:cubicBezTo>
                    <a:pt x="12056" y="7964"/>
                    <a:pt x="12012" y="7877"/>
                    <a:pt x="11925" y="7746"/>
                  </a:cubicBezTo>
                  <a:cubicBezTo>
                    <a:pt x="12491" y="7529"/>
                    <a:pt x="12926" y="7007"/>
                    <a:pt x="12926" y="6397"/>
                  </a:cubicBezTo>
                  <a:cubicBezTo>
                    <a:pt x="12926" y="5745"/>
                    <a:pt x="12534" y="5266"/>
                    <a:pt x="11925" y="5048"/>
                  </a:cubicBezTo>
                  <a:cubicBezTo>
                    <a:pt x="12012" y="4874"/>
                    <a:pt x="12056" y="4657"/>
                    <a:pt x="12056" y="4439"/>
                  </a:cubicBezTo>
                  <a:cubicBezTo>
                    <a:pt x="12056" y="3699"/>
                    <a:pt x="11577" y="3046"/>
                    <a:pt x="10837" y="2742"/>
                  </a:cubicBezTo>
                  <a:lnTo>
                    <a:pt x="10837" y="2611"/>
                  </a:lnTo>
                  <a:cubicBezTo>
                    <a:pt x="10837" y="2002"/>
                    <a:pt x="10358" y="1436"/>
                    <a:pt x="9706" y="1436"/>
                  </a:cubicBezTo>
                  <a:lnTo>
                    <a:pt x="9531" y="1436"/>
                  </a:lnTo>
                  <a:cubicBezTo>
                    <a:pt x="9662" y="1306"/>
                    <a:pt x="9706" y="1132"/>
                    <a:pt x="9706" y="957"/>
                  </a:cubicBezTo>
                  <a:cubicBezTo>
                    <a:pt x="9706" y="435"/>
                    <a:pt x="9270" y="0"/>
                    <a:pt x="87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63" name="Google Shape;2163;p45">
              <a:extLst>
                <a:ext uri="{FF2B5EF4-FFF2-40B4-BE49-F238E27FC236}">
                  <a16:creationId xmlns:a16="http://schemas.microsoft.com/office/drawing/2014/main" id="{C6FC5E76-4B40-4D51-CF0A-D771A20763F1}"/>
                </a:ext>
              </a:extLst>
            </p:cNvPr>
            <p:cNvSpPr/>
            <p:nvPr/>
          </p:nvSpPr>
          <p:spPr>
            <a:xfrm>
              <a:off x="5634550" y="3598950"/>
              <a:ext cx="264400" cy="235025"/>
            </a:xfrm>
            <a:custGeom>
              <a:avLst/>
              <a:gdLst/>
              <a:ahLst/>
              <a:cxnLst/>
              <a:rect l="l" t="t" r="r" b="b"/>
              <a:pathLst>
                <a:path w="10576" h="9401" extrusionOk="0">
                  <a:moveTo>
                    <a:pt x="4483" y="0"/>
                  </a:moveTo>
                  <a:cubicBezTo>
                    <a:pt x="3917" y="0"/>
                    <a:pt x="3482" y="435"/>
                    <a:pt x="3482" y="957"/>
                  </a:cubicBezTo>
                  <a:cubicBezTo>
                    <a:pt x="3482" y="1132"/>
                    <a:pt x="3526" y="1306"/>
                    <a:pt x="3656" y="1436"/>
                  </a:cubicBezTo>
                  <a:lnTo>
                    <a:pt x="2655" y="1436"/>
                  </a:lnTo>
                  <a:cubicBezTo>
                    <a:pt x="2089" y="1436"/>
                    <a:pt x="1524" y="1958"/>
                    <a:pt x="1524" y="2611"/>
                  </a:cubicBezTo>
                  <a:lnTo>
                    <a:pt x="1524" y="2829"/>
                  </a:lnTo>
                  <a:cubicBezTo>
                    <a:pt x="914" y="3090"/>
                    <a:pt x="479" y="3699"/>
                    <a:pt x="479" y="4395"/>
                  </a:cubicBezTo>
                  <a:cubicBezTo>
                    <a:pt x="479" y="4874"/>
                    <a:pt x="697" y="5309"/>
                    <a:pt x="1001" y="5658"/>
                  </a:cubicBezTo>
                  <a:lnTo>
                    <a:pt x="827" y="5658"/>
                  </a:lnTo>
                  <a:cubicBezTo>
                    <a:pt x="392" y="5658"/>
                    <a:pt x="0" y="6006"/>
                    <a:pt x="0" y="6441"/>
                  </a:cubicBezTo>
                  <a:cubicBezTo>
                    <a:pt x="44" y="6876"/>
                    <a:pt x="392" y="7268"/>
                    <a:pt x="871" y="7268"/>
                  </a:cubicBezTo>
                  <a:lnTo>
                    <a:pt x="1088" y="7268"/>
                  </a:lnTo>
                  <a:cubicBezTo>
                    <a:pt x="1001" y="7442"/>
                    <a:pt x="871" y="7659"/>
                    <a:pt x="871" y="7877"/>
                  </a:cubicBezTo>
                  <a:cubicBezTo>
                    <a:pt x="871" y="8356"/>
                    <a:pt x="1263" y="8791"/>
                    <a:pt x="1741" y="8834"/>
                  </a:cubicBezTo>
                  <a:lnTo>
                    <a:pt x="1741" y="9009"/>
                  </a:lnTo>
                  <a:cubicBezTo>
                    <a:pt x="1741" y="9183"/>
                    <a:pt x="1785" y="9270"/>
                    <a:pt x="1785" y="9400"/>
                  </a:cubicBezTo>
                  <a:lnTo>
                    <a:pt x="9096" y="9400"/>
                  </a:lnTo>
                  <a:cubicBezTo>
                    <a:pt x="9096" y="9357"/>
                    <a:pt x="9140" y="9226"/>
                    <a:pt x="9140" y="9183"/>
                  </a:cubicBezTo>
                  <a:cubicBezTo>
                    <a:pt x="9140" y="8965"/>
                    <a:pt x="9053" y="8747"/>
                    <a:pt x="8835" y="8617"/>
                  </a:cubicBezTo>
                  <a:lnTo>
                    <a:pt x="9140" y="8617"/>
                  </a:lnTo>
                  <a:cubicBezTo>
                    <a:pt x="9488" y="8617"/>
                    <a:pt x="9705" y="8356"/>
                    <a:pt x="9705" y="8095"/>
                  </a:cubicBezTo>
                  <a:cubicBezTo>
                    <a:pt x="9705" y="7964"/>
                    <a:pt x="9618" y="7877"/>
                    <a:pt x="9575" y="7746"/>
                  </a:cubicBezTo>
                  <a:cubicBezTo>
                    <a:pt x="10141" y="7529"/>
                    <a:pt x="10576" y="7007"/>
                    <a:pt x="10576" y="6397"/>
                  </a:cubicBezTo>
                  <a:cubicBezTo>
                    <a:pt x="10576" y="5745"/>
                    <a:pt x="10184" y="5266"/>
                    <a:pt x="9575" y="5048"/>
                  </a:cubicBezTo>
                  <a:cubicBezTo>
                    <a:pt x="9618" y="4874"/>
                    <a:pt x="9705" y="4657"/>
                    <a:pt x="9705" y="4439"/>
                  </a:cubicBezTo>
                  <a:cubicBezTo>
                    <a:pt x="9705" y="3699"/>
                    <a:pt x="9183" y="3046"/>
                    <a:pt x="8487" y="2742"/>
                  </a:cubicBezTo>
                  <a:lnTo>
                    <a:pt x="8487" y="2611"/>
                  </a:lnTo>
                  <a:cubicBezTo>
                    <a:pt x="8487" y="2002"/>
                    <a:pt x="8008" y="1436"/>
                    <a:pt x="7355" y="1436"/>
                  </a:cubicBezTo>
                  <a:lnTo>
                    <a:pt x="7181" y="1436"/>
                  </a:lnTo>
                  <a:cubicBezTo>
                    <a:pt x="7312" y="1306"/>
                    <a:pt x="7355" y="1132"/>
                    <a:pt x="7355" y="957"/>
                  </a:cubicBezTo>
                  <a:cubicBezTo>
                    <a:pt x="7355" y="435"/>
                    <a:pt x="6920" y="0"/>
                    <a:pt x="635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64" name="Google Shape;2164;p45">
              <a:extLst>
                <a:ext uri="{FF2B5EF4-FFF2-40B4-BE49-F238E27FC236}">
                  <a16:creationId xmlns:a16="http://schemas.microsoft.com/office/drawing/2014/main" id="{0A908C96-B2A4-5DA6-084A-1DBF2E2EA32D}"/>
                </a:ext>
              </a:extLst>
            </p:cNvPr>
            <p:cNvSpPr/>
            <p:nvPr/>
          </p:nvSpPr>
          <p:spPr>
            <a:xfrm>
              <a:off x="5635625" y="3737100"/>
              <a:ext cx="203500" cy="96875"/>
            </a:xfrm>
            <a:custGeom>
              <a:avLst/>
              <a:gdLst/>
              <a:ahLst/>
              <a:cxnLst/>
              <a:rect l="l" t="t" r="r" b="b"/>
              <a:pathLst>
                <a:path w="8140" h="3875" extrusionOk="0">
                  <a:moveTo>
                    <a:pt x="1002" y="1"/>
                  </a:moveTo>
                  <a:lnTo>
                    <a:pt x="1002" y="45"/>
                  </a:lnTo>
                  <a:lnTo>
                    <a:pt x="828" y="45"/>
                  </a:lnTo>
                  <a:cubicBezTo>
                    <a:pt x="393" y="45"/>
                    <a:pt x="1" y="436"/>
                    <a:pt x="1" y="871"/>
                  </a:cubicBezTo>
                  <a:cubicBezTo>
                    <a:pt x="1" y="1350"/>
                    <a:pt x="349" y="1742"/>
                    <a:pt x="828" y="1742"/>
                  </a:cubicBezTo>
                  <a:lnTo>
                    <a:pt x="1045" y="1742"/>
                  </a:lnTo>
                  <a:cubicBezTo>
                    <a:pt x="958" y="1916"/>
                    <a:pt x="828" y="2133"/>
                    <a:pt x="828" y="2351"/>
                  </a:cubicBezTo>
                  <a:cubicBezTo>
                    <a:pt x="828" y="2830"/>
                    <a:pt x="1220" y="3265"/>
                    <a:pt x="1698" y="3308"/>
                  </a:cubicBezTo>
                  <a:lnTo>
                    <a:pt x="1698" y="3483"/>
                  </a:lnTo>
                  <a:cubicBezTo>
                    <a:pt x="1698" y="3657"/>
                    <a:pt x="1742" y="3744"/>
                    <a:pt x="1742" y="3874"/>
                  </a:cubicBezTo>
                  <a:lnTo>
                    <a:pt x="5963" y="3874"/>
                  </a:lnTo>
                  <a:cubicBezTo>
                    <a:pt x="5833" y="3657"/>
                    <a:pt x="5659" y="3483"/>
                    <a:pt x="5441" y="3439"/>
                  </a:cubicBezTo>
                  <a:cubicBezTo>
                    <a:pt x="5659" y="3396"/>
                    <a:pt x="5833" y="3221"/>
                    <a:pt x="5876" y="3004"/>
                  </a:cubicBezTo>
                  <a:lnTo>
                    <a:pt x="7182" y="3004"/>
                  </a:lnTo>
                  <a:cubicBezTo>
                    <a:pt x="7704" y="3004"/>
                    <a:pt x="8139" y="2612"/>
                    <a:pt x="8139" y="2090"/>
                  </a:cubicBezTo>
                  <a:cubicBezTo>
                    <a:pt x="8139" y="1568"/>
                    <a:pt x="7747" y="1132"/>
                    <a:pt x="7182" y="1132"/>
                  </a:cubicBezTo>
                  <a:lnTo>
                    <a:pt x="5615" y="1132"/>
                  </a:lnTo>
                  <a:cubicBezTo>
                    <a:pt x="5615" y="1089"/>
                    <a:pt x="5659" y="1045"/>
                    <a:pt x="5659" y="915"/>
                  </a:cubicBezTo>
                  <a:cubicBezTo>
                    <a:pt x="5659" y="436"/>
                    <a:pt x="5310" y="1"/>
                    <a:pt x="47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65" name="Google Shape;2165;p45">
              <a:extLst>
                <a:ext uri="{FF2B5EF4-FFF2-40B4-BE49-F238E27FC236}">
                  <a16:creationId xmlns:a16="http://schemas.microsoft.com/office/drawing/2014/main" id="{555903FD-57E4-BA9D-022B-DD548EE8A16B}"/>
                </a:ext>
              </a:extLst>
            </p:cNvPr>
            <p:cNvSpPr/>
            <p:nvPr/>
          </p:nvSpPr>
          <p:spPr>
            <a:xfrm>
              <a:off x="5730300" y="3598950"/>
              <a:ext cx="144725" cy="93575"/>
            </a:xfrm>
            <a:custGeom>
              <a:avLst/>
              <a:gdLst/>
              <a:ahLst/>
              <a:cxnLst/>
              <a:rect l="l" t="t" r="r" b="b"/>
              <a:pathLst>
                <a:path w="5789" h="3743" extrusionOk="0">
                  <a:moveTo>
                    <a:pt x="1741" y="0"/>
                  </a:moveTo>
                  <a:cubicBezTo>
                    <a:pt x="1741" y="44"/>
                    <a:pt x="1654" y="131"/>
                    <a:pt x="1654" y="218"/>
                  </a:cubicBezTo>
                  <a:cubicBezTo>
                    <a:pt x="1654" y="522"/>
                    <a:pt x="1872" y="870"/>
                    <a:pt x="2220" y="914"/>
                  </a:cubicBezTo>
                  <a:cubicBezTo>
                    <a:pt x="2002" y="957"/>
                    <a:pt x="1872" y="1132"/>
                    <a:pt x="1828" y="1306"/>
                  </a:cubicBezTo>
                  <a:lnTo>
                    <a:pt x="740" y="1306"/>
                  </a:lnTo>
                  <a:cubicBezTo>
                    <a:pt x="305" y="1306"/>
                    <a:pt x="0" y="1610"/>
                    <a:pt x="0" y="2045"/>
                  </a:cubicBezTo>
                  <a:cubicBezTo>
                    <a:pt x="0" y="2481"/>
                    <a:pt x="305" y="2829"/>
                    <a:pt x="740" y="2829"/>
                  </a:cubicBezTo>
                  <a:lnTo>
                    <a:pt x="2089" y="2829"/>
                  </a:lnTo>
                  <a:cubicBezTo>
                    <a:pt x="2089" y="2872"/>
                    <a:pt x="2046" y="2916"/>
                    <a:pt x="2046" y="2959"/>
                  </a:cubicBezTo>
                  <a:cubicBezTo>
                    <a:pt x="2046" y="3395"/>
                    <a:pt x="2394" y="3743"/>
                    <a:pt x="2785" y="3743"/>
                  </a:cubicBezTo>
                  <a:lnTo>
                    <a:pt x="5788" y="3743"/>
                  </a:lnTo>
                  <a:cubicBezTo>
                    <a:pt x="5658" y="3308"/>
                    <a:pt x="5266" y="2916"/>
                    <a:pt x="4700" y="2742"/>
                  </a:cubicBezTo>
                  <a:lnTo>
                    <a:pt x="4700" y="2611"/>
                  </a:lnTo>
                  <a:cubicBezTo>
                    <a:pt x="4700" y="2002"/>
                    <a:pt x="4222" y="1436"/>
                    <a:pt x="3569" y="1436"/>
                  </a:cubicBezTo>
                  <a:lnTo>
                    <a:pt x="3395" y="1436"/>
                  </a:lnTo>
                  <a:cubicBezTo>
                    <a:pt x="3525" y="1306"/>
                    <a:pt x="3569" y="1132"/>
                    <a:pt x="3569" y="957"/>
                  </a:cubicBezTo>
                  <a:cubicBezTo>
                    <a:pt x="3569" y="435"/>
                    <a:pt x="3134" y="0"/>
                    <a:pt x="26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66" name="Google Shape;2166;p45">
              <a:extLst>
                <a:ext uri="{FF2B5EF4-FFF2-40B4-BE49-F238E27FC236}">
                  <a16:creationId xmlns:a16="http://schemas.microsoft.com/office/drawing/2014/main" id="{4ABDC166-88A6-2FE8-DD43-459B8A45370F}"/>
                </a:ext>
              </a:extLst>
            </p:cNvPr>
            <p:cNvSpPr/>
            <p:nvPr/>
          </p:nvSpPr>
          <p:spPr>
            <a:xfrm>
              <a:off x="5410425" y="3665300"/>
              <a:ext cx="230675" cy="168675"/>
            </a:xfrm>
            <a:custGeom>
              <a:avLst/>
              <a:gdLst/>
              <a:ahLst/>
              <a:cxnLst/>
              <a:rect l="l" t="t" r="r" b="b"/>
              <a:pathLst>
                <a:path w="9227" h="6747" extrusionOk="0">
                  <a:moveTo>
                    <a:pt x="3134" y="1"/>
                  </a:moveTo>
                  <a:cubicBezTo>
                    <a:pt x="2786" y="1"/>
                    <a:pt x="2438" y="305"/>
                    <a:pt x="2438" y="697"/>
                  </a:cubicBezTo>
                  <a:cubicBezTo>
                    <a:pt x="2438" y="828"/>
                    <a:pt x="2481" y="958"/>
                    <a:pt x="2525" y="1089"/>
                  </a:cubicBezTo>
                  <a:lnTo>
                    <a:pt x="1828" y="1089"/>
                  </a:lnTo>
                  <a:cubicBezTo>
                    <a:pt x="1393" y="1089"/>
                    <a:pt x="1001" y="1480"/>
                    <a:pt x="1001" y="1916"/>
                  </a:cubicBezTo>
                  <a:lnTo>
                    <a:pt x="1001" y="2046"/>
                  </a:lnTo>
                  <a:cubicBezTo>
                    <a:pt x="566" y="2264"/>
                    <a:pt x="305" y="2699"/>
                    <a:pt x="305" y="3221"/>
                  </a:cubicBezTo>
                  <a:cubicBezTo>
                    <a:pt x="305" y="3526"/>
                    <a:pt x="479" y="3874"/>
                    <a:pt x="697" y="4092"/>
                  </a:cubicBezTo>
                  <a:lnTo>
                    <a:pt x="566" y="4092"/>
                  </a:lnTo>
                  <a:cubicBezTo>
                    <a:pt x="262" y="4092"/>
                    <a:pt x="0" y="4353"/>
                    <a:pt x="0" y="4657"/>
                  </a:cubicBezTo>
                  <a:cubicBezTo>
                    <a:pt x="0" y="4962"/>
                    <a:pt x="262" y="5223"/>
                    <a:pt x="610" y="5223"/>
                  </a:cubicBezTo>
                  <a:lnTo>
                    <a:pt x="740" y="5223"/>
                  </a:lnTo>
                  <a:cubicBezTo>
                    <a:pt x="653" y="5310"/>
                    <a:pt x="610" y="5484"/>
                    <a:pt x="610" y="5658"/>
                  </a:cubicBezTo>
                  <a:cubicBezTo>
                    <a:pt x="610" y="6050"/>
                    <a:pt x="871" y="6311"/>
                    <a:pt x="1262" y="6355"/>
                  </a:cubicBezTo>
                  <a:lnTo>
                    <a:pt x="1262" y="6485"/>
                  </a:lnTo>
                  <a:cubicBezTo>
                    <a:pt x="1262" y="6572"/>
                    <a:pt x="1262" y="6703"/>
                    <a:pt x="1306" y="6746"/>
                  </a:cubicBezTo>
                  <a:lnTo>
                    <a:pt x="8095" y="6746"/>
                  </a:lnTo>
                  <a:cubicBezTo>
                    <a:pt x="8095" y="6703"/>
                    <a:pt x="8139" y="6616"/>
                    <a:pt x="8139" y="6572"/>
                  </a:cubicBezTo>
                  <a:cubicBezTo>
                    <a:pt x="8139" y="6398"/>
                    <a:pt x="8052" y="6268"/>
                    <a:pt x="7921" y="6180"/>
                  </a:cubicBezTo>
                  <a:lnTo>
                    <a:pt x="8226" y="6180"/>
                  </a:lnTo>
                  <a:cubicBezTo>
                    <a:pt x="8443" y="6180"/>
                    <a:pt x="8574" y="6050"/>
                    <a:pt x="8574" y="5832"/>
                  </a:cubicBezTo>
                  <a:cubicBezTo>
                    <a:pt x="8574" y="5702"/>
                    <a:pt x="8530" y="5658"/>
                    <a:pt x="8530" y="5615"/>
                  </a:cubicBezTo>
                  <a:cubicBezTo>
                    <a:pt x="8922" y="5441"/>
                    <a:pt x="9227" y="5049"/>
                    <a:pt x="9227" y="4614"/>
                  </a:cubicBezTo>
                  <a:cubicBezTo>
                    <a:pt x="9227" y="4179"/>
                    <a:pt x="8965" y="3787"/>
                    <a:pt x="8530" y="3656"/>
                  </a:cubicBezTo>
                  <a:cubicBezTo>
                    <a:pt x="8574" y="3526"/>
                    <a:pt x="8574" y="3352"/>
                    <a:pt x="8574" y="3178"/>
                  </a:cubicBezTo>
                  <a:cubicBezTo>
                    <a:pt x="8574" y="2655"/>
                    <a:pt x="8226" y="2177"/>
                    <a:pt x="7703" y="2003"/>
                  </a:cubicBezTo>
                  <a:lnTo>
                    <a:pt x="7703" y="1916"/>
                  </a:lnTo>
                  <a:cubicBezTo>
                    <a:pt x="7703" y="1480"/>
                    <a:pt x="7355" y="1089"/>
                    <a:pt x="6920" y="1089"/>
                  </a:cubicBezTo>
                  <a:lnTo>
                    <a:pt x="6789" y="1089"/>
                  </a:lnTo>
                  <a:cubicBezTo>
                    <a:pt x="6833" y="958"/>
                    <a:pt x="6920" y="871"/>
                    <a:pt x="6920" y="697"/>
                  </a:cubicBezTo>
                  <a:cubicBezTo>
                    <a:pt x="6920" y="305"/>
                    <a:pt x="6572" y="1"/>
                    <a:pt x="61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67" name="Google Shape;2167;p45">
              <a:extLst>
                <a:ext uri="{FF2B5EF4-FFF2-40B4-BE49-F238E27FC236}">
                  <a16:creationId xmlns:a16="http://schemas.microsoft.com/office/drawing/2014/main" id="{03C584C1-5BCF-5974-3FA8-EB1F1847CFAE}"/>
                </a:ext>
              </a:extLst>
            </p:cNvPr>
            <p:cNvSpPr/>
            <p:nvPr/>
          </p:nvSpPr>
          <p:spPr>
            <a:xfrm>
              <a:off x="5398450" y="3665300"/>
              <a:ext cx="192600" cy="168675"/>
            </a:xfrm>
            <a:custGeom>
              <a:avLst/>
              <a:gdLst/>
              <a:ahLst/>
              <a:cxnLst/>
              <a:rect l="l" t="t" r="r" b="b"/>
              <a:pathLst>
                <a:path w="7704" h="6747" extrusionOk="0">
                  <a:moveTo>
                    <a:pt x="3178" y="1"/>
                  </a:moveTo>
                  <a:cubicBezTo>
                    <a:pt x="2829" y="1"/>
                    <a:pt x="2481" y="305"/>
                    <a:pt x="2481" y="697"/>
                  </a:cubicBezTo>
                  <a:cubicBezTo>
                    <a:pt x="2481" y="828"/>
                    <a:pt x="2525" y="958"/>
                    <a:pt x="2612" y="1089"/>
                  </a:cubicBezTo>
                  <a:lnTo>
                    <a:pt x="1872" y="1089"/>
                  </a:lnTo>
                  <a:cubicBezTo>
                    <a:pt x="1437" y="1089"/>
                    <a:pt x="1089" y="1480"/>
                    <a:pt x="1089" y="1916"/>
                  </a:cubicBezTo>
                  <a:lnTo>
                    <a:pt x="1089" y="2046"/>
                  </a:lnTo>
                  <a:cubicBezTo>
                    <a:pt x="653" y="2264"/>
                    <a:pt x="349" y="2699"/>
                    <a:pt x="349" y="3221"/>
                  </a:cubicBezTo>
                  <a:cubicBezTo>
                    <a:pt x="349" y="3526"/>
                    <a:pt x="523" y="3874"/>
                    <a:pt x="741" y="4092"/>
                  </a:cubicBezTo>
                  <a:lnTo>
                    <a:pt x="653" y="4092"/>
                  </a:lnTo>
                  <a:cubicBezTo>
                    <a:pt x="305" y="4092"/>
                    <a:pt x="44" y="4353"/>
                    <a:pt x="44" y="4657"/>
                  </a:cubicBezTo>
                  <a:cubicBezTo>
                    <a:pt x="1" y="4962"/>
                    <a:pt x="262" y="5223"/>
                    <a:pt x="566" y="5223"/>
                  </a:cubicBezTo>
                  <a:lnTo>
                    <a:pt x="741" y="5223"/>
                  </a:lnTo>
                  <a:cubicBezTo>
                    <a:pt x="653" y="5310"/>
                    <a:pt x="566" y="5484"/>
                    <a:pt x="566" y="5658"/>
                  </a:cubicBezTo>
                  <a:cubicBezTo>
                    <a:pt x="566" y="6050"/>
                    <a:pt x="871" y="6311"/>
                    <a:pt x="1219" y="6355"/>
                  </a:cubicBezTo>
                  <a:lnTo>
                    <a:pt x="1219" y="6485"/>
                  </a:lnTo>
                  <a:cubicBezTo>
                    <a:pt x="1219" y="6572"/>
                    <a:pt x="1219" y="6703"/>
                    <a:pt x="1306" y="6746"/>
                  </a:cubicBezTo>
                  <a:lnTo>
                    <a:pt x="6572" y="6746"/>
                  </a:lnTo>
                  <a:cubicBezTo>
                    <a:pt x="6572" y="6703"/>
                    <a:pt x="6616" y="6616"/>
                    <a:pt x="6616" y="6572"/>
                  </a:cubicBezTo>
                  <a:cubicBezTo>
                    <a:pt x="6616" y="6398"/>
                    <a:pt x="6529" y="6268"/>
                    <a:pt x="6398" y="6180"/>
                  </a:cubicBezTo>
                  <a:lnTo>
                    <a:pt x="6659" y="6180"/>
                  </a:lnTo>
                  <a:cubicBezTo>
                    <a:pt x="6877" y="6180"/>
                    <a:pt x="7051" y="6050"/>
                    <a:pt x="7051" y="5832"/>
                  </a:cubicBezTo>
                  <a:cubicBezTo>
                    <a:pt x="7051" y="5702"/>
                    <a:pt x="7007" y="5658"/>
                    <a:pt x="7007" y="5615"/>
                  </a:cubicBezTo>
                  <a:cubicBezTo>
                    <a:pt x="7399" y="5441"/>
                    <a:pt x="7704" y="5049"/>
                    <a:pt x="7704" y="4614"/>
                  </a:cubicBezTo>
                  <a:cubicBezTo>
                    <a:pt x="7704" y="4179"/>
                    <a:pt x="7443" y="3787"/>
                    <a:pt x="7007" y="3656"/>
                  </a:cubicBezTo>
                  <a:cubicBezTo>
                    <a:pt x="7051" y="3526"/>
                    <a:pt x="7051" y="3352"/>
                    <a:pt x="7051" y="3178"/>
                  </a:cubicBezTo>
                  <a:cubicBezTo>
                    <a:pt x="7051" y="2655"/>
                    <a:pt x="6659" y="2177"/>
                    <a:pt x="6180" y="2003"/>
                  </a:cubicBezTo>
                  <a:lnTo>
                    <a:pt x="6180" y="1916"/>
                  </a:lnTo>
                  <a:cubicBezTo>
                    <a:pt x="6180" y="1480"/>
                    <a:pt x="5789" y="1089"/>
                    <a:pt x="5354" y="1089"/>
                  </a:cubicBezTo>
                  <a:lnTo>
                    <a:pt x="5267" y="1089"/>
                  </a:lnTo>
                  <a:cubicBezTo>
                    <a:pt x="5310" y="958"/>
                    <a:pt x="5354" y="871"/>
                    <a:pt x="5354" y="697"/>
                  </a:cubicBezTo>
                  <a:cubicBezTo>
                    <a:pt x="5354" y="305"/>
                    <a:pt x="5049" y="1"/>
                    <a:pt x="46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68" name="Google Shape;2168;p45">
              <a:extLst>
                <a:ext uri="{FF2B5EF4-FFF2-40B4-BE49-F238E27FC236}">
                  <a16:creationId xmlns:a16="http://schemas.microsoft.com/office/drawing/2014/main" id="{54116D7F-EF6B-B4DB-A19F-7BF70A45C687}"/>
                </a:ext>
              </a:extLst>
            </p:cNvPr>
            <p:cNvSpPr/>
            <p:nvPr/>
          </p:nvSpPr>
          <p:spPr>
            <a:xfrm>
              <a:off x="5398450" y="3764300"/>
              <a:ext cx="144725" cy="69675"/>
            </a:xfrm>
            <a:custGeom>
              <a:avLst/>
              <a:gdLst/>
              <a:ahLst/>
              <a:cxnLst/>
              <a:rect l="l" t="t" r="r" b="b"/>
              <a:pathLst>
                <a:path w="5789" h="2787" extrusionOk="0">
                  <a:moveTo>
                    <a:pt x="566" y="1"/>
                  </a:moveTo>
                  <a:cubicBezTo>
                    <a:pt x="262" y="1"/>
                    <a:pt x="1" y="262"/>
                    <a:pt x="1" y="610"/>
                  </a:cubicBezTo>
                  <a:cubicBezTo>
                    <a:pt x="1" y="1002"/>
                    <a:pt x="262" y="1263"/>
                    <a:pt x="566" y="1263"/>
                  </a:cubicBezTo>
                  <a:lnTo>
                    <a:pt x="741" y="1263"/>
                  </a:lnTo>
                  <a:cubicBezTo>
                    <a:pt x="653" y="1350"/>
                    <a:pt x="566" y="1524"/>
                    <a:pt x="566" y="1698"/>
                  </a:cubicBezTo>
                  <a:cubicBezTo>
                    <a:pt x="566" y="2090"/>
                    <a:pt x="871" y="2351"/>
                    <a:pt x="1219" y="2395"/>
                  </a:cubicBezTo>
                  <a:lnTo>
                    <a:pt x="1219" y="2525"/>
                  </a:lnTo>
                  <a:cubicBezTo>
                    <a:pt x="1219" y="2612"/>
                    <a:pt x="1219" y="2743"/>
                    <a:pt x="1306" y="2786"/>
                  </a:cubicBezTo>
                  <a:lnTo>
                    <a:pt x="4266" y="2786"/>
                  </a:lnTo>
                  <a:cubicBezTo>
                    <a:pt x="4179" y="2612"/>
                    <a:pt x="4048" y="2525"/>
                    <a:pt x="3917" y="2438"/>
                  </a:cubicBezTo>
                  <a:cubicBezTo>
                    <a:pt x="4048" y="2395"/>
                    <a:pt x="4179" y="2308"/>
                    <a:pt x="4222" y="2133"/>
                  </a:cubicBezTo>
                  <a:lnTo>
                    <a:pt x="5136" y="2133"/>
                  </a:lnTo>
                  <a:cubicBezTo>
                    <a:pt x="5528" y="2133"/>
                    <a:pt x="5789" y="1872"/>
                    <a:pt x="5789" y="1481"/>
                  </a:cubicBezTo>
                  <a:cubicBezTo>
                    <a:pt x="5789" y="1089"/>
                    <a:pt x="5528" y="828"/>
                    <a:pt x="5136" y="828"/>
                  </a:cubicBezTo>
                  <a:lnTo>
                    <a:pt x="4004" y="828"/>
                  </a:lnTo>
                  <a:cubicBezTo>
                    <a:pt x="4004" y="784"/>
                    <a:pt x="4048" y="697"/>
                    <a:pt x="4048" y="654"/>
                  </a:cubicBezTo>
                  <a:cubicBezTo>
                    <a:pt x="4048" y="262"/>
                    <a:pt x="3787" y="1"/>
                    <a:pt x="339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69" name="Google Shape;2169;p45">
              <a:extLst>
                <a:ext uri="{FF2B5EF4-FFF2-40B4-BE49-F238E27FC236}">
                  <a16:creationId xmlns:a16="http://schemas.microsoft.com/office/drawing/2014/main" id="{A4A094A2-A8FB-94D7-47AC-870CF91B4CE9}"/>
                </a:ext>
              </a:extLst>
            </p:cNvPr>
            <p:cNvSpPr/>
            <p:nvPr/>
          </p:nvSpPr>
          <p:spPr>
            <a:xfrm>
              <a:off x="5464825" y="3664225"/>
              <a:ext cx="105550" cy="67475"/>
            </a:xfrm>
            <a:custGeom>
              <a:avLst/>
              <a:gdLst/>
              <a:ahLst/>
              <a:cxnLst/>
              <a:rect l="l" t="t" r="r" b="b"/>
              <a:pathLst>
                <a:path w="4222" h="2699" extrusionOk="0">
                  <a:moveTo>
                    <a:pt x="1262" y="0"/>
                  </a:moveTo>
                  <a:cubicBezTo>
                    <a:pt x="1262" y="44"/>
                    <a:pt x="1175" y="87"/>
                    <a:pt x="1175" y="131"/>
                  </a:cubicBezTo>
                  <a:cubicBezTo>
                    <a:pt x="1175" y="435"/>
                    <a:pt x="1349" y="566"/>
                    <a:pt x="1567" y="697"/>
                  </a:cubicBezTo>
                  <a:cubicBezTo>
                    <a:pt x="1393" y="740"/>
                    <a:pt x="1349" y="871"/>
                    <a:pt x="1306" y="958"/>
                  </a:cubicBezTo>
                  <a:lnTo>
                    <a:pt x="523" y="958"/>
                  </a:lnTo>
                  <a:cubicBezTo>
                    <a:pt x="218" y="958"/>
                    <a:pt x="0" y="1219"/>
                    <a:pt x="0" y="1523"/>
                  </a:cubicBezTo>
                  <a:cubicBezTo>
                    <a:pt x="0" y="1828"/>
                    <a:pt x="262" y="2046"/>
                    <a:pt x="523" y="2046"/>
                  </a:cubicBezTo>
                  <a:lnTo>
                    <a:pt x="1524" y="2046"/>
                  </a:lnTo>
                  <a:lnTo>
                    <a:pt x="1524" y="2176"/>
                  </a:lnTo>
                  <a:cubicBezTo>
                    <a:pt x="1524" y="2481"/>
                    <a:pt x="1785" y="2698"/>
                    <a:pt x="2046" y="2698"/>
                  </a:cubicBezTo>
                  <a:lnTo>
                    <a:pt x="4222" y="2698"/>
                  </a:lnTo>
                  <a:cubicBezTo>
                    <a:pt x="4135" y="2394"/>
                    <a:pt x="3874" y="2089"/>
                    <a:pt x="3482" y="2002"/>
                  </a:cubicBezTo>
                  <a:lnTo>
                    <a:pt x="3482" y="1872"/>
                  </a:lnTo>
                  <a:cubicBezTo>
                    <a:pt x="3482" y="1436"/>
                    <a:pt x="3090" y="1088"/>
                    <a:pt x="2655" y="1088"/>
                  </a:cubicBezTo>
                  <a:lnTo>
                    <a:pt x="2568" y="1088"/>
                  </a:lnTo>
                  <a:cubicBezTo>
                    <a:pt x="2612" y="958"/>
                    <a:pt x="2655" y="871"/>
                    <a:pt x="2655" y="697"/>
                  </a:cubicBezTo>
                  <a:cubicBezTo>
                    <a:pt x="2655" y="305"/>
                    <a:pt x="2350" y="0"/>
                    <a:pt x="195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70" name="Google Shape;2170;p45">
              <a:extLst>
                <a:ext uri="{FF2B5EF4-FFF2-40B4-BE49-F238E27FC236}">
                  <a16:creationId xmlns:a16="http://schemas.microsoft.com/office/drawing/2014/main" id="{AA8E6060-BB5C-E6F0-9910-DAD0D2906BF4}"/>
                </a:ext>
              </a:extLst>
            </p:cNvPr>
            <p:cNvSpPr/>
            <p:nvPr/>
          </p:nvSpPr>
          <p:spPr>
            <a:xfrm>
              <a:off x="6003375" y="3665300"/>
              <a:ext cx="230675" cy="168675"/>
            </a:xfrm>
            <a:custGeom>
              <a:avLst/>
              <a:gdLst/>
              <a:ahLst/>
              <a:cxnLst/>
              <a:rect l="l" t="t" r="r" b="b"/>
              <a:pathLst>
                <a:path w="9227" h="6747" extrusionOk="0">
                  <a:moveTo>
                    <a:pt x="3134" y="1"/>
                  </a:moveTo>
                  <a:cubicBezTo>
                    <a:pt x="2786" y="1"/>
                    <a:pt x="2438" y="305"/>
                    <a:pt x="2438" y="697"/>
                  </a:cubicBezTo>
                  <a:cubicBezTo>
                    <a:pt x="2438" y="828"/>
                    <a:pt x="2481" y="958"/>
                    <a:pt x="2568" y="1089"/>
                  </a:cubicBezTo>
                  <a:lnTo>
                    <a:pt x="1828" y="1089"/>
                  </a:lnTo>
                  <a:cubicBezTo>
                    <a:pt x="1393" y="1089"/>
                    <a:pt x="1002" y="1480"/>
                    <a:pt x="1002" y="1916"/>
                  </a:cubicBezTo>
                  <a:lnTo>
                    <a:pt x="1002" y="2046"/>
                  </a:lnTo>
                  <a:cubicBezTo>
                    <a:pt x="566" y="2264"/>
                    <a:pt x="305" y="2699"/>
                    <a:pt x="305" y="3221"/>
                  </a:cubicBezTo>
                  <a:cubicBezTo>
                    <a:pt x="305" y="3526"/>
                    <a:pt x="479" y="3874"/>
                    <a:pt x="697" y="4092"/>
                  </a:cubicBezTo>
                  <a:lnTo>
                    <a:pt x="610" y="4092"/>
                  </a:lnTo>
                  <a:cubicBezTo>
                    <a:pt x="262" y="4092"/>
                    <a:pt x="1" y="4353"/>
                    <a:pt x="1" y="4657"/>
                  </a:cubicBezTo>
                  <a:cubicBezTo>
                    <a:pt x="1" y="4962"/>
                    <a:pt x="262" y="5223"/>
                    <a:pt x="610" y="5223"/>
                  </a:cubicBezTo>
                  <a:lnTo>
                    <a:pt x="740" y="5223"/>
                  </a:lnTo>
                  <a:cubicBezTo>
                    <a:pt x="653" y="5310"/>
                    <a:pt x="610" y="5484"/>
                    <a:pt x="610" y="5658"/>
                  </a:cubicBezTo>
                  <a:cubicBezTo>
                    <a:pt x="610" y="6050"/>
                    <a:pt x="871" y="6311"/>
                    <a:pt x="1263" y="6355"/>
                  </a:cubicBezTo>
                  <a:lnTo>
                    <a:pt x="1263" y="6485"/>
                  </a:lnTo>
                  <a:cubicBezTo>
                    <a:pt x="1263" y="6572"/>
                    <a:pt x="1263" y="6703"/>
                    <a:pt x="1306" y="6746"/>
                  </a:cubicBezTo>
                  <a:lnTo>
                    <a:pt x="8095" y="6746"/>
                  </a:lnTo>
                  <a:cubicBezTo>
                    <a:pt x="8095" y="6703"/>
                    <a:pt x="8139" y="6616"/>
                    <a:pt x="8139" y="6572"/>
                  </a:cubicBezTo>
                  <a:cubicBezTo>
                    <a:pt x="8139" y="6398"/>
                    <a:pt x="8052" y="6268"/>
                    <a:pt x="7921" y="6180"/>
                  </a:cubicBezTo>
                  <a:lnTo>
                    <a:pt x="8226" y="6180"/>
                  </a:lnTo>
                  <a:cubicBezTo>
                    <a:pt x="8443" y="6180"/>
                    <a:pt x="8574" y="6050"/>
                    <a:pt x="8574" y="5832"/>
                  </a:cubicBezTo>
                  <a:cubicBezTo>
                    <a:pt x="8574" y="5702"/>
                    <a:pt x="8530" y="5658"/>
                    <a:pt x="8530" y="5615"/>
                  </a:cubicBezTo>
                  <a:cubicBezTo>
                    <a:pt x="8922" y="5441"/>
                    <a:pt x="9227" y="5049"/>
                    <a:pt x="9227" y="4614"/>
                  </a:cubicBezTo>
                  <a:cubicBezTo>
                    <a:pt x="9227" y="4179"/>
                    <a:pt x="8966" y="3787"/>
                    <a:pt x="8530" y="3656"/>
                  </a:cubicBezTo>
                  <a:cubicBezTo>
                    <a:pt x="8574" y="3526"/>
                    <a:pt x="8574" y="3352"/>
                    <a:pt x="8574" y="3178"/>
                  </a:cubicBezTo>
                  <a:cubicBezTo>
                    <a:pt x="8574" y="2655"/>
                    <a:pt x="8226" y="2177"/>
                    <a:pt x="7704" y="2003"/>
                  </a:cubicBezTo>
                  <a:lnTo>
                    <a:pt x="7704" y="1916"/>
                  </a:lnTo>
                  <a:cubicBezTo>
                    <a:pt x="7704" y="1480"/>
                    <a:pt x="7355" y="1089"/>
                    <a:pt x="6920" y="1089"/>
                  </a:cubicBezTo>
                  <a:lnTo>
                    <a:pt x="6790" y="1089"/>
                  </a:lnTo>
                  <a:cubicBezTo>
                    <a:pt x="6833" y="958"/>
                    <a:pt x="6920" y="871"/>
                    <a:pt x="6920" y="697"/>
                  </a:cubicBezTo>
                  <a:cubicBezTo>
                    <a:pt x="6920" y="305"/>
                    <a:pt x="6572" y="1"/>
                    <a:pt x="61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71" name="Google Shape;2171;p45">
              <a:extLst>
                <a:ext uri="{FF2B5EF4-FFF2-40B4-BE49-F238E27FC236}">
                  <a16:creationId xmlns:a16="http://schemas.microsoft.com/office/drawing/2014/main" id="{8B4DFE31-9334-9397-A2AA-322EEE5D9C65}"/>
                </a:ext>
              </a:extLst>
            </p:cNvPr>
            <p:cNvSpPr/>
            <p:nvPr/>
          </p:nvSpPr>
          <p:spPr>
            <a:xfrm>
              <a:off x="5991400" y="3665300"/>
              <a:ext cx="192600" cy="168675"/>
            </a:xfrm>
            <a:custGeom>
              <a:avLst/>
              <a:gdLst/>
              <a:ahLst/>
              <a:cxnLst/>
              <a:rect l="l" t="t" r="r" b="b"/>
              <a:pathLst>
                <a:path w="7704" h="6747" extrusionOk="0">
                  <a:moveTo>
                    <a:pt x="3178" y="1"/>
                  </a:moveTo>
                  <a:cubicBezTo>
                    <a:pt x="2830" y="1"/>
                    <a:pt x="2482" y="305"/>
                    <a:pt x="2482" y="697"/>
                  </a:cubicBezTo>
                  <a:cubicBezTo>
                    <a:pt x="2482" y="828"/>
                    <a:pt x="2525" y="958"/>
                    <a:pt x="2612" y="1089"/>
                  </a:cubicBezTo>
                  <a:lnTo>
                    <a:pt x="1872" y="1089"/>
                  </a:lnTo>
                  <a:cubicBezTo>
                    <a:pt x="1437" y="1089"/>
                    <a:pt x="1089" y="1480"/>
                    <a:pt x="1089" y="1916"/>
                  </a:cubicBezTo>
                  <a:lnTo>
                    <a:pt x="1089" y="2046"/>
                  </a:lnTo>
                  <a:cubicBezTo>
                    <a:pt x="654" y="2264"/>
                    <a:pt x="349" y="2699"/>
                    <a:pt x="349" y="3221"/>
                  </a:cubicBezTo>
                  <a:cubicBezTo>
                    <a:pt x="349" y="3526"/>
                    <a:pt x="523" y="3874"/>
                    <a:pt x="741" y="4092"/>
                  </a:cubicBezTo>
                  <a:lnTo>
                    <a:pt x="654" y="4092"/>
                  </a:lnTo>
                  <a:cubicBezTo>
                    <a:pt x="306" y="4092"/>
                    <a:pt x="44" y="4353"/>
                    <a:pt x="44" y="4657"/>
                  </a:cubicBezTo>
                  <a:cubicBezTo>
                    <a:pt x="1" y="4962"/>
                    <a:pt x="262" y="5223"/>
                    <a:pt x="567" y="5223"/>
                  </a:cubicBezTo>
                  <a:lnTo>
                    <a:pt x="741" y="5223"/>
                  </a:lnTo>
                  <a:cubicBezTo>
                    <a:pt x="654" y="5310"/>
                    <a:pt x="567" y="5484"/>
                    <a:pt x="567" y="5658"/>
                  </a:cubicBezTo>
                  <a:cubicBezTo>
                    <a:pt x="567" y="6050"/>
                    <a:pt x="871" y="6311"/>
                    <a:pt x="1219" y="6355"/>
                  </a:cubicBezTo>
                  <a:lnTo>
                    <a:pt x="1219" y="6485"/>
                  </a:lnTo>
                  <a:cubicBezTo>
                    <a:pt x="1219" y="6572"/>
                    <a:pt x="1219" y="6703"/>
                    <a:pt x="1306" y="6746"/>
                  </a:cubicBezTo>
                  <a:lnTo>
                    <a:pt x="6572" y="6746"/>
                  </a:lnTo>
                  <a:cubicBezTo>
                    <a:pt x="6572" y="6703"/>
                    <a:pt x="6616" y="6616"/>
                    <a:pt x="6616" y="6572"/>
                  </a:cubicBezTo>
                  <a:cubicBezTo>
                    <a:pt x="6616" y="6398"/>
                    <a:pt x="6529" y="6268"/>
                    <a:pt x="6398" y="6180"/>
                  </a:cubicBezTo>
                  <a:lnTo>
                    <a:pt x="6659" y="6180"/>
                  </a:lnTo>
                  <a:cubicBezTo>
                    <a:pt x="6877" y="6180"/>
                    <a:pt x="7051" y="6050"/>
                    <a:pt x="7051" y="5832"/>
                  </a:cubicBezTo>
                  <a:cubicBezTo>
                    <a:pt x="7051" y="5702"/>
                    <a:pt x="7008" y="5658"/>
                    <a:pt x="7008" y="5615"/>
                  </a:cubicBezTo>
                  <a:cubicBezTo>
                    <a:pt x="7399" y="5441"/>
                    <a:pt x="7704" y="5049"/>
                    <a:pt x="7704" y="4614"/>
                  </a:cubicBezTo>
                  <a:cubicBezTo>
                    <a:pt x="7704" y="4179"/>
                    <a:pt x="7443" y="3787"/>
                    <a:pt x="7008" y="3656"/>
                  </a:cubicBezTo>
                  <a:cubicBezTo>
                    <a:pt x="7051" y="3526"/>
                    <a:pt x="7051" y="3352"/>
                    <a:pt x="7051" y="3178"/>
                  </a:cubicBezTo>
                  <a:cubicBezTo>
                    <a:pt x="7051" y="2655"/>
                    <a:pt x="6659" y="2177"/>
                    <a:pt x="6181" y="2003"/>
                  </a:cubicBezTo>
                  <a:lnTo>
                    <a:pt x="6181" y="1916"/>
                  </a:lnTo>
                  <a:cubicBezTo>
                    <a:pt x="6181" y="1480"/>
                    <a:pt x="5789" y="1089"/>
                    <a:pt x="5354" y="1089"/>
                  </a:cubicBezTo>
                  <a:lnTo>
                    <a:pt x="5267" y="1089"/>
                  </a:lnTo>
                  <a:cubicBezTo>
                    <a:pt x="5310" y="958"/>
                    <a:pt x="5354" y="871"/>
                    <a:pt x="5354" y="697"/>
                  </a:cubicBezTo>
                  <a:cubicBezTo>
                    <a:pt x="5354" y="305"/>
                    <a:pt x="5049" y="1"/>
                    <a:pt x="465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72" name="Google Shape;2172;p45">
              <a:extLst>
                <a:ext uri="{FF2B5EF4-FFF2-40B4-BE49-F238E27FC236}">
                  <a16:creationId xmlns:a16="http://schemas.microsoft.com/office/drawing/2014/main" id="{E944678D-F3DB-F153-3AF6-290E4FB5774A}"/>
                </a:ext>
              </a:extLst>
            </p:cNvPr>
            <p:cNvSpPr/>
            <p:nvPr/>
          </p:nvSpPr>
          <p:spPr>
            <a:xfrm>
              <a:off x="5991400" y="3764300"/>
              <a:ext cx="144725" cy="69675"/>
            </a:xfrm>
            <a:custGeom>
              <a:avLst/>
              <a:gdLst/>
              <a:ahLst/>
              <a:cxnLst/>
              <a:rect l="l" t="t" r="r" b="b"/>
              <a:pathLst>
                <a:path w="5789" h="2787" extrusionOk="0">
                  <a:moveTo>
                    <a:pt x="567" y="1"/>
                  </a:moveTo>
                  <a:cubicBezTo>
                    <a:pt x="262" y="1"/>
                    <a:pt x="1" y="262"/>
                    <a:pt x="1" y="610"/>
                  </a:cubicBezTo>
                  <a:cubicBezTo>
                    <a:pt x="1" y="1002"/>
                    <a:pt x="262" y="1263"/>
                    <a:pt x="567" y="1263"/>
                  </a:cubicBezTo>
                  <a:lnTo>
                    <a:pt x="741" y="1263"/>
                  </a:lnTo>
                  <a:cubicBezTo>
                    <a:pt x="654" y="1350"/>
                    <a:pt x="567" y="1524"/>
                    <a:pt x="567" y="1698"/>
                  </a:cubicBezTo>
                  <a:cubicBezTo>
                    <a:pt x="567" y="2090"/>
                    <a:pt x="871" y="2351"/>
                    <a:pt x="1219" y="2395"/>
                  </a:cubicBezTo>
                  <a:lnTo>
                    <a:pt x="1219" y="2525"/>
                  </a:lnTo>
                  <a:cubicBezTo>
                    <a:pt x="1219" y="2612"/>
                    <a:pt x="1219" y="2743"/>
                    <a:pt x="1306" y="2786"/>
                  </a:cubicBezTo>
                  <a:lnTo>
                    <a:pt x="4266" y="2786"/>
                  </a:lnTo>
                  <a:cubicBezTo>
                    <a:pt x="4179" y="2612"/>
                    <a:pt x="4048" y="2525"/>
                    <a:pt x="3918" y="2438"/>
                  </a:cubicBezTo>
                  <a:cubicBezTo>
                    <a:pt x="4048" y="2395"/>
                    <a:pt x="4179" y="2308"/>
                    <a:pt x="4222" y="2133"/>
                  </a:cubicBezTo>
                  <a:lnTo>
                    <a:pt x="5136" y="2133"/>
                  </a:lnTo>
                  <a:cubicBezTo>
                    <a:pt x="5528" y="2133"/>
                    <a:pt x="5789" y="1872"/>
                    <a:pt x="5789" y="1481"/>
                  </a:cubicBezTo>
                  <a:cubicBezTo>
                    <a:pt x="5789" y="1089"/>
                    <a:pt x="5528" y="828"/>
                    <a:pt x="5136" y="828"/>
                  </a:cubicBezTo>
                  <a:lnTo>
                    <a:pt x="4005" y="828"/>
                  </a:lnTo>
                  <a:cubicBezTo>
                    <a:pt x="4005" y="784"/>
                    <a:pt x="4048" y="697"/>
                    <a:pt x="4048" y="654"/>
                  </a:cubicBezTo>
                  <a:cubicBezTo>
                    <a:pt x="4048" y="262"/>
                    <a:pt x="3787" y="1"/>
                    <a:pt x="339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73" name="Google Shape;2173;p45">
              <a:extLst>
                <a:ext uri="{FF2B5EF4-FFF2-40B4-BE49-F238E27FC236}">
                  <a16:creationId xmlns:a16="http://schemas.microsoft.com/office/drawing/2014/main" id="{7333E190-DE93-437A-D793-F0FF854C9293}"/>
                </a:ext>
              </a:extLst>
            </p:cNvPr>
            <p:cNvSpPr/>
            <p:nvPr/>
          </p:nvSpPr>
          <p:spPr>
            <a:xfrm>
              <a:off x="6058875" y="3664225"/>
              <a:ext cx="106650" cy="67475"/>
            </a:xfrm>
            <a:custGeom>
              <a:avLst/>
              <a:gdLst/>
              <a:ahLst/>
              <a:cxnLst/>
              <a:rect l="l" t="t" r="r" b="b"/>
              <a:pathLst>
                <a:path w="4266" h="2699" extrusionOk="0">
                  <a:moveTo>
                    <a:pt x="1219" y="0"/>
                  </a:moveTo>
                  <a:cubicBezTo>
                    <a:pt x="1219" y="44"/>
                    <a:pt x="1132" y="87"/>
                    <a:pt x="1132" y="131"/>
                  </a:cubicBezTo>
                  <a:cubicBezTo>
                    <a:pt x="1132" y="435"/>
                    <a:pt x="1306" y="566"/>
                    <a:pt x="1523" y="697"/>
                  </a:cubicBezTo>
                  <a:cubicBezTo>
                    <a:pt x="1349" y="740"/>
                    <a:pt x="1306" y="871"/>
                    <a:pt x="1262" y="958"/>
                  </a:cubicBezTo>
                  <a:lnTo>
                    <a:pt x="566" y="958"/>
                  </a:lnTo>
                  <a:cubicBezTo>
                    <a:pt x="218" y="958"/>
                    <a:pt x="0" y="1219"/>
                    <a:pt x="0" y="1523"/>
                  </a:cubicBezTo>
                  <a:cubicBezTo>
                    <a:pt x="0" y="1828"/>
                    <a:pt x="261" y="2046"/>
                    <a:pt x="566" y="2046"/>
                  </a:cubicBezTo>
                  <a:lnTo>
                    <a:pt x="1523" y="2046"/>
                  </a:lnTo>
                  <a:lnTo>
                    <a:pt x="1523" y="2176"/>
                  </a:lnTo>
                  <a:cubicBezTo>
                    <a:pt x="1523" y="2481"/>
                    <a:pt x="1784" y="2698"/>
                    <a:pt x="2089" y="2698"/>
                  </a:cubicBezTo>
                  <a:lnTo>
                    <a:pt x="4265" y="2698"/>
                  </a:lnTo>
                  <a:cubicBezTo>
                    <a:pt x="4091" y="2394"/>
                    <a:pt x="3830" y="2089"/>
                    <a:pt x="3438" y="2002"/>
                  </a:cubicBezTo>
                  <a:lnTo>
                    <a:pt x="3438" y="1872"/>
                  </a:lnTo>
                  <a:cubicBezTo>
                    <a:pt x="3438" y="1436"/>
                    <a:pt x="3046" y="1088"/>
                    <a:pt x="2611" y="1088"/>
                  </a:cubicBezTo>
                  <a:lnTo>
                    <a:pt x="2524" y="1088"/>
                  </a:lnTo>
                  <a:cubicBezTo>
                    <a:pt x="2568" y="958"/>
                    <a:pt x="2611" y="871"/>
                    <a:pt x="2611" y="697"/>
                  </a:cubicBezTo>
                  <a:cubicBezTo>
                    <a:pt x="2611" y="305"/>
                    <a:pt x="2307" y="0"/>
                    <a:pt x="191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2206" name="Google Shape;2206;p45">
            <a:extLst>
              <a:ext uri="{FF2B5EF4-FFF2-40B4-BE49-F238E27FC236}">
                <a16:creationId xmlns:a16="http://schemas.microsoft.com/office/drawing/2014/main" id="{50FF5313-1231-8415-F554-A99616CC0BD0}"/>
              </a:ext>
            </a:extLst>
          </p:cNvPr>
          <p:cNvSpPr/>
          <p:nvPr/>
        </p:nvSpPr>
        <p:spPr>
          <a:xfrm flipH="1">
            <a:off x="297325" y="4710872"/>
            <a:ext cx="4479214" cy="340543"/>
          </a:xfrm>
          <a:custGeom>
            <a:avLst/>
            <a:gdLst/>
            <a:ahLst/>
            <a:cxnLst/>
            <a:rect l="l" t="t" r="r" b="b"/>
            <a:pathLst>
              <a:path w="142582" h="19493" extrusionOk="0">
                <a:moveTo>
                  <a:pt x="7730" y="0"/>
                </a:moveTo>
                <a:cubicBezTo>
                  <a:pt x="3445" y="0"/>
                  <a:pt x="0" y="3445"/>
                  <a:pt x="0" y="7646"/>
                </a:cubicBezTo>
                <a:cubicBezTo>
                  <a:pt x="0" y="11847"/>
                  <a:pt x="3445" y="15292"/>
                  <a:pt x="7730" y="15292"/>
                </a:cubicBezTo>
                <a:lnTo>
                  <a:pt x="13023" y="15292"/>
                </a:lnTo>
                <a:cubicBezTo>
                  <a:pt x="12687" y="15712"/>
                  <a:pt x="12603" y="16300"/>
                  <a:pt x="12603" y="16804"/>
                </a:cubicBezTo>
                <a:cubicBezTo>
                  <a:pt x="12603" y="18401"/>
                  <a:pt x="13864" y="19493"/>
                  <a:pt x="15376" y="19493"/>
                </a:cubicBezTo>
                <a:lnTo>
                  <a:pt x="108554" y="19493"/>
                </a:lnTo>
                <a:cubicBezTo>
                  <a:pt x="110150" y="19493"/>
                  <a:pt x="111410" y="18233"/>
                  <a:pt x="111410" y="16804"/>
                </a:cubicBezTo>
                <a:cubicBezTo>
                  <a:pt x="111410" y="16300"/>
                  <a:pt x="111158" y="15712"/>
                  <a:pt x="110990" y="15292"/>
                </a:cubicBezTo>
                <a:lnTo>
                  <a:pt x="134768" y="15292"/>
                </a:lnTo>
                <a:cubicBezTo>
                  <a:pt x="139137" y="15292"/>
                  <a:pt x="142581" y="11847"/>
                  <a:pt x="142581" y="7646"/>
                </a:cubicBezTo>
                <a:cubicBezTo>
                  <a:pt x="142497" y="3445"/>
                  <a:pt x="139053" y="0"/>
                  <a:pt x="13468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43" name="Google Shape;2043;p45">
            <a:extLst>
              <a:ext uri="{FF2B5EF4-FFF2-40B4-BE49-F238E27FC236}">
                <a16:creationId xmlns:a16="http://schemas.microsoft.com/office/drawing/2014/main" id="{4D513984-DAF9-C83D-0CDD-56FA1C38E27D}"/>
              </a:ext>
            </a:extLst>
          </p:cNvPr>
          <p:cNvSpPr txBox="1">
            <a:spLocks noGrp="1"/>
          </p:cNvSpPr>
          <p:nvPr>
            <p:ph type="subTitle" idx="1"/>
          </p:nvPr>
        </p:nvSpPr>
        <p:spPr>
          <a:xfrm>
            <a:off x="0" y="884259"/>
            <a:ext cx="9144001" cy="1687491"/>
          </a:xfrm>
          <a:prstGeom prst="rect">
            <a:avLst/>
          </a:prstGeom>
        </p:spPr>
        <p:txBody>
          <a:bodyPr spcFirstLastPara="1" wrap="square" lIns="91425" tIns="91425" rIns="91425" bIns="91425" anchor="t" anchorCtr="0">
            <a:noAutofit/>
          </a:bodyPr>
          <a:lstStyle/>
          <a:p>
            <a:pPr marL="0" indent="0" algn="ctr">
              <a:spcBef>
                <a:spcPts val="1000"/>
              </a:spcBef>
              <a:buNone/>
            </a:pPr>
            <a:r>
              <a:rPr lang="en" b="1" dirty="0"/>
              <a:t>Shortfall severity changes by month, showing that the energy gap is seasonal, not just random.</a:t>
            </a:r>
          </a:p>
          <a:p>
            <a:pPr marL="285750" indent="-285750" algn="just">
              <a:spcBef>
                <a:spcPts val="1000"/>
              </a:spcBef>
            </a:pPr>
            <a:r>
              <a:rPr lang="en" dirty="0"/>
              <a:t>Winter stress: Shortfall is usually higher in colder months.</a:t>
            </a:r>
          </a:p>
          <a:p>
            <a:pPr marL="285750" indent="-285750" algn="just">
              <a:spcBef>
                <a:spcPts val="1000"/>
              </a:spcBef>
            </a:pPr>
            <a:r>
              <a:rPr lang="en" dirty="0"/>
              <a:t>Summer relief: solar output helps reduce the shortfall but does not remove it</a:t>
            </a:r>
          </a:p>
          <a:p>
            <a:pPr marL="285750" indent="-285750" algn="just">
              <a:spcBef>
                <a:spcPts val="1000"/>
              </a:spcBef>
            </a:pPr>
            <a:r>
              <a:rPr lang="en-US" dirty="0"/>
              <a:t>W</a:t>
            </a:r>
            <a:r>
              <a:rPr lang="en" dirty="0" err="1"/>
              <a:t>orst</a:t>
            </a:r>
            <a:r>
              <a:rPr lang="en" dirty="0"/>
              <a:t> case: consistently shows the larges shortfalls</a:t>
            </a:r>
          </a:p>
        </p:txBody>
      </p:sp>
      <p:pic>
        <p:nvPicPr>
          <p:cNvPr id="4" name="Picture 3">
            <a:extLst>
              <a:ext uri="{FF2B5EF4-FFF2-40B4-BE49-F238E27FC236}">
                <a16:creationId xmlns:a16="http://schemas.microsoft.com/office/drawing/2014/main" id="{96F71D17-68EB-AFC6-7A8F-8FDB852639A7}"/>
              </a:ext>
            </a:extLst>
          </p:cNvPr>
          <p:cNvPicPr>
            <a:picLocks noChangeAspect="1"/>
          </p:cNvPicPr>
          <p:nvPr/>
        </p:nvPicPr>
        <p:blipFill>
          <a:blip r:embed="rId3"/>
          <a:stretch>
            <a:fillRect/>
          </a:stretch>
        </p:blipFill>
        <p:spPr>
          <a:xfrm rot="5400000">
            <a:off x="524079" y="912834"/>
            <a:ext cx="4882580" cy="5930739"/>
          </a:xfrm>
          <a:prstGeom prst="rect">
            <a:avLst/>
          </a:prstGeom>
        </p:spPr>
      </p:pic>
    </p:spTree>
    <p:extLst>
      <p:ext uri="{BB962C8B-B14F-4D97-AF65-F5344CB8AC3E}">
        <p14:creationId xmlns:p14="http://schemas.microsoft.com/office/powerpoint/2010/main" val="17411578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73"/>
        <p:cNvGrpSpPr/>
        <p:nvPr/>
      </p:nvGrpSpPr>
      <p:grpSpPr>
        <a:xfrm>
          <a:off x="0" y="0"/>
          <a:ext cx="0" cy="0"/>
          <a:chOff x="0" y="0"/>
          <a:chExt cx="0" cy="0"/>
        </a:xfrm>
      </p:grpSpPr>
      <p:sp>
        <p:nvSpPr>
          <p:cNvPr id="3074" name="Google Shape;3074;p61"/>
          <p:cNvSpPr txBox="1">
            <a:spLocks noGrp="1"/>
          </p:cNvSpPr>
          <p:nvPr>
            <p:ph type="subTitle" idx="1"/>
          </p:nvPr>
        </p:nvSpPr>
        <p:spPr>
          <a:xfrm>
            <a:off x="-126131" y="1524952"/>
            <a:ext cx="3379624" cy="1415675"/>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r>
              <a:rPr lang="en" dirty="0"/>
              <a:t>5 GWh battery: 2.3%-2.9% shortfall reduction</a:t>
            </a:r>
          </a:p>
          <a:p>
            <a:pPr marL="0" lvl="0" indent="0" rtl="0">
              <a:spcBef>
                <a:spcPts val="0"/>
              </a:spcBef>
              <a:spcAft>
                <a:spcPts val="0"/>
              </a:spcAft>
              <a:buNone/>
            </a:pPr>
            <a:r>
              <a:rPr lang="en" dirty="0"/>
              <a:t>20 GWh battery: 6.8%-8.7% shortfall reduction</a:t>
            </a:r>
          </a:p>
          <a:p>
            <a:pPr marL="0" lvl="0" indent="0" rtl="0">
              <a:spcBef>
                <a:spcPts val="0"/>
              </a:spcBef>
              <a:spcAft>
                <a:spcPts val="0"/>
              </a:spcAft>
              <a:buNone/>
            </a:pPr>
            <a:r>
              <a:rPr lang="en" dirty="0"/>
              <a:t>50 GWh battery: 11.3%-14.4% shortfall reduction</a:t>
            </a:r>
            <a:endParaRPr dirty="0"/>
          </a:p>
        </p:txBody>
      </p:sp>
      <p:sp>
        <p:nvSpPr>
          <p:cNvPr id="3075" name="Google Shape;3075;p61"/>
          <p:cNvSpPr txBox="1">
            <a:spLocks noGrp="1"/>
          </p:cNvSpPr>
          <p:nvPr>
            <p:ph type="subTitle" idx="2"/>
          </p:nvPr>
        </p:nvSpPr>
        <p:spPr>
          <a:xfrm>
            <a:off x="-227139" y="1288373"/>
            <a:ext cx="3530285" cy="374368"/>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1400" dirty="0"/>
              <a:t>Battery sizes tested</a:t>
            </a:r>
            <a:endParaRPr sz="1400" dirty="0"/>
          </a:p>
        </p:txBody>
      </p:sp>
      <p:sp>
        <p:nvSpPr>
          <p:cNvPr id="3076" name="Google Shape;3076;p61"/>
          <p:cNvSpPr txBox="1">
            <a:spLocks noGrp="1"/>
          </p:cNvSpPr>
          <p:nvPr>
            <p:ph type="subTitle" idx="4"/>
          </p:nvPr>
        </p:nvSpPr>
        <p:spPr>
          <a:xfrm>
            <a:off x="-10065" y="3196737"/>
            <a:ext cx="3352799" cy="568046"/>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b="1" dirty="0"/>
              <a:t>Measure shortfall reduction under each scenario</a:t>
            </a:r>
            <a:endParaRPr b="1" dirty="0"/>
          </a:p>
        </p:txBody>
      </p:sp>
      <p:sp>
        <p:nvSpPr>
          <p:cNvPr id="3078" name="Google Shape;3078;p61"/>
          <p:cNvSpPr txBox="1">
            <a:spLocks noGrp="1"/>
          </p:cNvSpPr>
          <p:nvPr>
            <p:ph type="subTitle" idx="7"/>
          </p:nvPr>
        </p:nvSpPr>
        <p:spPr>
          <a:xfrm>
            <a:off x="719999" y="4118075"/>
            <a:ext cx="7704001" cy="759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b="1" dirty="0"/>
              <a:t>Larger batteries reduce more shortfall, but even 50 GWh does not fully solve the problem</a:t>
            </a:r>
            <a:endParaRPr b="1" dirty="0"/>
          </a:p>
        </p:txBody>
      </p:sp>
      <p:sp>
        <p:nvSpPr>
          <p:cNvPr id="3079" name="Google Shape;3079;p61"/>
          <p:cNvSpPr txBox="1">
            <a:spLocks noGrp="1"/>
          </p:cNvSpPr>
          <p:nvPr>
            <p:ph type="subTitle" idx="8"/>
          </p:nvPr>
        </p:nvSpPr>
        <p:spPr>
          <a:xfrm>
            <a:off x="313024" y="2890920"/>
            <a:ext cx="2501313" cy="506666"/>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Clr>
                <a:schemeClr val="dk2"/>
              </a:buClr>
              <a:buSzPts val="1100"/>
              <a:buFont typeface="Arial"/>
              <a:buNone/>
            </a:pPr>
            <a:r>
              <a:rPr lang="en" sz="1200" dirty="0"/>
              <a:t>Purpose</a:t>
            </a:r>
            <a:endParaRPr sz="1200" dirty="0"/>
          </a:p>
        </p:txBody>
      </p:sp>
      <p:sp>
        <p:nvSpPr>
          <p:cNvPr id="3080" name="Google Shape;3080;p61"/>
          <p:cNvSpPr txBox="1">
            <a:spLocks noGrp="1"/>
          </p:cNvSpPr>
          <p:nvPr>
            <p:ph type="title" idx="9"/>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Battery storage model</a:t>
            </a:r>
            <a:endParaRPr dirty="0"/>
          </a:p>
        </p:txBody>
      </p:sp>
      <p:sp>
        <p:nvSpPr>
          <p:cNvPr id="8" name="Google Shape;3074;p61">
            <a:extLst>
              <a:ext uri="{FF2B5EF4-FFF2-40B4-BE49-F238E27FC236}">
                <a16:creationId xmlns:a16="http://schemas.microsoft.com/office/drawing/2014/main" id="{51812F01-3509-DBDA-1079-3742B70E9A29}"/>
              </a:ext>
            </a:extLst>
          </p:cNvPr>
          <p:cNvSpPr txBox="1">
            <a:spLocks/>
          </p:cNvSpPr>
          <p:nvPr/>
        </p:nvSpPr>
        <p:spPr>
          <a:xfrm>
            <a:off x="719999" y="963175"/>
            <a:ext cx="7680025"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accent4"/>
              </a:buClr>
              <a:buSzPts val="2400"/>
              <a:buFont typeface="PT Sans"/>
              <a:buNone/>
              <a:defRPr sz="1400" b="0" i="0" u="none" strike="noStrike" cap="none">
                <a:solidFill>
                  <a:schemeClr val="accent4"/>
                </a:solidFill>
                <a:latin typeface="Albert Sans Medium"/>
                <a:ea typeface="Albert Sans Medium"/>
                <a:cs typeface="Albert Sans Medium"/>
                <a:sym typeface="Albert Sans Medium"/>
              </a:defRPr>
            </a:lvl1pPr>
            <a:lvl2pPr marL="914400" marR="0" lvl="1" indent="-317500" algn="ctr" rtl="0">
              <a:lnSpc>
                <a:spcPct val="100000"/>
              </a:lnSpc>
              <a:spcBef>
                <a:spcPts val="0"/>
              </a:spcBef>
              <a:spcAft>
                <a:spcPts val="0"/>
              </a:spcAft>
              <a:buClr>
                <a:schemeClr val="accent4"/>
              </a:buClr>
              <a:buSzPts val="2100"/>
              <a:buFont typeface="Albert Sans Medium"/>
              <a:buNone/>
              <a:defRPr sz="2100" b="0" i="0" u="none" strike="noStrike" cap="none">
                <a:solidFill>
                  <a:schemeClr val="accent4"/>
                </a:solidFill>
                <a:latin typeface="Albert Sans Medium"/>
                <a:ea typeface="Albert Sans Medium"/>
                <a:cs typeface="Albert Sans Medium"/>
                <a:sym typeface="Albert Sans Medium"/>
              </a:defRPr>
            </a:lvl2pPr>
            <a:lvl3pPr marL="1371600" marR="0" lvl="2" indent="-317500" algn="ctr" rtl="0">
              <a:lnSpc>
                <a:spcPct val="100000"/>
              </a:lnSpc>
              <a:spcBef>
                <a:spcPts val="0"/>
              </a:spcBef>
              <a:spcAft>
                <a:spcPts val="0"/>
              </a:spcAft>
              <a:buClr>
                <a:schemeClr val="accent4"/>
              </a:buClr>
              <a:buSzPts val="2100"/>
              <a:buFont typeface="Albert Sans Medium"/>
              <a:buNone/>
              <a:defRPr sz="2100" b="0" i="0" u="none" strike="noStrike" cap="none">
                <a:solidFill>
                  <a:schemeClr val="accent4"/>
                </a:solidFill>
                <a:latin typeface="Albert Sans Medium"/>
                <a:ea typeface="Albert Sans Medium"/>
                <a:cs typeface="Albert Sans Medium"/>
                <a:sym typeface="Albert Sans Medium"/>
              </a:defRPr>
            </a:lvl3pPr>
            <a:lvl4pPr marL="1828800" marR="0" lvl="3" indent="-317500" algn="ctr" rtl="0">
              <a:lnSpc>
                <a:spcPct val="100000"/>
              </a:lnSpc>
              <a:spcBef>
                <a:spcPts val="0"/>
              </a:spcBef>
              <a:spcAft>
                <a:spcPts val="0"/>
              </a:spcAft>
              <a:buClr>
                <a:schemeClr val="accent4"/>
              </a:buClr>
              <a:buSzPts val="2100"/>
              <a:buFont typeface="PT Sans"/>
              <a:buNone/>
              <a:defRPr sz="2100" b="0" i="0" u="none" strike="noStrike" cap="none">
                <a:solidFill>
                  <a:schemeClr val="accent4"/>
                </a:solidFill>
                <a:latin typeface="PT Sans"/>
                <a:ea typeface="PT Sans"/>
                <a:cs typeface="PT Sans"/>
                <a:sym typeface="PT Sans"/>
              </a:defRPr>
            </a:lvl4pPr>
            <a:lvl5pPr marL="2286000" marR="0" lvl="4" indent="-317500" algn="ctr" rtl="0">
              <a:lnSpc>
                <a:spcPct val="100000"/>
              </a:lnSpc>
              <a:spcBef>
                <a:spcPts val="0"/>
              </a:spcBef>
              <a:spcAft>
                <a:spcPts val="0"/>
              </a:spcAft>
              <a:buClr>
                <a:schemeClr val="accent4"/>
              </a:buClr>
              <a:buSzPts val="2100"/>
              <a:buFont typeface="PT Sans"/>
              <a:buNone/>
              <a:defRPr sz="2100" b="0" i="0" u="none" strike="noStrike" cap="none">
                <a:solidFill>
                  <a:schemeClr val="accent4"/>
                </a:solidFill>
                <a:latin typeface="PT Sans"/>
                <a:ea typeface="PT Sans"/>
                <a:cs typeface="PT Sans"/>
                <a:sym typeface="PT Sans"/>
              </a:defRPr>
            </a:lvl5pPr>
            <a:lvl6pPr marL="2743200" marR="0" lvl="5" indent="-317500" algn="ctr" rtl="0">
              <a:lnSpc>
                <a:spcPct val="100000"/>
              </a:lnSpc>
              <a:spcBef>
                <a:spcPts val="0"/>
              </a:spcBef>
              <a:spcAft>
                <a:spcPts val="0"/>
              </a:spcAft>
              <a:buClr>
                <a:schemeClr val="accent4"/>
              </a:buClr>
              <a:buSzPts val="2100"/>
              <a:buFont typeface="PT Sans"/>
              <a:buNone/>
              <a:defRPr sz="2100" b="0" i="0" u="none" strike="noStrike" cap="none">
                <a:solidFill>
                  <a:schemeClr val="accent4"/>
                </a:solidFill>
                <a:latin typeface="PT Sans"/>
                <a:ea typeface="PT Sans"/>
                <a:cs typeface="PT Sans"/>
                <a:sym typeface="PT Sans"/>
              </a:defRPr>
            </a:lvl6pPr>
            <a:lvl7pPr marL="3200400" marR="0" lvl="6" indent="-317500" algn="ctr" rtl="0">
              <a:lnSpc>
                <a:spcPct val="100000"/>
              </a:lnSpc>
              <a:spcBef>
                <a:spcPts val="0"/>
              </a:spcBef>
              <a:spcAft>
                <a:spcPts val="0"/>
              </a:spcAft>
              <a:buClr>
                <a:schemeClr val="accent4"/>
              </a:buClr>
              <a:buSzPts val="2100"/>
              <a:buFont typeface="PT Sans"/>
              <a:buNone/>
              <a:defRPr sz="2100" b="0" i="0" u="none" strike="noStrike" cap="none">
                <a:solidFill>
                  <a:schemeClr val="accent4"/>
                </a:solidFill>
                <a:latin typeface="PT Sans"/>
                <a:ea typeface="PT Sans"/>
                <a:cs typeface="PT Sans"/>
                <a:sym typeface="PT Sans"/>
              </a:defRPr>
            </a:lvl7pPr>
            <a:lvl8pPr marL="3657600" marR="0" lvl="7" indent="-317500" algn="ctr" rtl="0">
              <a:lnSpc>
                <a:spcPct val="100000"/>
              </a:lnSpc>
              <a:spcBef>
                <a:spcPts val="0"/>
              </a:spcBef>
              <a:spcAft>
                <a:spcPts val="0"/>
              </a:spcAft>
              <a:buClr>
                <a:schemeClr val="accent4"/>
              </a:buClr>
              <a:buSzPts val="2100"/>
              <a:buFont typeface="PT Sans"/>
              <a:buNone/>
              <a:defRPr sz="2100" b="0" i="0" u="none" strike="noStrike" cap="none">
                <a:solidFill>
                  <a:schemeClr val="accent4"/>
                </a:solidFill>
                <a:latin typeface="PT Sans"/>
                <a:ea typeface="PT Sans"/>
                <a:cs typeface="PT Sans"/>
                <a:sym typeface="PT Sans"/>
              </a:defRPr>
            </a:lvl8pPr>
            <a:lvl9pPr marL="4114800" marR="0" lvl="8" indent="-317500" algn="ctr" rtl="0">
              <a:lnSpc>
                <a:spcPct val="100000"/>
              </a:lnSpc>
              <a:spcBef>
                <a:spcPts val="0"/>
              </a:spcBef>
              <a:spcAft>
                <a:spcPts val="0"/>
              </a:spcAft>
              <a:buClr>
                <a:schemeClr val="accent4"/>
              </a:buClr>
              <a:buSzPts val="2100"/>
              <a:buFont typeface="PT Sans"/>
              <a:buNone/>
              <a:defRPr sz="2100" b="0" i="0" u="none" strike="noStrike" cap="none">
                <a:solidFill>
                  <a:schemeClr val="accent4"/>
                </a:solidFill>
                <a:latin typeface="PT Sans"/>
                <a:ea typeface="PT Sans"/>
                <a:cs typeface="PT Sans"/>
                <a:sym typeface="PT Sans"/>
              </a:defRPr>
            </a:lvl9pPr>
          </a:lstStyle>
          <a:p>
            <a:pPr marL="0" indent="0"/>
            <a:r>
              <a:rPr lang="en-US" sz="1600" b="1" dirty="0">
                <a:solidFill>
                  <a:schemeClr val="accent6"/>
                </a:solidFill>
              </a:rPr>
              <a:t>Battery storage was simulated to test how much of the renewable shortfall could be reduced.</a:t>
            </a:r>
          </a:p>
        </p:txBody>
      </p:sp>
      <p:pic>
        <p:nvPicPr>
          <p:cNvPr id="10" name="Picture 9">
            <a:extLst>
              <a:ext uri="{FF2B5EF4-FFF2-40B4-BE49-F238E27FC236}">
                <a16:creationId xmlns:a16="http://schemas.microsoft.com/office/drawing/2014/main" id="{8285CF18-CD04-CACD-7CF0-8F990DA486E6}"/>
              </a:ext>
            </a:extLst>
          </p:cNvPr>
          <p:cNvPicPr>
            <a:picLocks noChangeAspect="1"/>
          </p:cNvPicPr>
          <p:nvPr/>
        </p:nvPicPr>
        <p:blipFill>
          <a:blip r:embed="rId3"/>
          <a:stretch>
            <a:fillRect/>
          </a:stretch>
        </p:blipFill>
        <p:spPr>
          <a:xfrm>
            <a:off x="3352800" y="1563850"/>
            <a:ext cx="5791200" cy="23241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CF122E88-764F-BDF5-DDF4-107F0B3B5E4D}"/>
              </a:ext>
            </a:extLst>
          </p:cNvPr>
          <p:cNvSpPr>
            <a:spLocks noGrp="1"/>
          </p:cNvSpPr>
          <p:nvPr>
            <p:ph type="title" idx="9"/>
          </p:nvPr>
        </p:nvSpPr>
        <p:spPr/>
        <p:txBody>
          <a:bodyPr/>
          <a:lstStyle/>
          <a:p>
            <a:r>
              <a:rPr lang="en-US" dirty="0"/>
              <a:t>Demo Video</a:t>
            </a:r>
          </a:p>
        </p:txBody>
      </p:sp>
      <p:sp>
        <p:nvSpPr>
          <p:cNvPr id="12" name="TextBox 11">
            <a:extLst>
              <a:ext uri="{FF2B5EF4-FFF2-40B4-BE49-F238E27FC236}">
                <a16:creationId xmlns:a16="http://schemas.microsoft.com/office/drawing/2014/main" id="{D9C893ED-3A53-2586-DF4B-BFD341D98CD1}"/>
              </a:ext>
            </a:extLst>
          </p:cNvPr>
          <p:cNvSpPr txBox="1"/>
          <p:nvPr/>
        </p:nvSpPr>
        <p:spPr>
          <a:xfrm>
            <a:off x="1223783" y="1891328"/>
            <a:ext cx="7377077" cy="830997"/>
          </a:xfrm>
          <a:prstGeom prst="rect">
            <a:avLst/>
          </a:prstGeom>
          <a:noFill/>
        </p:spPr>
        <p:txBody>
          <a:bodyPr wrap="square" rtlCol="0">
            <a:spAutoFit/>
          </a:bodyPr>
          <a:lstStyle/>
          <a:p>
            <a:r>
              <a:rPr lang="en-US" sz="2400" dirty="0"/>
              <a:t>https://drive.google.com/file/d/14wiDUOAPB-DD-DRknMUOcWAD4l8CykYq/view?usp=sharing</a:t>
            </a:r>
          </a:p>
        </p:txBody>
      </p:sp>
    </p:spTree>
    <p:extLst>
      <p:ext uri="{BB962C8B-B14F-4D97-AF65-F5344CB8AC3E}">
        <p14:creationId xmlns:p14="http://schemas.microsoft.com/office/powerpoint/2010/main" val="6036606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454"/>
        <p:cNvGrpSpPr/>
        <p:nvPr/>
      </p:nvGrpSpPr>
      <p:grpSpPr>
        <a:xfrm>
          <a:off x="0" y="0"/>
          <a:ext cx="0" cy="0"/>
          <a:chOff x="0" y="0"/>
          <a:chExt cx="0" cy="0"/>
        </a:xfrm>
      </p:grpSpPr>
      <p:grpSp>
        <p:nvGrpSpPr>
          <p:cNvPr id="2455" name="Google Shape;2455;p49"/>
          <p:cNvGrpSpPr/>
          <p:nvPr/>
        </p:nvGrpSpPr>
        <p:grpSpPr>
          <a:xfrm>
            <a:off x="6874143" y="2461210"/>
            <a:ext cx="959519" cy="1068600"/>
            <a:chOff x="6842050" y="3065425"/>
            <a:chExt cx="535625" cy="596550"/>
          </a:xfrm>
        </p:grpSpPr>
        <p:sp>
          <p:nvSpPr>
            <p:cNvPr id="2456" name="Google Shape;2456;p49"/>
            <p:cNvSpPr/>
            <p:nvPr/>
          </p:nvSpPr>
          <p:spPr>
            <a:xfrm>
              <a:off x="7073100" y="3451925"/>
              <a:ext cx="56725" cy="210050"/>
            </a:xfrm>
            <a:custGeom>
              <a:avLst/>
              <a:gdLst/>
              <a:ahLst/>
              <a:cxnLst/>
              <a:rect l="l" t="t" r="r" b="b"/>
              <a:pathLst>
                <a:path w="2269" h="8402" extrusionOk="0">
                  <a:moveTo>
                    <a:pt x="504" y="0"/>
                  </a:moveTo>
                  <a:lnTo>
                    <a:pt x="0" y="8402"/>
                  </a:lnTo>
                  <a:lnTo>
                    <a:pt x="2269" y="8402"/>
                  </a:lnTo>
                  <a:lnTo>
                    <a:pt x="1765" y="0"/>
                  </a:lnTo>
                  <a:close/>
                </a:path>
              </a:pathLst>
            </a:custGeom>
            <a:solidFill>
              <a:srgbClr val="7A452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57" name="Google Shape;2457;p49"/>
            <p:cNvSpPr/>
            <p:nvPr/>
          </p:nvSpPr>
          <p:spPr>
            <a:xfrm>
              <a:off x="6867250" y="3065425"/>
              <a:ext cx="510425" cy="428525"/>
            </a:xfrm>
            <a:custGeom>
              <a:avLst/>
              <a:gdLst/>
              <a:ahLst/>
              <a:cxnLst/>
              <a:rect l="l" t="t" r="r" b="b"/>
              <a:pathLst>
                <a:path w="20417" h="17141" extrusionOk="0">
                  <a:moveTo>
                    <a:pt x="7058" y="0"/>
                  </a:moveTo>
                  <a:cubicBezTo>
                    <a:pt x="6218" y="0"/>
                    <a:pt x="5462" y="589"/>
                    <a:pt x="5462" y="1429"/>
                  </a:cubicBezTo>
                  <a:cubicBezTo>
                    <a:pt x="5462" y="1765"/>
                    <a:pt x="5630" y="1933"/>
                    <a:pt x="5714" y="2185"/>
                  </a:cubicBezTo>
                  <a:lnTo>
                    <a:pt x="4117" y="2185"/>
                  </a:lnTo>
                  <a:cubicBezTo>
                    <a:pt x="3193" y="2185"/>
                    <a:pt x="2353" y="2941"/>
                    <a:pt x="2353" y="3949"/>
                  </a:cubicBezTo>
                  <a:lnTo>
                    <a:pt x="2353" y="4285"/>
                  </a:lnTo>
                  <a:cubicBezTo>
                    <a:pt x="1429" y="4706"/>
                    <a:pt x="756" y="5630"/>
                    <a:pt x="756" y="6806"/>
                  </a:cubicBezTo>
                  <a:cubicBezTo>
                    <a:pt x="756" y="7562"/>
                    <a:pt x="1093" y="8150"/>
                    <a:pt x="1597" y="8654"/>
                  </a:cubicBezTo>
                  <a:lnTo>
                    <a:pt x="1429" y="8654"/>
                  </a:lnTo>
                  <a:cubicBezTo>
                    <a:pt x="672" y="8654"/>
                    <a:pt x="0" y="9243"/>
                    <a:pt x="0" y="9999"/>
                  </a:cubicBezTo>
                  <a:cubicBezTo>
                    <a:pt x="0" y="10671"/>
                    <a:pt x="672" y="11259"/>
                    <a:pt x="1429" y="11259"/>
                  </a:cubicBezTo>
                  <a:lnTo>
                    <a:pt x="1849" y="11259"/>
                  </a:lnTo>
                  <a:cubicBezTo>
                    <a:pt x="1597" y="11427"/>
                    <a:pt x="1513" y="11847"/>
                    <a:pt x="1513" y="12183"/>
                  </a:cubicBezTo>
                  <a:cubicBezTo>
                    <a:pt x="1513" y="13023"/>
                    <a:pt x="2101" y="13612"/>
                    <a:pt x="2857" y="13780"/>
                  </a:cubicBezTo>
                  <a:lnTo>
                    <a:pt x="2857" y="13948"/>
                  </a:lnTo>
                  <a:cubicBezTo>
                    <a:pt x="2857" y="15040"/>
                    <a:pt x="3781" y="15964"/>
                    <a:pt x="4873" y="15964"/>
                  </a:cubicBezTo>
                  <a:cubicBezTo>
                    <a:pt x="4873" y="16552"/>
                    <a:pt x="5378" y="17140"/>
                    <a:pt x="6134" y="17140"/>
                  </a:cubicBezTo>
                  <a:lnTo>
                    <a:pt x="15292" y="17140"/>
                  </a:lnTo>
                  <a:cubicBezTo>
                    <a:pt x="15880" y="17140"/>
                    <a:pt x="16552" y="16552"/>
                    <a:pt x="16552" y="15964"/>
                  </a:cubicBezTo>
                  <a:cubicBezTo>
                    <a:pt x="16552" y="15712"/>
                    <a:pt x="16384" y="15544"/>
                    <a:pt x="16300" y="15460"/>
                  </a:cubicBezTo>
                  <a:lnTo>
                    <a:pt x="17056" y="15460"/>
                  </a:lnTo>
                  <a:cubicBezTo>
                    <a:pt x="17644" y="15460"/>
                    <a:pt x="18232" y="14872"/>
                    <a:pt x="18232" y="14368"/>
                  </a:cubicBezTo>
                  <a:cubicBezTo>
                    <a:pt x="18232" y="13948"/>
                    <a:pt x="17980" y="13780"/>
                    <a:pt x="17644" y="13528"/>
                  </a:cubicBezTo>
                  <a:lnTo>
                    <a:pt x="18232" y="13528"/>
                  </a:lnTo>
                  <a:cubicBezTo>
                    <a:pt x="18737" y="13528"/>
                    <a:pt x="19157" y="13107"/>
                    <a:pt x="19157" y="12687"/>
                  </a:cubicBezTo>
                  <a:cubicBezTo>
                    <a:pt x="19157" y="12519"/>
                    <a:pt x="18989" y="12351"/>
                    <a:pt x="18905" y="12183"/>
                  </a:cubicBezTo>
                  <a:cubicBezTo>
                    <a:pt x="19745" y="11679"/>
                    <a:pt x="20417" y="10839"/>
                    <a:pt x="20417" y="9831"/>
                  </a:cubicBezTo>
                  <a:cubicBezTo>
                    <a:pt x="20417" y="8906"/>
                    <a:pt x="19745" y="8066"/>
                    <a:pt x="18821" y="7730"/>
                  </a:cubicBezTo>
                  <a:cubicBezTo>
                    <a:pt x="18905" y="7478"/>
                    <a:pt x="18989" y="7142"/>
                    <a:pt x="18989" y="6806"/>
                  </a:cubicBezTo>
                  <a:cubicBezTo>
                    <a:pt x="18989" y="5546"/>
                    <a:pt x="18148" y="4621"/>
                    <a:pt x="17140" y="4201"/>
                  </a:cubicBezTo>
                  <a:lnTo>
                    <a:pt x="17140" y="3949"/>
                  </a:lnTo>
                  <a:cubicBezTo>
                    <a:pt x="17140" y="3025"/>
                    <a:pt x="16300" y="2185"/>
                    <a:pt x="15376" y="2185"/>
                  </a:cubicBezTo>
                  <a:lnTo>
                    <a:pt x="15124" y="2185"/>
                  </a:lnTo>
                  <a:cubicBezTo>
                    <a:pt x="15292" y="1933"/>
                    <a:pt x="15376" y="1681"/>
                    <a:pt x="15376" y="1429"/>
                  </a:cubicBezTo>
                  <a:cubicBezTo>
                    <a:pt x="15376" y="589"/>
                    <a:pt x="14620" y="0"/>
                    <a:pt x="1377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58" name="Google Shape;2458;p49"/>
            <p:cNvSpPr/>
            <p:nvPr/>
          </p:nvSpPr>
          <p:spPr>
            <a:xfrm>
              <a:off x="6842050" y="3065425"/>
              <a:ext cx="422200" cy="428525"/>
            </a:xfrm>
            <a:custGeom>
              <a:avLst/>
              <a:gdLst/>
              <a:ahLst/>
              <a:cxnLst/>
              <a:rect l="l" t="t" r="r" b="b"/>
              <a:pathLst>
                <a:path w="16888" h="17141" extrusionOk="0">
                  <a:moveTo>
                    <a:pt x="7058" y="0"/>
                  </a:moveTo>
                  <a:cubicBezTo>
                    <a:pt x="6133" y="0"/>
                    <a:pt x="5461" y="589"/>
                    <a:pt x="5461" y="1429"/>
                  </a:cubicBezTo>
                  <a:cubicBezTo>
                    <a:pt x="5461" y="1765"/>
                    <a:pt x="5545" y="1933"/>
                    <a:pt x="5629" y="2185"/>
                  </a:cubicBezTo>
                  <a:lnTo>
                    <a:pt x="4033" y="2185"/>
                  </a:lnTo>
                  <a:cubicBezTo>
                    <a:pt x="3109" y="2185"/>
                    <a:pt x="2269" y="2941"/>
                    <a:pt x="2269" y="3949"/>
                  </a:cubicBezTo>
                  <a:lnTo>
                    <a:pt x="2269" y="4285"/>
                  </a:lnTo>
                  <a:cubicBezTo>
                    <a:pt x="1344" y="4706"/>
                    <a:pt x="756" y="5630"/>
                    <a:pt x="756" y="6806"/>
                  </a:cubicBezTo>
                  <a:cubicBezTo>
                    <a:pt x="756" y="7562"/>
                    <a:pt x="1008" y="8150"/>
                    <a:pt x="1596" y="8654"/>
                  </a:cubicBezTo>
                  <a:lnTo>
                    <a:pt x="1344" y="8654"/>
                  </a:lnTo>
                  <a:cubicBezTo>
                    <a:pt x="588" y="8654"/>
                    <a:pt x="0" y="9243"/>
                    <a:pt x="0" y="9999"/>
                  </a:cubicBezTo>
                  <a:cubicBezTo>
                    <a:pt x="0" y="10671"/>
                    <a:pt x="588" y="11259"/>
                    <a:pt x="1344" y="11259"/>
                  </a:cubicBezTo>
                  <a:lnTo>
                    <a:pt x="1764" y="11259"/>
                  </a:lnTo>
                  <a:cubicBezTo>
                    <a:pt x="1596" y="11427"/>
                    <a:pt x="1428" y="11847"/>
                    <a:pt x="1428" y="12183"/>
                  </a:cubicBezTo>
                  <a:cubicBezTo>
                    <a:pt x="1428" y="13023"/>
                    <a:pt x="2101" y="13612"/>
                    <a:pt x="2857" y="13780"/>
                  </a:cubicBezTo>
                  <a:lnTo>
                    <a:pt x="2857" y="13948"/>
                  </a:lnTo>
                  <a:cubicBezTo>
                    <a:pt x="2857" y="15040"/>
                    <a:pt x="3781" y="15964"/>
                    <a:pt x="4789" y="15964"/>
                  </a:cubicBezTo>
                  <a:cubicBezTo>
                    <a:pt x="4789" y="16552"/>
                    <a:pt x="5377" y="17140"/>
                    <a:pt x="6049" y="17140"/>
                  </a:cubicBezTo>
                  <a:lnTo>
                    <a:pt x="11763" y="17140"/>
                  </a:lnTo>
                  <a:cubicBezTo>
                    <a:pt x="12351" y="17140"/>
                    <a:pt x="13023" y="16552"/>
                    <a:pt x="13023" y="15964"/>
                  </a:cubicBezTo>
                  <a:cubicBezTo>
                    <a:pt x="13023" y="15712"/>
                    <a:pt x="12855" y="15544"/>
                    <a:pt x="12771" y="15460"/>
                  </a:cubicBezTo>
                  <a:lnTo>
                    <a:pt x="13527" y="15460"/>
                  </a:lnTo>
                  <a:cubicBezTo>
                    <a:pt x="14199" y="15460"/>
                    <a:pt x="14703" y="14872"/>
                    <a:pt x="14703" y="14368"/>
                  </a:cubicBezTo>
                  <a:cubicBezTo>
                    <a:pt x="14703" y="13948"/>
                    <a:pt x="14451" y="13780"/>
                    <a:pt x="14199" y="13528"/>
                  </a:cubicBezTo>
                  <a:lnTo>
                    <a:pt x="14703" y="13528"/>
                  </a:lnTo>
                  <a:cubicBezTo>
                    <a:pt x="15208" y="13528"/>
                    <a:pt x="15628" y="13107"/>
                    <a:pt x="15628" y="12687"/>
                  </a:cubicBezTo>
                  <a:cubicBezTo>
                    <a:pt x="15628" y="12519"/>
                    <a:pt x="15544" y="12351"/>
                    <a:pt x="15460" y="12183"/>
                  </a:cubicBezTo>
                  <a:cubicBezTo>
                    <a:pt x="16300" y="11679"/>
                    <a:pt x="16888" y="10839"/>
                    <a:pt x="16888" y="9831"/>
                  </a:cubicBezTo>
                  <a:cubicBezTo>
                    <a:pt x="16888" y="8906"/>
                    <a:pt x="16300" y="8066"/>
                    <a:pt x="15292" y="7730"/>
                  </a:cubicBezTo>
                  <a:cubicBezTo>
                    <a:pt x="15460" y="7478"/>
                    <a:pt x="15544" y="7142"/>
                    <a:pt x="15544" y="6806"/>
                  </a:cubicBezTo>
                  <a:cubicBezTo>
                    <a:pt x="15544" y="5546"/>
                    <a:pt x="14703" y="4621"/>
                    <a:pt x="13611" y="4201"/>
                  </a:cubicBezTo>
                  <a:lnTo>
                    <a:pt x="13611" y="3949"/>
                  </a:lnTo>
                  <a:cubicBezTo>
                    <a:pt x="13611" y="3025"/>
                    <a:pt x="12771" y="2185"/>
                    <a:pt x="11847" y="2185"/>
                  </a:cubicBezTo>
                  <a:lnTo>
                    <a:pt x="11679" y="2185"/>
                  </a:lnTo>
                  <a:cubicBezTo>
                    <a:pt x="11763" y="1933"/>
                    <a:pt x="11847" y="1681"/>
                    <a:pt x="11847" y="1429"/>
                  </a:cubicBezTo>
                  <a:cubicBezTo>
                    <a:pt x="11847" y="589"/>
                    <a:pt x="11091" y="0"/>
                    <a:pt x="1025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59" name="Google Shape;2459;p49"/>
            <p:cNvSpPr/>
            <p:nvPr/>
          </p:nvSpPr>
          <p:spPr>
            <a:xfrm>
              <a:off x="6842050" y="3283875"/>
              <a:ext cx="325600" cy="210075"/>
            </a:xfrm>
            <a:custGeom>
              <a:avLst/>
              <a:gdLst/>
              <a:ahLst/>
              <a:cxnLst/>
              <a:rect l="l" t="t" r="r" b="b"/>
              <a:pathLst>
                <a:path w="13024" h="8403" extrusionOk="0">
                  <a:moveTo>
                    <a:pt x="1344" y="0"/>
                  </a:moveTo>
                  <a:cubicBezTo>
                    <a:pt x="588" y="0"/>
                    <a:pt x="0" y="505"/>
                    <a:pt x="0" y="1261"/>
                  </a:cubicBezTo>
                  <a:cubicBezTo>
                    <a:pt x="0" y="1933"/>
                    <a:pt x="588" y="2521"/>
                    <a:pt x="1344" y="2521"/>
                  </a:cubicBezTo>
                  <a:lnTo>
                    <a:pt x="1764" y="2521"/>
                  </a:lnTo>
                  <a:cubicBezTo>
                    <a:pt x="1596" y="2689"/>
                    <a:pt x="1428" y="3109"/>
                    <a:pt x="1428" y="3445"/>
                  </a:cubicBezTo>
                  <a:cubicBezTo>
                    <a:pt x="1428" y="4285"/>
                    <a:pt x="2101" y="4874"/>
                    <a:pt x="2857" y="5042"/>
                  </a:cubicBezTo>
                  <a:lnTo>
                    <a:pt x="2857" y="5210"/>
                  </a:lnTo>
                  <a:cubicBezTo>
                    <a:pt x="2857" y="6302"/>
                    <a:pt x="3781" y="7226"/>
                    <a:pt x="4789" y="7226"/>
                  </a:cubicBezTo>
                  <a:cubicBezTo>
                    <a:pt x="4789" y="7814"/>
                    <a:pt x="5377" y="8402"/>
                    <a:pt x="6049" y="8402"/>
                  </a:cubicBezTo>
                  <a:lnTo>
                    <a:pt x="11763" y="8402"/>
                  </a:lnTo>
                  <a:cubicBezTo>
                    <a:pt x="12351" y="8402"/>
                    <a:pt x="13023" y="7814"/>
                    <a:pt x="13023" y="7226"/>
                  </a:cubicBezTo>
                  <a:cubicBezTo>
                    <a:pt x="13023" y="7142"/>
                    <a:pt x="9746" y="7142"/>
                    <a:pt x="9746" y="7142"/>
                  </a:cubicBezTo>
                  <a:lnTo>
                    <a:pt x="9746" y="6470"/>
                  </a:lnTo>
                  <a:cubicBezTo>
                    <a:pt x="9746" y="5882"/>
                    <a:pt x="9326" y="5294"/>
                    <a:pt x="8738" y="5126"/>
                  </a:cubicBezTo>
                  <a:cubicBezTo>
                    <a:pt x="8990" y="5042"/>
                    <a:pt x="9326" y="4790"/>
                    <a:pt x="9410" y="4369"/>
                  </a:cubicBezTo>
                  <a:lnTo>
                    <a:pt x="11427" y="4369"/>
                  </a:lnTo>
                  <a:cubicBezTo>
                    <a:pt x="12267" y="4369"/>
                    <a:pt x="12855" y="3781"/>
                    <a:pt x="12855" y="3025"/>
                  </a:cubicBezTo>
                  <a:cubicBezTo>
                    <a:pt x="12855" y="2269"/>
                    <a:pt x="12267" y="1681"/>
                    <a:pt x="11427" y="1681"/>
                  </a:cubicBezTo>
                  <a:lnTo>
                    <a:pt x="8906" y="1681"/>
                  </a:lnTo>
                  <a:cubicBezTo>
                    <a:pt x="8906" y="1513"/>
                    <a:pt x="8990" y="1429"/>
                    <a:pt x="8990" y="1345"/>
                  </a:cubicBezTo>
                  <a:cubicBezTo>
                    <a:pt x="8990" y="589"/>
                    <a:pt x="8402" y="0"/>
                    <a:pt x="756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60" name="Google Shape;2460;p49"/>
            <p:cNvSpPr/>
            <p:nvPr/>
          </p:nvSpPr>
          <p:spPr>
            <a:xfrm>
              <a:off x="6989075" y="3065425"/>
              <a:ext cx="235275" cy="147050"/>
            </a:xfrm>
            <a:custGeom>
              <a:avLst/>
              <a:gdLst/>
              <a:ahLst/>
              <a:cxnLst/>
              <a:rect l="l" t="t" r="r" b="b"/>
              <a:pathLst>
                <a:path w="9411" h="5882" extrusionOk="0">
                  <a:moveTo>
                    <a:pt x="2857" y="0"/>
                  </a:moveTo>
                  <a:cubicBezTo>
                    <a:pt x="2857" y="84"/>
                    <a:pt x="2689" y="168"/>
                    <a:pt x="2689" y="252"/>
                  </a:cubicBezTo>
                  <a:cubicBezTo>
                    <a:pt x="2689" y="841"/>
                    <a:pt x="3109" y="1261"/>
                    <a:pt x="3529" y="1429"/>
                  </a:cubicBezTo>
                  <a:cubicBezTo>
                    <a:pt x="3277" y="1513"/>
                    <a:pt x="3025" y="1765"/>
                    <a:pt x="2941" y="2101"/>
                  </a:cubicBezTo>
                  <a:lnTo>
                    <a:pt x="1261" y="2101"/>
                  </a:lnTo>
                  <a:cubicBezTo>
                    <a:pt x="589" y="2101"/>
                    <a:pt x="0" y="2605"/>
                    <a:pt x="0" y="3193"/>
                  </a:cubicBezTo>
                  <a:cubicBezTo>
                    <a:pt x="0" y="3865"/>
                    <a:pt x="505" y="4369"/>
                    <a:pt x="1261" y="4369"/>
                  </a:cubicBezTo>
                  <a:lnTo>
                    <a:pt x="3445" y="4369"/>
                  </a:lnTo>
                  <a:cubicBezTo>
                    <a:pt x="3445" y="4453"/>
                    <a:pt x="3361" y="4621"/>
                    <a:pt x="3361" y="4706"/>
                  </a:cubicBezTo>
                  <a:cubicBezTo>
                    <a:pt x="3361" y="5294"/>
                    <a:pt x="3865" y="5882"/>
                    <a:pt x="4621" y="5882"/>
                  </a:cubicBezTo>
                  <a:lnTo>
                    <a:pt x="9411" y="5882"/>
                  </a:lnTo>
                  <a:cubicBezTo>
                    <a:pt x="9243" y="5126"/>
                    <a:pt x="8486" y="4537"/>
                    <a:pt x="7730" y="4201"/>
                  </a:cubicBezTo>
                  <a:lnTo>
                    <a:pt x="7730" y="3949"/>
                  </a:lnTo>
                  <a:cubicBezTo>
                    <a:pt x="7730" y="3025"/>
                    <a:pt x="6890" y="2185"/>
                    <a:pt x="5966" y="2185"/>
                  </a:cubicBezTo>
                  <a:lnTo>
                    <a:pt x="5798" y="2185"/>
                  </a:lnTo>
                  <a:cubicBezTo>
                    <a:pt x="5882" y="2017"/>
                    <a:pt x="5966" y="1681"/>
                    <a:pt x="5966" y="1429"/>
                  </a:cubicBezTo>
                  <a:cubicBezTo>
                    <a:pt x="5966" y="589"/>
                    <a:pt x="5210" y="0"/>
                    <a:pt x="436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2461" name="Google Shape;2461;p49"/>
          <p:cNvSpPr txBox="1">
            <a:spLocks noGrp="1"/>
          </p:cNvSpPr>
          <p:nvPr>
            <p:ph type="title"/>
          </p:nvPr>
        </p:nvSpPr>
        <p:spPr>
          <a:xfrm>
            <a:off x="2038200" y="440007"/>
            <a:ext cx="50676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Limitations</a:t>
            </a:r>
            <a:endParaRPr dirty="0"/>
          </a:p>
        </p:txBody>
      </p:sp>
      <p:sp>
        <p:nvSpPr>
          <p:cNvPr id="2463" name="Google Shape;2463;p49"/>
          <p:cNvSpPr txBox="1">
            <a:spLocks noGrp="1"/>
          </p:cNvSpPr>
          <p:nvPr>
            <p:ph type="subTitle" idx="1"/>
          </p:nvPr>
        </p:nvSpPr>
        <p:spPr>
          <a:xfrm>
            <a:off x="1886550" y="1191188"/>
            <a:ext cx="5067600" cy="556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b="1" dirty="0">
                <a:solidFill>
                  <a:schemeClr val="accent6"/>
                </a:solidFill>
              </a:rPr>
              <a:t>Scenario simplification: </a:t>
            </a:r>
            <a:r>
              <a:rPr lang="en" dirty="0"/>
              <a:t>Uses fixed multipliers instead of full probabilistic weather forecasts.</a:t>
            </a:r>
            <a:endParaRPr b="1" dirty="0">
              <a:solidFill>
                <a:schemeClr val="accent6"/>
              </a:solidFill>
            </a:endParaRPr>
          </a:p>
        </p:txBody>
      </p:sp>
      <p:grpSp>
        <p:nvGrpSpPr>
          <p:cNvPr id="2464" name="Google Shape;2464;p49"/>
          <p:cNvGrpSpPr/>
          <p:nvPr/>
        </p:nvGrpSpPr>
        <p:grpSpPr>
          <a:xfrm>
            <a:off x="6954150" y="2444425"/>
            <a:ext cx="1701650" cy="1102150"/>
            <a:chOff x="3523850" y="2699175"/>
            <a:chExt cx="1701650" cy="1102150"/>
          </a:xfrm>
        </p:grpSpPr>
        <p:sp>
          <p:nvSpPr>
            <p:cNvPr id="2465" name="Google Shape;2465;p49"/>
            <p:cNvSpPr/>
            <p:nvPr/>
          </p:nvSpPr>
          <p:spPr>
            <a:xfrm>
              <a:off x="4709750" y="3215975"/>
              <a:ext cx="107750" cy="546175"/>
            </a:xfrm>
            <a:custGeom>
              <a:avLst/>
              <a:gdLst/>
              <a:ahLst/>
              <a:cxnLst/>
              <a:rect l="l" t="t" r="r" b="b"/>
              <a:pathLst>
                <a:path w="4310" h="21847" extrusionOk="0">
                  <a:moveTo>
                    <a:pt x="131" y="0"/>
                  </a:moveTo>
                  <a:cubicBezTo>
                    <a:pt x="44" y="6006"/>
                    <a:pt x="44" y="20237"/>
                    <a:pt x="1" y="21847"/>
                  </a:cubicBezTo>
                  <a:lnTo>
                    <a:pt x="4309" y="21847"/>
                  </a:lnTo>
                  <a:cubicBezTo>
                    <a:pt x="4309" y="20237"/>
                    <a:pt x="4266" y="6006"/>
                    <a:pt x="4179" y="0"/>
                  </a:cubicBezTo>
                  <a:close/>
                </a:path>
              </a:pathLst>
            </a:custGeom>
            <a:solidFill>
              <a:srgbClr val="4053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66" name="Google Shape;2466;p49"/>
            <p:cNvSpPr/>
            <p:nvPr/>
          </p:nvSpPr>
          <p:spPr>
            <a:xfrm>
              <a:off x="4775025" y="3215975"/>
              <a:ext cx="44650" cy="546175"/>
            </a:xfrm>
            <a:custGeom>
              <a:avLst/>
              <a:gdLst/>
              <a:ahLst/>
              <a:cxnLst/>
              <a:rect l="l" t="t" r="r" b="b"/>
              <a:pathLst>
                <a:path w="1786" h="21847" extrusionOk="0">
                  <a:moveTo>
                    <a:pt x="1" y="0"/>
                  </a:moveTo>
                  <a:lnTo>
                    <a:pt x="1" y="21847"/>
                  </a:lnTo>
                  <a:lnTo>
                    <a:pt x="1785" y="21847"/>
                  </a:lnTo>
                  <a:cubicBezTo>
                    <a:pt x="1785" y="20237"/>
                    <a:pt x="1742" y="6006"/>
                    <a:pt x="1698" y="0"/>
                  </a:cubicBezTo>
                  <a:close/>
                </a:path>
              </a:pathLst>
            </a:custGeom>
            <a:solidFill>
              <a:srgbClr val="6C8C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67" name="Google Shape;2467;p49"/>
            <p:cNvSpPr/>
            <p:nvPr/>
          </p:nvSpPr>
          <p:spPr>
            <a:xfrm>
              <a:off x="4146175" y="2768800"/>
              <a:ext cx="775775" cy="188250"/>
            </a:xfrm>
            <a:custGeom>
              <a:avLst/>
              <a:gdLst/>
              <a:ahLst/>
              <a:cxnLst/>
              <a:rect l="l" t="t" r="r" b="b"/>
              <a:pathLst>
                <a:path w="31031" h="7530" extrusionOk="0">
                  <a:moveTo>
                    <a:pt x="1" y="1"/>
                  </a:moveTo>
                  <a:lnTo>
                    <a:pt x="7791" y="7530"/>
                  </a:lnTo>
                  <a:lnTo>
                    <a:pt x="31030" y="6920"/>
                  </a:lnTo>
                  <a:lnTo>
                    <a:pt x="2289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68" name="Google Shape;2468;p49"/>
            <p:cNvSpPr/>
            <p:nvPr/>
          </p:nvSpPr>
          <p:spPr>
            <a:xfrm>
              <a:off x="4100475" y="2986400"/>
              <a:ext cx="472225" cy="814925"/>
            </a:xfrm>
            <a:custGeom>
              <a:avLst/>
              <a:gdLst/>
              <a:ahLst/>
              <a:cxnLst/>
              <a:rect l="l" t="t" r="r" b="b"/>
              <a:pathLst>
                <a:path w="18889" h="32597" extrusionOk="0">
                  <a:moveTo>
                    <a:pt x="1" y="1"/>
                  </a:moveTo>
                  <a:lnTo>
                    <a:pt x="1" y="32597"/>
                  </a:lnTo>
                  <a:lnTo>
                    <a:pt x="18888" y="32597"/>
                  </a:lnTo>
                  <a:lnTo>
                    <a:pt x="1888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69" name="Google Shape;2469;p49"/>
            <p:cNvSpPr/>
            <p:nvPr/>
          </p:nvSpPr>
          <p:spPr>
            <a:xfrm>
              <a:off x="3845900" y="2986400"/>
              <a:ext cx="472200" cy="814925"/>
            </a:xfrm>
            <a:custGeom>
              <a:avLst/>
              <a:gdLst/>
              <a:ahLst/>
              <a:cxnLst/>
              <a:rect l="l" t="t" r="r" b="b"/>
              <a:pathLst>
                <a:path w="18888" h="32597" extrusionOk="0">
                  <a:moveTo>
                    <a:pt x="0" y="1"/>
                  </a:moveTo>
                  <a:lnTo>
                    <a:pt x="0" y="32597"/>
                  </a:lnTo>
                  <a:lnTo>
                    <a:pt x="18888" y="32597"/>
                  </a:lnTo>
                  <a:lnTo>
                    <a:pt x="1888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70" name="Google Shape;2470;p49"/>
            <p:cNvSpPr/>
            <p:nvPr/>
          </p:nvSpPr>
          <p:spPr>
            <a:xfrm>
              <a:off x="3928575" y="3069100"/>
              <a:ext cx="307925" cy="650625"/>
            </a:xfrm>
            <a:custGeom>
              <a:avLst/>
              <a:gdLst/>
              <a:ahLst/>
              <a:cxnLst/>
              <a:rect l="l" t="t" r="r" b="b"/>
              <a:pathLst>
                <a:path w="12317" h="26025" extrusionOk="0">
                  <a:moveTo>
                    <a:pt x="1" y="0"/>
                  </a:moveTo>
                  <a:lnTo>
                    <a:pt x="1" y="26025"/>
                  </a:lnTo>
                  <a:lnTo>
                    <a:pt x="12317" y="26025"/>
                  </a:lnTo>
                  <a:lnTo>
                    <a:pt x="12317" y="0"/>
                  </a:lnTo>
                  <a:close/>
                </a:path>
              </a:pathLst>
            </a:custGeom>
            <a:solidFill>
              <a:srgbClr val="4053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71" name="Google Shape;2471;p49"/>
            <p:cNvSpPr/>
            <p:nvPr/>
          </p:nvSpPr>
          <p:spPr>
            <a:xfrm>
              <a:off x="3942725" y="3083225"/>
              <a:ext cx="278550" cy="621275"/>
            </a:xfrm>
            <a:custGeom>
              <a:avLst/>
              <a:gdLst/>
              <a:ahLst/>
              <a:cxnLst/>
              <a:rect l="l" t="t" r="r" b="b"/>
              <a:pathLst>
                <a:path w="11142" h="24851" extrusionOk="0">
                  <a:moveTo>
                    <a:pt x="0" y="1"/>
                  </a:moveTo>
                  <a:lnTo>
                    <a:pt x="0" y="24850"/>
                  </a:lnTo>
                  <a:lnTo>
                    <a:pt x="11141" y="24850"/>
                  </a:lnTo>
                  <a:lnTo>
                    <a:pt x="1114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72" name="Google Shape;2472;p49"/>
            <p:cNvSpPr/>
            <p:nvPr/>
          </p:nvSpPr>
          <p:spPr>
            <a:xfrm>
              <a:off x="3942725" y="3083225"/>
              <a:ext cx="119700" cy="120800"/>
            </a:xfrm>
            <a:custGeom>
              <a:avLst/>
              <a:gdLst/>
              <a:ahLst/>
              <a:cxnLst/>
              <a:rect l="l" t="t" r="r" b="b"/>
              <a:pathLst>
                <a:path w="4788" h="4832" extrusionOk="0">
                  <a:moveTo>
                    <a:pt x="0" y="1"/>
                  </a:moveTo>
                  <a:lnTo>
                    <a:pt x="0" y="4831"/>
                  </a:lnTo>
                  <a:lnTo>
                    <a:pt x="478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73" name="Google Shape;2473;p49"/>
            <p:cNvSpPr/>
            <p:nvPr/>
          </p:nvSpPr>
          <p:spPr>
            <a:xfrm>
              <a:off x="3942725" y="3083225"/>
              <a:ext cx="267675" cy="267675"/>
            </a:xfrm>
            <a:custGeom>
              <a:avLst/>
              <a:gdLst/>
              <a:ahLst/>
              <a:cxnLst/>
              <a:rect l="l" t="t" r="r" b="b"/>
              <a:pathLst>
                <a:path w="10707" h="10707" extrusionOk="0">
                  <a:moveTo>
                    <a:pt x="6746" y="1"/>
                  </a:moveTo>
                  <a:lnTo>
                    <a:pt x="0" y="6746"/>
                  </a:lnTo>
                  <a:lnTo>
                    <a:pt x="0" y="10707"/>
                  </a:lnTo>
                  <a:lnTo>
                    <a:pt x="1070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74" name="Google Shape;2474;p49"/>
            <p:cNvSpPr/>
            <p:nvPr/>
          </p:nvSpPr>
          <p:spPr>
            <a:xfrm>
              <a:off x="3942725" y="3183325"/>
              <a:ext cx="278550" cy="405850"/>
            </a:xfrm>
            <a:custGeom>
              <a:avLst/>
              <a:gdLst/>
              <a:ahLst/>
              <a:cxnLst/>
              <a:rect l="l" t="t" r="r" b="b"/>
              <a:pathLst>
                <a:path w="11142" h="16234" extrusionOk="0">
                  <a:moveTo>
                    <a:pt x="11141" y="1"/>
                  </a:moveTo>
                  <a:lnTo>
                    <a:pt x="0" y="11185"/>
                  </a:lnTo>
                  <a:lnTo>
                    <a:pt x="0" y="16233"/>
                  </a:lnTo>
                  <a:cubicBezTo>
                    <a:pt x="3700" y="12534"/>
                    <a:pt x="7442" y="8835"/>
                    <a:pt x="11141" y="5092"/>
                  </a:cubicBezTo>
                  <a:lnTo>
                    <a:pt x="1114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75" name="Google Shape;2475;p49"/>
            <p:cNvSpPr/>
            <p:nvPr/>
          </p:nvSpPr>
          <p:spPr>
            <a:xfrm>
              <a:off x="3942725" y="3362850"/>
              <a:ext cx="278550" cy="342725"/>
            </a:xfrm>
            <a:custGeom>
              <a:avLst/>
              <a:gdLst/>
              <a:ahLst/>
              <a:cxnLst/>
              <a:rect l="l" t="t" r="r" b="b"/>
              <a:pathLst>
                <a:path w="11142" h="13709" extrusionOk="0">
                  <a:moveTo>
                    <a:pt x="11141" y="0"/>
                  </a:moveTo>
                  <a:lnTo>
                    <a:pt x="0" y="11185"/>
                  </a:lnTo>
                  <a:lnTo>
                    <a:pt x="0" y="13709"/>
                  </a:lnTo>
                  <a:lnTo>
                    <a:pt x="1959" y="13709"/>
                  </a:lnTo>
                  <a:cubicBezTo>
                    <a:pt x="5005" y="10619"/>
                    <a:pt x="8095" y="7529"/>
                    <a:pt x="11141" y="4483"/>
                  </a:cubicBezTo>
                  <a:lnTo>
                    <a:pt x="1114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76" name="Google Shape;2476;p49"/>
            <p:cNvSpPr/>
            <p:nvPr/>
          </p:nvSpPr>
          <p:spPr>
            <a:xfrm>
              <a:off x="4052600" y="3535825"/>
              <a:ext cx="168675" cy="168675"/>
            </a:xfrm>
            <a:custGeom>
              <a:avLst/>
              <a:gdLst/>
              <a:ahLst/>
              <a:cxnLst/>
              <a:rect l="l" t="t" r="r" b="b"/>
              <a:pathLst>
                <a:path w="6747" h="6747" extrusionOk="0">
                  <a:moveTo>
                    <a:pt x="6746" y="1"/>
                  </a:moveTo>
                  <a:lnTo>
                    <a:pt x="1" y="6746"/>
                  </a:lnTo>
                  <a:lnTo>
                    <a:pt x="3613" y="6746"/>
                  </a:lnTo>
                  <a:lnTo>
                    <a:pt x="6746" y="3613"/>
                  </a:lnTo>
                  <a:lnTo>
                    <a:pt x="674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77" name="Google Shape;2477;p49"/>
            <p:cNvSpPr/>
            <p:nvPr/>
          </p:nvSpPr>
          <p:spPr>
            <a:xfrm>
              <a:off x="4078725" y="3073450"/>
              <a:ext cx="12000" cy="641925"/>
            </a:xfrm>
            <a:custGeom>
              <a:avLst/>
              <a:gdLst/>
              <a:ahLst/>
              <a:cxnLst/>
              <a:rect l="l" t="t" r="r" b="b"/>
              <a:pathLst>
                <a:path w="480" h="25677" extrusionOk="0">
                  <a:moveTo>
                    <a:pt x="0" y="0"/>
                  </a:moveTo>
                  <a:lnTo>
                    <a:pt x="0" y="25677"/>
                  </a:lnTo>
                  <a:lnTo>
                    <a:pt x="479" y="25677"/>
                  </a:lnTo>
                  <a:lnTo>
                    <a:pt x="479" y="0"/>
                  </a:lnTo>
                  <a:close/>
                </a:path>
              </a:pathLst>
            </a:custGeom>
            <a:solidFill>
              <a:srgbClr val="4053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78" name="Google Shape;2478;p49"/>
            <p:cNvSpPr/>
            <p:nvPr/>
          </p:nvSpPr>
          <p:spPr>
            <a:xfrm>
              <a:off x="3936200" y="3229025"/>
              <a:ext cx="290525" cy="12000"/>
            </a:xfrm>
            <a:custGeom>
              <a:avLst/>
              <a:gdLst/>
              <a:ahLst/>
              <a:cxnLst/>
              <a:rect l="l" t="t" r="r" b="b"/>
              <a:pathLst>
                <a:path w="11621" h="480" extrusionOk="0">
                  <a:moveTo>
                    <a:pt x="0" y="0"/>
                  </a:moveTo>
                  <a:lnTo>
                    <a:pt x="0" y="479"/>
                  </a:lnTo>
                  <a:lnTo>
                    <a:pt x="11620" y="479"/>
                  </a:lnTo>
                  <a:lnTo>
                    <a:pt x="11620" y="0"/>
                  </a:lnTo>
                  <a:close/>
                </a:path>
              </a:pathLst>
            </a:custGeom>
            <a:solidFill>
              <a:srgbClr val="4053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79" name="Google Shape;2479;p49"/>
            <p:cNvSpPr/>
            <p:nvPr/>
          </p:nvSpPr>
          <p:spPr>
            <a:xfrm>
              <a:off x="3936200" y="3386775"/>
              <a:ext cx="290525" cy="12000"/>
            </a:xfrm>
            <a:custGeom>
              <a:avLst/>
              <a:gdLst/>
              <a:ahLst/>
              <a:cxnLst/>
              <a:rect l="l" t="t" r="r" b="b"/>
              <a:pathLst>
                <a:path w="11621" h="480" extrusionOk="0">
                  <a:moveTo>
                    <a:pt x="0" y="1"/>
                  </a:moveTo>
                  <a:lnTo>
                    <a:pt x="0" y="479"/>
                  </a:lnTo>
                  <a:lnTo>
                    <a:pt x="11620" y="479"/>
                  </a:lnTo>
                  <a:lnTo>
                    <a:pt x="11620" y="1"/>
                  </a:lnTo>
                  <a:close/>
                </a:path>
              </a:pathLst>
            </a:custGeom>
            <a:solidFill>
              <a:srgbClr val="4053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80" name="Google Shape;2480;p49"/>
            <p:cNvSpPr/>
            <p:nvPr/>
          </p:nvSpPr>
          <p:spPr>
            <a:xfrm>
              <a:off x="3936200" y="3543450"/>
              <a:ext cx="290525" cy="13075"/>
            </a:xfrm>
            <a:custGeom>
              <a:avLst/>
              <a:gdLst/>
              <a:ahLst/>
              <a:cxnLst/>
              <a:rect l="l" t="t" r="r" b="b"/>
              <a:pathLst>
                <a:path w="11621" h="523" extrusionOk="0">
                  <a:moveTo>
                    <a:pt x="0" y="1"/>
                  </a:moveTo>
                  <a:lnTo>
                    <a:pt x="0" y="523"/>
                  </a:lnTo>
                  <a:lnTo>
                    <a:pt x="11620" y="523"/>
                  </a:lnTo>
                  <a:lnTo>
                    <a:pt x="11620" y="1"/>
                  </a:lnTo>
                  <a:close/>
                </a:path>
              </a:pathLst>
            </a:custGeom>
            <a:solidFill>
              <a:srgbClr val="4053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81" name="Google Shape;2481;p49"/>
            <p:cNvSpPr/>
            <p:nvPr/>
          </p:nvSpPr>
          <p:spPr>
            <a:xfrm>
              <a:off x="4355075" y="3400925"/>
              <a:ext cx="839950" cy="313375"/>
            </a:xfrm>
            <a:custGeom>
              <a:avLst/>
              <a:gdLst/>
              <a:ahLst/>
              <a:cxnLst/>
              <a:rect l="l" t="t" r="r" b="b"/>
              <a:pathLst>
                <a:path w="33598" h="12535" extrusionOk="0">
                  <a:moveTo>
                    <a:pt x="0" y="0"/>
                  </a:moveTo>
                  <a:lnTo>
                    <a:pt x="0" y="12534"/>
                  </a:lnTo>
                  <a:lnTo>
                    <a:pt x="33598" y="12534"/>
                  </a:lnTo>
                  <a:lnTo>
                    <a:pt x="33598" y="0"/>
                  </a:lnTo>
                  <a:close/>
                </a:path>
              </a:pathLst>
            </a:custGeom>
            <a:solidFill>
              <a:srgbClr val="4053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82" name="Google Shape;2482;p49"/>
            <p:cNvSpPr/>
            <p:nvPr/>
          </p:nvSpPr>
          <p:spPr>
            <a:xfrm>
              <a:off x="4268025" y="3313875"/>
              <a:ext cx="957475" cy="487450"/>
            </a:xfrm>
            <a:custGeom>
              <a:avLst/>
              <a:gdLst/>
              <a:ahLst/>
              <a:cxnLst/>
              <a:rect l="l" t="t" r="r" b="b"/>
              <a:pathLst>
                <a:path w="38299" h="19498" extrusionOk="0">
                  <a:moveTo>
                    <a:pt x="1" y="1"/>
                  </a:moveTo>
                  <a:lnTo>
                    <a:pt x="1" y="19498"/>
                  </a:lnTo>
                  <a:lnTo>
                    <a:pt x="38298" y="19498"/>
                  </a:lnTo>
                  <a:lnTo>
                    <a:pt x="38298" y="16016"/>
                  </a:lnTo>
                  <a:lnTo>
                    <a:pt x="6790" y="16016"/>
                  </a:lnTo>
                  <a:lnTo>
                    <a:pt x="6790" y="3482"/>
                  </a:lnTo>
                  <a:lnTo>
                    <a:pt x="38298" y="3482"/>
                  </a:lnTo>
                  <a:lnTo>
                    <a:pt x="3829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83" name="Google Shape;2483;p49"/>
            <p:cNvSpPr/>
            <p:nvPr/>
          </p:nvSpPr>
          <p:spPr>
            <a:xfrm>
              <a:off x="4893625" y="3313875"/>
              <a:ext cx="331875" cy="87075"/>
            </a:xfrm>
            <a:custGeom>
              <a:avLst/>
              <a:gdLst/>
              <a:ahLst/>
              <a:cxnLst/>
              <a:rect l="l" t="t" r="r" b="b"/>
              <a:pathLst>
                <a:path w="13275" h="3483" extrusionOk="0">
                  <a:moveTo>
                    <a:pt x="1" y="1"/>
                  </a:moveTo>
                  <a:lnTo>
                    <a:pt x="1" y="3482"/>
                  </a:lnTo>
                  <a:lnTo>
                    <a:pt x="13274" y="3482"/>
                  </a:lnTo>
                  <a:lnTo>
                    <a:pt x="13274"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84" name="Google Shape;2484;p49"/>
            <p:cNvSpPr/>
            <p:nvPr/>
          </p:nvSpPr>
          <p:spPr>
            <a:xfrm>
              <a:off x="3523850" y="3313875"/>
              <a:ext cx="331850" cy="87075"/>
            </a:xfrm>
            <a:custGeom>
              <a:avLst/>
              <a:gdLst/>
              <a:ahLst/>
              <a:cxnLst/>
              <a:rect l="l" t="t" r="r" b="b"/>
              <a:pathLst>
                <a:path w="13274" h="3483" extrusionOk="0">
                  <a:moveTo>
                    <a:pt x="0" y="1"/>
                  </a:moveTo>
                  <a:lnTo>
                    <a:pt x="0" y="3482"/>
                  </a:lnTo>
                  <a:lnTo>
                    <a:pt x="13274" y="3482"/>
                  </a:lnTo>
                  <a:lnTo>
                    <a:pt x="1327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85" name="Google Shape;2485;p49"/>
            <p:cNvSpPr/>
            <p:nvPr/>
          </p:nvSpPr>
          <p:spPr>
            <a:xfrm>
              <a:off x="4893625" y="3714275"/>
              <a:ext cx="331875" cy="87050"/>
            </a:xfrm>
            <a:custGeom>
              <a:avLst/>
              <a:gdLst/>
              <a:ahLst/>
              <a:cxnLst/>
              <a:rect l="l" t="t" r="r" b="b"/>
              <a:pathLst>
                <a:path w="13275" h="3482" extrusionOk="0">
                  <a:moveTo>
                    <a:pt x="1" y="0"/>
                  </a:moveTo>
                  <a:lnTo>
                    <a:pt x="1" y="3482"/>
                  </a:lnTo>
                  <a:lnTo>
                    <a:pt x="13274" y="3482"/>
                  </a:lnTo>
                  <a:lnTo>
                    <a:pt x="1327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86" name="Google Shape;2486;p49"/>
            <p:cNvSpPr/>
            <p:nvPr/>
          </p:nvSpPr>
          <p:spPr>
            <a:xfrm>
              <a:off x="4368125" y="3416150"/>
              <a:ext cx="813850" cy="284000"/>
            </a:xfrm>
            <a:custGeom>
              <a:avLst/>
              <a:gdLst/>
              <a:ahLst/>
              <a:cxnLst/>
              <a:rect l="l" t="t" r="r" b="b"/>
              <a:pathLst>
                <a:path w="32554" h="11360" extrusionOk="0">
                  <a:moveTo>
                    <a:pt x="1" y="1"/>
                  </a:moveTo>
                  <a:lnTo>
                    <a:pt x="1" y="11359"/>
                  </a:lnTo>
                  <a:lnTo>
                    <a:pt x="32553" y="11359"/>
                  </a:lnTo>
                  <a:lnTo>
                    <a:pt x="32553"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87" name="Google Shape;2487;p49"/>
            <p:cNvSpPr/>
            <p:nvPr/>
          </p:nvSpPr>
          <p:spPr>
            <a:xfrm>
              <a:off x="4865350" y="3416150"/>
              <a:ext cx="83800" cy="82725"/>
            </a:xfrm>
            <a:custGeom>
              <a:avLst/>
              <a:gdLst/>
              <a:ahLst/>
              <a:cxnLst/>
              <a:rect l="l" t="t" r="r" b="b"/>
              <a:pathLst>
                <a:path w="3352" h="3309" extrusionOk="0">
                  <a:moveTo>
                    <a:pt x="0" y="1"/>
                  </a:moveTo>
                  <a:lnTo>
                    <a:pt x="0" y="3308"/>
                  </a:lnTo>
                  <a:lnTo>
                    <a:pt x="3351" y="1"/>
                  </a:lnTo>
                  <a:close/>
                </a:path>
              </a:pathLst>
            </a:custGeom>
            <a:solidFill>
              <a:srgbClr val="78D1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88" name="Google Shape;2488;p49"/>
            <p:cNvSpPr/>
            <p:nvPr/>
          </p:nvSpPr>
          <p:spPr>
            <a:xfrm>
              <a:off x="4865350" y="3416150"/>
              <a:ext cx="187150" cy="188250"/>
            </a:xfrm>
            <a:custGeom>
              <a:avLst/>
              <a:gdLst/>
              <a:ahLst/>
              <a:cxnLst/>
              <a:rect l="l" t="t" r="r" b="b"/>
              <a:pathLst>
                <a:path w="7486" h="7530" extrusionOk="0">
                  <a:moveTo>
                    <a:pt x="6223" y="1"/>
                  </a:moveTo>
                  <a:lnTo>
                    <a:pt x="0" y="6268"/>
                  </a:lnTo>
                  <a:lnTo>
                    <a:pt x="0" y="7530"/>
                  </a:lnTo>
                  <a:lnTo>
                    <a:pt x="748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89" name="Google Shape;2489;p49"/>
            <p:cNvSpPr/>
            <p:nvPr/>
          </p:nvSpPr>
          <p:spPr>
            <a:xfrm>
              <a:off x="4865350" y="3416150"/>
              <a:ext cx="316625" cy="284000"/>
            </a:xfrm>
            <a:custGeom>
              <a:avLst/>
              <a:gdLst/>
              <a:ahLst/>
              <a:cxnLst/>
              <a:rect l="l" t="t" r="r" b="b"/>
              <a:pathLst>
                <a:path w="12665" h="11360" extrusionOk="0">
                  <a:moveTo>
                    <a:pt x="10314" y="1"/>
                  </a:moveTo>
                  <a:lnTo>
                    <a:pt x="0" y="10358"/>
                  </a:lnTo>
                  <a:lnTo>
                    <a:pt x="0" y="11359"/>
                  </a:lnTo>
                  <a:lnTo>
                    <a:pt x="4265" y="11359"/>
                  </a:lnTo>
                  <a:lnTo>
                    <a:pt x="12664" y="3004"/>
                  </a:lnTo>
                  <a:lnTo>
                    <a:pt x="1266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90" name="Google Shape;2490;p49"/>
            <p:cNvSpPr/>
            <p:nvPr/>
          </p:nvSpPr>
          <p:spPr>
            <a:xfrm>
              <a:off x="5055750" y="3573925"/>
              <a:ext cx="126225" cy="126225"/>
            </a:xfrm>
            <a:custGeom>
              <a:avLst/>
              <a:gdLst/>
              <a:ahLst/>
              <a:cxnLst/>
              <a:rect l="l" t="t" r="r" b="b"/>
              <a:pathLst>
                <a:path w="5049" h="5049" extrusionOk="0">
                  <a:moveTo>
                    <a:pt x="5048" y="0"/>
                  </a:moveTo>
                  <a:lnTo>
                    <a:pt x="0" y="5048"/>
                  </a:lnTo>
                  <a:lnTo>
                    <a:pt x="5048" y="5048"/>
                  </a:lnTo>
                  <a:lnTo>
                    <a:pt x="504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91" name="Google Shape;2491;p49"/>
            <p:cNvSpPr/>
            <p:nvPr/>
          </p:nvSpPr>
          <p:spPr>
            <a:xfrm>
              <a:off x="4355075" y="3400925"/>
              <a:ext cx="512475" cy="313375"/>
            </a:xfrm>
            <a:custGeom>
              <a:avLst/>
              <a:gdLst/>
              <a:ahLst/>
              <a:cxnLst/>
              <a:rect l="l" t="t" r="r" b="b"/>
              <a:pathLst>
                <a:path w="20499" h="12535" extrusionOk="0">
                  <a:moveTo>
                    <a:pt x="0" y="0"/>
                  </a:moveTo>
                  <a:lnTo>
                    <a:pt x="0" y="12534"/>
                  </a:lnTo>
                  <a:lnTo>
                    <a:pt x="20498" y="12534"/>
                  </a:lnTo>
                  <a:lnTo>
                    <a:pt x="20498" y="0"/>
                  </a:lnTo>
                  <a:close/>
                </a:path>
              </a:pathLst>
            </a:custGeom>
            <a:solidFill>
              <a:srgbClr val="4053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92" name="Google Shape;2492;p49"/>
            <p:cNvSpPr/>
            <p:nvPr/>
          </p:nvSpPr>
          <p:spPr>
            <a:xfrm>
              <a:off x="4368125" y="3416150"/>
              <a:ext cx="484175" cy="284000"/>
            </a:xfrm>
            <a:custGeom>
              <a:avLst/>
              <a:gdLst/>
              <a:ahLst/>
              <a:cxnLst/>
              <a:rect l="l" t="t" r="r" b="b"/>
              <a:pathLst>
                <a:path w="19367" h="11360" extrusionOk="0">
                  <a:moveTo>
                    <a:pt x="1" y="1"/>
                  </a:moveTo>
                  <a:lnTo>
                    <a:pt x="1" y="11359"/>
                  </a:lnTo>
                  <a:lnTo>
                    <a:pt x="19367" y="11359"/>
                  </a:lnTo>
                  <a:lnTo>
                    <a:pt x="1936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93" name="Google Shape;2493;p49"/>
            <p:cNvSpPr/>
            <p:nvPr/>
          </p:nvSpPr>
          <p:spPr>
            <a:xfrm>
              <a:off x="4368125" y="3416150"/>
              <a:ext cx="100125" cy="99050"/>
            </a:xfrm>
            <a:custGeom>
              <a:avLst/>
              <a:gdLst/>
              <a:ahLst/>
              <a:cxnLst/>
              <a:rect l="l" t="t" r="r" b="b"/>
              <a:pathLst>
                <a:path w="4005" h="3962" extrusionOk="0">
                  <a:moveTo>
                    <a:pt x="1" y="1"/>
                  </a:moveTo>
                  <a:lnTo>
                    <a:pt x="1" y="3961"/>
                  </a:lnTo>
                  <a:lnTo>
                    <a:pt x="400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94" name="Google Shape;2494;p49"/>
            <p:cNvSpPr/>
            <p:nvPr/>
          </p:nvSpPr>
          <p:spPr>
            <a:xfrm>
              <a:off x="4368125" y="3416150"/>
              <a:ext cx="213275" cy="212200"/>
            </a:xfrm>
            <a:custGeom>
              <a:avLst/>
              <a:gdLst/>
              <a:ahLst/>
              <a:cxnLst/>
              <a:rect l="l" t="t" r="r" b="b"/>
              <a:pathLst>
                <a:path w="8531" h="8488" extrusionOk="0">
                  <a:moveTo>
                    <a:pt x="5528" y="1"/>
                  </a:moveTo>
                  <a:lnTo>
                    <a:pt x="1" y="5441"/>
                  </a:lnTo>
                  <a:lnTo>
                    <a:pt x="1" y="8487"/>
                  </a:lnTo>
                  <a:lnTo>
                    <a:pt x="853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95" name="Google Shape;2495;p49"/>
            <p:cNvSpPr/>
            <p:nvPr/>
          </p:nvSpPr>
          <p:spPr>
            <a:xfrm>
              <a:off x="4383350" y="3416150"/>
              <a:ext cx="394975" cy="284000"/>
            </a:xfrm>
            <a:custGeom>
              <a:avLst/>
              <a:gdLst/>
              <a:ahLst/>
              <a:cxnLst/>
              <a:rect l="l" t="t" r="r" b="b"/>
              <a:pathLst>
                <a:path w="15799" h="11360" extrusionOk="0">
                  <a:moveTo>
                    <a:pt x="11359" y="1"/>
                  </a:moveTo>
                  <a:lnTo>
                    <a:pt x="7008" y="4353"/>
                  </a:lnTo>
                  <a:lnTo>
                    <a:pt x="1" y="11359"/>
                  </a:lnTo>
                  <a:lnTo>
                    <a:pt x="4396" y="11359"/>
                  </a:lnTo>
                  <a:cubicBezTo>
                    <a:pt x="8183" y="7573"/>
                    <a:pt x="11969" y="3743"/>
                    <a:pt x="1579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96" name="Google Shape;2496;p49"/>
            <p:cNvSpPr/>
            <p:nvPr/>
          </p:nvSpPr>
          <p:spPr>
            <a:xfrm>
              <a:off x="4542200" y="3416150"/>
              <a:ext cx="312275" cy="284000"/>
            </a:xfrm>
            <a:custGeom>
              <a:avLst/>
              <a:gdLst/>
              <a:ahLst/>
              <a:cxnLst/>
              <a:rect l="l" t="t" r="r" b="b"/>
              <a:pathLst>
                <a:path w="12491" h="11360" extrusionOk="0">
                  <a:moveTo>
                    <a:pt x="11403" y="1"/>
                  </a:moveTo>
                  <a:lnTo>
                    <a:pt x="1" y="11359"/>
                  </a:lnTo>
                  <a:lnTo>
                    <a:pt x="5005" y="11359"/>
                  </a:lnTo>
                  <a:cubicBezTo>
                    <a:pt x="7486" y="8879"/>
                    <a:pt x="9967" y="6442"/>
                    <a:pt x="12491" y="3918"/>
                  </a:cubicBezTo>
                  <a:lnTo>
                    <a:pt x="1249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97" name="Google Shape;2497;p49"/>
            <p:cNvSpPr/>
            <p:nvPr/>
          </p:nvSpPr>
          <p:spPr>
            <a:xfrm>
              <a:off x="4763075" y="3609825"/>
              <a:ext cx="91400" cy="90325"/>
            </a:xfrm>
            <a:custGeom>
              <a:avLst/>
              <a:gdLst/>
              <a:ahLst/>
              <a:cxnLst/>
              <a:rect l="l" t="t" r="r" b="b"/>
              <a:pathLst>
                <a:path w="3656" h="3613" extrusionOk="0">
                  <a:moveTo>
                    <a:pt x="3656" y="0"/>
                  </a:moveTo>
                  <a:cubicBezTo>
                    <a:pt x="2394" y="1175"/>
                    <a:pt x="1175" y="2437"/>
                    <a:pt x="0" y="3612"/>
                  </a:cubicBezTo>
                  <a:lnTo>
                    <a:pt x="3656" y="3612"/>
                  </a:lnTo>
                  <a:lnTo>
                    <a:pt x="365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98" name="Google Shape;2498;p49"/>
            <p:cNvSpPr/>
            <p:nvPr/>
          </p:nvSpPr>
          <p:spPr>
            <a:xfrm>
              <a:off x="4600950" y="3409625"/>
              <a:ext cx="13100" cy="294875"/>
            </a:xfrm>
            <a:custGeom>
              <a:avLst/>
              <a:gdLst/>
              <a:ahLst/>
              <a:cxnLst/>
              <a:rect l="l" t="t" r="r" b="b"/>
              <a:pathLst>
                <a:path w="524" h="11795" extrusionOk="0">
                  <a:moveTo>
                    <a:pt x="1" y="1"/>
                  </a:moveTo>
                  <a:lnTo>
                    <a:pt x="1" y="11794"/>
                  </a:lnTo>
                  <a:lnTo>
                    <a:pt x="523" y="11794"/>
                  </a:lnTo>
                  <a:lnTo>
                    <a:pt x="523" y="1"/>
                  </a:lnTo>
                  <a:close/>
                </a:path>
              </a:pathLst>
            </a:custGeom>
            <a:solidFill>
              <a:srgbClr val="4053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99" name="Google Shape;2499;p49"/>
            <p:cNvSpPr/>
            <p:nvPr/>
          </p:nvSpPr>
          <p:spPr>
            <a:xfrm>
              <a:off x="5033975" y="3409625"/>
              <a:ext cx="10900" cy="294875"/>
            </a:xfrm>
            <a:custGeom>
              <a:avLst/>
              <a:gdLst/>
              <a:ahLst/>
              <a:cxnLst/>
              <a:rect l="l" t="t" r="r" b="b"/>
              <a:pathLst>
                <a:path w="436" h="11795" extrusionOk="0">
                  <a:moveTo>
                    <a:pt x="1" y="1"/>
                  </a:moveTo>
                  <a:lnTo>
                    <a:pt x="1" y="11794"/>
                  </a:lnTo>
                  <a:lnTo>
                    <a:pt x="436" y="11794"/>
                  </a:lnTo>
                  <a:lnTo>
                    <a:pt x="436" y="1"/>
                  </a:lnTo>
                  <a:close/>
                </a:path>
              </a:pathLst>
            </a:custGeom>
            <a:solidFill>
              <a:srgbClr val="4053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00" name="Google Shape;2500;p49"/>
            <p:cNvSpPr/>
            <p:nvPr/>
          </p:nvSpPr>
          <p:spPr>
            <a:xfrm>
              <a:off x="4362675" y="3549975"/>
              <a:ext cx="492900" cy="13075"/>
            </a:xfrm>
            <a:custGeom>
              <a:avLst/>
              <a:gdLst/>
              <a:ahLst/>
              <a:cxnLst/>
              <a:rect l="l" t="t" r="r" b="b"/>
              <a:pathLst>
                <a:path w="19716" h="523" extrusionOk="0">
                  <a:moveTo>
                    <a:pt x="1" y="1"/>
                  </a:moveTo>
                  <a:lnTo>
                    <a:pt x="1" y="523"/>
                  </a:lnTo>
                  <a:lnTo>
                    <a:pt x="19715" y="523"/>
                  </a:lnTo>
                  <a:lnTo>
                    <a:pt x="19715" y="1"/>
                  </a:lnTo>
                  <a:close/>
                </a:path>
              </a:pathLst>
            </a:custGeom>
            <a:solidFill>
              <a:srgbClr val="4053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01" name="Google Shape;2501;p49"/>
            <p:cNvSpPr/>
            <p:nvPr/>
          </p:nvSpPr>
          <p:spPr>
            <a:xfrm>
              <a:off x="4856625" y="3549975"/>
              <a:ext cx="332950" cy="13075"/>
            </a:xfrm>
            <a:custGeom>
              <a:avLst/>
              <a:gdLst/>
              <a:ahLst/>
              <a:cxnLst/>
              <a:rect l="l" t="t" r="r" b="b"/>
              <a:pathLst>
                <a:path w="13318" h="523" extrusionOk="0">
                  <a:moveTo>
                    <a:pt x="1" y="1"/>
                  </a:moveTo>
                  <a:lnTo>
                    <a:pt x="1" y="523"/>
                  </a:lnTo>
                  <a:lnTo>
                    <a:pt x="13318" y="523"/>
                  </a:lnTo>
                  <a:lnTo>
                    <a:pt x="13318" y="1"/>
                  </a:lnTo>
                  <a:close/>
                </a:path>
              </a:pathLst>
            </a:custGeom>
            <a:solidFill>
              <a:srgbClr val="4053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02" name="Google Shape;2502;p49"/>
            <p:cNvSpPr/>
            <p:nvPr/>
          </p:nvSpPr>
          <p:spPr>
            <a:xfrm>
              <a:off x="3806725" y="2941800"/>
              <a:ext cx="1115225" cy="70750"/>
            </a:xfrm>
            <a:custGeom>
              <a:avLst/>
              <a:gdLst/>
              <a:ahLst/>
              <a:cxnLst/>
              <a:rect l="l" t="t" r="r" b="b"/>
              <a:pathLst>
                <a:path w="44609" h="2830" extrusionOk="0">
                  <a:moveTo>
                    <a:pt x="0" y="0"/>
                  </a:moveTo>
                  <a:lnTo>
                    <a:pt x="0" y="2829"/>
                  </a:lnTo>
                  <a:lnTo>
                    <a:pt x="44608" y="2829"/>
                  </a:lnTo>
                  <a:lnTo>
                    <a:pt x="4460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03" name="Google Shape;2503;p49"/>
            <p:cNvSpPr/>
            <p:nvPr/>
          </p:nvSpPr>
          <p:spPr>
            <a:xfrm>
              <a:off x="4384450" y="2941800"/>
              <a:ext cx="537500" cy="70750"/>
            </a:xfrm>
            <a:custGeom>
              <a:avLst/>
              <a:gdLst/>
              <a:ahLst/>
              <a:cxnLst/>
              <a:rect l="l" t="t" r="r" b="b"/>
              <a:pathLst>
                <a:path w="21500" h="2830" extrusionOk="0">
                  <a:moveTo>
                    <a:pt x="0" y="0"/>
                  </a:moveTo>
                  <a:lnTo>
                    <a:pt x="0" y="2829"/>
                  </a:lnTo>
                  <a:lnTo>
                    <a:pt x="21499" y="2829"/>
                  </a:lnTo>
                  <a:lnTo>
                    <a:pt x="2149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04" name="Google Shape;2504;p49"/>
            <p:cNvSpPr/>
            <p:nvPr/>
          </p:nvSpPr>
          <p:spPr>
            <a:xfrm>
              <a:off x="4634675" y="2753575"/>
              <a:ext cx="156700" cy="560325"/>
            </a:xfrm>
            <a:custGeom>
              <a:avLst/>
              <a:gdLst/>
              <a:ahLst/>
              <a:cxnLst/>
              <a:rect l="l" t="t" r="r" b="b"/>
              <a:pathLst>
                <a:path w="6268" h="22413" extrusionOk="0">
                  <a:moveTo>
                    <a:pt x="1" y="0"/>
                  </a:moveTo>
                  <a:lnTo>
                    <a:pt x="1" y="22413"/>
                  </a:lnTo>
                  <a:lnTo>
                    <a:pt x="6268" y="22413"/>
                  </a:lnTo>
                  <a:lnTo>
                    <a:pt x="62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05" name="Google Shape;2505;p49"/>
            <p:cNvSpPr/>
            <p:nvPr/>
          </p:nvSpPr>
          <p:spPr>
            <a:xfrm>
              <a:off x="4790275" y="2753575"/>
              <a:ext cx="66375" cy="560325"/>
            </a:xfrm>
            <a:custGeom>
              <a:avLst/>
              <a:gdLst/>
              <a:ahLst/>
              <a:cxnLst/>
              <a:rect l="l" t="t" r="r" b="b"/>
              <a:pathLst>
                <a:path w="2655" h="22413" extrusionOk="0">
                  <a:moveTo>
                    <a:pt x="0" y="0"/>
                  </a:moveTo>
                  <a:lnTo>
                    <a:pt x="0" y="22413"/>
                  </a:lnTo>
                  <a:lnTo>
                    <a:pt x="2655" y="22413"/>
                  </a:lnTo>
                  <a:lnTo>
                    <a:pt x="265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06" name="Google Shape;2506;p49"/>
            <p:cNvSpPr/>
            <p:nvPr/>
          </p:nvSpPr>
          <p:spPr>
            <a:xfrm>
              <a:off x="4591175" y="2699175"/>
              <a:ext cx="299225" cy="59850"/>
            </a:xfrm>
            <a:custGeom>
              <a:avLst/>
              <a:gdLst/>
              <a:ahLst/>
              <a:cxnLst/>
              <a:rect l="l" t="t" r="r" b="b"/>
              <a:pathLst>
                <a:path w="11969" h="2394" extrusionOk="0">
                  <a:moveTo>
                    <a:pt x="0" y="0"/>
                  </a:moveTo>
                  <a:lnTo>
                    <a:pt x="0" y="2394"/>
                  </a:lnTo>
                  <a:lnTo>
                    <a:pt x="11968" y="2394"/>
                  </a:lnTo>
                  <a:lnTo>
                    <a:pt x="119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07" name="Google Shape;2507;p49"/>
            <p:cNvSpPr/>
            <p:nvPr/>
          </p:nvSpPr>
          <p:spPr>
            <a:xfrm>
              <a:off x="4784825" y="2699175"/>
              <a:ext cx="105575" cy="59850"/>
            </a:xfrm>
            <a:custGeom>
              <a:avLst/>
              <a:gdLst/>
              <a:ahLst/>
              <a:cxnLst/>
              <a:rect l="l" t="t" r="r" b="b"/>
              <a:pathLst>
                <a:path w="4223" h="2394" extrusionOk="0">
                  <a:moveTo>
                    <a:pt x="1" y="0"/>
                  </a:moveTo>
                  <a:lnTo>
                    <a:pt x="1" y="2394"/>
                  </a:lnTo>
                  <a:lnTo>
                    <a:pt x="4222" y="2394"/>
                  </a:lnTo>
                  <a:lnTo>
                    <a:pt x="422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08" name="Google Shape;2508;p49"/>
            <p:cNvSpPr/>
            <p:nvPr/>
          </p:nvSpPr>
          <p:spPr>
            <a:xfrm>
              <a:off x="4409475" y="3110425"/>
              <a:ext cx="111000" cy="205650"/>
            </a:xfrm>
            <a:custGeom>
              <a:avLst/>
              <a:gdLst/>
              <a:ahLst/>
              <a:cxnLst/>
              <a:rect l="l" t="t" r="r" b="b"/>
              <a:pathLst>
                <a:path w="4440" h="8226" extrusionOk="0">
                  <a:moveTo>
                    <a:pt x="0" y="1"/>
                  </a:moveTo>
                  <a:lnTo>
                    <a:pt x="0" y="8226"/>
                  </a:lnTo>
                  <a:lnTo>
                    <a:pt x="4439" y="8226"/>
                  </a:lnTo>
                  <a:lnTo>
                    <a:pt x="4439" y="1"/>
                  </a:lnTo>
                  <a:close/>
                </a:path>
              </a:pathLst>
            </a:custGeom>
            <a:solidFill>
              <a:srgbClr val="4053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09" name="Google Shape;2509;p49"/>
            <p:cNvSpPr/>
            <p:nvPr/>
          </p:nvSpPr>
          <p:spPr>
            <a:xfrm>
              <a:off x="4422525" y="3124575"/>
              <a:ext cx="81625" cy="190425"/>
            </a:xfrm>
            <a:custGeom>
              <a:avLst/>
              <a:gdLst/>
              <a:ahLst/>
              <a:cxnLst/>
              <a:rect l="l" t="t" r="r" b="b"/>
              <a:pathLst>
                <a:path w="3265" h="7617" extrusionOk="0">
                  <a:moveTo>
                    <a:pt x="1" y="1"/>
                  </a:moveTo>
                  <a:lnTo>
                    <a:pt x="1" y="7616"/>
                  </a:lnTo>
                  <a:lnTo>
                    <a:pt x="3265" y="7616"/>
                  </a:lnTo>
                  <a:lnTo>
                    <a:pt x="3265"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10" name="Google Shape;2510;p49"/>
            <p:cNvSpPr/>
            <p:nvPr/>
          </p:nvSpPr>
          <p:spPr>
            <a:xfrm>
              <a:off x="4422525" y="3125675"/>
              <a:ext cx="21775" cy="19600"/>
            </a:xfrm>
            <a:custGeom>
              <a:avLst/>
              <a:gdLst/>
              <a:ahLst/>
              <a:cxnLst/>
              <a:rect l="l" t="t" r="r" b="b"/>
              <a:pathLst>
                <a:path w="871" h="784" extrusionOk="0">
                  <a:moveTo>
                    <a:pt x="1" y="0"/>
                  </a:moveTo>
                  <a:lnTo>
                    <a:pt x="1" y="783"/>
                  </a:lnTo>
                  <a:lnTo>
                    <a:pt x="87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11" name="Google Shape;2511;p49"/>
            <p:cNvSpPr/>
            <p:nvPr/>
          </p:nvSpPr>
          <p:spPr>
            <a:xfrm>
              <a:off x="4422525" y="3205075"/>
              <a:ext cx="81625" cy="108825"/>
            </a:xfrm>
            <a:custGeom>
              <a:avLst/>
              <a:gdLst/>
              <a:ahLst/>
              <a:cxnLst/>
              <a:rect l="l" t="t" r="r" b="b"/>
              <a:pathLst>
                <a:path w="3265" h="4353" extrusionOk="0">
                  <a:moveTo>
                    <a:pt x="3265" y="1"/>
                  </a:moveTo>
                  <a:lnTo>
                    <a:pt x="1" y="3265"/>
                  </a:lnTo>
                  <a:lnTo>
                    <a:pt x="1" y="4353"/>
                  </a:lnTo>
                  <a:lnTo>
                    <a:pt x="871" y="4353"/>
                  </a:lnTo>
                  <a:cubicBezTo>
                    <a:pt x="1698" y="3613"/>
                    <a:pt x="2525" y="2786"/>
                    <a:pt x="3265" y="1959"/>
                  </a:cubicBezTo>
                  <a:lnTo>
                    <a:pt x="326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12" name="Google Shape;2512;p49"/>
            <p:cNvSpPr/>
            <p:nvPr/>
          </p:nvSpPr>
          <p:spPr>
            <a:xfrm>
              <a:off x="4422525" y="3125675"/>
              <a:ext cx="81625" cy="130575"/>
            </a:xfrm>
            <a:custGeom>
              <a:avLst/>
              <a:gdLst/>
              <a:ahLst/>
              <a:cxnLst/>
              <a:rect l="l" t="t" r="r" b="b"/>
              <a:pathLst>
                <a:path w="3265" h="5223" extrusionOk="0">
                  <a:moveTo>
                    <a:pt x="2351" y="0"/>
                  </a:moveTo>
                  <a:lnTo>
                    <a:pt x="1" y="2263"/>
                  </a:lnTo>
                  <a:lnTo>
                    <a:pt x="1" y="5222"/>
                  </a:lnTo>
                  <a:lnTo>
                    <a:pt x="3265" y="1958"/>
                  </a:lnTo>
                  <a:lnTo>
                    <a:pt x="326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13" name="Google Shape;2513;p49"/>
            <p:cNvSpPr/>
            <p:nvPr/>
          </p:nvSpPr>
          <p:spPr>
            <a:xfrm>
              <a:off x="4268025" y="3298650"/>
              <a:ext cx="955300" cy="19600"/>
            </a:xfrm>
            <a:custGeom>
              <a:avLst/>
              <a:gdLst/>
              <a:ahLst/>
              <a:cxnLst/>
              <a:rect l="l" t="t" r="r" b="b"/>
              <a:pathLst>
                <a:path w="38212" h="784" extrusionOk="0">
                  <a:moveTo>
                    <a:pt x="1" y="1"/>
                  </a:moveTo>
                  <a:lnTo>
                    <a:pt x="1" y="784"/>
                  </a:lnTo>
                  <a:lnTo>
                    <a:pt x="38211" y="784"/>
                  </a:lnTo>
                  <a:lnTo>
                    <a:pt x="38211" y="1"/>
                  </a:lnTo>
                  <a:close/>
                </a:path>
              </a:pathLst>
            </a:custGeom>
            <a:solidFill>
              <a:srgbClr val="96B8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14" name="Google Shape;2514;p49"/>
            <p:cNvSpPr/>
            <p:nvPr/>
          </p:nvSpPr>
          <p:spPr>
            <a:xfrm>
              <a:off x="4889275" y="3298650"/>
              <a:ext cx="335125" cy="19600"/>
            </a:xfrm>
            <a:custGeom>
              <a:avLst/>
              <a:gdLst/>
              <a:ahLst/>
              <a:cxnLst/>
              <a:rect l="l" t="t" r="r" b="b"/>
              <a:pathLst>
                <a:path w="13405" h="784" extrusionOk="0">
                  <a:moveTo>
                    <a:pt x="0" y="1"/>
                  </a:moveTo>
                  <a:lnTo>
                    <a:pt x="0" y="784"/>
                  </a:lnTo>
                  <a:lnTo>
                    <a:pt x="13405" y="784"/>
                  </a:lnTo>
                  <a:lnTo>
                    <a:pt x="13405" y="1"/>
                  </a:lnTo>
                  <a:close/>
                </a:path>
              </a:pathLst>
            </a:custGeom>
            <a:solidFill>
              <a:srgbClr val="68821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15" name="Google Shape;2515;p49"/>
            <p:cNvSpPr/>
            <p:nvPr/>
          </p:nvSpPr>
          <p:spPr>
            <a:xfrm>
              <a:off x="3806725" y="2768800"/>
              <a:ext cx="774675" cy="173025"/>
            </a:xfrm>
            <a:custGeom>
              <a:avLst/>
              <a:gdLst/>
              <a:ahLst/>
              <a:cxnLst/>
              <a:rect l="l" t="t" r="r" b="b"/>
              <a:pathLst>
                <a:path w="30987" h="6921" extrusionOk="0">
                  <a:moveTo>
                    <a:pt x="8139" y="1"/>
                  </a:moveTo>
                  <a:lnTo>
                    <a:pt x="0" y="6920"/>
                  </a:lnTo>
                  <a:lnTo>
                    <a:pt x="23109" y="6920"/>
                  </a:lnTo>
                  <a:lnTo>
                    <a:pt x="3098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16" name="Google Shape;2516;p49"/>
            <p:cNvSpPr/>
            <p:nvPr/>
          </p:nvSpPr>
          <p:spPr>
            <a:xfrm>
              <a:off x="3867650" y="2782950"/>
              <a:ext cx="645200" cy="143625"/>
            </a:xfrm>
            <a:custGeom>
              <a:avLst/>
              <a:gdLst/>
              <a:ahLst/>
              <a:cxnLst/>
              <a:rect l="l" t="t" r="r" b="b"/>
              <a:pathLst>
                <a:path w="25808" h="5745" extrusionOk="0">
                  <a:moveTo>
                    <a:pt x="7312" y="0"/>
                  </a:moveTo>
                  <a:cubicBezTo>
                    <a:pt x="6964" y="0"/>
                    <a:pt x="6528" y="87"/>
                    <a:pt x="6354" y="262"/>
                  </a:cubicBezTo>
                  <a:lnTo>
                    <a:pt x="175" y="5484"/>
                  </a:lnTo>
                  <a:cubicBezTo>
                    <a:pt x="1" y="5658"/>
                    <a:pt x="175" y="5745"/>
                    <a:pt x="523" y="5745"/>
                  </a:cubicBezTo>
                  <a:lnTo>
                    <a:pt x="18496" y="5745"/>
                  </a:lnTo>
                  <a:cubicBezTo>
                    <a:pt x="18845" y="5745"/>
                    <a:pt x="19280" y="5658"/>
                    <a:pt x="19454" y="5484"/>
                  </a:cubicBezTo>
                  <a:lnTo>
                    <a:pt x="25634" y="262"/>
                  </a:lnTo>
                  <a:cubicBezTo>
                    <a:pt x="25808" y="87"/>
                    <a:pt x="25634" y="0"/>
                    <a:pt x="2528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17" name="Google Shape;2517;p49"/>
            <p:cNvSpPr/>
            <p:nvPr/>
          </p:nvSpPr>
          <p:spPr>
            <a:xfrm>
              <a:off x="3888325" y="2788400"/>
              <a:ext cx="602775" cy="131650"/>
            </a:xfrm>
            <a:custGeom>
              <a:avLst/>
              <a:gdLst/>
              <a:ahLst/>
              <a:cxnLst/>
              <a:rect l="l" t="t" r="r" b="b"/>
              <a:pathLst>
                <a:path w="24111" h="5266" extrusionOk="0">
                  <a:moveTo>
                    <a:pt x="6267" y="0"/>
                  </a:moveTo>
                  <a:lnTo>
                    <a:pt x="4788" y="1219"/>
                  </a:lnTo>
                  <a:lnTo>
                    <a:pt x="8878" y="1219"/>
                  </a:lnTo>
                  <a:lnTo>
                    <a:pt x="10315" y="0"/>
                  </a:lnTo>
                  <a:close/>
                  <a:moveTo>
                    <a:pt x="10837" y="0"/>
                  </a:moveTo>
                  <a:lnTo>
                    <a:pt x="9357" y="1219"/>
                  </a:lnTo>
                  <a:lnTo>
                    <a:pt x="13448" y="1219"/>
                  </a:lnTo>
                  <a:lnTo>
                    <a:pt x="14928" y="0"/>
                  </a:lnTo>
                  <a:close/>
                  <a:moveTo>
                    <a:pt x="15406" y="0"/>
                  </a:moveTo>
                  <a:lnTo>
                    <a:pt x="13927" y="1219"/>
                  </a:lnTo>
                  <a:lnTo>
                    <a:pt x="18018" y="1219"/>
                  </a:lnTo>
                  <a:lnTo>
                    <a:pt x="19497" y="0"/>
                  </a:lnTo>
                  <a:close/>
                  <a:moveTo>
                    <a:pt x="20019" y="0"/>
                  </a:moveTo>
                  <a:lnTo>
                    <a:pt x="18540" y="1219"/>
                  </a:lnTo>
                  <a:lnTo>
                    <a:pt x="22631" y="1219"/>
                  </a:lnTo>
                  <a:lnTo>
                    <a:pt x="24110" y="0"/>
                  </a:lnTo>
                  <a:close/>
                  <a:moveTo>
                    <a:pt x="4614" y="1349"/>
                  </a:moveTo>
                  <a:lnTo>
                    <a:pt x="3177" y="2611"/>
                  </a:lnTo>
                  <a:lnTo>
                    <a:pt x="7225" y="2611"/>
                  </a:lnTo>
                  <a:lnTo>
                    <a:pt x="8704" y="1349"/>
                  </a:lnTo>
                  <a:close/>
                  <a:moveTo>
                    <a:pt x="9227" y="1349"/>
                  </a:moveTo>
                  <a:lnTo>
                    <a:pt x="7790" y="2611"/>
                  </a:lnTo>
                  <a:lnTo>
                    <a:pt x="11881" y="2611"/>
                  </a:lnTo>
                  <a:lnTo>
                    <a:pt x="13317" y="1349"/>
                  </a:lnTo>
                  <a:close/>
                  <a:moveTo>
                    <a:pt x="13840" y="1349"/>
                  </a:moveTo>
                  <a:lnTo>
                    <a:pt x="12360" y="2611"/>
                  </a:lnTo>
                  <a:lnTo>
                    <a:pt x="16451" y="2611"/>
                  </a:lnTo>
                  <a:lnTo>
                    <a:pt x="17887" y="1349"/>
                  </a:lnTo>
                  <a:close/>
                  <a:moveTo>
                    <a:pt x="18409" y="1349"/>
                  </a:moveTo>
                  <a:lnTo>
                    <a:pt x="16930" y="2611"/>
                  </a:lnTo>
                  <a:lnTo>
                    <a:pt x="21020" y="2611"/>
                  </a:lnTo>
                  <a:lnTo>
                    <a:pt x="22457" y="1349"/>
                  </a:lnTo>
                  <a:close/>
                  <a:moveTo>
                    <a:pt x="3047" y="2655"/>
                  </a:moveTo>
                  <a:lnTo>
                    <a:pt x="1567" y="3917"/>
                  </a:lnTo>
                  <a:lnTo>
                    <a:pt x="5658" y="3917"/>
                  </a:lnTo>
                  <a:lnTo>
                    <a:pt x="7138" y="2655"/>
                  </a:lnTo>
                  <a:close/>
                  <a:moveTo>
                    <a:pt x="7660" y="2655"/>
                  </a:moveTo>
                  <a:lnTo>
                    <a:pt x="6224" y="3917"/>
                  </a:lnTo>
                  <a:lnTo>
                    <a:pt x="10271" y="3917"/>
                  </a:lnTo>
                  <a:lnTo>
                    <a:pt x="11751" y="2655"/>
                  </a:lnTo>
                  <a:close/>
                  <a:moveTo>
                    <a:pt x="12229" y="2655"/>
                  </a:moveTo>
                  <a:lnTo>
                    <a:pt x="10793" y="3917"/>
                  </a:lnTo>
                  <a:lnTo>
                    <a:pt x="14841" y="3917"/>
                  </a:lnTo>
                  <a:lnTo>
                    <a:pt x="16320" y="2655"/>
                  </a:lnTo>
                  <a:close/>
                  <a:moveTo>
                    <a:pt x="16799" y="2655"/>
                  </a:moveTo>
                  <a:lnTo>
                    <a:pt x="15363" y="3917"/>
                  </a:lnTo>
                  <a:lnTo>
                    <a:pt x="19410" y="3917"/>
                  </a:lnTo>
                  <a:lnTo>
                    <a:pt x="20890" y="2655"/>
                  </a:lnTo>
                  <a:close/>
                  <a:moveTo>
                    <a:pt x="1480" y="4004"/>
                  </a:moveTo>
                  <a:lnTo>
                    <a:pt x="0" y="5266"/>
                  </a:lnTo>
                  <a:lnTo>
                    <a:pt x="4091" y="5266"/>
                  </a:lnTo>
                  <a:lnTo>
                    <a:pt x="5527" y="4004"/>
                  </a:lnTo>
                  <a:close/>
                  <a:moveTo>
                    <a:pt x="6093" y="4004"/>
                  </a:moveTo>
                  <a:lnTo>
                    <a:pt x="4614" y="5266"/>
                  </a:lnTo>
                  <a:lnTo>
                    <a:pt x="8704" y="5266"/>
                  </a:lnTo>
                  <a:lnTo>
                    <a:pt x="10184" y="4004"/>
                  </a:lnTo>
                  <a:close/>
                  <a:moveTo>
                    <a:pt x="10663" y="4004"/>
                  </a:moveTo>
                  <a:lnTo>
                    <a:pt x="9183" y="5266"/>
                  </a:lnTo>
                  <a:lnTo>
                    <a:pt x="13274" y="5266"/>
                  </a:lnTo>
                  <a:lnTo>
                    <a:pt x="14754" y="4004"/>
                  </a:lnTo>
                  <a:close/>
                  <a:moveTo>
                    <a:pt x="15232" y="4004"/>
                  </a:moveTo>
                  <a:lnTo>
                    <a:pt x="13753" y="5266"/>
                  </a:lnTo>
                  <a:lnTo>
                    <a:pt x="17843" y="5266"/>
                  </a:lnTo>
                  <a:lnTo>
                    <a:pt x="19323" y="4004"/>
                  </a:lnTo>
                  <a:close/>
                </a:path>
              </a:pathLst>
            </a:custGeom>
            <a:solidFill>
              <a:srgbClr val="78B2B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18" name="Google Shape;2518;p49"/>
            <p:cNvSpPr/>
            <p:nvPr/>
          </p:nvSpPr>
          <p:spPr>
            <a:xfrm>
              <a:off x="3893775" y="2789475"/>
              <a:ext cx="592975" cy="129500"/>
            </a:xfrm>
            <a:custGeom>
              <a:avLst/>
              <a:gdLst/>
              <a:ahLst/>
              <a:cxnLst/>
              <a:rect l="l" t="t" r="r" b="b"/>
              <a:pathLst>
                <a:path w="23719" h="5180" extrusionOk="0">
                  <a:moveTo>
                    <a:pt x="6093" y="1"/>
                  </a:moveTo>
                  <a:lnTo>
                    <a:pt x="4744" y="1132"/>
                  </a:lnTo>
                  <a:lnTo>
                    <a:pt x="8617" y="1132"/>
                  </a:lnTo>
                  <a:lnTo>
                    <a:pt x="9966" y="1"/>
                  </a:lnTo>
                  <a:close/>
                  <a:moveTo>
                    <a:pt x="10706" y="1"/>
                  </a:moveTo>
                  <a:lnTo>
                    <a:pt x="9357" y="1132"/>
                  </a:lnTo>
                  <a:lnTo>
                    <a:pt x="13230" y="1132"/>
                  </a:lnTo>
                  <a:lnTo>
                    <a:pt x="14579" y="1"/>
                  </a:lnTo>
                  <a:close/>
                  <a:moveTo>
                    <a:pt x="15275" y="1"/>
                  </a:moveTo>
                  <a:lnTo>
                    <a:pt x="13926" y="1132"/>
                  </a:lnTo>
                  <a:lnTo>
                    <a:pt x="17800" y="1132"/>
                  </a:lnTo>
                  <a:lnTo>
                    <a:pt x="19149" y="1"/>
                  </a:lnTo>
                  <a:close/>
                  <a:moveTo>
                    <a:pt x="19845" y="1"/>
                  </a:moveTo>
                  <a:lnTo>
                    <a:pt x="18496" y="1132"/>
                  </a:lnTo>
                  <a:lnTo>
                    <a:pt x="22369" y="1132"/>
                  </a:lnTo>
                  <a:lnTo>
                    <a:pt x="23718" y="1"/>
                  </a:lnTo>
                  <a:close/>
                  <a:moveTo>
                    <a:pt x="4526" y="1350"/>
                  </a:moveTo>
                  <a:lnTo>
                    <a:pt x="3133" y="2481"/>
                  </a:lnTo>
                  <a:lnTo>
                    <a:pt x="7007" y="2481"/>
                  </a:lnTo>
                  <a:lnTo>
                    <a:pt x="8399" y="1350"/>
                  </a:lnTo>
                  <a:close/>
                  <a:moveTo>
                    <a:pt x="9139" y="1350"/>
                  </a:moveTo>
                  <a:lnTo>
                    <a:pt x="7790" y="2481"/>
                  </a:lnTo>
                  <a:lnTo>
                    <a:pt x="11663" y="2481"/>
                  </a:lnTo>
                  <a:lnTo>
                    <a:pt x="13012" y="1350"/>
                  </a:lnTo>
                  <a:close/>
                  <a:moveTo>
                    <a:pt x="13709" y="1350"/>
                  </a:moveTo>
                  <a:lnTo>
                    <a:pt x="12360" y="2481"/>
                  </a:lnTo>
                  <a:lnTo>
                    <a:pt x="16233" y="2481"/>
                  </a:lnTo>
                  <a:lnTo>
                    <a:pt x="17582" y="1350"/>
                  </a:lnTo>
                  <a:close/>
                  <a:moveTo>
                    <a:pt x="18278" y="1350"/>
                  </a:moveTo>
                  <a:lnTo>
                    <a:pt x="16929" y="2481"/>
                  </a:lnTo>
                  <a:lnTo>
                    <a:pt x="20802" y="2481"/>
                  </a:lnTo>
                  <a:lnTo>
                    <a:pt x="22152" y="1350"/>
                  </a:lnTo>
                  <a:close/>
                  <a:moveTo>
                    <a:pt x="2959" y="2655"/>
                  </a:moveTo>
                  <a:lnTo>
                    <a:pt x="1567" y="3787"/>
                  </a:lnTo>
                  <a:lnTo>
                    <a:pt x="5440" y="3787"/>
                  </a:lnTo>
                  <a:lnTo>
                    <a:pt x="6789" y="2655"/>
                  </a:lnTo>
                  <a:close/>
                  <a:moveTo>
                    <a:pt x="7485" y="2655"/>
                  </a:moveTo>
                  <a:lnTo>
                    <a:pt x="6136" y="3787"/>
                  </a:lnTo>
                  <a:lnTo>
                    <a:pt x="10010" y="3787"/>
                  </a:lnTo>
                  <a:lnTo>
                    <a:pt x="11359" y="2655"/>
                  </a:lnTo>
                  <a:close/>
                  <a:moveTo>
                    <a:pt x="12098" y="2655"/>
                  </a:moveTo>
                  <a:lnTo>
                    <a:pt x="10706" y="3787"/>
                  </a:lnTo>
                  <a:lnTo>
                    <a:pt x="14579" y="3787"/>
                  </a:lnTo>
                  <a:lnTo>
                    <a:pt x="16015" y="2655"/>
                  </a:lnTo>
                  <a:close/>
                  <a:moveTo>
                    <a:pt x="16712" y="2655"/>
                  </a:moveTo>
                  <a:lnTo>
                    <a:pt x="15362" y="3787"/>
                  </a:lnTo>
                  <a:lnTo>
                    <a:pt x="19192" y="3787"/>
                  </a:lnTo>
                  <a:lnTo>
                    <a:pt x="20585" y="2655"/>
                  </a:lnTo>
                  <a:close/>
                  <a:moveTo>
                    <a:pt x="5919" y="3961"/>
                  </a:moveTo>
                  <a:lnTo>
                    <a:pt x="4570" y="5092"/>
                  </a:lnTo>
                  <a:lnTo>
                    <a:pt x="8443" y="5092"/>
                  </a:lnTo>
                  <a:lnTo>
                    <a:pt x="9792" y="3961"/>
                  </a:lnTo>
                  <a:close/>
                  <a:moveTo>
                    <a:pt x="10575" y="3961"/>
                  </a:moveTo>
                  <a:lnTo>
                    <a:pt x="9183" y="5092"/>
                  </a:lnTo>
                  <a:lnTo>
                    <a:pt x="13056" y="5092"/>
                  </a:lnTo>
                  <a:lnTo>
                    <a:pt x="14405" y="3961"/>
                  </a:lnTo>
                  <a:close/>
                  <a:moveTo>
                    <a:pt x="15101" y="3961"/>
                  </a:moveTo>
                  <a:lnTo>
                    <a:pt x="13752" y="5092"/>
                  </a:lnTo>
                  <a:lnTo>
                    <a:pt x="17625" y="5092"/>
                  </a:lnTo>
                  <a:lnTo>
                    <a:pt x="18975" y="3961"/>
                  </a:lnTo>
                  <a:close/>
                  <a:moveTo>
                    <a:pt x="1349" y="4004"/>
                  </a:moveTo>
                  <a:lnTo>
                    <a:pt x="0" y="5179"/>
                  </a:lnTo>
                  <a:lnTo>
                    <a:pt x="3873" y="5179"/>
                  </a:lnTo>
                  <a:lnTo>
                    <a:pt x="5222" y="4004"/>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19" name="Google Shape;2519;p49"/>
            <p:cNvSpPr/>
            <p:nvPr/>
          </p:nvSpPr>
          <p:spPr>
            <a:xfrm>
              <a:off x="3888325" y="2788400"/>
              <a:ext cx="603850" cy="131650"/>
            </a:xfrm>
            <a:custGeom>
              <a:avLst/>
              <a:gdLst/>
              <a:ahLst/>
              <a:cxnLst/>
              <a:rect l="l" t="t" r="r" b="b"/>
              <a:pathLst>
                <a:path w="24154" h="5266" extrusionOk="0">
                  <a:moveTo>
                    <a:pt x="20019" y="0"/>
                  </a:moveTo>
                  <a:lnTo>
                    <a:pt x="19497" y="479"/>
                  </a:lnTo>
                  <a:lnTo>
                    <a:pt x="19497" y="479"/>
                  </a:lnTo>
                  <a:lnTo>
                    <a:pt x="21151" y="0"/>
                  </a:lnTo>
                  <a:close/>
                  <a:moveTo>
                    <a:pt x="10010" y="305"/>
                  </a:moveTo>
                  <a:lnTo>
                    <a:pt x="6572" y="1219"/>
                  </a:lnTo>
                  <a:lnTo>
                    <a:pt x="8878" y="1219"/>
                  </a:lnTo>
                  <a:lnTo>
                    <a:pt x="10010" y="305"/>
                  </a:lnTo>
                  <a:close/>
                  <a:moveTo>
                    <a:pt x="11098" y="0"/>
                  </a:moveTo>
                  <a:lnTo>
                    <a:pt x="10706" y="87"/>
                  </a:lnTo>
                  <a:lnTo>
                    <a:pt x="9357" y="1219"/>
                  </a:lnTo>
                  <a:lnTo>
                    <a:pt x="9488" y="1219"/>
                  </a:lnTo>
                  <a:cubicBezTo>
                    <a:pt x="10924" y="870"/>
                    <a:pt x="12447" y="435"/>
                    <a:pt x="13970" y="0"/>
                  </a:cubicBezTo>
                  <a:close/>
                  <a:moveTo>
                    <a:pt x="24023" y="0"/>
                  </a:moveTo>
                  <a:cubicBezTo>
                    <a:pt x="22500" y="435"/>
                    <a:pt x="20977" y="783"/>
                    <a:pt x="19541" y="1219"/>
                  </a:cubicBezTo>
                  <a:lnTo>
                    <a:pt x="21717" y="1219"/>
                  </a:lnTo>
                  <a:lnTo>
                    <a:pt x="23109" y="870"/>
                  </a:lnTo>
                  <a:lnTo>
                    <a:pt x="24154" y="0"/>
                  </a:lnTo>
                  <a:close/>
                  <a:moveTo>
                    <a:pt x="18714" y="44"/>
                  </a:moveTo>
                  <a:lnTo>
                    <a:pt x="14188" y="1306"/>
                  </a:lnTo>
                  <a:lnTo>
                    <a:pt x="16668" y="1306"/>
                  </a:lnTo>
                  <a:lnTo>
                    <a:pt x="18714" y="696"/>
                  </a:lnTo>
                  <a:lnTo>
                    <a:pt x="19541" y="44"/>
                  </a:lnTo>
                  <a:close/>
                  <a:moveTo>
                    <a:pt x="13840" y="1349"/>
                  </a:moveTo>
                  <a:lnTo>
                    <a:pt x="12621" y="2307"/>
                  </a:lnTo>
                  <a:lnTo>
                    <a:pt x="12621" y="2307"/>
                  </a:lnTo>
                  <a:lnTo>
                    <a:pt x="16364" y="1349"/>
                  </a:lnTo>
                  <a:close/>
                  <a:moveTo>
                    <a:pt x="6311" y="1349"/>
                  </a:moveTo>
                  <a:cubicBezTo>
                    <a:pt x="5484" y="1567"/>
                    <a:pt x="4701" y="1784"/>
                    <a:pt x="3917" y="2002"/>
                  </a:cubicBezTo>
                  <a:lnTo>
                    <a:pt x="3221" y="2568"/>
                  </a:lnTo>
                  <a:lnTo>
                    <a:pt x="4614" y="2568"/>
                  </a:lnTo>
                  <a:lnTo>
                    <a:pt x="8617" y="1523"/>
                  </a:lnTo>
                  <a:lnTo>
                    <a:pt x="8748" y="1349"/>
                  </a:lnTo>
                  <a:close/>
                  <a:moveTo>
                    <a:pt x="19193" y="1349"/>
                  </a:moveTo>
                  <a:lnTo>
                    <a:pt x="18061" y="1654"/>
                  </a:lnTo>
                  <a:lnTo>
                    <a:pt x="16973" y="2568"/>
                  </a:lnTo>
                  <a:lnTo>
                    <a:pt x="21369" y="1349"/>
                  </a:lnTo>
                  <a:close/>
                  <a:moveTo>
                    <a:pt x="13100" y="1567"/>
                  </a:moveTo>
                  <a:lnTo>
                    <a:pt x="9401" y="2611"/>
                  </a:lnTo>
                  <a:lnTo>
                    <a:pt x="11881" y="2611"/>
                  </a:lnTo>
                  <a:lnTo>
                    <a:pt x="11925" y="2524"/>
                  </a:lnTo>
                  <a:lnTo>
                    <a:pt x="13100" y="1567"/>
                  </a:lnTo>
                  <a:close/>
                  <a:moveTo>
                    <a:pt x="17321" y="1828"/>
                  </a:moveTo>
                  <a:lnTo>
                    <a:pt x="17321" y="1828"/>
                  </a:lnTo>
                  <a:cubicBezTo>
                    <a:pt x="16451" y="2089"/>
                    <a:pt x="15580" y="2307"/>
                    <a:pt x="14623" y="2611"/>
                  </a:cubicBezTo>
                  <a:lnTo>
                    <a:pt x="16451" y="2611"/>
                  </a:lnTo>
                  <a:lnTo>
                    <a:pt x="17321" y="1828"/>
                  </a:lnTo>
                  <a:close/>
                  <a:moveTo>
                    <a:pt x="3090" y="2655"/>
                  </a:moveTo>
                  <a:lnTo>
                    <a:pt x="2481" y="3133"/>
                  </a:lnTo>
                  <a:lnTo>
                    <a:pt x="4352" y="2655"/>
                  </a:lnTo>
                  <a:close/>
                  <a:moveTo>
                    <a:pt x="6267" y="3395"/>
                  </a:moveTo>
                  <a:lnTo>
                    <a:pt x="4570" y="3917"/>
                  </a:lnTo>
                  <a:lnTo>
                    <a:pt x="5701" y="3917"/>
                  </a:lnTo>
                  <a:lnTo>
                    <a:pt x="6267" y="3395"/>
                  </a:lnTo>
                  <a:close/>
                  <a:moveTo>
                    <a:pt x="9096" y="2655"/>
                  </a:moveTo>
                  <a:lnTo>
                    <a:pt x="6964" y="3264"/>
                  </a:lnTo>
                  <a:lnTo>
                    <a:pt x="6137" y="3917"/>
                  </a:lnTo>
                  <a:lnTo>
                    <a:pt x="6964" y="3917"/>
                  </a:lnTo>
                  <a:lnTo>
                    <a:pt x="11533" y="2655"/>
                  </a:lnTo>
                  <a:close/>
                  <a:moveTo>
                    <a:pt x="10489" y="3743"/>
                  </a:moveTo>
                  <a:lnTo>
                    <a:pt x="9836" y="3917"/>
                  </a:lnTo>
                  <a:lnTo>
                    <a:pt x="10271" y="3917"/>
                  </a:lnTo>
                  <a:lnTo>
                    <a:pt x="10489" y="3743"/>
                  </a:lnTo>
                  <a:close/>
                  <a:moveTo>
                    <a:pt x="20759" y="2829"/>
                  </a:moveTo>
                  <a:lnTo>
                    <a:pt x="16799" y="3917"/>
                  </a:lnTo>
                  <a:lnTo>
                    <a:pt x="19497" y="3917"/>
                  </a:lnTo>
                  <a:lnTo>
                    <a:pt x="20759" y="2829"/>
                  </a:lnTo>
                  <a:close/>
                  <a:moveTo>
                    <a:pt x="14362" y="2698"/>
                  </a:moveTo>
                  <a:lnTo>
                    <a:pt x="11228" y="3569"/>
                  </a:lnTo>
                  <a:lnTo>
                    <a:pt x="10793" y="3960"/>
                  </a:lnTo>
                  <a:lnTo>
                    <a:pt x="12012" y="3960"/>
                  </a:lnTo>
                  <a:lnTo>
                    <a:pt x="16277" y="2742"/>
                  </a:lnTo>
                  <a:lnTo>
                    <a:pt x="16364" y="2698"/>
                  </a:lnTo>
                  <a:close/>
                  <a:moveTo>
                    <a:pt x="6093" y="4004"/>
                  </a:moveTo>
                  <a:lnTo>
                    <a:pt x="5745" y="4265"/>
                  </a:lnTo>
                  <a:lnTo>
                    <a:pt x="6702" y="4004"/>
                  </a:lnTo>
                  <a:close/>
                  <a:moveTo>
                    <a:pt x="10663" y="4004"/>
                  </a:moveTo>
                  <a:lnTo>
                    <a:pt x="10184" y="4439"/>
                  </a:lnTo>
                  <a:lnTo>
                    <a:pt x="11751" y="4004"/>
                  </a:lnTo>
                  <a:close/>
                  <a:moveTo>
                    <a:pt x="9575" y="3960"/>
                  </a:moveTo>
                  <a:lnTo>
                    <a:pt x="5049" y="5222"/>
                  </a:lnTo>
                  <a:lnTo>
                    <a:pt x="7225" y="5222"/>
                  </a:lnTo>
                  <a:lnTo>
                    <a:pt x="9488" y="4613"/>
                  </a:lnTo>
                  <a:lnTo>
                    <a:pt x="10228" y="3960"/>
                  </a:lnTo>
                  <a:close/>
                  <a:moveTo>
                    <a:pt x="4265" y="4004"/>
                  </a:moveTo>
                  <a:lnTo>
                    <a:pt x="175" y="5135"/>
                  </a:lnTo>
                  <a:lnTo>
                    <a:pt x="0" y="5266"/>
                  </a:lnTo>
                  <a:lnTo>
                    <a:pt x="2176" y="5266"/>
                  </a:lnTo>
                  <a:lnTo>
                    <a:pt x="5049" y="4439"/>
                  </a:lnTo>
                  <a:lnTo>
                    <a:pt x="5614" y="4004"/>
                  </a:lnTo>
                  <a:close/>
                  <a:moveTo>
                    <a:pt x="13970" y="4700"/>
                  </a:moveTo>
                  <a:lnTo>
                    <a:pt x="11968" y="5266"/>
                  </a:lnTo>
                  <a:lnTo>
                    <a:pt x="13317" y="5266"/>
                  </a:lnTo>
                  <a:lnTo>
                    <a:pt x="13970" y="4700"/>
                  </a:lnTo>
                  <a:close/>
                  <a:moveTo>
                    <a:pt x="16494" y="4004"/>
                  </a:moveTo>
                  <a:lnTo>
                    <a:pt x="14623" y="4483"/>
                  </a:lnTo>
                  <a:lnTo>
                    <a:pt x="13753" y="5266"/>
                  </a:lnTo>
                  <a:lnTo>
                    <a:pt x="14841" y="5266"/>
                  </a:lnTo>
                  <a:cubicBezTo>
                    <a:pt x="16364" y="4831"/>
                    <a:pt x="17843" y="4395"/>
                    <a:pt x="19367" y="400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20" name="Google Shape;2520;p49"/>
            <p:cNvSpPr/>
            <p:nvPr/>
          </p:nvSpPr>
          <p:spPr>
            <a:xfrm>
              <a:off x="3893775" y="2789475"/>
              <a:ext cx="592975" cy="129500"/>
            </a:xfrm>
            <a:custGeom>
              <a:avLst/>
              <a:gdLst/>
              <a:ahLst/>
              <a:cxnLst/>
              <a:rect l="l" t="t" r="r" b="b"/>
              <a:pathLst>
                <a:path w="23719" h="5180" extrusionOk="0">
                  <a:moveTo>
                    <a:pt x="6093" y="1"/>
                  </a:moveTo>
                  <a:lnTo>
                    <a:pt x="4744" y="1132"/>
                  </a:lnTo>
                  <a:lnTo>
                    <a:pt x="6223" y="44"/>
                  </a:lnTo>
                  <a:lnTo>
                    <a:pt x="9966" y="1"/>
                  </a:lnTo>
                  <a:close/>
                  <a:moveTo>
                    <a:pt x="15275" y="1"/>
                  </a:moveTo>
                  <a:lnTo>
                    <a:pt x="13926" y="1132"/>
                  </a:lnTo>
                  <a:lnTo>
                    <a:pt x="13926" y="1132"/>
                  </a:lnTo>
                  <a:lnTo>
                    <a:pt x="15406" y="88"/>
                  </a:lnTo>
                  <a:lnTo>
                    <a:pt x="19149" y="1"/>
                  </a:lnTo>
                  <a:close/>
                  <a:moveTo>
                    <a:pt x="19845" y="1"/>
                  </a:moveTo>
                  <a:lnTo>
                    <a:pt x="18496" y="1132"/>
                  </a:lnTo>
                  <a:lnTo>
                    <a:pt x="18496" y="1132"/>
                  </a:lnTo>
                  <a:lnTo>
                    <a:pt x="19976" y="88"/>
                  </a:lnTo>
                  <a:lnTo>
                    <a:pt x="23718" y="1"/>
                  </a:lnTo>
                  <a:close/>
                  <a:moveTo>
                    <a:pt x="4744" y="1132"/>
                  </a:moveTo>
                  <a:lnTo>
                    <a:pt x="4744" y="1132"/>
                  </a:lnTo>
                  <a:lnTo>
                    <a:pt x="4744" y="1132"/>
                  </a:lnTo>
                  <a:close/>
                  <a:moveTo>
                    <a:pt x="10706" y="1"/>
                  </a:moveTo>
                  <a:lnTo>
                    <a:pt x="9357" y="1132"/>
                  </a:lnTo>
                  <a:lnTo>
                    <a:pt x="10836" y="88"/>
                  </a:lnTo>
                  <a:lnTo>
                    <a:pt x="14579" y="1"/>
                  </a:lnTo>
                  <a:close/>
                  <a:moveTo>
                    <a:pt x="4526" y="1350"/>
                  </a:moveTo>
                  <a:lnTo>
                    <a:pt x="3133" y="2481"/>
                  </a:lnTo>
                  <a:lnTo>
                    <a:pt x="4613" y="1393"/>
                  </a:lnTo>
                  <a:lnTo>
                    <a:pt x="8399" y="1350"/>
                  </a:lnTo>
                  <a:close/>
                  <a:moveTo>
                    <a:pt x="9139" y="1350"/>
                  </a:moveTo>
                  <a:lnTo>
                    <a:pt x="7790" y="2481"/>
                  </a:lnTo>
                  <a:lnTo>
                    <a:pt x="9226" y="1393"/>
                  </a:lnTo>
                  <a:lnTo>
                    <a:pt x="13012" y="1350"/>
                  </a:lnTo>
                  <a:close/>
                  <a:moveTo>
                    <a:pt x="13665" y="1350"/>
                  </a:moveTo>
                  <a:lnTo>
                    <a:pt x="12273" y="2481"/>
                  </a:lnTo>
                  <a:lnTo>
                    <a:pt x="13752" y="1437"/>
                  </a:lnTo>
                  <a:lnTo>
                    <a:pt x="17451" y="1350"/>
                  </a:lnTo>
                  <a:close/>
                  <a:moveTo>
                    <a:pt x="18278" y="1350"/>
                  </a:moveTo>
                  <a:lnTo>
                    <a:pt x="16929" y="2481"/>
                  </a:lnTo>
                  <a:lnTo>
                    <a:pt x="18365" y="1393"/>
                  </a:lnTo>
                  <a:lnTo>
                    <a:pt x="22152" y="1350"/>
                  </a:lnTo>
                  <a:close/>
                  <a:moveTo>
                    <a:pt x="7790" y="2481"/>
                  </a:moveTo>
                  <a:lnTo>
                    <a:pt x="7790" y="2481"/>
                  </a:lnTo>
                  <a:lnTo>
                    <a:pt x="7790" y="2481"/>
                  </a:lnTo>
                  <a:close/>
                  <a:moveTo>
                    <a:pt x="12273" y="2481"/>
                  </a:moveTo>
                  <a:lnTo>
                    <a:pt x="12273" y="2481"/>
                  </a:lnTo>
                  <a:lnTo>
                    <a:pt x="12273" y="2481"/>
                  </a:lnTo>
                  <a:close/>
                  <a:moveTo>
                    <a:pt x="16929" y="2481"/>
                  </a:moveTo>
                  <a:lnTo>
                    <a:pt x="16929" y="2481"/>
                  </a:lnTo>
                  <a:lnTo>
                    <a:pt x="16929" y="2481"/>
                  </a:lnTo>
                  <a:close/>
                  <a:moveTo>
                    <a:pt x="12098" y="2655"/>
                  </a:moveTo>
                  <a:lnTo>
                    <a:pt x="10706" y="3787"/>
                  </a:lnTo>
                  <a:lnTo>
                    <a:pt x="10706" y="3787"/>
                  </a:lnTo>
                  <a:lnTo>
                    <a:pt x="12186" y="2786"/>
                  </a:lnTo>
                  <a:lnTo>
                    <a:pt x="16015" y="2655"/>
                  </a:lnTo>
                  <a:close/>
                  <a:moveTo>
                    <a:pt x="16712" y="2655"/>
                  </a:moveTo>
                  <a:lnTo>
                    <a:pt x="15362" y="3787"/>
                  </a:lnTo>
                  <a:lnTo>
                    <a:pt x="15362" y="3787"/>
                  </a:lnTo>
                  <a:lnTo>
                    <a:pt x="16799" y="2786"/>
                  </a:lnTo>
                  <a:lnTo>
                    <a:pt x="20585" y="2655"/>
                  </a:lnTo>
                  <a:close/>
                  <a:moveTo>
                    <a:pt x="2959" y="2655"/>
                  </a:moveTo>
                  <a:lnTo>
                    <a:pt x="1567" y="3787"/>
                  </a:lnTo>
                  <a:lnTo>
                    <a:pt x="3046" y="2786"/>
                  </a:lnTo>
                  <a:lnTo>
                    <a:pt x="6789" y="2655"/>
                  </a:lnTo>
                  <a:close/>
                  <a:moveTo>
                    <a:pt x="7485" y="2655"/>
                  </a:moveTo>
                  <a:lnTo>
                    <a:pt x="6136" y="3787"/>
                  </a:lnTo>
                  <a:lnTo>
                    <a:pt x="7616" y="2786"/>
                  </a:lnTo>
                  <a:lnTo>
                    <a:pt x="11359" y="2655"/>
                  </a:lnTo>
                  <a:close/>
                  <a:moveTo>
                    <a:pt x="1567" y="3787"/>
                  </a:moveTo>
                  <a:lnTo>
                    <a:pt x="1567" y="3787"/>
                  </a:lnTo>
                  <a:lnTo>
                    <a:pt x="1567" y="3787"/>
                  </a:lnTo>
                  <a:close/>
                  <a:moveTo>
                    <a:pt x="5919" y="3961"/>
                  </a:moveTo>
                  <a:lnTo>
                    <a:pt x="4570" y="5092"/>
                  </a:lnTo>
                  <a:lnTo>
                    <a:pt x="6049" y="4091"/>
                  </a:lnTo>
                  <a:lnTo>
                    <a:pt x="9792" y="3961"/>
                  </a:lnTo>
                  <a:close/>
                  <a:moveTo>
                    <a:pt x="10575" y="3961"/>
                  </a:moveTo>
                  <a:lnTo>
                    <a:pt x="9183" y="5092"/>
                  </a:lnTo>
                  <a:lnTo>
                    <a:pt x="10662" y="4091"/>
                  </a:lnTo>
                  <a:lnTo>
                    <a:pt x="14405" y="3961"/>
                  </a:lnTo>
                  <a:close/>
                  <a:moveTo>
                    <a:pt x="15101" y="3961"/>
                  </a:moveTo>
                  <a:lnTo>
                    <a:pt x="13752" y="5092"/>
                  </a:lnTo>
                  <a:lnTo>
                    <a:pt x="15232" y="4091"/>
                  </a:lnTo>
                  <a:lnTo>
                    <a:pt x="18975" y="3961"/>
                  </a:lnTo>
                  <a:close/>
                  <a:moveTo>
                    <a:pt x="1349" y="4004"/>
                  </a:moveTo>
                  <a:lnTo>
                    <a:pt x="0" y="5179"/>
                  </a:lnTo>
                  <a:lnTo>
                    <a:pt x="1480" y="4135"/>
                  </a:lnTo>
                  <a:lnTo>
                    <a:pt x="5222" y="4004"/>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4" name="Google Shape;2463;p49">
            <a:extLst>
              <a:ext uri="{FF2B5EF4-FFF2-40B4-BE49-F238E27FC236}">
                <a16:creationId xmlns:a16="http://schemas.microsoft.com/office/drawing/2014/main" id="{BDEA2593-9383-38FF-2AF7-D3452EB71E37}"/>
              </a:ext>
            </a:extLst>
          </p:cNvPr>
          <p:cNvSpPr txBox="1">
            <a:spLocks/>
          </p:cNvSpPr>
          <p:nvPr/>
        </p:nvSpPr>
        <p:spPr>
          <a:xfrm>
            <a:off x="2038200" y="1806813"/>
            <a:ext cx="5067600" cy="5565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accent4"/>
              </a:buClr>
              <a:buSzPts val="1400"/>
              <a:buFont typeface="Albert Sans Medium"/>
              <a:buNone/>
              <a:defRPr sz="1600" b="0" i="0" u="none" strike="noStrike" cap="none">
                <a:solidFill>
                  <a:schemeClr val="accent4"/>
                </a:solidFill>
                <a:latin typeface="Albert Sans Medium"/>
                <a:ea typeface="Albert Sans Medium"/>
                <a:cs typeface="Albert Sans Medium"/>
                <a:sym typeface="Albert Sans Medium"/>
              </a:defRPr>
            </a:lvl1pPr>
            <a:lvl2pPr marL="914400" marR="0" lvl="1" indent="-317500" algn="ctr" rtl="0">
              <a:lnSpc>
                <a:spcPct val="100000"/>
              </a:lnSpc>
              <a:spcBef>
                <a:spcPts val="0"/>
              </a:spcBef>
              <a:spcAft>
                <a:spcPts val="0"/>
              </a:spcAft>
              <a:buClr>
                <a:schemeClr val="accent4"/>
              </a:buClr>
              <a:buSzPts val="1400"/>
              <a:buFont typeface="Albert Sans Medium"/>
              <a:buNone/>
              <a:defRPr sz="1400" b="0" i="0" u="none" strike="noStrike" cap="none">
                <a:solidFill>
                  <a:schemeClr val="accent4"/>
                </a:solidFill>
                <a:latin typeface="Albert Sans Medium"/>
                <a:ea typeface="Albert Sans Medium"/>
                <a:cs typeface="Albert Sans Medium"/>
                <a:sym typeface="Albert Sans Medium"/>
              </a:defRPr>
            </a:lvl2pPr>
            <a:lvl3pPr marL="1371600" marR="0" lvl="2" indent="-317500" algn="ctr" rtl="0">
              <a:lnSpc>
                <a:spcPct val="100000"/>
              </a:lnSpc>
              <a:spcBef>
                <a:spcPts val="1600"/>
              </a:spcBef>
              <a:spcAft>
                <a:spcPts val="0"/>
              </a:spcAft>
              <a:buClr>
                <a:schemeClr val="accent4"/>
              </a:buClr>
              <a:buSzPts val="1400"/>
              <a:buFont typeface="Albert Sans Medium"/>
              <a:buNone/>
              <a:defRPr sz="1400" b="0" i="0" u="none" strike="noStrike" cap="none">
                <a:solidFill>
                  <a:schemeClr val="accent4"/>
                </a:solidFill>
                <a:latin typeface="Albert Sans Medium"/>
                <a:ea typeface="Albert Sans Medium"/>
                <a:cs typeface="Albert Sans Medium"/>
                <a:sym typeface="Albert Sans Medium"/>
              </a:defRPr>
            </a:lvl3pPr>
            <a:lvl4pPr marL="1828800" marR="0" lvl="3" indent="-317500" algn="ctr" rtl="0">
              <a:lnSpc>
                <a:spcPct val="100000"/>
              </a:lnSpc>
              <a:spcBef>
                <a:spcPts val="1600"/>
              </a:spcBef>
              <a:spcAft>
                <a:spcPts val="0"/>
              </a:spcAft>
              <a:buClr>
                <a:schemeClr val="accent4"/>
              </a:buClr>
              <a:buSzPts val="1400"/>
              <a:buFont typeface="Albert Sans Medium"/>
              <a:buNone/>
              <a:defRPr sz="1400" b="0" i="0" u="none" strike="noStrike" cap="none">
                <a:solidFill>
                  <a:schemeClr val="accent4"/>
                </a:solidFill>
                <a:latin typeface="Albert Sans Medium"/>
                <a:ea typeface="Albert Sans Medium"/>
                <a:cs typeface="Albert Sans Medium"/>
                <a:sym typeface="Albert Sans Medium"/>
              </a:defRPr>
            </a:lvl4pPr>
            <a:lvl5pPr marL="2286000" marR="0" lvl="4" indent="-317500" algn="ctr" rtl="0">
              <a:lnSpc>
                <a:spcPct val="100000"/>
              </a:lnSpc>
              <a:spcBef>
                <a:spcPts val="1600"/>
              </a:spcBef>
              <a:spcAft>
                <a:spcPts val="0"/>
              </a:spcAft>
              <a:buClr>
                <a:schemeClr val="accent4"/>
              </a:buClr>
              <a:buSzPts val="1400"/>
              <a:buFont typeface="Albert Sans Medium"/>
              <a:buNone/>
              <a:defRPr sz="1400" b="0" i="0" u="none" strike="noStrike" cap="none">
                <a:solidFill>
                  <a:schemeClr val="accent4"/>
                </a:solidFill>
                <a:latin typeface="Albert Sans Medium"/>
                <a:ea typeface="Albert Sans Medium"/>
                <a:cs typeface="Albert Sans Medium"/>
                <a:sym typeface="Albert Sans Medium"/>
              </a:defRPr>
            </a:lvl5pPr>
            <a:lvl6pPr marL="2743200" marR="0" lvl="5" indent="-317500" algn="ctr" rtl="0">
              <a:lnSpc>
                <a:spcPct val="100000"/>
              </a:lnSpc>
              <a:spcBef>
                <a:spcPts val="1600"/>
              </a:spcBef>
              <a:spcAft>
                <a:spcPts val="0"/>
              </a:spcAft>
              <a:buClr>
                <a:schemeClr val="accent4"/>
              </a:buClr>
              <a:buSzPts val="1400"/>
              <a:buFont typeface="Albert Sans Medium"/>
              <a:buNone/>
              <a:defRPr sz="1400" b="0" i="0" u="none" strike="noStrike" cap="none">
                <a:solidFill>
                  <a:schemeClr val="accent4"/>
                </a:solidFill>
                <a:latin typeface="Albert Sans Medium"/>
                <a:ea typeface="Albert Sans Medium"/>
                <a:cs typeface="Albert Sans Medium"/>
                <a:sym typeface="Albert Sans Medium"/>
              </a:defRPr>
            </a:lvl6pPr>
            <a:lvl7pPr marL="3200400" marR="0" lvl="6" indent="-317500" algn="ctr" rtl="0">
              <a:lnSpc>
                <a:spcPct val="100000"/>
              </a:lnSpc>
              <a:spcBef>
                <a:spcPts val="1600"/>
              </a:spcBef>
              <a:spcAft>
                <a:spcPts val="0"/>
              </a:spcAft>
              <a:buClr>
                <a:schemeClr val="accent4"/>
              </a:buClr>
              <a:buSzPts val="1400"/>
              <a:buFont typeface="Albert Sans Medium"/>
              <a:buNone/>
              <a:defRPr sz="1400" b="0" i="0" u="none" strike="noStrike" cap="none">
                <a:solidFill>
                  <a:schemeClr val="accent4"/>
                </a:solidFill>
                <a:latin typeface="Albert Sans Medium"/>
                <a:ea typeface="Albert Sans Medium"/>
                <a:cs typeface="Albert Sans Medium"/>
                <a:sym typeface="Albert Sans Medium"/>
              </a:defRPr>
            </a:lvl7pPr>
            <a:lvl8pPr marL="3657600" marR="0" lvl="7" indent="-317500" algn="ctr" rtl="0">
              <a:lnSpc>
                <a:spcPct val="100000"/>
              </a:lnSpc>
              <a:spcBef>
                <a:spcPts val="1600"/>
              </a:spcBef>
              <a:spcAft>
                <a:spcPts val="0"/>
              </a:spcAft>
              <a:buClr>
                <a:schemeClr val="accent4"/>
              </a:buClr>
              <a:buSzPts val="1400"/>
              <a:buFont typeface="Albert Sans Medium"/>
              <a:buNone/>
              <a:defRPr sz="1400" b="0" i="0" u="none" strike="noStrike" cap="none">
                <a:solidFill>
                  <a:schemeClr val="accent4"/>
                </a:solidFill>
                <a:latin typeface="Albert Sans Medium"/>
                <a:ea typeface="Albert Sans Medium"/>
                <a:cs typeface="Albert Sans Medium"/>
                <a:sym typeface="Albert Sans Medium"/>
              </a:defRPr>
            </a:lvl8pPr>
            <a:lvl9pPr marL="4114800" marR="0" lvl="8" indent="-317500" algn="ctr" rtl="0">
              <a:lnSpc>
                <a:spcPct val="100000"/>
              </a:lnSpc>
              <a:spcBef>
                <a:spcPts val="1600"/>
              </a:spcBef>
              <a:spcAft>
                <a:spcPts val="1600"/>
              </a:spcAft>
              <a:buClr>
                <a:schemeClr val="accent4"/>
              </a:buClr>
              <a:buSzPts val="1400"/>
              <a:buFont typeface="Albert Sans Medium"/>
              <a:buNone/>
              <a:defRPr sz="1400" b="0" i="0" u="none" strike="noStrike" cap="none">
                <a:solidFill>
                  <a:schemeClr val="accent4"/>
                </a:solidFill>
                <a:latin typeface="Albert Sans Medium"/>
                <a:ea typeface="Albert Sans Medium"/>
                <a:cs typeface="Albert Sans Medium"/>
                <a:sym typeface="Albert Sans Medium"/>
              </a:defRPr>
            </a:lvl9pPr>
          </a:lstStyle>
          <a:p>
            <a:pPr marL="0" indent="0"/>
            <a:r>
              <a:rPr lang="en-US" b="1" dirty="0">
                <a:solidFill>
                  <a:schemeClr val="accent6"/>
                </a:solidFill>
              </a:rPr>
              <a:t>Battery scale: </a:t>
            </a:r>
            <a:r>
              <a:rPr lang="en-US" dirty="0"/>
              <a:t>50 GWh is still small compared to national shortfall levels.</a:t>
            </a:r>
            <a:endParaRPr lang="en-US" b="1" dirty="0">
              <a:solidFill>
                <a:schemeClr val="accent6"/>
              </a:solidFill>
            </a:endParaRPr>
          </a:p>
        </p:txBody>
      </p:sp>
      <p:sp>
        <p:nvSpPr>
          <p:cNvPr id="5" name="Google Shape;2463;p49">
            <a:extLst>
              <a:ext uri="{FF2B5EF4-FFF2-40B4-BE49-F238E27FC236}">
                <a16:creationId xmlns:a16="http://schemas.microsoft.com/office/drawing/2014/main" id="{45902F69-8363-966A-C269-2C7776DBD384}"/>
              </a:ext>
            </a:extLst>
          </p:cNvPr>
          <p:cNvSpPr txBox="1">
            <a:spLocks/>
          </p:cNvSpPr>
          <p:nvPr/>
        </p:nvSpPr>
        <p:spPr>
          <a:xfrm>
            <a:off x="2007572" y="2401337"/>
            <a:ext cx="5067600" cy="5565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accent4"/>
              </a:buClr>
              <a:buSzPts val="1400"/>
              <a:buFont typeface="Albert Sans Medium"/>
              <a:buNone/>
              <a:defRPr sz="1600" b="0" i="0" u="none" strike="noStrike" cap="none">
                <a:solidFill>
                  <a:schemeClr val="accent4"/>
                </a:solidFill>
                <a:latin typeface="Albert Sans Medium"/>
                <a:ea typeface="Albert Sans Medium"/>
                <a:cs typeface="Albert Sans Medium"/>
                <a:sym typeface="Albert Sans Medium"/>
              </a:defRPr>
            </a:lvl1pPr>
            <a:lvl2pPr marL="914400" marR="0" lvl="1" indent="-317500" algn="ctr" rtl="0">
              <a:lnSpc>
                <a:spcPct val="100000"/>
              </a:lnSpc>
              <a:spcBef>
                <a:spcPts val="0"/>
              </a:spcBef>
              <a:spcAft>
                <a:spcPts val="0"/>
              </a:spcAft>
              <a:buClr>
                <a:schemeClr val="accent4"/>
              </a:buClr>
              <a:buSzPts val="1400"/>
              <a:buFont typeface="Albert Sans Medium"/>
              <a:buNone/>
              <a:defRPr sz="1400" b="0" i="0" u="none" strike="noStrike" cap="none">
                <a:solidFill>
                  <a:schemeClr val="accent4"/>
                </a:solidFill>
                <a:latin typeface="Albert Sans Medium"/>
                <a:ea typeface="Albert Sans Medium"/>
                <a:cs typeface="Albert Sans Medium"/>
                <a:sym typeface="Albert Sans Medium"/>
              </a:defRPr>
            </a:lvl2pPr>
            <a:lvl3pPr marL="1371600" marR="0" lvl="2" indent="-317500" algn="ctr" rtl="0">
              <a:lnSpc>
                <a:spcPct val="100000"/>
              </a:lnSpc>
              <a:spcBef>
                <a:spcPts val="1600"/>
              </a:spcBef>
              <a:spcAft>
                <a:spcPts val="0"/>
              </a:spcAft>
              <a:buClr>
                <a:schemeClr val="accent4"/>
              </a:buClr>
              <a:buSzPts val="1400"/>
              <a:buFont typeface="Albert Sans Medium"/>
              <a:buNone/>
              <a:defRPr sz="1400" b="0" i="0" u="none" strike="noStrike" cap="none">
                <a:solidFill>
                  <a:schemeClr val="accent4"/>
                </a:solidFill>
                <a:latin typeface="Albert Sans Medium"/>
                <a:ea typeface="Albert Sans Medium"/>
                <a:cs typeface="Albert Sans Medium"/>
                <a:sym typeface="Albert Sans Medium"/>
              </a:defRPr>
            </a:lvl3pPr>
            <a:lvl4pPr marL="1828800" marR="0" lvl="3" indent="-317500" algn="ctr" rtl="0">
              <a:lnSpc>
                <a:spcPct val="100000"/>
              </a:lnSpc>
              <a:spcBef>
                <a:spcPts val="1600"/>
              </a:spcBef>
              <a:spcAft>
                <a:spcPts val="0"/>
              </a:spcAft>
              <a:buClr>
                <a:schemeClr val="accent4"/>
              </a:buClr>
              <a:buSzPts val="1400"/>
              <a:buFont typeface="Albert Sans Medium"/>
              <a:buNone/>
              <a:defRPr sz="1400" b="0" i="0" u="none" strike="noStrike" cap="none">
                <a:solidFill>
                  <a:schemeClr val="accent4"/>
                </a:solidFill>
                <a:latin typeface="Albert Sans Medium"/>
                <a:ea typeface="Albert Sans Medium"/>
                <a:cs typeface="Albert Sans Medium"/>
                <a:sym typeface="Albert Sans Medium"/>
              </a:defRPr>
            </a:lvl4pPr>
            <a:lvl5pPr marL="2286000" marR="0" lvl="4" indent="-317500" algn="ctr" rtl="0">
              <a:lnSpc>
                <a:spcPct val="100000"/>
              </a:lnSpc>
              <a:spcBef>
                <a:spcPts val="1600"/>
              </a:spcBef>
              <a:spcAft>
                <a:spcPts val="0"/>
              </a:spcAft>
              <a:buClr>
                <a:schemeClr val="accent4"/>
              </a:buClr>
              <a:buSzPts val="1400"/>
              <a:buFont typeface="Albert Sans Medium"/>
              <a:buNone/>
              <a:defRPr sz="1400" b="0" i="0" u="none" strike="noStrike" cap="none">
                <a:solidFill>
                  <a:schemeClr val="accent4"/>
                </a:solidFill>
                <a:latin typeface="Albert Sans Medium"/>
                <a:ea typeface="Albert Sans Medium"/>
                <a:cs typeface="Albert Sans Medium"/>
                <a:sym typeface="Albert Sans Medium"/>
              </a:defRPr>
            </a:lvl5pPr>
            <a:lvl6pPr marL="2743200" marR="0" lvl="5" indent="-317500" algn="ctr" rtl="0">
              <a:lnSpc>
                <a:spcPct val="100000"/>
              </a:lnSpc>
              <a:spcBef>
                <a:spcPts val="1600"/>
              </a:spcBef>
              <a:spcAft>
                <a:spcPts val="0"/>
              </a:spcAft>
              <a:buClr>
                <a:schemeClr val="accent4"/>
              </a:buClr>
              <a:buSzPts val="1400"/>
              <a:buFont typeface="Albert Sans Medium"/>
              <a:buNone/>
              <a:defRPr sz="1400" b="0" i="0" u="none" strike="noStrike" cap="none">
                <a:solidFill>
                  <a:schemeClr val="accent4"/>
                </a:solidFill>
                <a:latin typeface="Albert Sans Medium"/>
                <a:ea typeface="Albert Sans Medium"/>
                <a:cs typeface="Albert Sans Medium"/>
                <a:sym typeface="Albert Sans Medium"/>
              </a:defRPr>
            </a:lvl6pPr>
            <a:lvl7pPr marL="3200400" marR="0" lvl="6" indent="-317500" algn="ctr" rtl="0">
              <a:lnSpc>
                <a:spcPct val="100000"/>
              </a:lnSpc>
              <a:spcBef>
                <a:spcPts val="1600"/>
              </a:spcBef>
              <a:spcAft>
                <a:spcPts val="0"/>
              </a:spcAft>
              <a:buClr>
                <a:schemeClr val="accent4"/>
              </a:buClr>
              <a:buSzPts val="1400"/>
              <a:buFont typeface="Albert Sans Medium"/>
              <a:buNone/>
              <a:defRPr sz="1400" b="0" i="0" u="none" strike="noStrike" cap="none">
                <a:solidFill>
                  <a:schemeClr val="accent4"/>
                </a:solidFill>
                <a:latin typeface="Albert Sans Medium"/>
                <a:ea typeface="Albert Sans Medium"/>
                <a:cs typeface="Albert Sans Medium"/>
                <a:sym typeface="Albert Sans Medium"/>
              </a:defRPr>
            </a:lvl7pPr>
            <a:lvl8pPr marL="3657600" marR="0" lvl="7" indent="-317500" algn="ctr" rtl="0">
              <a:lnSpc>
                <a:spcPct val="100000"/>
              </a:lnSpc>
              <a:spcBef>
                <a:spcPts val="1600"/>
              </a:spcBef>
              <a:spcAft>
                <a:spcPts val="0"/>
              </a:spcAft>
              <a:buClr>
                <a:schemeClr val="accent4"/>
              </a:buClr>
              <a:buSzPts val="1400"/>
              <a:buFont typeface="Albert Sans Medium"/>
              <a:buNone/>
              <a:defRPr sz="1400" b="0" i="0" u="none" strike="noStrike" cap="none">
                <a:solidFill>
                  <a:schemeClr val="accent4"/>
                </a:solidFill>
                <a:latin typeface="Albert Sans Medium"/>
                <a:ea typeface="Albert Sans Medium"/>
                <a:cs typeface="Albert Sans Medium"/>
                <a:sym typeface="Albert Sans Medium"/>
              </a:defRPr>
            </a:lvl8pPr>
            <a:lvl9pPr marL="4114800" marR="0" lvl="8" indent="-317500" algn="ctr" rtl="0">
              <a:lnSpc>
                <a:spcPct val="100000"/>
              </a:lnSpc>
              <a:spcBef>
                <a:spcPts val="1600"/>
              </a:spcBef>
              <a:spcAft>
                <a:spcPts val="1600"/>
              </a:spcAft>
              <a:buClr>
                <a:schemeClr val="accent4"/>
              </a:buClr>
              <a:buSzPts val="1400"/>
              <a:buFont typeface="Albert Sans Medium"/>
              <a:buNone/>
              <a:defRPr sz="1400" b="0" i="0" u="none" strike="noStrike" cap="none">
                <a:solidFill>
                  <a:schemeClr val="accent4"/>
                </a:solidFill>
                <a:latin typeface="Albert Sans Medium"/>
                <a:ea typeface="Albert Sans Medium"/>
                <a:cs typeface="Albert Sans Medium"/>
                <a:sym typeface="Albert Sans Medium"/>
              </a:defRPr>
            </a:lvl9pPr>
          </a:lstStyle>
          <a:p>
            <a:pPr marL="0" indent="0"/>
            <a:r>
              <a:rPr lang="en-US" b="1" dirty="0">
                <a:solidFill>
                  <a:schemeClr val="accent6"/>
                </a:solidFill>
              </a:rPr>
              <a:t>Daily aggregation: </a:t>
            </a:r>
            <a:r>
              <a:rPr lang="en-US" dirty="0"/>
              <a:t>Battery simulation uses daily data which may miss hourly cycling </a:t>
            </a:r>
            <a:r>
              <a:rPr lang="en-US" dirty="0" err="1"/>
              <a:t>behaviour</a:t>
            </a:r>
            <a:r>
              <a:rPr lang="en-US" dirty="0"/>
              <a:t>.</a:t>
            </a:r>
            <a:endParaRPr lang="en-US" b="1" dirty="0">
              <a:solidFill>
                <a:schemeClr val="accent6"/>
              </a:solidFill>
            </a:endParaRPr>
          </a:p>
        </p:txBody>
      </p:sp>
      <p:sp>
        <p:nvSpPr>
          <p:cNvPr id="6" name="Google Shape;2463;p49">
            <a:extLst>
              <a:ext uri="{FF2B5EF4-FFF2-40B4-BE49-F238E27FC236}">
                <a16:creationId xmlns:a16="http://schemas.microsoft.com/office/drawing/2014/main" id="{4F8D7168-87C2-0845-3073-A68C3DDF0FBB}"/>
              </a:ext>
            </a:extLst>
          </p:cNvPr>
          <p:cNvSpPr txBox="1">
            <a:spLocks/>
          </p:cNvSpPr>
          <p:nvPr/>
        </p:nvSpPr>
        <p:spPr>
          <a:xfrm>
            <a:off x="2038200" y="3085735"/>
            <a:ext cx="5067600" cy="5565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accent4"/>
              </a:buClr>
              <a:buSzPts val="1400"/>
              <a:buFont typeface="Albert Sans Medium"/>
              <a:buNone/>
              <a:defRPr sz="1600" b="0" i="0" u="none" strike="noStrike" cap="none">
                <a:solidFill>
                  <a:schemeClr val="accent4"/>
                </a:solidFill>
                <a:latin typeface="Albert Sans Medium"/>
                <a:ea typeface="Albert Sans Medium"/>
                <a:cs typeface="Albert Sans Medium"/>
                <a:sym typeface="Albert Sans Medium"/>
              </a:defRPr>
            </a:lvl1pPr>
            <a:lvl2pPr marL="914400" marR="0" lvl="1" indent="-317500" algn="ctr" rtl="0">
              <a:lnSpc>
                <a:spcPct val="100000"/>
              </a:lnSpc>
              <a:spcBef>
                <a:spcPts val="0"/>
              </a:spcBef>
              <a:spcAft>
                <a:spcPts val="0"/>
              </a:spcAft>
              <a:buClr>
                <a:schemeClr val="accent4"/>
              </a:buClr>
              <a:buSzPts val="1400"/>
              <a:buFont typeface="Albert Sans Medium"/>
              <a:buNone/>
              <a:defRPr sz="1400" b="0" i="0" u="none" strike="noStrike" cap="none">
                <a:solidFill>
                  <a:schemeClr val="accent4"/>
                </a:solidFill>
                <a:latin typeface="Albert Sans Medium"/>
                <a:ea typeface="Albert Sans Medium"/>
                <a:cs typeface="Albert Sans Medium"/>
                <a:sym typeface="Albert Sans Medium"/>
              </a:defRPr>
            </a:lvl2pPr>
            <a:lvl3pPr marL="1371600" marR="0" lvl="2" indent="-317500" algn="ctr" rtl="0">
              <a:lnSpc>
                <a:spcPct val="100000"/>
              </a:lnSpc>
              <a:spcBef>
                <a:spcPts val="1600"/>
              </a:spcBef>
              <a:spcAft>
                <a:spcPts val="0"/>
              </a:spcAft>
              <a:buClr>
                <a:schemeClr val="accent4"/>
              </a:buClr>
              <a:buSzPts val="1400"/>
              <a:buFont typeface="Albert Sans Medium"/>
              <a:buNone/>
              <a:defRPr sz="1400" b="0" i="0" u="none" strike="noStrike" cap="none">
                <a:solidFill>
                  <a:schemeClr val="accent4"/>
                </a:solidFill>
                <a:latin typeface="Albert Sans Medium"/>
                <a:ea typeface="Albert Sans Medium"/>
                <a:cs typeface="Albert Sans Medium"/>
                <a:sym typeface="Albert Sans Medium"/>
              </a:defRPr>
            </a:lvl3pPr>
            <a:lvl4pPr marL="1828800" marR="0" lvl="3" indent="-317500" algn="ctr" rtl="0">
              <a:lnSpc>
                <a:spcPct val="100000"/>
              </a:lnSpc>
              <a:spcBef>
                <a:spcPts val="1600"/>
              </a:spcBef>
              <a:spcAft>
                <a:spcPts val="0"/>
              </a:spcAft>
              <a:buClr>
                <a:schemeClr val="accent4"/>
              </a:buClr>
              <a:buSzPts val="1400"/>
              <a:buFont typeface="Albert Sans Medium"/>
              <a:buNone/>
              <a:defRPr sz="1400" b="0" i="0" u="none" strike="noStrike" cap="none">
                <a:solidFill>
                  <a:schemeClr val="accent4"/>
                </a:solidFill>
                <a:latin typeface="Albert Sans Medium"/>
                <a:ea typeface="Albert Sans Medium"/>
                <a:cs typeface="Albert Sans Medium"/>
                <a:sym typeface="Albert Sans Medium"/>
              </a:defRPr>
            </a:lvl4pPr>
            <a:lvl5pPr marL="2286000" marR="0" lvl="4" indent="-317500" algn="ctr" rtl="0">
              <a:lnSpc>
                <a:spcPct val="100000"/>
              </a:lnSpc>
              <a:spcBef>
                <a:spcPts val="1600"/>
              </a:spcBef>
              <a:spcAft>
                <a:spcPts val="0"/>
              </a:spcAft>
              <a:buClr>
                <a:schemeClr val="accent4"/>
              </a:buClr>
              <a:buSzPts val="1400"/>
              <a:buFont typeface="Albert Sans Medium"/>
              <a:buNone/>
              <a:defRPr sz="1400" b="0" i="0" u="none" strike="noStrike" cap="none">
                <a:solidFill>
                  <a:schemeClr val="accent4"/>
                </a:solidFill>
                <a:latin typeface="Albert Sans Medium"/>
                <a:ea typeface="Albert Sans Medium"/>
                <a:cs typeface="Albert Sans Medium"/>
                <a:sym typeface="Albert Sans Medium"/>
              </a:defRPr>
            </a:lvl5pPr>
            <a:lvl6pPr marL="2743200" marR="0" lvl="5" indent="-317500" algn="ctr" rtl="0">
              <a:lnSpc>
                <a:spcPct val="100000"/>
              </a:lnSpc>
              <a:spcBef>
                <a:spcPts val="1600"/>
              </a:spcBef>
              <a:spcAft>
                <a:spcPts val="0"/>
              </a:spcAft>
              <a:buClr>
                <a:schemeClr val="accent4"/>
              </a:buClr>
              <a:buSzPts val="1400"/>
              <a:buFont typeface="Albert Sans Medium"/>
              <a:buNone/>
              <a:defRPr sz="1400" b="0" i="0" u="none" strike="noStrike" cap="none">
                <a:solidFill>
                  <a:schemeClr val="accent4"/>
                </a:solidFill>
                <a:latin typeface="Albert Sans Medium"/>
                <a:ea typeface="Albert Sans Medium"/>
                <a:cs typeface="Albert Sans Medium"/>
                <a:sym typeface="Albert Sans Medium"/>
              </a:defRPr>
            </a:lvl6pPr>
            <a:lvl7pPr marL="3200400" marR="0" lvl="6" indent="-317500" algn="ctr" rtl="0">
              <a:lnSpc>
                <a:spcPct val="100000"/>
              </a:lnSpc>
              <a:spcBef>
                <a:spcPts val="1600"/>
              </a:spcBef>
              <a:spcAft>
                <a:spcPts val="0"/>
              </a:spcAft>
              <a:buClr>
                <a:schemeClr val="accent4"/>
              </a:buClr>
              <a:buSzPts val="1400"/>
              <a:buFont typeface="Albert Sans Medium"/>
              <a:buNone/>
              <a:defRPr sz="1400" b="0" i="0" u="none" strike="noStrike" cap="none">
                <a:solidFill>
                  <a:schemeClr val="accent4"/>
                </a:solidFill>
                <a:latin typeface="Albert Sans Medium"/>
                <a:ea typeface="Albert Sans Medium"/>
                <a:cs typeface="Albert Sans Medium"/>
                <a:sym typeface="Albert Sans Medium"/>
              </a:defRPr>
            </a:lvl7pPr>
            <a:lvl8pPr marL="3657600" marR="0" lvl="7" indent="-317500" algn="ctr" rtl="0">
              <a:lnSpc>
                <a:spcPct val="100000"/>
              </a:lnSpc>
              <a:spcBef>
                <a:spcPts val="1600"/>
              </a:spcBef>
              <a:spcAft>
                <a:spcPts val="0"/>
              </a:spcAft>
              <a:buClr>
                <a:schemeClr val="accent4"/>
              </a:buClr>
              <a:buSzPts val="1400"/>
              <a:buFont typeface="Albert Sans Medium"/>
              <a:buNone/>
              <a:defRPr sz="1400" b="0" i="0" u="none" strike="noStrike" cap="none">
                <a:solidFill>
                  <a:schemeClr val="accent4"/>
                </a:solidFill>
                <a:latin typeface="Albert Sans Medium"/>
                <a:ea typeface="Albert Sans Medium"/>
                <a:cs typeface="Albert Sans Medium"/>
                <a:sym typeface="Albert Sans Medium"/>
              </a:defRPr>
            </a:lvl8pPr>
            <a:lvl9pPr marL="4114800" marR="0" lvl="8" indent="-317500" algn="ctr" rtl="0">
              <a:lnSpc>
                <a:spcPct val="100000"/>
              </a:lnSpc>
              <a:spcBef>
                <a:spcPts val="1600"/>
              </a:spcBef>
              <a:spcAft>
                <a:spcPts val="1600"/>
              </a:spcAft>
              <a:buClr>
                <a:schemeClr val="accent4"/>
              </a:buClr>
              <a:buSzPts val="1400"/>
              <a:buFont typeface="Albert Sans Medium"/>
              <a:buNone/>
              <a:defRPr sz="1400" b="0" i="0" u="none" strike="noStrike" cap="none">
                <a:solidFill>
                  <a:schemeClr val="accent4"/>
                </a:solidFill>
                <a:latin typeface="Albert Sans Medium"/>
                <a:ea typeface="Albert Sans Medium"/>
                <a:cs typeface="Albert Sans Medium"/>
                <a:sym typeface="Albert Sans Medium"/>
              </a:defRPr>
            </a:lvl9pPr>
          </a:lstStyle>
          <a:p>
            <a:pPr marL="0" indent="0"/>
            <a:r>
              <a:rPr lang="en-US" b="1" dirty="0">
                <a:solidFill>
                  <a:schemeClr val="accent6"/>
                </a:solidFill>
              </a:rPr>
              <a:t>System boundary: </a:t>
            </a:r>
            <a:r>
              <a:rPr lang="en-US" dirty="0"/>
              <a:t>Germany is treated as one national system.</a:t>
            </a:r>
            <a:endParaRPr lang="en-US" b="1" dirty="0">
              <a:solidFill>
                <a:schemeClr val="accent6"/>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488"/>
        <p:cNvGrpSpPr/>
        <p:nvPr/>
      </p:nvGrpSpPr>
      <p:grpSpPr>
        <a:xfrm>
          <a:off x="0" y="0"/>
          <a:ext cx="0" cy="0"/>
          <a:chOff x="0" y="0"/>
          <a:chExt cx="0" cy="0"/>
        </a:xfrm>
      </p:grpSpPr>
      <p:sp>
        <p:nvSpPr>
          <p:cNvPr id="3490" name="Google Shape;3490;p71"/>
          <p:cNvSpPr txBox="1">
            <a:spLocks noGrp="1"/>
          </p:cNvSpPr>
          <p:nvPr>
            <p:ph type="title"/>
          </p:nvPr>
        </p:nvSpPr>
        <p:spPr>
          <a:xfrm>
            <a:off x="1328309" y="394835"/>
            <a:ext cx="5983915" cy="930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Conclusion</a:t>
            </a:r>
            <a:endParaRPr dirty="0"/>
          </a:p>
        </p:txBody>
      </p:sp>
      <p:sp>
        <p:nvSpPr>
          <p:cNvPr id="3491" name="Google Shape;3491;p71"/>
          <p:cNvSpPr txBox="1">
            <a:spLocks noGrp="1"/>
          </p:cNvSpPr>
          <p:nvPr>
            <p:ph type="subTitle" idx="1"/>
          </p:nvPr>
        </p:nvSpPr>
        <p:spPr>
          <a:xfrm>
            <a:off x="1501220" y="1368625"/>
            <a:ext cx="6187985" cy="2773044"/>
          </a:xfrm>
          <a:prstGeom prst="rect">
            <a:avLst/>
          </a:prstGeom>
        </p:spPr>
        <p:txBody>
          <a:bodyPr spcFirstLastPara="1" wrap="square" lIns="91425" tIns="91425" rIns="91425" bIns="91425" anchor="t" anchorCtr="0">
            <a:noAutofit/>
          </a:bodyPr>
          <a:lstStyle/>
          <a:p>
            <a:pPr marL="285750" lvl="0" indent="-285750" algn="ctr" rtl="0">
              <a:spcBef>
                <a:spcPts val="0"/>
              </a:spcBef>
              <a:spcAft>
                <a:spcPts val="0"/>
              </a:spcAft>
              <a:buClr>
                <a:schemeClr val="accent6"/>
              </a:buClr>
              <a:buFont typeface="Arial" panose="020B0604020202020204" pitchFamily="34" charset="0"/>
              <a:buChar char="•"/>
            </a:pPr>
            <a:r>
              <a:rPr lang="en" sz="2000" b="1" dirty="0"/>
              <a:t>Key finding 1: </a:t>
            </a:r>
            <a:r>
              <a:rPr lang="en" sz="2000" dirty="0" err="1"/>
              <a:t>NeuralProphet</a:t>
            </a:r>
            <a:r>
              <a:rPr lang="en" sz="2000" dirty="0"/>
              <a:t> was the strongest forecasting model.</a:t>
            </a:r>
          </a:p>
          <a:p>
            <a:pPr marL="285750" lvl="0" indent="-285750" algn="ctr" rtl="0">
              <a:spcBef>
                <a:spcPts val="0"/>
              </a:spcBef>
              <a:spcAft>
                <a:spcPts val="0"/>
              </a:spcAft>
              <a:buClr>
                <a:schemeClr val="accent6"/>
              </a:buClr>
              <a:buFont typeface="Arial" panose="020B0604020202020204" pitchFamily="34" charset="0"/>
              <a:buChar char="•"/>
            </a:pPr>
            <a:r>
              <a:rPr lang="en" sz="2000" b="1" dirty="0"/>
              <a:t>Key finding 2: </a:t>
            </a:r>
            <a:r>
              <a:rPr lang="en" sz="2000" dirty="0"/>
              <a:t>Renewable output alone did not meet demand in any scenario</a:t>
            </a:r>
          </a:p>
          <a:p>
            <a:pPr marL="285750" lvl="0" indent="-285750" algn="ctr" rtl="0">
              <a:spcBef>
                <a:spcPts val="0"/>
              </a:spcBef>
              <a:spcAft>
                <a:spcPts val="0"/>
              </a:spcAft>
              <a:buClr>
                <a:schemeClr val="accent6"/>
              </a:buClr>
              <a:buFont typeface="Arial" panose="020B0604020202020204" pitchFamily="34" charset="0"/>
              <a:buChar char="•"/>
            </a:pPr>
            <a:r>
              <a:rPr lang="en-US" sz="2000" b="1" dirty="0"/>
              <a:t>K</a:t>
            </a:r>
            <a:r>
              <a:rPr lang="en" sz="2000" b="1" dirty="0" err="1"/>
              <a:t>ey</a:t>
            </a:r>
            <a:r>
              <a:rPr lang="en" sz="2000" b="1" dirty="0"/>
              <a:t> finding 3</a:t>
            </a:r>
            <a:r>
              <a:rPr lang="en" sz="2000" dirty="0"/>
              <a:t>: battery storage reduced shortfall, but did not eliminate it.</a:t>
            </a:r>
          </a:p>
          <a:p>
            <a:pPr marL="285750" lvl="0" indent="-285750" algn="ctr" rtl="0">
              <a:spcBef>
                <a:spcPts val="0"/>
              </a:spcBef>
              <a:spcAft>
                <a:spcPts val="0"/>
              </a:spcAft>
              <a:buClr>
                <a:schemeClr val="accent6"/>
              </a:buClr>
              <a:buFont typeface="Arial" panose="020B0604020202020204" pitchFamily="34" charset="0"/>
              <a:buChar char="•"/>
            </a:pPr>
            <a:endParaRPr lang="en" sz="2000" dirty="0"/>
          </a:p>
          <a:p>
            <a:pPr marL="0" lvl="0" indent="0" algn="ctr" rtl="0">
              <a:spcBef>
                <a:spcPts val="0"/>
              </a:spcBef>
              <a:spcAft>
                <a:spcPts val="0"/>
              </a:spcAft>
              <a:buClr>
                <a:schemeClr val="accent6"/>
              </a:buClr>
            </a:pPr>
            <a:r>
              <a:rPr lang="en" sz="2000" b="1" dirty="0"/>
              <a:t>Future work</a:t>
            </a:r>
            <a:r>
              <a:rPr lang="en" sz="2000" dirty="0"/>
              <a:t>: Use real weather forecasts, hourly storage modelling, more storage types and real-time dashboard updates.</a:t>
            </a:r>
            <a:endParaRPr sz="2000" dirty="0"/>
          </a:p>
        </p:txBody>
      </p:sp>
      <p:sp>
        <p:nvSpPr>
          <p:cNvPr id="3492" name="Google Shape;3492;p71"/>
          <p:cNvSpPr/>
          <p:nvPr/>
        </p:nvSpPr>
        <p:spPr>
          <a:xfrm>
            <a:off x="1120507" y="4618500"/>
            <a:ext cx="3285326" cy="44698"/>
          </a:xfrm>
          <a:custGeom>
            <a:avLst/>
            <a:gdLst/>
            <a:ahLst/>
            <a:cxnLst/>
            <a:rect l="l" t="t" r="r" b="b"/>
            <a:pathLst>
              <a:path w="70493" h="1692" extrusionOk="0">
                <a:moveTo>
                  <a:pt x="68838" y="1"/>
                </a:moveTo>
                <a:cubicBezTo>
                  <a:pt x="68747" y="1"/>
                  <a:pt x="68655" y="4"/>
                  <a:pt x="68561" y="11"/>
                </a:cubicBezTo>
                <a:lnTo>
                  <a:pt x="1849" y="11"/>
                </a:lnTo>
                <a:cubicBezTo>
                  <a:pt x="841" y="11"/>
                  <a:pt x="1" y="347"/>
                  <a:pt x="1" y="851"/>
                </a:cubicBezTo>
                <a:cubicBezTo>
                  <a:pt x="1" y="1272"/>
                  <a:pt x="841" y="1692"/>
                  <a:pt x="1849" y="1692"/>
                </a:cubicBezTo>
                <a:lnTo>
                  <a:pt x="68561" y="1692"/>
                </a:lnTo>
                <a:cubicBezTo>
                  <a:pt x="69653" y="1692"/>
                  <a:pt x="70493" y="1356"/>
                  <a:pt x="70493" y="851"/>
                </a:cubicBezTo>
                <a:cubicBezTo>
                  <a:pt x="70493" y="391"/>
                  <a:pt x="69792" y="1"/>
                  <a:pt x="68838" y="1"/>
                </a:cubicBezTo>
                <a:close/>
              </a:path>
            </a:pathLst>
          </a:custGeom>
          <a:solidFill>
            <a:srgbClr val="6A84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494" name="Google Shape;3494;p71"/>
          <p:cNvGrpSpPr/>
          <p:nvPr/>
        </p:nvGrpSpPr>
        <p:grpSpPr>
          <a:xfrm>
            <a:off x="380689" y="2011258"/>
            <a:ext cx="1093771" cy="2951842"/>
            <a:chOff x="231800" y="1194350"/>
            <a:chExt cx="943150" cy="2545350"/>
          </a:xfrm>
        </p:grpSpPr>
        <p:sp>
          <p:nvSpPr>
            <p:cNvPr id="3495" name="Google Shape;3495;p71"/>
            <p:cNvSpPr/>
            <p:nvPr/>
          </p:nvSpPr>
          <p:spPr>
            <a:xfrm>
              <a:off x="484495" y="3697404"/>
              <a:ext cx="416790" cy="42296"/>
            </a:xfrm>
            <a:custGeom>
              <a:avLst/>
              <a:gdLst/>
              <a:ahLst/>
              <a:cxnLst/>
              <a:rect l="l" t="t" r="r" b="b"/>
              <a:pathLst>
                <a:path w="70493" h="1692" extrusionOk="0">
                  <a:moveTo>
                    <a:pt x="68838" y="1"/>
                  </a:moveTo>
                  <a:cubicBezTo>
                    <a:pt x="68747" y="1"/>
                    <a:pt x="68655" y="4"/>
                    <a:pt x="68561" y="11"/>
                  </a:cubicBezTo>
                  <a:lnTo>
                    <a:pt x="1849" y="11"/>
                  </a:lnTo>
                  <a:cubicBezTo>
                    <a:pt x="841" y="11"/>
                    <a:pt x="1" y="347"/>
                    <a:pt x="1" y="851"/>
                  </a:cubicBezTo>
                  <a:cubicBezTo>
                    <a:pt x="1" y="1272"/>
                    <a:pt x="841" y="1692"/>
                    <a:pt x="1849" y="1692"/>
                  </a:cubicBezTo>
                  <a:lnTo>
                    <a:pt x="68561" y="1692"/>
                  </a:lnTo>
                  <a:cubicBezTo>
                    <a:pt x="69653" y="1692"/>
                    <a:pt x="70493" y="1356"/>
                    <a:pt x="70493" y="851"/>
                  </a:cubicBezTo>
                  <a:cubicBezTo>
                    <a:pt x="70493" y="391"/>
                    <a:pt x="69792" y="1"/>
                    <a:pt x="68838" y="1"/>
                  </a:cubicBezTo>
                  <a:close/>
                </a:path>
              </a:pathLst>
            </a:custGeom>
            <a:solidFill>
              <a:srgbClr val="6A84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6" name="Google Shape;3496;p71"/>
            <p:cNvSpPr/>
            <p:nvPr/>
          </p:nvSpPr>
          <p:spPr>
            <a:xfrm>
              <a:off x="645600" y="3370000"/>
              <a:ext cx="71450" cy="355000"/>
            </a:xfrm>
            <a:custGeom>
              <a:avLst/>
              <a:gdLst/>
              <a:ahLst/>
              <a:cxnLst/>
              <a:rect l="l" t="t" r="r" b="b"/>
              <a:pathLst>
                <a:path w="2858" h="14200" extrusionOk="0">
                  <a:moveTo>
                    <a:pt x="85" y="0"/>
                  </a:moveTo>
                  <a:cubicBezTo>
                    <a:pt x="85" y="3865"/>
                    <a:pt x="85" y="13107"/>
                    <a:pt x="1" y="14200"/>
                  </a:cubicBezTo>
                  <a:lnTo>
                    <a:pt x="2857" y="14200"/>
                  </a:lnTo>
                  <a:cubicBezTo>
                    <a:pt x="2857" y="13107"/>
                    <a:pt x="2857" y="3865"/>
                    <a:pt x="2689" y="0"/>
                  </a:cubicBezTo>
                  <a:close/>
                </a:path>
              </a:pathLst>
            </a:custGeom>
            <a:solidFill>
              <a:srgbClr val="4054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7" name="Google Shape;3497;p71"/>
            <p:cNvSpPr/>
            <p:nvPr/>
          </p:nvSpPr>
          <p:spPr>
            <a:xfrm>
              <a:off x="685525" y="3370000"/>
              <a:ext cx="31525" cy="355000"/>
            </a:xfrm>
            <a:custGeom>
              <a:avLst/>
              <a:gdLst/>
              <a:ahLst/>
              <a:cxnLst/>
              <a:rect l="l" t="t" r="r" b="b"/>
              <a:pathLst>
                <a:path w="1261" h="14200" extrusionOk="0">
                  <a:moveTo>
                    <a:pt x="0" y="0"/>
                  </a:moveTo>
                  <a:lnTo>
                    <a:pt x="0" y="14200"/>
                  </a:lnTo>
                  <a:lnTo>
                    <a:pt x="1260" y="14200"/>
                  </a:lnTo>
                  <a:cubicBezTo>
                    <a:pt x="1260" y="13107"/>
                    <a:pt x="1260" y="3865"/>
                    <a:pt x="1092" y="0"/>
                  </a:cubicBezTo>
                  <a:close/>
                </a:path>
              </a:pathLst>
            </a:custGeom>
            <a:solidFill>
              <a:srgbClr val="6C8C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8" name="Google Shape;3498;p71"/>
            <p:cNvSpPr/>
            <p:nvPr/>
          </p:nvSpPr>
          <p:spPr>
            <a:xfrm>
              <a:off x="654000" y="1624500"/>
              <a:ext cx="56750" cy="1745525"/>
            </a:xfrm>
            <a:custGeom>
              <a:avLst/>
              <a:gdLst/>
              <a:ahLst/>
              <a:cxnLst/>
              <a:rect l="l" t="t" r="r" b="b"/>
              <a:pathLst>
                <a:path w="2270" h="69821" extrusionOk="0">
                  <a:moveTo>
                    <a:pt x="925" y="0"/>
                  </a:moveTo>
                  <a:cubicBezTo>
                    <a:pt x="841" y="2773"/>
                    <a:pt x="85" y="67720"/>
                    <a:pt x="1" y="69820"/>
                  </a:cubicBezTo>
                  <a:lnTo>
                    <a:pt x="2269" y="69820"/>
                  </a:lnTo>
                  <a:cubicBezTo>
                    <a:pt x="2185" y="67720"/>
                    <a:pt x="1429" y="2773"/>
                    <a:pt x="1345" y="0"/>
                  </a:cubicBezTo>
                  <a:close/>
                </a:path>
              </a:pathLst>
            </a:custGeom>
            <a:solidFill>
              <a:srgbClr val="F5F9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9" name="Google Shape;3499;p71"/>
            <p:cNvSpPr/>
            <p:nvPr/>
          </p:nvSpPr>
          <p:spPr>
            <a:xfrm>
              <a:off x="681325" y="1624500"/>
              <a:ext cx="25225" cy="1745525"/>
            </a:xfrm>
            <a:custGeom>
              <a:avLst/>
              <a:gdLst/>
              <a:ahLst/>
              <a:cxnLst/>
              <a:rect l="l" t="t" r="r" b="b"/>
              <a:pathLst>
                <a:path w="1009" h="69821" extrusionOk="0">
                  <a:moveTo>
                    <a:pt x="168" y="0"/>
                  </a:moveTo>
                  <a:cubicBezTo>
                    <a:pt x="0" y="0"/>
                    <a:pt x="252" y="69820"/>
                    <a:pt x="252" y="69820"/>
                  </a:cubicBezTo>
                  <a:lnTo>
                    <a:pt x="1008" y="69820"/>
                  </a:lnTo>
                  <a:cubicBezTo>
                    <a:pt x="1008" y="67720"/>
                    <a:pt x="252" y="2773"/>
                    <a:pt x="16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0" name="Google Shape;3500;p71"/>
            <p:cNvSpPr/>
            <p:nvPr/>
          </p:nvSpPr>
          <p:spPr>
            <a:xfrm>
              <a:off x="244425" y="1585750"/>
              <a:ext cx="430625" cy="68875"/>
            </a:xfrm>
            <a:custGeom>
              <a:avLst/>
              <a:gdLst/>
              <a:ahLst/>
              <a:cxnLst/>
              <a:rect l="l" t="t" r="r" b="b"/>
              <a:pathLst>
                <a:path w="17225" h="2755" extrusionOk="0">
                  <a:moveTo>
                    <a:pt x="13288" y="0"/>
                  </a:moveTo>
                  <a:cubicBezTo>
                    <a:pt x="10899" y="0"/>
                    <a:pt x="0" y="1757"/>
                    <a:pt x="0" y="2222"/>
                  </a:cubicBezTo>
                  <a:cubicBezTo>
                    <a:pt x="0" y="2584"/>
                    <a:pt x="1525" y="2755"/>
                    <a:pt x="3871" y="2755"/>
                  </a:cubicBezTo>
                  <a:cubicBezTo>
                    <a:pt x="5340" y="2755"/>
                    <a:pt x="7132" y="2688"/>
                    <a:pt x="9074" y="2558"/>
                  </a:cubicBezTo>
                  <a:cubicBezTo>
                    <a:pt x="14115" y="2222"/>
                    <a:pt x="17056" y="2138"/>
                    <a:pt x="17056" y="1634"/>
                  </a:cubicBezTo>
                  <a:cubicBezTo>
                    <a:pt x="17224" y="1214"/>
                    <a:pt x="15712" y="794"/>
                    <a:pt x="13695" y="38"/>
                  </a:cubicBezTo>
                  <a:cubicBezTo>
                    <a:pt x="13625" y="12"/>
                    <a:pt x="13486" y="0"/>
                    <a:pt x="1328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1" name="Google Shape;3501;p71"/>
            <p:cNvSpPr/>
            <p:nvPr/>
          </p:nvSpPr>
          <p:spPr>
            <a:xfrm>
              <a:off x="271725" y="1591650"/>
              <a:ext cx="373900" cy="45475"/>
            </a:xfrm>
            <a:custGeom>
              <a:avLst/>
              <a:gdLst/>
              <a:ahLst/>
              <a:cxnLst/>
              <a:rect l="l" t="t" r="r" b="b"/>
              <a:pathLst>
                <a:path w="14956" h="1819" extrusionOk="0">
                  <a:moveTo>
                    <a:pt x="12119" y="1"/>
                  </a:moveTo>
                  <a:cubicBezTo>
                    <a:pt x="10095" y="1"/>
                    <a:pt x="2774" y="1144"/>
                    <a:pt x="0" y="1818"/>
                  </a:cubicBezTo>
                  <a:lnTo>
                    <a:pt x="14956" y="894"/>
                  </a:lnTo>
                  <a:cubicBezTo>
                    <a:pt x="14452" y="642"/>
                    <a:pt x="13779" y="474"/>
                    <a:pt x="13275" y="222"/>
                  </a:cubicBezTo>
                  <a:cubicBezTo>
                    <a:pt x="13023" y="138"/>
                    <a:pt x="12855" y="138"/>
                    <a:pt x="12603" y="54"/>
                  </a:cubicBezTo>
                  <a:cubicBezTo>
                    <a:pt x="12531" y="18"/>
                    <a:pt x="12363" y="1"/>
                    <a:pt x="12119" y="1"/>
                  </a:cubicBez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2" name="Google Shape;3502;p71"/>
            <p:cNvSpPr/>
            <p:nvPr/>
          </p:nvSpPr>
          <p:spPr>
            <a:xfrm>
              <a:off x="677125" y="1625850"/>
              <a:ext cx="247875" cy="357900"/>
            </a:xfrm>
            <a:custGeom>
              <a:avLst/>
              <a:gdLst/>
              <a:ahLst/>
              <a:cxnLst/>
              <a:rect l="l" t="t" r="r" b="b"/>
              <a:pathLst>
                <a:path w="9915" h="14316" extrusionOk="0">
                  <a:moveTo>
                    <a:pt x="507" y="0"/>
                  </a:moveTo>
                  <a:cubicBezTo>
                    <a:pt x="474" y="0"/>
                    <a:pt x="445" y="10"/>
                    <a:pt x="420" y="30"/>
                  </a:cubicBezTo>
                  <a:cubicBezTo>
                    <a:pt x="0" y="366"/>
                    <a:pt x="420" y="1711"/>
                    <a:pt x="672" y="3727"/>
                  </a:cubicBezTo>
                  <a:cubicBezTo>
                    <a:pt x="922" y="4727"/>
                    <a:pt x="9018" y="14316"/>
                    <a:pt x="9484" y="14316"/>
                  </a:cubicBezTo>
                  <a:cubicBezTo>
                    <a:pt x="9488" y="14316"/>
                    <a:pt x="9491" y="14315"/>
                    <a:pt x="9494" y="14313"/>
                  </a:cubicBezTo>
                  <a:cubicBezTo>
                    <a:pt x="9914" y="13977"/>
                    <a:pt x="8066" y="10533"/>
                    <a:pt x="5209" y="6332"/>
                  </a:cubicBezTo>
                  <a:cubicBezTo>
                    <a:pt x="2523" y="2460"/>
                    <a:pt x="1025" y="0"/>
                    <a:pt x="50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3" name="Google Shape;3503;p71"/>
            <p:cNvSpPr/>
            <p:nvPr/>
          </p:nvSpPr>
          <p:spPr>
            <a:xfrm>
              <a:off x="689725" y="1658100"/>
              <a:ext cx="207975" cy="304600"/>
            </a:xfrm>
            <a:custGeom>
              <a:avLst/>
              <a:gdLst/>
              <a:ahLst/>
              <a:cxnLst/>
              <a:rect l="l" t="t" r="r" b="b"/>
              <a:pathLst>
                <a:path w="8319" h="12184" extrusionOk="0">
                  <a:moveTo>
                    <a:pt x="0" y="0"/>
                  </a:moveTo>
                  <a:lnTo>
                    <a:pt x="0" y="0"/>
                  </a:lnTo>
                  <a:cubicBezTo>
                    <a:pt x="84" y="505"/>
                    <a:pt x="252" y="1177"/>
                    <a:pt x="336" y="1765"/>
                  </a:cubicBezTo>
                  <a:cubicBezTo>
                    <a:pt x="336" y="1933"/>
                    <a:pt x="420" y="2185"/>
                    <a:pt x="420" y="2521"/>
                  </a:cubicBezTo>
                  <a:cubicBezTo>
                    <a:pt x="504" y="3109"/>
                    <a:pt x="6218" y="9999"/>
                    <a:pt x="8318" y="12183"/>
                  </a:cubicBezTo>
                  <a:lnTo>
                    <a:pt x="0" y="0"/>
                  </a:ln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4" name="Google Shape;3504;p71"/>
            <p:cNvSpPr/>
            <p:nvPr/>
          </p:nvSpPr>
          <p:spPr>
            <a:xfrm>
              <a:off x="668700" y="1242050"/>
              <a:ext cx="222700" cy="374525"/>
            </a:xfrm>
            <a:custGeom>
              <a:avLst/>
              <a:gdLst/>
              <a:ahLst/>
              <a:cxnLst/>
              <a:rect l="l" t="t" r="r" b="b"/>
              <a:pathLst>
                <a:path w="8908" h="14981" extrusionOk="0">
                  <a:moveTo>
                    <a:pt x="8454" y="1"/>
                  </a:moveTo>
                  <a:cubicBezTo>
                    <a:pt x="7962" y="1"/>
                    <a:pt x="5830" y="3308"/>
                    <a:pt x="3698" y="7736"/>
                  </a:cubicBezTo>
                  <a:cubicBezTo>
                    <a:pt x="1429" y="12105"/>
                    <a:pt x="1" y="14710"/>
                    <a:pt x="505" y="14962"/>
                  </a:cubicBezTo>
                  <a:cubicBezTo>
                    <a:pt x="530" y="14974"/>
                    <a:pt x="559" y="14980"/>
                    <a:pt x="593" y="14980"/>
                  </a:cubicBezTo>
                  <a:cubicBezTo>
                    <a:pt x="1016" y="14980"/>
                    <a:pt x="2135" y="14029"/>
                    <a:pt x="3614" y="12862"/>
                  </a:cubicBezTo>
                  <a:cubicBezTo>
                    <a:pt x="4454" y="12189"/>
                    <a:pt x="8907" y="259"/>
                    <a:pt x="8487" y="7"/>
                  </a:cubicBezTo>
                  <a:cubicBezTo>
                    <a:pt x="8477" y="3"/>
                    <a:pt x="8466" y="1"/>
                    <a:pt x="845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5" name="Google Shape;3505;p71"/>
            <p:cNvSpPr/>
            <p:nvPr/>
          </p:nvSpPr>
          <p:spPr>
            <a:xfrm>
              <a:off x="706525" y="1269500"/>
              <a:ext cx="163850" cy="327700"/>
            </a:xfrm>
            <a:custGeom>
              <a:avLst/>
              <a:gdLst/>
              <a:ahLst/>
              <a:cxnLst/>
              <a:rect l="l" t="t" r="r" b="b"/>
              <a:pathLst>
                <a:path w="6554" h="13108" extrusionOk="0">
                  <a:moveTo>
                    <a:pt x="6554" y="1"/>
                  </a:moveTo>
                  <a:lnTo>
                    <a:pt x="0" y="13108"/>
                  </a:lnTo>
                  <a:cubicBezTo>
                    <a:pt x="420" y="12772"/>
                    <a:pt x="925" y="12352"/>
                    <a:pt x="1345" y="11932"/>
                  </a:cubicBezTo>
                  <a:cubicBezTo>
                    <a:pt x="1513" y="11848"/>
                    <a:pt x="1681" y="11596"/>
                    <a:pt x="1849" y="11511"/>
                  </a:cubicBezTo>
                  <a:cubicBezTo>
                    <a:pt x="2521" y="11091"/>
                    <a:pt x="5714" y="2942"/>
                    <a:pt x="6554" y="1"/>
                  </a:cubicBez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6" name="Google Shape;3506;p71"/>
            <p:cNvSpPr/>
            <p:nvPr/>
          </p:nvSpPr>
          <p:spPr>
            <a:xfrm>
              <a:off x="658200" y="1599275"/>
              <a:ext cx="44150" cy="46250"/>
            </a:xfrm>
            <a:custGeom>
              <a:avLst/>
              <a:gdLst/>
              <a:ahLst/>
              <a:cxnLst/>
              <a:rect l="l" t="t" r="r" b="b"/>
              <a:pathLst>
                <a:path w="1766" h="1850" extrusionOk="0">
                  <a:moveTo>
                    <a:pt x="841" y="1"/>
                  </a:moveTo>
                  <a:cubicBezTo>
                    <a:pt x="337" y="1"/>
                    <a:pt x="1" y="421"/>
                    <a:pt x="1" y="1009"/>
                  </a:cubicBezTo>
                  <a:cubicBezTo>
                    <a:pt x="1" y="1513"/>
                    <a:pt x="421" y="1849"/>
                    <a:pt x="925" y="1849"/>
                  </a:cubicBezTo>
                  <a:cubicBezTo>
                    <a:pt x="1429" y="1849"/>
                    <a:pt x="1765" y="1429"/>
                    <a:pt x="1765" y="841"/>
                  </a:cubicBezTo>
                  <a:cubicBezTo>
                    <a:pt x="1765" y="421"/>
                    <a:pt x="1345" y="1"/>
                    <a:pt x="84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7" name="Google Shape;3507;p71"/>
            <p:cNvSpPr/>
            <p:nvPr/>
          </p:nvSpPr>
          <p:spPr>
            <a:xfrm>
              <a:off x="666600" y="1607675"/>
              <a:ext cx="29450" cy="29450"/>
            </a:xfrm>
            <a:custGeom>
              <a:avLst/>
              <a:gdLst/>
              <a:ahLst/>
              <a:cxnLst/>
              <a:rect l="l" t="t" r="r" b="b"/>
              <a:pathLst>
                <a:path w="1178" h="1178" extrusionOk="0">
                  <a:moveTo>
                    <a:pt x="505" y="1"/>
                  </a:moveTo>
                  <a:cubicBezTo>
                    <a:pt x="169" y="1"/>
                    <a:pt x="1" y="337"/>
                    <a:pt x="1" y="673"/>
                  </a:cubicBezTo>
                  <a:cubicBezTo>
                    <a:pt x="1" y="925"/>
                    <a:pt x="337" y="1177"/>
                    <a:pt x="589" y="1177"/>
                  </a:cubicBezTo>
                  <a:cubicBezTo>
                    <a:pt x="925" y="1177"/>
                    <a:pt x="1177" y="841"/>
                    <a:pt x="1177" y="505"/>
                  </a:cubicBezTo>
                  <a:cubicBezTo>
                    <a:pt x="1093" y="253"/>
                    <a:pt x="841" y="1"/>
                    <a:pt x="505" y="1"/>
                  </a:cubicBezTo>
                  <a:close/>
                </a:path>
              </a:pathLst>
            </a:custGeom>
            <a:solidFill>
              <a:srgbClr val="5068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8" name="Google Shape;3508;p71"/>
            <p:cNvSpPr/>
            <p:nvPr/>
          </p:nvSpPr>
          <p:spPr>
            <a:xfrm>
              <a:off x="231800" y="1194350"/>
              <a:ext cx="943150" cy="854375"/>
            </a:xfrm>
            <a:custGeom>
              <a:avLst/>
              <a:gdLst/>
              <a:ahLst/>
              <a:cxnLst/>
              <a:rect l="l" t="t" r="r" b="b"/>
              <a:pathLst>
                <a:path w="37726" h="34175" extrusionOk="0">
                  <a:moveTo>
                    <a:pt x="18052" y="0"/>
                  </a:moveTo>
                  <a:cubicBezTo>
                    <a:pt x="17660" y="0"/>
                    <a:pt x="17272" y="21"/>
                    <a:pt x="16889" y="66"/>
                  </a:cubicBezTo>
                  <a:cubicBezTo>
                    <a:pt x="7311" y="654"/>
                    <a:pt x="1" y="8636"/>
                    <a:pt x="505" y="18130"/>
                  </a:cubicBezTo>
                  <a:lnTo>
                    <a:pt x="1345" y="18130"/>
                  </a:lnTo>
                  <a:cubicBezTo>
                    <a:pt x="841" y="8804"/>
                    <a:pt x="8151" y="906"/>
                    <a:pt x="17561" y="234"/>
                  </a:cubicBezTo>
                  <a:cubicBezTo>
                    <a:pt x="18022" y="203"/>
                    <a:pt x="18484" y="184"/>
                    <a:pt x="18941" y="184"/>
                  </a:cubicBezTo>
                  <a:cubicBezTo>
                    <a:pt x="19733" y="184"/>
                    <a:pt x="20512" y="242"/>
                    <a:pt x="21258" y="402"/>
                  </a:cubicBezTo>
                  <a:cubicBezTo>
                    <a:pt x="20212" y="156"/>
                    <a:pt x="19122" y="0"/>
                    <a:pt x="18052" y="0"/>
                  </a:cubicBezTo>
                  <a:close/>
                  <a:moveTo>
                    <a:pt x="25879" y="1915"/>
                  </a:moveTo>
                  <a:lnTo>
                    <a:pt x="25543" y="2587"/>
                  </a:lnTo>
                  <a:cubicBezTo>
                    <a:pt x="33945" y="6872"/>
                    <a:pt x="37306" y="16954"/>
                    <a:pt x="33105" y="25356"/>
                  </a:cubicBezTo>
                  <a:cubicBezTo>
                    <a:pt x="32600" y="26532"/>
                    <a:pt x="31844" y="27456"/>
                    <a:pt x="31172" y="28381"/>
                  </a:cubicBezTo>
                  <a:cubicBezTo>
                    <a:pt x="32096" y="27372"/>
                    <a:pt x="32937" y="26112"/>
                    <a:pt x="33525" y="24768"/>
                  </a:cubicBezTo>
                  <a:cubicBezTo>
                    <a:pt x="37726" y="16366"/>
                    <a:pt x="34365" y="6116"/>
                    <a:pt x="25879" y="1915"/>
                  </a:cubicBezTo>
                  <a:close/>
                  <a:moveTo>
                    <a:pt x="1513" y="22415"/>
                  </a:moveTo>
                  <a:cubicBezTo>
                    <a:pt x="1933" y="23928"/>
                    <a:pt x="2606" y="25188"/>
                    <a:pt x="3446" y="26448"/>
                  </a:cubicBezTo>
                  <a:cubicBezTo>
                    <a:pt x="6777" y="31445"/>
                    <a:pt x="12307" y="34174"/>
                    <a:pt x="17993" y="34174"/>
                  </a:cubicBezTo>
                  <a:cubicBezTo>
                    <a:pt x="21198" y="34174"/>
                    <a:pt x="24453" y="33307"/>
                    <a:pt x="27391" y="31489"/>
                  </a:cubicBezTo>
                  <a:lnTo>
                    <a:pt x="27055" y="30817"/>
                  </a:lnTo>
                  <a:cubicBezTo>
                    <a:pt x="24185" y="32581"/>
                    <a:pt x="20986" y="33419"/>
                    <a:pt x="17823" y="33419"/>
                  </a:cubicBezTo>
                  <a:cubicBezTo>
                    <a:pt x="12098" y="33419"/>
                    <a:pt x="6495" y="30671"/>
                    <a:pt x="3194" y="25692"/>
                  </a:cubicBezTo>
                  <a:cubicBezTo>
                    <a:pt x="2438" y="24600"/>
                    <a:pt x="1933" y="23592"/>
                    <a:pt x="1513" y="22415"/>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9" name="Google Shape;3509;p71"/>
            <p:cNvSpPr/>
            <p:nvPr/>
          </p:nvSpPr>
          <p:spPr>
            <a:xfrm>
              <a:off x="345225" y="1304400"/>
              <a:ext cx="703700" cy="634325"/>
            </a:xfrm>
            <a:custGeom>
              <a:avLst/>
              <a:gdLst/>
              <a:ahLst/>
              <a:cxnLst/>
              <a:rect l="l" t="t" r="r" b="b"/>
              <a:pathLst>
                <a:path w="28148" h="25373" extrusionOk="0">
                  <a:moveTo>
                    <a:pt x="13887" y="0"/>
                  </a:moveTo>
                  <a:cubicBezTo>
                    <a:pt x="13825" y="0"/>
                    <a:pt x="13762" y="1"/>
                    <a:pt x="13698" y="2"/>
                  </a:cubicBezTo>
                  <a:lnTo>
                    <a:pt x="13698" y="2"/>
                  </a:lnTo>
                  <a:cubicBezTo>
                    <a:pt x="14467" y="15"/>
                    <a:pt x="15211" y="90"/>
                    <a:pt x="15881" y="201"/>
                  </a:cubicBezTo>
                  <a:cubicBezTo>
                    <a:pt x="15204" y="78"/>
                    <a:pt x="14573" y="0"/>
                    <a:pt x="13887" y="0"/>
                  </a:cubicBezTo>
                  <a:close/>
                  <a:moveTo>
                    <a:pt x="13462" y="0"/>
                  </a:moveTo>
                  <a:cubicBezTo>
                    <a:pt x="13150" y="0"/>
                    <a:pt x="12835" y="11"/>
                    <a:pt x="12520" y="33"/>
                  </a:cubicBezTo>
                  <a:cubicBezTo>
                    <a:pt x="5462" y="453"/>
                    <a:pt x="1" y="6503"/>
                    <a:pt x="421" y="13392"/>
                  </a:cubicBezTo>
                  <a:lnTo>
                    <a:pt x="1009" y="13392"/>
                  </a:lnTo>
                  <a:cubicBezTo>
                    <a:pt x="673" y="6503"/>
                    <a:pt x="6050" y="621"/>
                    <a:pt x="13108" y="33"/>
                  </a:cubicBezTo>
                  <a:cubicBezTo>
                    <a:pt x="13311" y="16"/>
                    <a:pt x="13507" y="6"/>
                    <a:pt x="13698" y="2"/>
                  </a:cubicBezTo>
                  <a:lnTo>
                    <a:pt x="13698" y="2"/>
                  </a:lnTo>
                  <a:cubicBezTo>
                    <a:pt x="13620" y="1"/>
                    <a:pt x="13541" y="0"/>
                    <a:pt x="13462" y="0"/>
                  </a:cubicBezTo>
                  <a:close/>
                  <a:moveTo>
                    <a:pt x="19325" y="1377"/>
                  </a:moveTo>
                  <a:lnTo>
                    <a:pt x="19073" y="1882"/>
                  </a:lnTo>
                  <a:cubicBezTo>
                    <a:pt x="25207" y="5074"/>
                    <a:pt x="27727" y="12552"/>
                    <a:pt x="24619" y="18769"/>
                  </a:cubicBezTo>
                  <a:cubicBezTo>
                    <a:pt x="24199" y="19610"/>
                    <a:pt x="23694" y="20366"/>
                    <a:pt x="23106" y="21038"/>
                  </a:cubicBezTo>
                  <a:cubicBezTo>
                    <a:pt x="23947" y="20366"/>
                    <a:pt x="24619" y="19358"/>
                    <a:pt x="25039" y="18433"/>
                  </a:cubicBezTo>
                  <a:cubicBezTo>
                    <a:pt x="28147" y="12216"/>
                    <a:pt x="25627" y="4654"/>
                    <a:pt x="19325" y="1377"/>
                  </a:cubicBezTo>
                  <a:close/>
                  <a:moveTo>
                    <a:pt x="1261" y="16753"/>
                  </a:moveTo>
                  <a:cubicBezTo>
                    <a:pt x="1513" y="17677"/>
                    <a:pt x="2017" y="18769"/>
                    <a:pt x="2690" y="19610"/>
                  </a:cubicBezTo>
                  <a:cubicBezTo>
                    <a:pt x="5157" y="23364"/>
                    <a:pt x="9301" y="25372"/>
                    <a:pt x="13528" y="25372"/>
                  </a:cubicBezTo>
                  <a:cubicBezTo>
                    <a:pt x="15923" y="25372"/>
                    <a:pt x="18344" y="24728"/>
                    <a:pt x="20502" y="23391"/>
                  </a:cubicBezTo>
                  <a:lnTo>
                    <a:pt x="20334" y="22970"/>
                  </a:lnTo>
                  <a:cubicBezTo>
                    <a:pt x="18163" y="24297"/>
                    <a:pt x="15765" y="24931"/>
                    <a:pt x="13400" y="24931"/>
                  </a:cubicBezTo>
                  <a:cubicBezTo>
                    <a:pt x="9174" y="24931"/>
                    <a:pt x="5053" y="22907"/>
                    <a:pt x="2522" y="19190"/>
                  </a:cubicBezTo>
                  <a:cubicBezTo>
                    <a:pt x="2017" y="18433"/>
                    <a:pt x="1597" y="17593"/>
                    <a:pt x="1261" y="16753"/>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0" name="Google Shape;3510;p71"/>
            <p:cNvSpPr/>
            <p:nvPr/>
          </p:nvSpPr>
          <p:spPr>
            <a:xfrm>
              <a:off x="456575" y="1406050"/>
              <a:ext cx="472625" cy="429750"/>
            </a:xfrm>
            <a:custGeom>
              <a:avLst/>
              <a:gdLst/>
              <a:ahLst/>
              <a:cxnLst/>
              <a:rect l="l" t="t" r="r" b="b"/>
              <a:pathLst>
                <a:path w="18905" h="17190" extrusionOk="0">
                  <a:moveTo>
                    <a:pt x="10344" y="141"/>
                  </a:moveTo>
                  <a:cubicBezTo>
                    <a:pt x="10424" y="150"/>
                    <a:pt x="10505" y="159"/>
                    <a:pt x="10586" y="168"/>
                  </a:cubicBezTo>
                  <a:cubicBezTo>
                    <a:pt x="10504" y="158"/>
                    <a:pt x="10424" y="149"/>
                    <a:pt x="10344" y="141"/>
                  </a:cubicBezTo>
                  <a:close/>
                  <a:moveTo>
                    <a:pt x="8402" y="0"/>
                  </a:moveTo>
                  <a:cubicBezTo>
                    <a:pt x="3529" y="336"/>
                    <a:pt x="0" y="4285"/>
                    <a:pt x="168" y="8990"/>
                  </a:cubicBezTo>
                  <a:lnTo>
                    <a:pt x="504" y="8990"/>
                  </a:lnTo>
                  <a:cubicBezTo>
                    <a:pt x="252" y="4369"/>
                    <a:pt x="3949" y="420"/>
                    <a:pt x="8654" y="84"/>
                  </a:cubicBezTo>
                  <a:cubicBezTo>
                    <a:pt x="9244" y="84"/>
                    <a:pt x="9769" y="84"/>
                    <a:pt x="10344" y="141"/>
                  </a:cubicBezTo>
                  <a:lnTo>
                    <a:pt x="10344" y="141"/>
                  </a:lnTo>
                  <a:cubicBezTo>
                    <a:pt x="9684" y="67"/>
                    <a:pt x="9076" y="0"/>
                    <a:pt x="8402" y="0"/>
                  </a:cubicBezTo>
                  <a:close/>
                  <a:moveTo>
                    <a:pt x="12939" y="1008"/>
                  </a:moveTo>
                  <a:lnTo>
                    <a:pt x="12771" y="1344"/>
                  </a:lnTo>
                  <a:cubicBezTo>
                    <a:pt x="16972" y="3529"/>
                    <a:pt x="18652" y="8570"/>
                    <a:pt x="16552" y="12771"/>
                  </a:cubicBezTo>
                  <a:cubicBezTo>
                    <a:pt x="16300" y="13359"/>
                    <a:pt x="15964" y="13863"/>
                    <a:pt x="15544" y="14367"/>
                  </a:cubicBezTo>
                  <a:cubicBezTo>
                    <a:pt x="16048" y="13779"/>
                    <a:pt x="16468" y="13107"/>
                    <a:pt x="16804" y="12519"/>
                  </a:cubicBezTo>
                  <a:cubicBezTo>
                    <a:pt x="18904" y="8318"/>
                    <a:pt x="17224" y="3109"/>
                    <a:pt x="12939" y="1008"/>
                  </a:cubicBezTo>
                  <a:close/>
                  <a:moveTo>
                    <a:pt x="672" y="11175"/>
                  </a:moveTo>
                  <a:cubicBezTo>
                    <a:pt x="924" y="12099"/>
                    <a:pt x="1260" y="12687"/>
                    <a:pt x="1680" y="13359"/>
                  </a:cubicBezTo>
                  <a:cubicBezTo>
                    <a:pt x="3338" y="15819"/>
                    <a:pt x="6119" y="17190"/>
                    <a:pt x="8983" y="17190"/>
                  </a:cubicBezTo>
                  <a:cubicBezTo>
                    <a:pt x="10619" y="17190"/>
                    <a:pt x="12283" y="16743"/>
                    <a:pt x="13779" y="15796"/>
                  </a:cubicBezTo>
                  <a:lnTo>
                    <a:pt x="13527" y="15544"/>
                  </a:lnTo>
                  <a:cubicBezTo>
                    <a:pt x="12094" y="16439"/>
                    <a:pt x="10503" y="16868"/>
                    <a:pt x="8925" y="16868"/>
                  </a:cubicBezTo>
                  <a:cubicBezTo>
                    <a:pt x="6062" y="16868"/>
                    <a:pt x="3246" y="15455"/>
                    <a:pt x="1512" y="12855"/>
                  </a:cubicBezTo>
                  <a:cubicBezTo>
                    <a:pt x="1260" y="12351"/>
                    <a:pt x="924" y="11847"/>
                    <a:pt x="672" y="11175"/>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514"/>
        <p:cNvGrpSpPr/>
        <p:nvPr/>
      </p:nvGrpSpPr>
      <p:grpSpPr>
        <a:xfrm>
          <a:off x="0" y="0"/>
          <a:ext cx="0" cy="0"/>
          <a:chOff x="0" y="0"/>
          <a:chExt cx="0" cy="0"/>
        </a:xfrm>
      </p:grpSpPr>
      <p:sp>
        <p:nvSpPr>
          <p:cNvPr id="3518" name="Google Shape;3518;p72"/>
          <p:cNvSpPr/>
          <p:nvPr/>
        </p:nvSpPr>
        <p:spPr>
          <a:xfrm>
            <a:off x="4855451" y="4618500"/>
            <a:ext cx="2020858" cy="44698"/>
          </a:xfrm>
          <a:custGeom>
            <a:avLst/>
            <a:gdLst/>
            <a:ahLst/>
            <a:cxnLst/>
            <a:rect l="l" t="t" r="r" b="b"/>
            <a:pathLst>
              <a:path w="70493" h="1692" extrusionOk="0">
                <a:moveTo>
                  <a:pt x="68838" y="1"/>
                </a:moveTo>
                <a:cubicBezTo>
                  <a:pt x="68747" y="1"/>
                  <a:pt x="68655" y="4"/>
                  <a:pt x="68561" y="11"/>
                </a:cubicBezTo>
                <a:lnTo>
                  <a:pt x="1849" y="11"/>
                </a:lnTo>
                <a:cubicBezTo>
                  <a:pt x="841" y="11"/>
                  <a:pt x="1" y="347"/>
                  <a:pt x="1" y="851"/>
                </a:cubicBezTo>
                <a:cubicBezTo>
                  <a:pt x="1" y="1272"/>
                  <a:pt x="841" y="1692"/>
                  <a:pt x="1849" y="1692"/>
                </a:cubicBezTo>
                <a:lnTo>
                  <a:pt x="68561" y="1692"/>
                </a:lnTo>
                <a:cubicBezTo>
                  <a:pt x="69653" y="1692"/>
                  <a:pt x="70493" y="1356"/>
                  <a:pt x="70493" y="851"/>
                </a:cubicBezTo>
                <a:cubicBezTo>
                  <a:pt x="70493" y="391"/>
                  <a:pt x="69792" y="1"/>
                  <a:pt x="68838" y="1"/>
                </a:cubicBezTo>
                <a:close/>
              </a:path>
            </a:pathLst>
          </a:custGeom>
          <a:solidFill>
            <a:srgbClr val="6A84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519" name="Google Shape;3519;p72"/>
          <p:cNvGrpSpPr/>
          <p:nvPr/>
        </p:nvGrpSpPr>
        <p:grpSpPr>
          <a:xfrm>
            <a:off x="7304500" y="3370990"/>
            <a:ext cx="425218" cy="1468506"/>
            <a:chOff x="474644" y="3680323"/>
            <a:chExt cx="366947" cy="1267264"/>
          </a:xfrm>
        </p:grpSpPr>
        <p:grpSp>
          <p:nvGrpSpPr>
            <p:cNvPr id="3520" name="Google Shape;3520;p72"/>
            <p:cNvGrpSpPr/>
            <p:nvPr/>
          </p:nvGrpSpPr>
          <p:grpSpPr>
            <a:xfrm>
              <a:off x="474644" y="3680323"/>
              <a:ext cx="331740" cy="1224973"/>
              <a:chOff x="8678270" y="2267841"/>
              <a:chExt cx="341929" cy="1262338"/>
            </a:xfrm>
          </p:grpSpPr>
          <p:sp>
            <p:nvSpPr>
              <p:cNvPr id="3521" name="Google Shape;3521;p72"/>
              <p:cNvSpPr/>
              <p:nvPr/>
            </p:nvSpPr>
            <p:spPr>
              <a:xfrm>
                <a:off x="8879564" y="3351210"/>
                <a:ext cx="38410" cy="178969"/>
              </a:xfrm>
              <a:custGeom>
                <a:avLst/>
                <a:gdLst/>
                <a:ahLst/>
                <a:cxnLst/>
                <a:rect l="l" t="t" r="r" b="b"/>
                <a:pathLst>
                  <a:path w="1010" h="4706" extrusionOk="0">
                    <a:moveTo>
                      <a:pt x="1" y="0"/>
                    </a:moveTo>
                    <a:lnTo>
                      <a:pt x="1" y="4705"/>
                    </a:lnTo>
                    <a:lnTo>
                      <a:pt x="1009" y="4705"/>
                    </a:lnTo>
                    <a:lnTo>
                      <a:pt x="1009" y="0"/>
                    </a:lnTo>
                    <a:close/>
                  </a:path>
                </a:pathLst>
              </a:custGeom>
              <a:solidFill>
                <a:srgbClr val="4054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2" name="Google Shape;3522;p72"/>
              <p:cNvSpPr/>
              <p:nvPr/>
            </p:nvSpPr>
            <p:spPr>
              <a:xfrm>
                <a:off x="8885953" y="2462898"/>
                <a:ext cx="25594" cy="888343"/>
              </a:xfrm>
              <a:custGeom>
                <a:avLst/>
                <a:gdLst/>
                <a:ahLst/>
                <a:cxnLst/>
                <a:rect l="l" t="t" r="r" b="b"/>
                <a:pathLst>
                  <a:path w="673" h="23359" extrusionOk="0">
                    <a:moveTo>
                      <a:pt x="253" y="1"/>
                    </a:moveTo>
                    <a:cubicBezTo>
                      <a:pt x="253" y="1009"/>
                      <a:pt x="1" y="22602"/>
                      <a:pt x="1" y="23358"/>
                    </a:cubicBezTo>
                    <a:lnTo>
                      <a:pt x="673" y="23358"/>
                    </a:lnTo>
                    <a:cubicBezTo>
                      <a:pt x="673" y="22602"/>
                      <a:pt x="421" y="925"/>
                      <a:pt x="421" y="1"/>
                    </a:cubicBezTo>
                    <a:close/>
                  </a:path>
                </a:pathLst>
              </a:custGeom>
              <a:solidFill>
                <a:srgbClr val="F5F9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3" name="Google Shape;3523;p72"/>
              <p:cNvSpPr/>
              <p:nvPr/>
            </p:nvSpPr>
            <p:spPr>
              <a:xfrm>
                <a:off x="8901926" y="2462898"/>
                <a:ext cx="9622" cy="888343"/>
              </a:xfrm>
              <a:custGeom>
                <a:avLst/>
                <a:gdLst/>
                <a:ahLst/>
                <a:cxnLst/>
                <a:rect l="l" t="t" r="r" b="b"/>
                <a:pathLst>
                  <a:path w="253" h="23359" extrusionOk="0">
                    <a:moveTo>
                      <a:pt x="1" y="1"/>
                    </a:moveTo>
                    <a:lnTo>
                      <a:pt x="1" y="23358"/>
                    </a:lnTo>
                    <a:lnTo>
                      <a:pt x="169" y="23358"/>
                    </a:lnTo>
                    <a:cubicBezTo>
                      <a:pt x="253" y="22602"/>
                      <a:pt x="1" y="925"/>
                      <a:pt x="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4" name="Google Shape;3524;p72"/>
              <p:cNvSpPr/>
              <p:nvPr/>
            </p:nvSpPr>
            <p:spPr>
              <a:xfrm>
                <a:off x="8678270" y="2446013"/>
                <a:ext cx="214109" cy="37383"/>
              </a:xfrm>
              <a:custGeom>
                <a:avLst/>
                <a:gdLst/>
                <a:ahLst/>
                <a:cxnLst/>
                <a:rect l="l" t="t" r="r" b="b"/>
                <a:pathLst>
                  <a:path w="5630" h="983" extrusionOk="0">
                    <a:moveTo>
                      <a:pt x="4414" y="1"/>
                    </a:moveTo>
                    <a:cubicBezTo>
                      <a:pt x="3480" y="1"/>
                      <a:pt x="1" y="630"/>
                      <a:pt x="1" y="781"/>
                    </a:cubicBezTo>
                    <a:cubicBezTo>
                      <a:pt x="1" y="920"/>
                      <a:pt x="408" y="982"/>
                      <a:pt x="1055" y="982"/>
                    </a:cubicBezTo>
                    <a:cubicBezTo>
                      <a:pt x="1583" y="982"/>
                      <a:pt x="2270" y="941"/>
                      <a:pt x="3025" y="865"/>
                    </a:cubicBezTo>
                    <a:cubicBezTo>
                      <a:pt x="4706" y="781"/>
                      <a:pt x="5630" y="781"/>
                      <a:pt x="5630" y="613"/>
                    </a:cubicBezTo>
                    <a:cubicBezTo>
                      <a:pt x="5630" y="361"/>
                      <a:pt x="5210" y="277"/>
                      <a:pt x="4622" y="25"/>
                    </a:cubicBezTo>
                    <a:cubicBezTo>
                      <a:pt x="4588" y="8"/>
                      <a:pt x="4517" y="1"/>
                      <a:pt x="441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5" name="Google Shape;3525;p72"/>
              <p:cNvSpPr/>
              <p:nvPr/>
            </p:nvSpPr>
            <p:spPr>
              <a:xfrm>
                <a:off x="8694242" y="2446583"/>
                <a:ext cx="185358" cy="25936"/>
              </a:xfrm>
              <a:custGeom>
                <a:avLst/>
                <a:gdLst/>
                <a:ahLst/>
                <a:cxnLst/>
                <a:rect l="l" t="t" r="r" b="b"/>
                <a:pathLst>
                  <a:path w="4874" h="682" extrusionOk="0">
                    <a:moveTo>
                      <a:pt x="4083" y="1"/>
                    </a:moveTo>
                    <a:cubicBezTo>
                      <a:pt x="3433" y="1"/>
                      <a:pt x="855" y="449"/>
                      <a:pt x="1" y="682"/>
                    </a:cubicBezTo>
                    <a:lnTo>
                      <a:pt x="4874" y="346"/>
                    </a:lnTo>
                    <a:cubicBezTo>
                      <a:pt x="4706" y="262"/>
                      <a:pt x="4454" y="262"/>
                      <a:pt x="4370" y="178"/>
                    </a:cubicBezTo>
                    <a:cubicBezTo>
                      <a:pt x="4286" y="178"/>
                      <a:pt x="4286" y="178"/>
                      <a:pt x="4202" y="10"/>
                    </a:cubicBezTo>
                    <a:cubicBezTo>
                      <a:pt x="4176" y="4"/>
                      <a:pt x="4136" y="1"/>
                      <a:pt x="4083" y="1"/>
                    </a:cubicBez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6" name="Google Shape;3526;p72"/>
              <p:cNvSpPr/>
              <p:nvPr/>
            </p:nvSpPr>
            <p:spPr>
              <a:xfrm>
                <a:off x="8895537" y="2468489"/>
                <a:ext cx="124662" cy="179806"/>
              </a:xfrm>
              <a:custGeom>
                <a:avLst/>
                <a:gdLst/>
                <a:ahLst/>
                <a:cxnLst/>
                <a:rect l="l" t="t" r="r" b="b"/>
                <a:pathLst>
                  <a:path w="3278" h="4728" extrusionOk="0">
                    <a:moveTo>
                      <a:pt x="199" y="1"/>
                    </a:moveTo>
                    <a:cubicBezTo>
                      <a:pt x="186" y="1"/>
                      <a:pt x="176" y="8"/>
                      <a:pt x="169" y="22"/>
                    </a:cubicBezTo>
                    <a:cubicBezTo>
                      <a:pt x="1" y="22"/>
                      <a:pt x="169" y="526"/>
                      <a:pt x="253" y="1114"/>
                    </a:cubicBezTo>
                    <a:cubicBezTo>
                      <a:pt x="337" y="1450"/>
                      <a:pt x="3110" y="4727"/>
                      <a:pt x="3194" y="4727"/>
                    </a:cubicBezTo>
                    <a:cubicBezTo>
                      <a:pt x="3278" y="4643"/>
                      <a:pt x="2690" y="3467"/>
                      <a:pt x="1681" y="2122"/>
                    </a:cubicBezTo>
                    <a:cubicBezTo>
                      <a:pt x="835" y="815"/>
                      <a:pt x="341" y="1"/>
                      <a:pt x="19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7" name="Google Shape;3527;p72"/>
              <p:cNvSpPr/>
              <p:nvPr/>
            </p:nvSpPr>
            <p:spPr>
              <a:xfrm>
                <a:off x="8905120" y="2478909"/>
                <a:ext cx="102301" cy="156570"/>
              </a:xfrm>
              <a:custGeom>
                <a:avLst/>
                <a:gdLst/>
                <a:ahLst/>
                <a:cxnLst/>
                <a:rect l="l" t="t" r="r" b="b"/>
                <a:pathLst>
                  <a:path w="2690" h="4117" extrusionOk="0">
                    <a:moveTo>
                      <a:pt x="1" y="0"/>
                    </a:moveTo>
                    <a:cubicBezTo>
                      <a:pt x="1" y="252"/>
                      <a:pt x="85" y="420"/>
                      <a:pt x="85" y="672"/>
                    </a:cubicBezTo>
                    <a:lnTo>
                      <a:pt x="85" y="840"/>
                    </a:lnTo>
                    <a:cubicBezTo>
                      <a:pt x="85" y="1092"/>
                      <a:pt x="2017" y="3361"/>
                      <a:pt x="2690" y="4117"/>
                    </a:cubicBezTo>
                    <a:lnTo>
                      <a:pt x="1" y="0"/>
                    </a:ln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8" name="Google Shape;3528;p72"/>
              <p:cNvSpPr/>
              <p:nvPr/>
            </p:nvSpPr>
            <p:spPr>
              <a:xfrm>
                <a:off x="8892342" y="2267841"/>
                <a:ext cx="111884" cy="190644"/>
              </a:xfrm>
              <a:custGeom>
                <a:avLst/>
                <a:gdLst/>
                <a:ahLst/>
                <a:cxnLst/>
                <a:rect l="l" t="t" r="r" b="b"/>
                <a:pathLst>
                  <a:path w="2942" h="5013" extrusionOk="0">
                    <a:moveTo>
                      <a:pt x="2847" y="1"/>
                    </a:moveTo>
                    <a:cubicBezTo>
                      <a:pt x="2722" y="1"/>
                      <a:pt x="1992" y="1145"/>
                      <a:pt x="1261" y="2525"/>
                    </a:cubicBezTo>
                    <a:cubicBezTo>
                      <a:pt x="505" y="4038"/>
                      <a:pt x="1" y="4878"/>
                      <a:pt x="253" y="4962"/>
                    </a:cubicBezTo>
                    <a:cubicBezTo>
                      <a:pt x="270" y="4996"/>
                      <a:pt x="298" y="5013"/>
                      <a:pt x="335" y="5013"/>
                    </a:cubicBezTo>
                    <a:cubicBezTo>
                      <a:pt x="481" y="5013"/>
                      <a:pt x="776" y="4758"/>
                      <a:pt x="1177" y="4290"/>
                    </a:cubicBezTo>
                    <a:cubicBezTo>
                      <a:pt x="1429" y="4122"/>
                      <a:pt x="2942" y="89"/>
                      <a:pt x="2858" y="5"/>
                    </a:cubicBezTo>
                    <a:cubicBezTo>
                      <a:pt x="2855" y="2"/>
                      <a:pt x="2851" y="1"/>
                      <a:pt x="284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9" name="Google Shape;3529;p72"/>
              <p:cNvSpPr/>
              <p:nvPr/>
            </p:nvSpPr>
            <p:spPr>
              <a:xfrm>
                <a:off x="8911509" y="2283966"/>
                <a:ext cx="86328" cy="169386"/>
              </a:xfrm>
              <a:custGeom>
                <a:avLst/>
                <a:gdLst/>
                <a:ahLst/>
                <a:cxnLst/>
                <a:rect l="l" t="t" r="r" b="b"/>
                <a:pathLst>
                  <a:path w="2270" h="4454" extrusionOk="0">
                    <a:moveTo>
                      <a:pt x="2270" y="1"/>
                    </a:moveTo>
                    <a:lnTo>
                      <a:pt x="1" y="4454"/>
                    </a:lnTo>
                    <a:cubicBezTo>
                      <a:pt x="169" y="4286"/>
                      <a:pt x="337" y="4202"/>
                      <a:pt x="421" y="4034"/>
                    </a:cubicBezTo>
                    <a:cubicBezTo>
                      <a:pt x="589" y="4034"/>
                      <a:pt x="589" y="3866"/>
                      <a:pt x="673" y="3866"/>
                    </a:cubicBezTo>
                    <a:cubicBezTo>
                      <a:pt x="841" y="3698"/>
                      <a:pt x="1933" y="925"/>
                      <a:pt x="2270" y="1"/>
                    </a:cubicBez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0" name="Google Shape;3530;p72"/>
              <p:cNvSpPr/>
              <p:nvPr/>
            </p:nvSpPr>
            <p:spPr>
              <a:xfrm>
                <a:off x="8885953" y="2453315"/>
                <a:ext cx="22400" cy="22438"/>
              </a:xfrm>
              <a:custGeom>
                <a:avLst/>
                <a:gdLst/>
                <a:ahLst/>
                <a:cxnLst/>
                <a:rect l="l" t="t" r="r" b="b"/>
                <a:pathLst>
                  <a:path w="589" h="590" extrusionOk="0">
                    <a:moveTo>
                      <a:pt x="253" y="1"/>
                    </a:moveTo>
                    <a:cubicBezTo>
                      <a:pt x="85" y="1"/>
                      <a:pt x="1" y="85"/>
                      <a:pt x="1" y="253"/>
                    </a:cubicBezTo>
                    <a:cubicBezTo>
                      <a:pt x="1" y="505"/>
                      <a:pt x="85" y="589"/>
                      <a:pt x="253" y="589"/>
                    </a:cubicBezTo>
                    <a:cubicBezTo>
                      <a:pt x="505" y="589"/>
                      <a:pt x="589" y="505"/>
                      <a:pt x="589" y="253"/>
                    </a:cubicBezTo>
                    <a:cubicBezTo>
                      <a:pt x="589" y="85"/>
                      <a:pt x="505" y="1"/>
                      <a:pt x="25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1" name="Google Shape;3531;p72"/>
              <p:cNvSpPr/>
              <p:nvPr/>
            </p:nvSpPr>
            <p:spPr>
              <a:xfrm>
                <a:off x="8889148" y="2456509"/>
                <a:ext cx="16011" cy="16011"/>
              </a:xfrm>
              <a:custGeom>
                <a:avLst/>
                <a:gdLst/>
                <a:ahLst/>
                <a:cxnLst/>
                <a:rect l="l" t="t" r="r" b="b"/>
                <a:pathLst>
                  <a:path w="421" h="421" extrusionOk="0">
                    <a:moveTo>
                      <a:pt x="169" y="1"/>
                    </a:moveTo>
                    <a:cubicBezTo>
                      <a:pt x="85" y="1"/>
                      <a:pt x="1" y="85"/>
                      <a:pt x="1" y="169"/>
                    </a:cubicBezTo>
                    <a:cubicBezTo>
                      <a:pt x="1" y="337"/>
                      <a:pt x="85" y="421"/>
                      <a:pt x="169" y="421"/>
                    </a:cubicBezTo>
                    <a:cubicBezTo>
                      <a:pt x="337" y="421"/>
                      <a:pt x="421" y="337"/>
                      <a:pt x="421" y="169"/>
                    </a:cubicBezTo>
                    <a:cubicBezTo>
                      <a:pt x="421" y="85"/>
                      <a:pt x="337" y="1"/>
                      <a:pt x="169" y="1"/>
                    </a:cubicBezTo>
                    <a:close/>
                  </a:path>
                </a:pathLst>
              </a:custGeom>
              <a:solidFill>
                <a:srgbClr val="5068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532" name="Google Shape;3532;p72"/>
            <p:cNvSpPr/>
            <p:nvPr/>
          </p:nvSpPr>
          <p:spPr>
            <a:xfrm>
              <a:off x="542700" y="4905288"/>
              <a:ext cx="298890" cy="42300"/>
            </a:xfrm>
            <a:custGeom>
              <a:avLst/>
              <a:gdLst/>
              <a:ahLst/>
              <a:cxnLst/>
              <a:rect l="l" t="t" r="r" b="b"/>
              <a:pathLst>
                <a:path w="70493" h="1692" extrusionOk="0">
                  <a:moveTo>
                    <a:pt x="68838" y="1"/>
                  </a:moveTo>
                  <a:cubicBezTo>
                    <a:pt x="68747" y="1"/>
                    <a:pt x="68655" y="4"/>
                    <a:pt x="68561" y="11"/>
                  </a:cubicBezTo>
                  <a:lnTo>
                    <a:pt x="1849" y="11"/>
                  </a:lnTo>
                  <a:cubicBezTo>
                    <a:pt x="841" y="11"/>
                    <a:pt x="1" y="347"/>
                    <a:pt x="1" y="851"/>
                  </a:cubicBezTo>
                  <a:cubicBezTo>
                    <a:pt x="1" y="1272"/>
                    <a:pt x="841" y="1692"/>
                    <a:pt x="1849" y="1692"/>
                  </a:cubicBezTo>
                  <a:lnTo>
                    <a:pt x="68561" y="1692"/>
                  </a:lnTo>
                  <a:cubicBezTo>
                    <a:pt x="69653" y="1692"/>
                    <a:pt x="70493" y="1356"/>
                    <a:pt x="70493" y="851"/>
                  </a:cubicBezTo>
                  <a:cubicBezTo>
                    <a:pt x="70493" y="391"/>
                    <a:pt x="69792" y="1"/>
                    <a:pt x="68838" y="1"/>
                  </a:cubicBezTo>
                  <a:close/>
                </a:path>
              </a:pathLst>
            </a:custGeom>
            <a:solidFill>
              <a:srgbClr val="6A84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33" name="Google Shape;3533;p72"/>
          <p:cNvGrpSpPr/>
          <p:nvPr/>
        </p:nvGrpSpPr>
        <p:grpSpPr>
          <a:xfrm>
            <a:off x="7913679" y="3214316"/>
            <a:ext cx="517101" cy="1786082"/>
            <a:chOff x="474644" y="3680323"/>
            <a:chExt cx="366947" cy="1267264"/>
          </a:xfrm>
        </p:grpSpPr>
        <p:grpSp>
          <p:nvGrpSpPr>
            <p:cNvPr id="3534" name="Google Shape;3534;p72"/>
            <p:cNvGrpSpPr/>
            <p:nvPr/>
          </p:nvGrpSpPr>
          <p:grpSpPr>
            <a:xfrm>
              <a:off x="474644" y="3680323"/>
              <a:ext cx="331740" cy="1224973"/>
              <a:chOff x="8678270" y="2267841"/>
              <a:chExt cx="341929" cy="1262338"/>
            </a:xfrm>
          </p:grpSpPr>
          <p:sp>
            <p:nvSpPr>
              <p:cNvPr id="3535" name="Google Shape;3535;p72"/>
              <p:cNvSpPr/>
              <p:nvPr/>
            </p:nvSpPr>
            <p:spPr>
              <a:xfrm>
                <a:off x="8879564" y="3351210"/>
                <a:ext cx="38410" cy="178969"/>
              </a:xfrm>
              <a:custGeom>
                <a:avLst/>
                <a:gdLst/>
                <a:ahLst/>
                <a:cxnLst/>
                <a:rect l="l" t="t" r="r" b="b"/>
                <a:pathLst>
                  <a:path w="1010" h="4706" extrusionOk="0">
                    <a:moveTo>
                      <a:pt x="1" y="0"/>
                    </a:moveTo>
                    <a:lnTo>
                      <a:pt x="1" y="4705"/>
                    </a:lnTo>
                    <a:lnTo>
                      <a:pt x="1009" y="4705"/>
                    </a:lnTo>
                    <a:lnTo>
                      <a:pt x="1009" y="0"/>
                    </a:lnTo>
                    <a:close/>
                  </a:path>
                </a:pathLst>
              </a:custGeom>
              <a:solidFill>
                <a:srgbClr val="4054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6" name="Google Shape;3536;p72"/>
              <p:cNvSpPr/>
              <p:nvPr/>
            </p:nvSpPr>
            <p:spPr>
              <a:xfrm>
                <a:off x="8885953" y="2462898"/>
                <a:ext cx="25594" cy="888343"/>
              </a:xfrm>
              <a:custGeom>
                <a:avLst/>
                <a:gdLst/>
                <a:ahLst/>
                <a:cxnLst/>
                <a:rect l="l" t="t" r="r" b="b"/>
                <a:pathLst>
                  <a:path w="673" h="23359" extrusionOk="0">
                    <a:moveTo>
                      <a:pt x="253" y="1"/>
                    </a:moveTo>
                    <a:cubicBezTo>
                      <a:pt x="253" y="1009"/>
                      <a:pt x="1" y="22602"/>
                      <a:pt x="1" y="23358"/>
                    </a:cubicBezTo>
                    <a:lnTo>
                      <a:pt x="673" y="23358"/>
                    </a:lnTo>
                    <a:cubicBezTo>
                      <a:pt x="673" y="22602"/>
                      <a:pt x="421" y="925"/>
                      <a:pt x="421" y="1"/>
                    </a:cubicBezTo>
                    <a:close/>
                  </a:path>
                </a:pathLst>
              </a:custGeom>
              <a:solidFill>
                <a:srgbClr val="F5F9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7" name="Google Shape;3537;p72"/>
              <p:cNvSpPr/>
              <p:nvPr/>
            </p:nvSpPr>
            <p:spPr>
              <a:xfrm>
                <a:off x="8901926" y="2462898"/>
                <a:ext cx="9622" cy="888343"/>
              </a:xfrm>
              <a:custGeom>
                <a:avLst/>
                <a:gdLst/>
                <a:ahLst/>
                <a:cxnLst/>
                <a:rect l="l" t="t" r="r" b="b"/>
                <a:pathLst>
                  <a:path w="253" h="23359" extrusionOk="0">
                    <a:moveTo>
                      <a:pt x="1" y="1"/>
                    </a:moveTo>
                    <a:lnTo>
                      <a:pt x="1" y="23358"/>
                    </a:lnTo>
                    <a:lnTo>
                      <a:pt x="169" y="23358"/>
                    </a:lnTo>
                    <a:cubicBezTo>
                      <a:pt x="253" y="22602"/>
                      <a:pt x="1" y="925"/>
                      <a:pt x="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8" name="Google Shape;3538;p72"/>
              <p:cNvSpPr/>
              <p:nvPr/>
            </p:nvSpPr>
            <p:spPr>
              <a:xfrm>
                <a:off x="8678270" y="2446013"/>
                <a:ext cx="214109" cy="37383"/>
              </a:xfrm>
              <a:custGeom>
                <a:avLst/>
                <a:gdLst/>
                <a:ahLst/>
                <a:cxnLst/>
                <a:rect l="l" t="t" r="r" b="b"/>
                <a:pathLst>
                  <a:path w="5630" h="983" extrusionOk="0">
                    <a:moveTo>
                      <a:pt x="4414" y="1"/>
                    </a:moveTo>
                    <a:cubicBezTo>
                      <a:pt x="3480" y="1"/>
                      <a:pt x="1" y="630"/>
                      <a:pt x="1" y="781"/>
                    </a:cubicBezTo>
                    <a:cubicBezTo>
                      <a:pt x="1" y="920"/>
                      <a:pt x="408" y="982"/>
                      <a:pt x="1055" y="982"/>
                    </a:cubicBezTo>
                    <a:cubicBezTo>
                      <a:pt x="1583" y="982"/>
                      <a:pt x="2270" y="941"/>
                      <a:pt x="3025" y="865"/>
                    </a:cubicBezTo>
                    <a:cubicBezTo>
                      <a:pt x="4706" y="781"/>
                      <a:pt x="5630" y="781"/>
                      <a:pt x="5630" y="613"/>
                    </a:cubicBezTo>
                    <a:cubicBezTo>
                      <a:pt x="5630" y="361"/>
                      <a:pt x="5210" y="277"/>
                      <a:pt x="4622" y="25"/>
                    </a:cubicBezTo>
                    <a:cubicBezTo>
                      <a:pt x="4588" y="8"/>
                      <a:pt x="4517" y="1"/>
                      <a:pt x="441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9" name="Google Shape;3539;p72"/>
              <p:cNvSpPr/>
              <p:nvPr/>
            </p:nvSpPr>
            <p:spPr>
              <a:xfrm>
                <a:off x="8694242" y="2446583"/>
                <a:ext cx="185358" cy="25936"/>
              </a:xfrm>
              <a:custGeom>
                <a:avLst/>
                <a:gdLst/>
                <a:ahLst/>
                <a:cxnLst/>
                <a:rect l="l" t="t" r="r" b="b"/>
                <a:pathLst>
                  <a:path w="4874" h="682" extrusionOk="0">
                    <a:moveTo>
                      <a:pt x="4083" y="1"/>
                    </a:moveTo>
                    <a:cubicBezTo>
                      <a:pt x="3433" y="1"/>
                      <a:pt x="855" y="449"/>
                      <a:pt x="1" y="682"/>
                    </a:cubicBezTo>
                    <a:lnTo>
                      <a:pt x="4874" y="346"/>
                    </a:lnTo>
                    <a:cubicBezTo>
                      <a:pt x="4706" y="262"/>
                      <a:pt x="4454" y="262"/>
                      <a:pt x="4370" y="178"/>
                    </a:cubicBezTo>
                    <a:cubicBezTo>
                      <a:pt x="4286" y="178"/>
                      <a:pt x="4286" y="178"/>
                      <a:pt x="4202" y="10"/>
                    </a:cubicBezTo>
                    <a:cubicBezTo>
                      <a:pt x="4176" y="4"/>
                      <a:pt x="4136" y="1"/>
                      <a:pt x="4083" y="1"/>
                    </a:cubicBez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0" name="Google Shape;3540;p72"/>
              <p:cNvSpPr/>
              <p:nvPr/>
            </p:nvSpPr>
            <p:spPr>
              <a:xfrm>
                <a:off x="8895537" y="2468489"/>
                <a:ext cx="124662" cy="179806"/>
              </a:xfrm>
              <a:custGeom>
                <a:avLst/>
                <a:gdLst/>
                <a:ahLst/>
                <a:cxnLst/>
                <a:rect l="l" t="t" r="r" b="b"/>
                <a:pathLst>
                  <a:path w="3278" h="4728" extrusionOk="0">
                    <a:moveTo>
                      <a:pt x="199" y="1"/>
                    </a:moveTo>
                    <a:cubicBezTo>
                      <a:pt x="186" y="1"/>
                      <a:pt x="176" y="8"/>
                      <a:pt x="169" y="22"/>
                    </a:cubicBezTo>
                    <a:cubicBezTo>
                      <a:pt x="1" y="22"/>
                      <a:pt x="169" y="526"/>
                      <a:pt x="253" y="1114"/>
                    </a:cubicBezTo>
                    <a:cubicBezTo>
                      <a:pt x="337" y="1450"/>
                      <a:pt x="3110" y="4727"/>
                      <a:pt x="3194" y="4727"/>
                    </a:cubicBezTo>
                    <a:cubicBezTo>
                      <a:pt x="3278" y="4643"/>
                      <a:pt x="2690" y="3467"/>
                      <a:pt x="1681" y="2122"/>
                    </a:cubicBezTo>
                    <a:cubicBezTo>
                      <a:pt x="835" y="815"/>
                      <a:pt x="341" y="1"/>
                      <a:pt x="19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1" name="Google Shape;3541;p72"/>
              <p:cNvSpPr/>
              <p:nvPr/>
            </p:nvSpPr>
            <p:spPr>
              <a:xfrm>
                <a:off x="8905120" y="2478909"/>
                <a:ext cx="102301" cy="156570"/>
              </a:xfrm>
              <a:custGeom>
                <a:avLst/>
                <a:gdLst/>
                <a:ahLst/>
                <a:cxnLst/>
                <a:rect l="l" t="t" r="r" b="b"/>
                <a:pathLst>
                  <a:path w="2690" h="4117" extrusionOk="0">
                    <a:moveTo>
                      <a:pt x="1" y="0"/>
                    </a:moveTo>
                    <a:cubicBezTo>
                      <a:pt x="1" y="252"/>
                      <a:pt x="85" y="420"/>
                      <a:pt x="85" y="672"/>
                    </a:cubicBezTo>
                    <a:lnTo>
                      <a:pt x="85" y="840"/>
                    </a:lnTo>
                    <a:cubicBezTo>
                      <a:pt x="85" y="1092"/>
                      <a:pt x="2017" y="3361"/>
                      <a:pt x="2690" y="4117"/>
                    </a:cubicBezTo>
                    <a:lnTo>
                      <a:pt x="1" y="0"/>
                    </a:ln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2" name="Google Shape;3542;p72"/>
              <p:cNvSpPr/>
              <p:nvPr/>
            </p:nvSpPr>
            <p:spPr>
              <a:xfrm>
                <a:off x="8892342" y="2267841"/>
                <a:ext cx="111884" cy="190644"/>
              </a:xfrm>
              <a:custGeom>
                <a:avLst/>
                <a:gdLst/>
                <a:ahLst/>
                <a:cxnLst/>
                <a:rect l="l" t="t" r="r" b="b"/>
                <a:pathLst>
                  <a:path w="2942" h="5013" extrusionOk="0">
                    <a:moveTo>
                      <a:pt x="2847" y="1"/>
                    </a:moveTo>
                    <a:cubicBezTo>
                      <a:pt x="2722" y="1"/>
                      <a:pt x="1992" y="1145"/>
                      <a:pt x="1261" y="2525"/>
                    </a:cubicBezTo>
                    <a:cubicBezTo>
                      <a:pt x="505" y="4038"/>
                      <a:pt x="1" y="4878"/>
                      <a:pt x="253" y="4962"/>
                    </a:cubicBezTo>
                    <a:cubicBezTo>
                      <a:pt x="270" y="4996"/>
                      <a:pt x="298" y="5013"/>
                      <a:pt x="335" y="5013"/>
                    </a:cubicBezTo>
                    <a:cubicBezTo>
                      <a:pt x="481" y="5013"/>
                      <a:pt x="776" y="4758"/>
                      <a:pt x="1177" y="4290"/>
                    </a:cubicBezTo>
                    <a:cubicBezTo>
                      <a:pt x="1429" y="4122"/>
                      <a:pt x="2942" y="89"/>
                      <a:pt x="2858" y="5"/>
                    </a:cubicBezTo>
                    <a:cubicBezTo>
                      <a:pt x="2855" y="2"/>
                      <a:pt x="2851" y="1"/>
                      <a:pt x="284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3" name="Google Shape;3543;p72"/>
              <p:cNvSpPr/>
              <p:nvPr/>
            </p:nvSpPr>
            <p:spPr>
              <a:xfrm>
                <a:off x="8911509" y="2283966"/>
                <a:ext cx="86328" cy="169386"/>
              </a:xfrm>
              <a:custGeom>
                <a:avLst/>
                <a:gdLst/>
                <a:ahLst/>
                <a:cxnLst/>
                <a:rect l="l" t="t" r="r" b="b"/>
                <a:pathLst>
                  <a:path w="2270" h="4454" extrusionOk="0">
                    <a:moveTo>
                      <a:pt x="2270" y="1"/>
                    </a:moveTo>
                    <a:lnTo>
                      <a:pt x="1" y="4454"/>
                    </a:lnTo>
                    <a:cubicBezTo>
                      <a:pt x="169" y="4286"/>
                      <a:pt x="337" y="4202"/>
                      <a:pt x="421" y="4034"/>
                    </a:cubicBezTo>
                    <a:cubicBezTo>
                      <a:pt x="589" y="4034"/>
                      <a:pt x="589" y="3866"/>
                      <a:pt x="673" y="3866"/>
                    </a:cubicBezTo>
                    <a:cubicBezTo>
                      <a:pt x="841" y="3698"/>
                      <a:pt x="1933" y="925"/>
                      <a:pt x="2270" y="1"/>
                    </a:cubicBezTo>
                    <a:close/>
                  </a:path>
                </a:pathLst>
              </a:custGeom>
              <a:solidFill>
                <a:srgbClr val="E8EB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4" name="Google Shape;3544;p72"/>
              <p:cNvSpPr/>
              <p:nvPr/>
            </p:nvSpPr>
            <p:spPr>
              <a:xfrm>
                <a:off x="8885953" y="2453315"/>
                <a:ext cx="22400" cy="22438"/>
              </a:xfrm>
              <a:custGeom>
                <a:avLst/>
                <a:gdLst/>
                <a:ahLst/>
                <a:cxnLst/>
                <a:rect l="l" t="t" r="r" b="b"/>
                <a:pathLst>
                  <a:path w="589" h="590" extrusionOk="0">
                    <a:moveTo>
                      <a:pt x="253" y="1"/>
                    </a:moveTo>
                    <a:cubicBezTo>
                      <a:pt x="85" y="1"/>
                      <a:pt x="1" y="85"/>
                      <a:pt x="1" y="253"/>
                    </a:cubicBezTo>
                    <a:cubicBezTo>
                      <a:pt x="1" y="505"/>
                      <a:pt x="85" y="589"/>
                      <a:pt x="253" y="589"/>
                    </a:cubicBezTo>
                    <a:cubicBezTo>
                      <a:pt x="505" y="589"/>
                      <a:pt x="589" y="505"/>
                      <a:pt x="589" y="253"/>
                    </a:cubicBezTo>
                    <a:cubicBezTo>
                      <a:pt x="589" y="85"/>
                      <a:pt x="505" y="1"/>
                      <a:pt x="25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5" name="Google Shape;3545;p72"/>
              <p:cNvSpPr/>
              <p:nvPr/>
            </p:nvSpPr>
            <p:spPr>
              <a:xfrm>
                <a:off x="8889148" y="2456509"/>
                <a:ext cx="16011" cy="16011"/>
              </a:xfrm>
              <a:custGeom>
                <a:avLst/>
                <a:gdLst/>
                <a:ahLst/>
                <a:cxnLst/>
                <a:rect l="l" t="t" r="r" b="b"/>
                <a:pathLst>
                  <a:path w="421" h="421" extrusionOk="0">
                    <a:moveTo>
                      <a:pt x="169" y="1"/>
                    </a:moveTo>
                    <a:cubicBezTo>
                      <a:pt x="85" y="1"/>
                      <a:pt x="1" y="85"/>
                      <a:pt x="1" y="169"/>
                    </a:cubicBezTo>
                    <a:cubicBezTo>
                      <a:pt x="1" y="337"/>
                      <a:pt x="85" y="421"/>
                      <a:pt x="169" y="421"/>
                    </a:cubicBezTo>
                    <a:cubicBezTo>
                      <a:pt x="337" y="421"/>
                      <a:pt x="421" y="337"/>
                      <a:pt x="421" y="169"/>
                    </a:cubicBezTo>
                    <a:cubicBezTo>
                      <a:pt x="421" y="85"/>
                      <a:pt x="337" y="1"/>
                      <a:pt x="169" y="1"/>
                    </a:cubicBezTo>
                    <a:close/>
                  </a:path>
                </a:pathLst>
              </a:custGeom>
              <a:solidFill>
                <a:srgbClr val="5068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546" name="Google Shape;3546;p72"/>
            <p:cNvSpPr/>
            <p:nvPr/>
          </p:nvSpPr>
          <p:spPr>
            <a:xfrm>
              <a:off x="542700" y="4905288"/>
              <a:ext cx="298890" cy="42300"/>
            </a:xfrm>
            <a:custGeom>
              <a:avLst/>
              <a:gdLst/>
              <a:ahLst/>
              <a:cxnLst/>
              <a:rect l="l" t="t" r="r" b="b"/>
              <a:pathLst>
                <a:path w="70493" h="1692" extrusionOk="0">
                  <a:moveTo>
                    <a:pt x="68838" y="1"/>
                  </a:moveTo>
                  <a:cubicBezTo>
                    <a:pt x="68747" y="1"/>
                    <a:pt x="68655" y="4"/>
                    <a:pt x="68561" y="11"/>
                  </a:cubicBezTo>
                  <a:lnTo>
                    <a:pt x="1849" y="11"/>
                  </a:lnTo>
                  <a:cubicBezTo>
                    <a:pt x="841" y="11"/>
                    <a:pt x="1" y="347"/>
                    <a:pt x="1" y="851"/>
                  </a:cubicBezTo>
                  <a:cubicBezTo>
                    <a:pt x="1" y="1272"/>
                    <a:pt x="841" y="1692"/>
                    <a:pt x="1849" y="1692"/>
                  </a:cubicBezTo>
                  <a:lnTo>
                    <a:pt x="68561" y="1692"/>
                  </a:lnTo>
                  <a:cubicBezTo>
                    <a:pt x="69653" y="1692"/>
                    <a:pt x="70493" y="1356"/>
                    <a:pt x="70493" y="851"/>
                  </a:cubicBezTo>
                  <a:cubicBezTo>
                    <a:pt x="70493" y="391"/>
                    <a:pt x="69792" y="1"/>
                    <a:pt x="68838" y="1"/>
                  </a:cubicBezTo>
                  <a:close/>
                </a:path>
              </a:pathLst>
            </a:custGeom>
            <a:solidFill>
              <a:srgbClr val="6A842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 name="Google Shape;3564;p73">
            <a:extLst>
              <a:ext uri="{FF2B5EF4-FFF2-40B4-BE49-F238E27FC236}">
                <a16:creationId xmlns:a16="http://schemas.microsoft.com/office/drawing/2014/main" id="{4F714D89-63A8-CBCE-5BEA-75CB6EAEE036}"/>
              </a:ext>
            </a:extLst>
          </p:cNvPr>
          <p:cNvSpPr txBox="1">
            <a:spLocks noGrp="1"/>
          </p:cNvSpPr>
          <p:nvPr>
            <p:ph type="title"/>
          </p:nvPr>
        </p:nvSpPr>
        <p:spPr>
          <a:xfrm>
            <a:off x="1036925" y="1688818"/>
            <a:ext cx="6241143" cy="901393"/>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6600" dirty="0">
                <a:solidFill>
                  <a:schemeClr val="accent6"/>
                </a:solidFill>
              </a:rPr>
              <a:t>Thanks!</a:t>
            </a:r>
            <a:endParaRPr sz="6600" dirty="0">
              <a:solidFill>
                <a:schemeClr val="accent6"/>
              </a:solidFill>
            </a:endParaRPr>
          </a:p>
        </p:txBody>
      </p:sp>
      <p:sp>
        <p:nvSpPr>
          <p:cNvPr id="8" name="Google Shape;3565;p73">
            <a:extLst>
              <a:ext uri="{FF2B5EF4-FFF2-40B4-BE49-F238E27FC236}">
                <a16:creationId xmlns:a16="http://schemas.microsoft.com/office/drawing/2014/main" id="{70D2C504-3EBE-C86A-DA19-8BE5C303B6DA}"/>
              </a:ext>
            </a:extLst>
          </p:cNvPr>
          <p:cNvSpPr txBox="1">
            <a:spLocks noGrp="1"/>
          </p:cNvSpPr>
          <p:nvPr>
            <p:ph type="subTitle" idx="1"/>
          </p:nvPr>
        </p:nvSpPr>
        <p:spPr>
          <a:xfrm>
            <a:off x="914014" y="2423303"/>
            <a:ext cx="6363461" cy="1842765"/>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400" b="1" dirty="0">
                <a:solidFill>
                  <a:schemeClr val="dk1"/>
                </a:solidFill>
                <a:latin typeface="Syncopate"/>
                <a:ea typeface="Syncopate"/>
                <a:cs typeface="Syncopate"/>
                <a:sym typeface="Syncopate"/>
              </a:rPr>
              <a:t>Do you have any questions?</a:t>
            </a:r>
            <a:endParaRPr sz="2400" b="1" dirty="0">
              <a:solidFill>
                <a:schemeClr val="dk1"/>
              </a:solidFill>
              <a:latin typeface="Syncopate"/>
              <a:ea typeface="Syncopate"/>
              <a:cs typeface="Syncopate"/>
              <a:sym typeface="Syncopate"/>
            </a:endParaRPr>
          </a:p>
        </p:txBody>
      </p:sp>
    </p:spTree>
  </p:cSld>
  <p:clrMapOvr>
    <a:masterClrMapping/>
  </p:clrMapOvr>
</p:sld>
</file>

<file path=ppt/theme/theme1.xml><?xml version="1.0" encoding="utf-8"?>
<a:theme xmlns:a="http://schemas.openxmlformats.org/drawingml/2006/main" name="Renewable Energy: Windmill by Slidesgo">
  <a:themeElements>
    <a:clrScheme name="Simple Light">
      <a:dk1>
        <a:srgbClr val="FFFFFF"/>
      </a:dk1>
      <a:lt1>
        <a:srgbClr val="85D1C9"/>
      </a:lt1>
      <a:dk2>
        <a:srgbClr val="B9DD59"/>
      </a:dk2>
      <a:lt2>
        <a:srgbClr val="96B826"/>
      </a:lt2>
      <a:accent1>
        <a:srgbClr val="698315"/>
      </a:accent1>
      <a:accent2>
        <a:srgbClr val="7A452C"/>
      </a:accent2>
      <a:accent3>
        <a:srgbClr val="F8E59A"/>
      </a:accent3>
      <a:accent4>
        <a:srgbClr val="4E676D"/>
      </a:accent4>
      <a:accent5>
        <a:srgbClr val="6C8C9E"/>
      </a:accent5>
      <a:accent6>
        <a:srgbClr val="3879AF"/>
      </a:accent6>
      <a:hlink>
        <a:srgbClr val="4E676D"/>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391d6380-6693-4024-9b14-19b83b7f5771"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902743D2CB2A9C498C3CDDACE1EEF144" ma:contentTypeVersion="9" ma:contentTypeDescription="Create a new document." ma:contentTypeScope="" ma:versionID="f17021e1a6b5da41f7075ed2d14b029d">
  <xsd:schema xmlns:xsd="http://www.w3.org/2001/XMLSchema" xmlns:xs="http://www.w3.org/2001/XMLSchema" xmlns:p="http://schemas.microsoft.com/office/2006/metadata/properties" xmlns:ns3="391d6380-6693-4024-9b14-19b83b7f5771" xmlns:ns4="51c1e0ca-48bc-4bde-8b9b-8b8756ac12bd" targetNamespace="http://schemas.microsoft.com/office/2006/metadata/properties" ma:root="true" ma:fieldsID="8a2ffe8382e730408b0288e02c10fce7" ns3:_="" ns4:_="">
    <xsd:import namespace="391d6380-6693-4024-9b14-19b83b7f5771"/>
    <xsd:import namespace="51c1e0ca-48bc-4bde-8b9b-8b8756ac12bd"/>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MediaServiceSearchProperties" minOccurs="0"/>
                <xsd:element ref="ns3:_activity" minOccurs="0"/>
                <xsd:element ref="ns4:SharedWithUsers" minOccurs="0"/>
                <xsd:element ref="ns4:SharedWithDetails" minOccurs="0"/>
                <xsd:element ref="ns4:SharingHintHash"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91d6380-6693-4024-9b14-19b83b7f577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element name="MediaServiceDateTaken" ma:index="16"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51c1e0ca-48bc-4bde-8b9b-8b8756ac12bd"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SharingHintHash" ma:index="15"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C2BA46F-29AF-45BB-91BF-BB9D8E60D3DF}">
  <ds:schemaRefs>
    <ds:schemaRef ds:uri="http://schemas.microsoft.com/sharepoint/v3/contenttype/forms"/>
  </ds:schemaRefs>
</ds:datastoreItem>
</file>

<file path=customXml/itemProps2.xml><?xml version="1.0" encoding="utf-8"?>
<ds:datastoreItem xmlns:ds="http://schemas.openxmlformats.org/officeDocument/2006/customXml" ds:itemID="{0E05D78B-4616-4324-BFED-B9177592E85A}">
  <ds:schemaRefs>
    <ds:schemaRef ds:uri="http://purl.org/dc/elements/1.1/"/>
    <ds:schemaRef ds:uri="http://schemas.microsoft.com/office/2006/metadata/properties"/>
    <ds:schemaRef ds:uri="http://schemas.microsoft.com/office/infopath/2007/PartnerControls"/>
    <ds:schemaRef ds:uri="51c1e0ca-48bc-4bde-8b9b-8b8756ac12bd"/>
    <ds:schemaRef ds:uri="http://schemas.microsoft.com/office/2006/documentManagement/types"/>
    <ds:schemaRef ds:uri="http://purl.org/dc/terms/"/>
    <ds:schemaRef ds:uri="http://purl.org/dc/dcmitype/"/>
    <ds:schemaRef ds:uri="http://schemas.openxmlformats.org/package/2006/metadata/core-properties"/>
    <ds:schemaRef ds:uri="391d6380-6693-4024-9b14-19b83b7f5771"/>
    <ds:schemaRef ds:uri="http://www.w3.org/XML/1998/namespace"/>
  </ds:schemaRefs>
</ds:datastoreItem>
</file>

<file path=customXml/itemProps3.xml><?xml version="1.0" encoding="utf-8"?>
<ds:datastoreItem xmlns:ds="http://schemas.openxmlformats.org/officeDocument/2006/customXml" ds:itemID="{1E03220D-3F72-47AF-9B9A-516531B007E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91d6380-6693-4024-9b14-19b83b7f5771"/>
    <ds:schemaRef ds:uri="51c1e0ca-48bc-4bde-8b9b-8b8756ac12b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1285</TotalTime>
  <Words>2072</Words>
  <Application>Microsoft Office PowerPoint</Application>
  <PresentationFormat>On-screen Show (16:9)</PresentationFormat>
  <Paragraphs>167</Paragraphs>
  <Slides>20</Slides>
  <Notes>19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20</vt:i4>
      </vt:variant>
    </vt:vector>
  </HeadingPairs>
  <TitlesOfParts>
    <vt:vector size="29" baseType="lpstr">
      <vt:lpstr>Arial</vt:lpstr>
      <vt:lpstr>Albert Sans Medium</vt:lpstr>
      <vt:lpstr>Anaheim</vt:lpstr>
      <vt:lpstr>Nunito Light</vt:lpstr>
      <vt:lpstr>Bebas Neue</vt:lpstr>
      <vt:lpstr>Red Hat Display Black</vt:lpstr>
      <vt:lpstr>Syncopate</vt:lpstr>
      <vt:lpstr>PT Sans</vt:lpstr>
      <vt:lpstr>Renewable Energy: Windmill by Slidesgo</vt:lpstr>
      <vt:lpstr>predicting Renewable Energy supply shortfalls using Time-series forecasting   A Germany-based energy analytics system using forecasting, scenario analysis, battery storage optimization, and an interactive dashboard</vt:lpstr>
      <vt:lpstr>The project scope in 3 numbers</vt:lpstr>
      <vt:lpstr>The problem:</vt:lpstr>
      <vt:lpstr>Why Germany?</vt:lpstr>
      <vt:lpstr>Data sources</vt:lpstr>
      <vt:lpstr>Data preparation</vt:lpstr>
      <vt:lpstr>Renewable energy shortfall</vt:lpstr>
      <vt:lpstr>Shortfall shows strong seasonal and daily variation</vt:lpstr>
      <vt:lpstr>Methodology pipeline</vt:lpstr>
      <vt:lpstr>Feature Engineering</vt:lpstr>
      <vt:lpstr>Models compared</vt:lpstr>
      <vt:lpstr>Model results</vt:lpstr>
      <vt:lpstr>Prediction Results</vt:lpstr>
      <vt:lpstr>Scenario analysis and results</vt:lpstr>
      <vt:lpstr>Shortfall heatmap</vt:lpstr>
      <vt:lpstr>Battery storage model</vt:lpstr>
      <vt:lpstr>Demo Video</vt:lpstr>
      <vt:lpstr>Limitations</vt:lpstr>
      <vt:lpstr>Conclusion</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predicting Renewable Energy supply shortfalls using Time-series forecasting   A Germany-based energy analytics system using forecasting, scenario analysis, battery storage optimization, and an interactive dashboard</dc:title>
  <cp:lastModifiedBy>Micah Hosein</cp:lastModifiedBy>
  <cp:revision>6</cp:revision>
  <dcterms:modified xsi:type="dcterms:W3CDTF">2026-04-30T17:53:10Z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0x010100902743D2CB2A9C498C3CDDACE1EEF144</vt:lpwstr>
  </property>
</Properties>
</file>